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60" r:id="rId5"/>
    <p:sldId id="271" r:id="rId6"/>
    <p:sldId id="272" r:id="rId7"/>
    <p:sldId id="273" r:id="rId8"/>
    <p:sldId id="274" r:id="rId9"/>
    <p:sldId id="275" r:id="rId10"/>
    <p:sldId id="276" r:id="rId11"/>
    <p:sldId id="278" r:id="rId12"/>
    <p:sldId id="279" r:id="rId13"/>
    <p:sldId id="283" r:id="rId14"/>
    <p:sldId id="280" r:id="rId15"/>
    <p:sldId id="284" r:id="rId16"/>
    <p:sldId id="285" r:id="rId17"/>
    <p:sldId id="286" r:id="rId18"/>
    <p:sldId id="28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10:39.86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14907 6368 12 0,'13'0'57'0,"-13"0"20"15,0 0-7-15,0 0-20 16,0 0-31-16,0 0-51 16,-3 0-188-16</inkml:trace>
  <inkml:trace contextRef="#ctx0" brushRef="#br0" timeOffset="9252.84">13799 291 442 0,'0'-2'81'0,"2"0"16"16,-2-2-25-16,3 2-26 15,-3-2-1-15,1 2-10 16,-1 1-5-16,0 1 2 16,0-1 15-16,0 1-7 15,0 0 6-15,0 0-1 16,-9 0-14-16,-1 0-15 15,-4 12-1-15,-8 7-6 16,2 8 12-16,-5 8 1 16,1 11-16-16,-1 3 11 15,6 3 9-15,5 5-8 16,7-4 1-16,5-1 5 16,2-4-9-16,3-8 1 0,16-1 0 15,1-8 0 1,2-3 0-16,1-6-2 15,-2-5-4-15,-2-1-5 0,-3-6-2 16,-4-1-2-16,-3-2-1 16,-3 0-1-16,-1-3-9 15,-4 1-35-15,-1-1-28 16,0 0-46-16,0-2-87 16,0-2-136-16</inkml:trace>
  <inkml:trace contextRef="#ctx0" brushRef="#br0" timeOffset="9937.18">13983 470 668 0,'0'0'95'15,"0"0"-9"-15,0 0-34 16,0 0-15-16,15 0 34 16,-7 8-14-16,2 2-25 15,-1 0 6-15,0-1-22 16,-1-1-5-16,1 0-2 16,-4-4-5-16,1 2-2 15,0-2-2-15,-3-3-14 16,-1 0-74-16,0-1-73 15,-1 0-37-15,1 0-54 16,-1-8-61-16</inkml:trace>
  <inkml:trace contextRef="#ctx0" brushRef="#br0" timeOffset="10119.9">13983 470 479 0,'98'-35'147'0,"-98"35"-33"15,3 0-45-15,1 0-13 0,2 8 1 16,-2 0-17-16,0 2-15 16,1-1-17-16,-1 1-5 15,-1 0-1-15,0-1-22 16,0 0-134-16,-1-1-137 16</inkml:trace>
  <inkml:trace contextRef="#ctx0" brushRef="#br0" timeOffset="10796.24">14522 577 585 0,'0'0'92'0,"0"0"25"0,0 0-22 16,0 0-15 0,0 0-16-16,9-69-25 0,-9 59-16 15,-4 0-11-15,-9 2-2 16,0 2-13-16,-1 2 4 16,1 4-7-16,-5 0-4 15,4 0 2-15,0 10 0 16,5 2 1-16,1 3-6 15,6 3-2-15,2-1 2 16,0 3 7-16,0-1-8 16,10 2-1-1,5 0 12-15,4 1 5 0,2-1-1 16,2 4 3-16,-4-3 11 16,1 1 17-16,-3-1-2 15,-4-3-3-15,-6-2 19 16,1-1 0-16,-4-3-9 15,-1-3-1-15,-3-1-3 16,0-2-5-16,0 2-8 16,0-2-6-16,-13 1-7 15,1 0 0-15,-5-2-6 16,-1 1 3-16,-2-1-8 16,6 0-12-16,-4-6-25 15,8 2-24-15,0-2-5 16,7 0-48-16,3-6-92 15,0-9-127-15</inkml:trace>
  <inkml:trace contextRef="#ctx0" brushRef="#br0" timeOffset="11523.81">14648 462 545 0,'0'0'123'0,"0"0"43"0,10 72-34 16,-2-37-2-16,2 2-31 15,0-1-43-15,2 0-8 16,0-4-6-16,3-3-9 15,1-6-4-15,-5-5-15 16,2-4-6-16,2-4-4 16,-5-4-4-16,1-5-1 15,-1-1 1-15,-1 0-1 16,4-5 4-16,-4-9-6 16,0-3 13-16,-2 0-7 15,0-2-1-15,-4 1-6 16,0 0 3-16,-3 5-1 15,0 1-2-15,0 3 1 16,0 4 1-16,0 3 2 16,0 2 2-16,0 0-3 15,-8 0-3-15,0 7-6 16,1 5 1-16,1 4-3 16,0 2 7-16,3 0-5 15,3 1 3-15,0 0 1 16,0 1-3-16,1-3-6 15,8-2-2-15,4-5 5 16,2-1-4-16,-1-6-10 16,6-3 5-16,0 0 5 15,1-3-7-15,0-10-3 0,0-4-8 16,-2-1-13-16,-4 1 5 16,0-1 10-16,1 1 4 15,-6 0 10-15,-1 7 14 16,-1 0 4-16,-4 4 0 15,-1 5 3-15,-3 1 0 16,2 0 6-16,-1 3 0 16,1 8 7-16,-1 2 4 15,1 4-1-15,1-1-10 16,0-1-4-16,1-1-2 16,1-2-5-16,0-3-32 15,-1-4-105-15,-2-5-178 16</inkml:trace>
  <inkml:trace contextRef="#ctx0" brushRef="#br0" timeOffset="11694.72">15105 478 808 0,'0'0'22'15,"0"0"-2"-15,0 0-77 16,0 0-86-16,-16 18-237 0</inkml:trace>
  <inkml:trace contextRef="#ctx0" brushRef="#br0" timeOffset="12131.64">15438 1055 632 0,'0'0'111'0,"0"0"6"16,0 0-44-16,0 0 30 15,0 0-3-15,0 0-34 16,-17 68-27-16,6-70-9 16,-4-17-22-16,-1-10-11 15,0-8 1-15,-1-4-12 16,2-5-18-16,4 1-1 15,4-1 5-15,5 7 2 16,2 4 1 0,0 6-10-16,6 6 16 0,8 4 11 15,0 5 12-15,3 6 15 16,-3 4 2-16,5 4-1 16,-3 0-8-16,0 4 4 15,-3 10 19-15,0 2-7 16,-6 2 1-16,-3 1 3 15,-4 0 0-15,0-2 2 16,0 2 4-16,-7-2-7 16,-7-2-15-16,1-2-10 15,-2-2-2-15,-1-3-13 16,2-4-37-16,-1-4-71 16,1 0-116-16,1 0-217 15</inkml:trace>
  <inkml:trace contextRef="#ctx0" brushRef="#br0" timeOffset="13466.61">15583 1011 840 0,'0'0'178'16,"0"0"-70"-16,0 0-28 15,46 72-44-15,-42-64-10 16,-1-5-9-16,-3 1-6 16,0-4-2-16,0 0 13 15,0-7 33-15,-8-10-39 16,-3-9-20-16,3-7 1 16,-5-7-9-16,6-5-8 15,-1 0-3-15,4 2 5 16,1-1 0-16,3 5 10 15,0 6-2-15,0 8 4 16,1 4 7-16,8 6 3 16,0 7 4-16,4 4 5 15,-4 4 2-15,4 0-2 16,-1 5 6-16,2 11 6 16,-2 1 0-16,-1 5 2 15,-6 1-7-15,-2 0-4 16,-3-1-6-16,0-1 0 15,0-4-2-15,-3-2-6 16,-2-4-1-16,-4-1-3 16,-1-4-14-16,3-5-31 15,-4-1-27-15,4 0-52 16,2 0-94-16,2 0-60 16,3-4-67-16,0-1 112 0,0 0 163 15,10 2 92-15,3 0 63 16,4-2 45-16,2-1-3 15,4 2 29-15,0-2-18 16,-1-3-26-16,-1 0 4 16,0 0-11-16,-5-1-30 15,-4-3-5-15,2 0-10 16,-3-1-12-16,-5-1-15 16,-2-2-13-16,-1-2-4 15,-3 1 3-15,0 0-10 16,0 3-6-16,0 3 4 15,0 5 7-15,-1 4-6 16,-2 2 3-16,-5 1-4 16,-2 1-11-16,2 12 1 15,-4 3-5-15,1 7-7 16,2 2-10-16,5 1-20 16,4-2-31-16,0-1-12 15,1-3-13-15,15-4-38 16,10-7 13-16,3-3 3 15,6-4-11-15,-2-2 47 16,4 0-21-16,-2-4 19 16,-3-7 97-16,-4-3 44 15,0 0 31-15,-6-5 32 16,-5 0 14-16,-4-2-4 16,-5 2 3-16,-3 0-30 15,-5 0-22-15,0 3-22 16,0 2-22-16,-7 1-9 15,-3 4-9-15,-3 3-2 16,-5 6-12-16,-3 0-15 16,0 0-24-16,-5 6-12 0,3 8-16 15,3 8-10 1,1-2 11-16,5 3-22 0,7-1-21 16,7-2 51-16,0-2 33 15,0-3 28-15,7-3 5 16,9-3 19-16,4-4 13 15,0-5 44-15,5 0 17 16,2 0 6-16,1-9-4 16,0-8-21-16,3-4-20 15,-4-1-4-15,-2-6-8 16,0-3-7-16,-5-3-14 16,-4-5-16-16,-8 0-9 15,-5-3-3-15,-3-2-6 16,0 2-12-16,-7 1-6 15,-9 3-3-15,1 10 11 16,0 6 4-16,-1 8 9 16,-2 10 3-16,7 4 0 15,-2 4-8-15,6 19 7 16,4 6 7-16,3 6 12 16,0 4 10-16,7 5 3 15,12 3 20-15,4-3-6 16,2 1-17-16,0-3-17 15,0-6-5-15,1-2-4 16,-4-7 0-16,1-5-18 16,0-7-63-16,-7-8-105 15,-2-7-262-15</inkml:trace>
  <inkml:trace contextRef="#ctx0" brushRef="#br0" timeOffset="13774.58">16620 245 1154 0,'0'0'54'16,"0"0"34"-16,2-6-59 16,-2 6-17-16,0 6-15 15,0 7 10-15,0 3 0 16,0 3-3-16,0-2-16 16,0-1-63-16,0-5-88 15,0-6-105-15,0-5-176 16</inkml:trace>
  <inkml:trace contextRef="#ctx0" brushRef="#br0" timeOffset="13939.7">16620 245 861 0,'101'96'60'0,"-98"-92"27"16,0 6-47-16,0-3-23 0,-3 5-12 15,0-2-5-15,0-1-101 16,-3-1-191 0</inkml:trace>
  <inkml:trace contextRef="#ctx0" brushRef="#br0" timeOffset="15467.55">17421 413 614 0,'0'0'132'0,"0"0"-36"15,0 0-32-15,0 0-12 0,-30-28-14 16,16 24-25-16,0 2-10 16,-4 0-1-16,0 2-4 15,-2 0 5-15,0 2-5 16,4 9 1-16,2 1 1 16,5 5-3-16,5-1-4 15,4 4-8-15,0 0-8 16,10 4 6-16,10 0 9 15,4 1 7-15,5 0 1 16,0 0 3-16,3 0 2 16,-7-3 5-16,-1 1 7 15,-4-3-1-15,-5-2 7 16,-8-3-2-16,-6-1-1 16,-1-2 10-16,0 0 26 15,-14 0 14-15,-2-2-21 16,-3 0-29-16,1-3-13 15,2-3-4-15,1-2-1 16,4-2 0-16,2 0-6 16,2 0-13-16,1 0-17 15,6 0-14-15,0 0-27 16,0-6-4-16,10-2 3 16,6-1 43-16,4 1 32 15,5-2 2-15,3 2 2 16,3-2 0-16,-1 1 4 15,2-1 9-15,-4 1 15 16,-2-1 3-16,-3 0-1 16,-3-2-3-16,-4 2 0 15,-5-1-2-15,-2-4 1 16,-3 4 5-16,-2-3 1 0,-2 0-2 16,-2-1-10-16,0 1-5 15,0 2-1-15,0-1-6 16,-3 3 2-16,-3 2-1 15,-1 4-3-15,-5 1-1 16,1 3-5-16,-4 0-6 16,-2 6 3-16,1 10-2 15,0 5 2-15,2 3-2 16,5 4-2-16,3-2-5 16,5 0-4-16,1-2-6 15,0-3-2-15,13-2 4 16,7-5 2-16,3 0-2 15,3-4-23-15,0-5-27 16,7-5-50-16,-4 0-91 16,2 0-93-16,-1-11-207 15</inkml:trace>
  <inkml:trace contextRef="#ctx0" brushRef="#br0" timeOffset="16017.93">18041 571 841 0,'0'0'88'15,"0"0"14"-15,0 0-70 16,-78-4-16-16,52 18-7 16,3 3-10-16,0 5 1 15,4 3 0-15,4 2-2 16,8-1-4-16,3-1-3 0,4-4-3 15,5-3-1-15,16-3 0 16,5-5 9 0,9-5 9-16,3-5 2 0,6 0 1 15,-1-5-6-15,2-12 1 16,-5-4-3-16,-5-3 2 16,-6-4 0-16,-6-4 0 15,-8-3-1-15,-4-2 2 16,-7-4-3-16,-4-1-5 15,0-1-7-15,0 1-15 16,-7 4 9-16,-3 4 1 16,3 7 11-16,-2 7 5 15,3 5 2-15,-1 5-3 16,3 10-4-16,1 0 11 16,0 14-16-16,0 11 10 15,3 8 13-15,0 9 18 16,0 5 16-16,9 2-8 15,8 2 4-15,2-2 19 16,4-2-9-16,3-5-26 16,-3-5-12-16,0-6-9 15,-4-6 0-15,-3-7-6 16,-6-5-4-16,-4-7-49 16,-6-6-73-16,0 0-81 15,-16-7-167-15</inkml:trace>
  <inkml:trace contextRef="#ctx0" brushRef="#br0" timeOffset="16207.54">18119 477 988 0,'0'0'87'0,"0"0"3"16,94-30-63-16,-57 23-21 15,1 4-5-15,-1 3-35 16,-2 0-110-16,-6 0-142 16,-6 0-196-16</inkml:trace>
  <inkml:trace contextRef="#ctx0" brushRef="#br0" timeOffset="16766.45">18580 619 910 0,'0'0'86'15,"0"0"19"-15,0 0-1 16,15 72-29-16,-7-47-13 16,-3 1-25-16,1-3-21 15,1-3-11-15,-1-3-1 16,-3-6-10-16,-2-1-36 16,-1-10-73-16,0 0-158 15,0-4-304-15</inkml:trace>
  <inkml:trace contextRef="#ctx0" brushRef="#br0" timeOffset="16936.14">18578 420 1245 0,'0'0'12'15,"0"0"74"-15,0 0-72 16,0 0-22-16,0 0-69 15,0 0-127-15,17-58-201 16,-8 58-211-16</inkml:trace>
  <inkml:trace contextRef="#ctx0" brushRef="#br0" timeOffset="17855">18899 661 544 0,'0'0'116'0,"0"0"13"16,0 0-50-16,0 0-56 15,0 0-11-15,-48 30 2 16,32-12-7-16,3 1 9 16,6 0-1-16,0-1-13 0,5-3 3 15,2-1 6 1,0-2 0-16,0-3-6 0,4-1-1 16,5-2-6-1,3-5 7-15,1-1-4 16,0 0-2-16,-2 0 0 0,1-7-3 15,-6-6 4-15,0 1 0 16,-2-3 0-16,-3-1 0 16,-1 0 1-16,0-2-1 15,0 1-7-15,0 0-1 16,0 1 6-16,0 3 3 16,0 4 1-16,0 4 3 15,0 1 0-15,0 1 0 16,2 3-1-16,3 0-1 15,4 0 19-15,4 7 18 16,0 1 6-16,-1 3-6 16,2 1 7-16,-2 0-9 15,0 1-5-15,-3-2-10 16,0-4 0-16,-3 0-6 16,1-2-1-16,-3-3-4 15,-1-2 1-15,3 0-5 16,1 0 0-16,3-4 12 15,-1-8-5-15,4-6-10 16,0-2-3-16,0-4-3 16,0 3-12-16,1-1-6 15,1 5-1-15,-1 2 5 16,1 5 5-16,-2 3 0 16,-3 6 7-16,1 1 1 15,-2 0-6-15,0 14 1 16,-2 3 4-16,3 5 6 15,-3 1 2-15,2 2 0 16,-3-2 1-16,2-1-3 16,1-5-3-16,1-2-19 0,2-3-55 15,-1-4-179-15,1-4-212 16</inkml:trace>
  <inkml:trace contextRef="#ctx0" brushRef="#br0" timeOffset="18623.04">19742 519 579 0,'0'0'118'0,"0"0"15"0,0 0-31 16,0 0 5-16,71-52-20 16,-51 44-35-16,0 4-29 15,-5 4-12-15,-1 0-8 16,-5 0-11-16,-6 3-2 16,-3 13-6-16,0 2 4 15,-6 3 2-15,-7 1-7 16,3 1-1-16,3 0-3 15,2-6 4-15,5 1 5 16,0-4 1-16,6 1 7 16,10-3-1-16,3-1 5 15,2-1 2-15,1-1 4 16,1-1-1-16,-3 0 16 16,-5 2 18-16,-2 0-1 15,-7-1-6-15,-5 2 12 16,-1 1 8-16,0-1 0 15,-4 3-10-15,-11-2-7 16,1 0-15-16,-5-1-13 16,3-1-5-16,-3-1-3 15,3-1-28-15,-1-2-40 16,0-1-77-16,1-2-155 16,4-3-378-16</inkml:trace>
  <inkml:trace contextRef="#ctx0" brushRef="#br0" timeOffset="18824.5">20128 881 1029 0,'0'0'125'15,"0"0"-45"-15,0 0-41 16,0 0-15-16,0 0-16 15,2 0-5-15,0-6-32 16,-2-3-117-16,0-5-256 16</inkml:trace>
  <inkml:trace contextRef="#ctx0" brushRef="#br0" timeOffset="19367.06">20191 496 929 0,'0'0'123'16,"0"0"-19"-16,0 0-62 16,0 0-35-16,0 0 5 15,0 0 9-15,2 50-3 16,2-30-6-16,3-3-6 15,2 2-2-15,4-2-2 16,1-2 1-16,4-4 0 16,-1 0 0-16,-1-3 0 15,0-4-2-15,0-3-3 0,-5-1 1 16,-1 0 0-16,-1 0-28 16,-2-3-29-16,1-6-28 15,-3-3-10-15,-1-3-23 16,-1 1 8-16,0-5 7 15,-1 1 7-15,-1 0 39 16,-1-1 31-16,0 3 26 16,0 2 36-16,0 5 59 15,0 2 24-15,0 5 8 16,0 2-14-16,0 0-35 16,0 5-62-16,2 12 2 15,-1 6 75-15,5 7 2 16,-2 1-26-16,3 2-15 15,1-2-18-15,-3 0-17 16,3-2-9-16,-2-5-8 16,1-2 0-16,-3-4-11 15,-1-4-50-15,-2-4-71 16,-1-9-164-16,0-1-406 16</inkml:trace>
  <inkml:trace contextRef="#ctx0" brushRef="#br0" timeOffset="20521.95">20438 149 562 0,'0'0'69'15,"0"0"7"-15,0 0-34 16,21 0-11-16,0 16 31 15,4 4 23-15,3 8-5 16,1 6-15-16,3 2-26 16,-3 4 2-16,-3 2 1 15,0 2-7-15,-4 2-11 16,-5-1-10-16,-4 1-1 16,-7 1 3-16,-3-1-7 0,-3-2-3 15,0-2 5 1,-12-1 2-16,-9-1 2 0,-1-4-6 15,-3-5 0 1,2-3 7-16,0-5-7 0,7-4-7 16,5-5 0-1,3-5 2-15,6-3-7 0,0-3-21 16,2-3-32-16,0 0-32 16,9 0-68-16,5-13-124 15,2-1-139-15</inkml:trace>
  <inkml:trace contextRef="#ctx0" brushRef="#br0" timeOffset="24791.79">21547 533 633 0,'0'22'83'0,"5"6"1"16,-1 6-3 0,3 1-2-16,-1 0-13 0,3-3-19 15,-2-4-18 1,0-4-17-16,-1-3-7 0,-2-6-5 16,0-5-3-16,-1-2-24 15,-3-8-69-15,0 0-93 16,0-6-90-16</inkml:trace>
  <inkml:trace contextRef="#ctx0" brushRef="#br0" timeOffset="25160.15">21560 420 536 0,'0'0'103'0,"0"0"0"16,0 0-17-16,0 0-21 15,84-58-13-15,-57 57-11 16,2 1-3-16,-1 0-12 16,-5 8-17-16,-3 8-7 15,-7 5 2-15,-6 4 1 16,-7 0 1-16,0 6-6 16,-4 1-2-16,-9 1 3 15,-4 0-3-15,4-2 5 16,1-2-4-16,4-5 1 15,3-2 0-15,5-3-1 16,0-5 1-16,0-1-4 16,6-3 4-16,11-2 0 15,3-2 5-15,2-2 12 16,1 0-1-16,0-3-13 16,0-1-2-16,-4 0-7 15,-1 0-42-15,-7 0-114 0,-2 0-103 16,-5 0-235-1</inkml:trace>
  <inkml:trace contextRef="#ctx0" brushRef="#br0" timeOffset="25835.36">22014 751 716 0,'0'0'40'0,"0"0"76"15,0 0-26-15,0 0-31 16,0 0-3-16,63-58-22 16,-60 45-15-16,-1-1-4 15,-2 0-9-15,0-1-2 16,0 1 0-16,-2 1-1 15,-7 4-4-15,-2 1-2 16,1 6-4-16,-2 2-5 16,-3 0-2-16,1 7 7 15,-1 12 2-15,2 6-2 16,1 3-8-16,6 1 6 16,3-2 2-16,3-2 2 15,0-3-3-15,9-7 4 16,8-3 7-16,1-4-2 15,5-4 1-15,0-4 1 16,0 0 3-16,-1 0-1 0,-2-2-2 16,0-9 0-1,-4 0 2-15,-2-2-3 0,-3 1 1 16,-3 0-2-16,1 1 0 16,-5 3 4-16,-1 1-3 15,-1 5 2-15,-1 0 2 16,-1 2-1-16,0 0-5 15,2 0-2-15,0 0-5 16,1 4 1-16,0 7 4 16,0 4 6-16,3 1 9 15,-2 4 7-15,3-1 2 16,2 0-1-16,1-2-3 16,0-1 1-16,0-3-4 15,2-3 11-15,-5-2-15 16,-1-6-12-16,-2 0 0 15,-4-2 4-15,0 0-13 16,0-2-37-16,0-8-81 16,-7-1-124-16,-6-1-256 15</inkml:trace>
  <inkml:trace contextRef="#ctx0" brushRef="#br0" timeOffset="26472.15">22222 771 348 0,'0'0'106'0,"0"0"49"16,0 0-11-16,0 0-6 16,27-2-21-16,-14-9-61 15,0-2-22-15,3-2-11 16,0 2-13-16,0-1-5 15,-1 2-2-15,0 1-3 16,-3 5 2-16,-1 1 2 16,-3 4 3-16,-3 1-5 15,0 0-7-15,-2 4 7 16,0 8-1-16,0 3-1 16,0 2 2-16,2 0 2 15,-1 2 5-15,1 2 5 16,1-3 4-16,1-1 0 0,0-2-8 15,-3-3-4 1,1-2-4-16,-3-6-2 0,0-1-10 16,-2-2-69-16,0-1-95 15,0 0-111-15</inkml:trace>
  <inkml:trace contextRef="#ctx0" brushRef="#br0" timeOffset="26879.35">22509 653 759 0,'0'0'25'0,"0"0"60"15,0 0-8-15,0 0-22 16,25 73 9-16,-14-51-15 15,1 0-24-15,4 0-14 16,0-4-7-16,2-3 2 16,0-2-2-16,-1-5-3 15,0-2 1-15,-2-3 2 16,-1-3 0-16,1 0 11 16,-2-4 1-16,-3-10 9 15,-1-2 10-15,-1-5-3 16,-1 1-2-16,-2-4-6 15,-2 0-11-15,-2 1-6 16,-1 2-6-16,0 2 4 16,0 6-5-16,0 0-1 0,0 5-14 15,-4 3-24 1,-4 4-50-16,0 1-97 16,-1 0-146-16,0 0-295 0</inkml:trace>
  <inkml:trace contextRef="#ctx0" brushRef="#br0" timeOffset="27500.68">22850 807 664 0,'0'0'161'0,"0"0"-21"15,0 0-35-15,0 0-20 16,0 0-21-16,38 63-18 15,-35-60-18-15,0-1-11 16,0-2-5-16,0 0-2 16,0-1 10-16,3-15 17 15,2 0-17-15,0-11-15 16,1 0-6-16,-1-2-8 16,-2 3-8-16,-1 3-5 15,-2 4 6-15,1 8 6 16,-3 3 9-16,-1 6 0 15,0 2-4-15,3 0-7 16,0 13-1-16,1 2 13 16,2 3 4-16,2 1 4 15,1-3 3-15,2-2 1 16,-3-4 1-16,2-1-2 16,0-6-7-16,2-2 1 15,1-1 4-15,0-1-3 16,1-12 6-16,1-3-7 15,-3-5-2-15,0 0-2 16,-1 0-2-16,-3 1-1 16,-1 2-4-16,-2 4 2 0,-2 5 1 15,-2 4 0 1,1 2 3-16,1 3-3 0,-2 0-6 16,0 9-6-16,5 5 14 15,0 6 1-15,3 2 2 16,-1 2 3-16,1 0 1 15,5-2 0-15,-2-3 2 16,1-3-4-16,-3-1-6 16,0-5 0-16,-1-5-18 15,-2-4-34-15,-1-1-55 16,-2 0-57-16,-1-4-59 16,-1-11-111-16</inkml:trace>
  <inkml:trace contextRef="#ctx0" brushRef="#br0" timeOffset="28597.81">23291 362 865 0,'0'0'19'15,"0"0"72"-15,6 70 30 16,-3-36-45-16,3 0-25 16,-1 0-26-16,2-3-14 0,0-5-5 15,0-4-2 1,-1-5-2-16,1-4-2 0,1-4-1 16,3-5-3-16,1-4 2 15,2 0 2-15,7 0 2 16,-1-7 2-16,-1-1-2 15,2 0-10-15,-2 1 0 16,-5 5 3 0,2 2 0-16,-3 0 2 0,0 0 0 15,-1 13 4-15,-1 3 0 16,-1 1 12-16,-2 6 6 16,-3-1 16-16,-5-1 2 15,0 1-9-15,0-3-6 16,-2-2-5-16,-10-3-3 15,-2-1-5-15,0-7-4 16,-3 0-3-16,3-5-7 16,-2-1-13-16,3 0-15 15,0 0-17-15,4-9-19 16,3-4-50-16,3 1-26 16,3-1-18-16,0 0 24 15,0 2 25-15,3 3 61 16,6 2 36-16,1 4 21 15,5-1 6-15,-1 2 6 16,3 0 18-16,3-2 11 16,2 1 0-16,0-2-14 15,0 0 6-15,-1-1 17 16,0-2 16-16,-3-1 5 16,-2-3-12-16,1 0-18 0,-3-2 10 15,0-3 5 1,-2 0-12-16,-4 0-8 0,-1 0-11 15,-2 0-1-15,-4 3-8 16,-1 3-7 0,0 1-3-16,0 5 4 0,-1 2-6 15,-12 2-8 1,-3 0-13-16,-3 6-8 0,-2 13-10 16,2 2-8-16,-2 3-10 15,8 3-17-15,5-1-3 16,4-2 4-16,4-1 7 15,0-4 15-15,9-1-2 16,7-4-5-16,9-4 34 16,2-3 7-16,2 1 15 15,2-4 10-15,-3 0 17 16,0-2 25-16,-8 1-5 16,-1-1-20-16,-7 2 5 15,-3-2-5-15,-4 0-9 16,-4-1-6-16,-1-1 8 15,0 0 52-15,0 0 15 16,0 0-15-16,0 0-39 16,-6-3-23-16,1-9-7 15,1-1-4-15,1-4-1 16,3-1-2-16,0 0-2 16,0-1-1-16,0 2-1 15,6 1 1-15,6 2-2 16,3 0-1-16,1 4 1 15,1-2 3-15,2 4-1 16,-2-1-8-16,0 4-36 16,1 0-45-16,-4 2-74 0,2-2-125 15,-1-1-243-15</inkml:trace>
  <inkml:trace contextRef="#ctx0" brushRef="#br0" timeOffset="29446.5">24511 380 777 0,'0'0'154'15,"0"0"-18"-15,0 0-66 0,0-3-43 16,0 21-21-16,0 8 20 15,0 5 23-15,3 9-18 16,3 1-7-16,1 1-12 16,4-1-5-16,2-4-1 15,5-2-2-15,4-3-3 16,4-4 1-16,5-3 0 16,6-4 0-16,-3-7-2 15,0-3 1-15,-5-7-1 16,-3-4-3-16,-7 0-5 15,-2 0-2-15,-6-12 4 16,-5-5 9-16,-1-2 2 16,-3-1-2-16,-2-3-1 15,0 0 2-15,0 1-2 16,0 3-1-16,0 0 0 16,-2 5 0-16,-1 2 0 15,1 5-1-15,-3 1-1 16,-1 4 2-16,0 2 2 15,-3 0-8-15,-2 8-1 16,3 9 2-16,-5 2 1 16,6 3 2-16,4 1-1 15,3 0-2-15,0 0 0 16,3 0 2-16,11-4-1 16,3-1 4-16,3-4-2 15,5-1-4-15,4-6-3 16,-1-2-3-16,3-5-23 15,4 0-67-15,-2-7-91 16,-1-5-127-16,-4-5-182 16</inkml:trace>
  <inkml:trace contextRef="#ctx0" brushRef="#br0" timeOffset="29949.15">25203 637 730 0,'0'0'139'0,"0"0"5"0,0 0-90 16,0 0-31-16,0 0-16 16,-61 12-10-16,47 8 3 15,-1 2 0-15,5 0 0 16,3 0-5-16,7-2 0 16,0 0-4-16,0-1-6 15,12-6 2-15,9-3 1 16,5-2-1-16,4-6 7 15,4-2 9-15,2 0-6 16,-2-12-10-16,-2-9-5 16,-1-2 0-16,-6-5-17 15,-4-3 4-15,-5-5 24 16,-2-3 0-16,-7-3-63 16,-5-2-15-16,-2-1-33 15,0 1 20-15,0 6 49 16,-15 5 64-16,4 8 41 15,-2 11 8-15,-5 7 17 16,4 7-17-16,0 11-57 16,0 13 18-16,5 13 34 15,6 5-5-15,3 6 30 16,1 3 6-16,18-1-5 16,4-1-5-16,1-4-15 0,0-4-26 15,-3-7-23-15,-2-5-10 16,-5-9-3-16,-3-4-3 15,-6-9-6 1,-5-7-69-16,0 0-141 0,-19-12-281 16</inkml:trace>
  <inkml:trace contextRef="#ctx0" brushRef="#br0" timeOffset="30262.21">25335 502 1050 0,'0'0'114'0,"0"0"-78"15,102-19-35-15,-68 16-2 16,0 1-23-16,-6 2-49 16,-2 0-75-16,-6 6-26 15,-3 9 48-15,-6 2 26 16,1 5 71-16,-2 2 32 15,-1 5 54-15,3 0 64 16,-1 0 14-16,1 5 14 16,2-2-10-16,-4-2-21 15,4-1-31-15,-2-3-41 16,-2-5-33-16,-3-5-12 16,-4-8-30-16,-3-8-104 15,0 0-241-15</inkml:trace>
  <inkml:trace contextRef="#ctx0" brushRef="#br0" timeOffset="31147.98">25757 842 425 0,'0'0'95'0,"0"0"73"16,0 0-58-16,0 0-13 0,25 10 10 16,-19-9-14-16,1-1-17 15,-4 0-23-15,1 0-17 16,0 0-10-1,1 0-3-15,1 0-2 0,1-2-5 16,-2-6-6-16,3 0-1 16,-1-4-3-16,-1-1-1 15,1-3-3-15,0-1-1 16,-1-1-1-16,-2 1 0 16,1 1 0-16,-2 5 0 15,1 1 1-15,-4 3 0 16,0 2 0-16,0 3 1 15,0 2 4-15,0 0-3 16,0 0-5-16,0 0-4 16,0 0-3-16,0 0 4 15,0 7 6-15,0 4 2 16,0 3-2-16,0 2-1 16,0 3 0-16,0 3 3 15,0 0 0-15,5-1 3 16,9-1 3-16,0-1 1 15,1-3 1-15,2-3-3 16,-4-6-3-16,3 1-1 16,-8-6-1-16,1 0-2 15,-3-2-1-15,1 0-12 16,-1 0-34-16,0-2-50 16,-1-6-93-16,0-1-80 15,-2-4-89-15</inkml:trace>
  <inkml:trace contextRef="#ctx0" brushRef="#br0" timeOffset="31582.26">26056 715 708 0,'0'0'40'0,"0"0"112"15,0 0-8-15,0 0-19 16,34 69-25-16,-24-47-27 15,0-2-20-15,-3-1-18 16,2-6-8-16,-2 0-11 16,-3-5-7-16,-3-4-3 15,-1-2-3-15,0-2 1 16,0 0 3-16,0-6 6 16,-1-11-9-16,-3-3-4 15,-3-9-2-15,1 0-2 16,1-3-3-16,3 1 4 15,2 3 3-15,0 3 0 16,0 5 0-16,0 2 5 16,0 4 3-16,2 4 0 15,9-1-5-15,1 3-3 16,5 2 0-16,3 0-4 16,6 2-16-16,1 2-9 15,5 2-21-15,1 0-33 16,2 0-18-16,-5 0-45 15,-1 4 11-15,0 4-36 16,-7 4-40-16,-5-3-37 16,-5 1-43-16</inkml:trace>
  <inkml:trace contextRef="#ctx0" brushRef="#br0" timeOffset="32098.89">26414 681 566 0,'0'0'186'15,"0"0"-27"-15,0 0-34 16,0 0-5-16,0 0-22 15,57 3-26-15,-50-3-19 16,2 0-14-16,-1-6-15 16,4-3-6-16,-5 1-5 15,2-4-4-15,-3 1-4 16,1-3-2-16,-4 0 1 16,-2-1-2-16,-1 1-1 15,0 3 0-15,0-1-3 16,0 5 0-16,0 1 1 15,-7 3-2-15,-5 3-1 16,1 0-3-16,-5 4-2 16,1 11 1-16,0 2 7 15,0 5 0-15,4 2-1 16,0 1 3-16,6 4-1 16,0-2 2-16,5 1-2 0,0 0 2 15,0-2 1 1,8-2-1-16,9-4 2 15,0-2-2-15,8-6 0 16,1-7-3-16,3-5-4 16,4 0-27-16,3-1-55 0,-4-16-120 15,-3-4-140 1</inkml:trace>
  <inkml:trace contextRef="#ctx0" brushRef="#br0" timeOffset="34436.26">26939 506 506 0,'0'0'86'0,"0"0"42"16,0-7-22-16,7-1-9 15,5 0-28-15,2-1-11 16,5 0-16-16,4 2-9 16,3 1-12-16,0 3-5 15,-3 3 1-15,-1 0 2 0,-5 0-17 16,-5 6-4-1,-5 8 5-15,-7 2-5 16,0 1 2-16,0 1 3 0,-9 4 0 16,-1-6-1-1,0 1-1-15,1-3 1 0,5-2-2 16,4 0-4-16,0-1-3 16,0 0-4-16,15-1 9 15,3 2 0-15,5 0 1 16,0 0 3-16,-2 2 0 15,-1-2 2-15,-6 1-2 16,-4-1 3-16,-5-1 12 16,-5 1 16-16,0-1 24 15,-15-2 13-15,-4 4-15 16,-2-2-25-16,-2-2-14 16,1 0-8-16,5 0-5 15,2-4-2-15,2-1-4 16,3 0-24-16,1-1-32 15,1-3-70-15,5 0-163 16,0 0-262-16</inkml:trace>
  <inkml:trace contextRef="#ctx0" brushRef="#br0" timeOffset="34863.69">27339 811 995 0,'0'0'86'16,"0"0"19"-16,0 0-40 0,0 0-7 16,0 0-21-1,0 5-15-15,0-4-8 0,0 3-6 16,0-2-3-16,0-2 0 15,0 0-2-15,0 0 3 16,0 0 2-16,0 0-2 16,0 0-1-16,0 0 2 15,0 0 0-15,4 0-4 16,2-7-4-16,-3 3-1 16,0 0 1-16,0 2 0 15,-2-1 0-15,-1 3-1 16,0 0-3-16,0 0-5 15,0 0-5-15,0 0-3 16,0 0-5-16,0 0-25 16,0 0-15-16,0 3-18 15,-1-1-93-15,-4 0-108 16,2-2-322-16</inkml:trace>
  <inkml:trace contextRef="#ctx0" brushRef="#br0" timeOffset="36035.69">28402 475 801 0,'0'0'105'0,"0"0"-16"15,0 0-38-15,0 0-7 16,0 0 41-16,23 86-23 16,-20-53-12-16,0 3-26 15,-2-1-18-15,2-1-2 16,-1-1 1-16,-1-3-8 16,4-4-22-16,-2-3-73 15,-1-7-106-15,-2-5-101 16,0-4-252-16</inkml:trace>
  <inkml:trace contextRef="#ctx0" brushRef="#br0" timeOffset="36486.94">28293 721 805 0,'0'0'95'15,"0"0"17"-15,0 0-52 16,77-45-22-16,-35 34-6 16,4 2-12-16,0 1-18 15,-1 3 0-15,-7 4-4 16,-8 1-1-16,-8 0-18 16,-9 7-10-16,-5 8 2 15,-5 1 15-15,-2 3 10 16,1-1 7-16,1 0 4 15,0-1-4-15,7-2-3 16,1-1 2-16,4-4 2 16,2-1 7-16,2-3 17 15,1-6 6-15,2 0 4 16,-3 0-8-16,2 0-14 16,-2-6 7-16,-3-3 14 0,0-4-5 15,-3 1-10-15,-6-3-5 16,-2-1 1-16,-5 0-2 15,0-2-7-15,-6 0-5 16,-12 1-10-16,-6 4-19 16,-8 2-24-16,-4 3-50 15,-3 4-85-15,0 0-91 16,0 2-210-16</inkml:trace>
  <inkml:trace contextRef="#ctx0" brushRef="#br0" timeOffset="37245.04">29206 403 676 0,'0'0'24'0,"0"0"60"16,0 0-9-16,0 84 22 15,0-51-20-15,0 5-11 16,0-2-23-16,0 0 0 16,14-4-5-16,4 0-5 15,2-5-4-15,3-4-7 16,5-4-6-16,-1-2-8 15,-1-6-5-15,3-4 4 16,0-3-4-16,-3-4-4 16,0 0 6-16,-3 0-4 15,-1-11 7-15,-4-5 2 16,0-1 2-16,-7-2 0 16,-2 0 0-16,-2-2-5 15,-1 1-3-15,-6 2 6 16,0 2-1-16,0 4 1 15,0-1-2-15,-3 5 0 16,-7 2-4-16,0 2-1 16,-2 3-5-16,-4 1-1 15,2 0 2-15,-2 0-3 16,3 9 3-16,0 5-6 16,3 1-4-16,6 3 4 15,2 0 2-15,2 2-1 16,0-2 0-16,12-1 2 15,8 0 1-15,7-2 2 16,8-3 1-16,1-3-1 16,6-7-15-16,4-2-45 15,-4 0-100-15,-3 0-87 16,-3-12-91-16,-4 0-189 16</inkml:trace>
  <inkml:trace contextRef="#ctx0" brushRef="#br0" timeOffset="37783.64">29989 555 685 0,'0'0'112'16,"0"0"42"-16,0 0-52 16,0 0-58-16,0 0-17 15,-64-3-20-15,47 20-7 16,1 3 0-16,6 3 0 15,4 2 4-15,6-1-6 16,0-1-7-16,9-1 5 16,10-3-1-16,5-4 3 15,2-3 6-15,6-5-1 16,1-3 1-16,2-4-2 16,0 0 0-16,-1-7-3 15,-2-12-6-15,-2-3 1 16,-5-8-9-16,-4-2 6 15,-6-5 1-15,-5-5-6 16,-3-3-28-16,-7-3-15 16,0 2 0-16,0 1-17 15,-11 4 30-15,-1 9 37 16,2 8 13-16,0 6 12 16,0 10 6-16,-2 8 1 15,-1 0-30-15,3 14 0 16,-1 13 19-16,1 8 33 15,5 7 17-15,5 5-13 0,0 5-4 16,9-2 21 0,11 1-8-16,0-6-7 0,2 0-12 15,-2-7-21 1,-1-4-12-16,-6-7-5 0,0-7-3 16,-6-3-9-16,-1-7-64 15,-6-8-109-15,0-2-136 16,-10-2-312-16</inkml:trace>
  <inkml:trace contextRef="#ctx0" brushRef="#br0" timeOffset="38821.98">30107 526 922 0,'0'0'56'0,"0"0"59"15,103-32-9-15,-61 25-53 16,-1 3-6-16,-4 1-17 16,-7 3-15-16,-4 0-6 15,-10 3-8-15,-3 10-1 16,-7 4 2-16,-5 5 0 16,-1 5 7-16,0-2-2 15,0 4 0-15,0-3-2 16,0 0-2-16,0-3-3 15,0-2 0-15,6-7 1 16,4 0-3-16,0-6 2 16,3-5 0-16,1-3 3 0,1 0 0 15,1-2 2-15,-2-11 1 16,2-3-3 0,-4-6-1-16,-2 0 1 0,0-2 0 15,-3 1-5-15,-1 2 1 16,-3 4 0-16,0 7 1 15,-3 2 0-15,0 5-1 16,0 2-5-16,0 1-6 16,0 0-7-16,0 0-7 15,0 12 13-15,0 2 11 16,0 4 2-16,0 2 2 16,4 0-1-16,3-1 3 15,-1 0 8-15,4-7 3 16,-1 1-1-16,1-5-5 15,2-3 3-15,-1-2 4 16,5-3-2-16,0 0-3 16,4 0-3-16,-1-7-4 15,0-9-2-15,-1-3-2 16,1-5 0-16,-3-1-6 16,-4-3-6-16,-1 4-3 15,-2 2-5-15,-6 4 11 16,0 6 4-16,-3 4 4 15,0 4-2-15,0 4 2 16,0 0-4-16,0 0-10 16,0 4-4-16,0 9 13 15,0 3 6-15,0 4 1 16,4 2 0-16,6-1-3 16,2 1 3-16,2-1 1 15,2-2 0-15,4-3 3 16,2-2 1-16,1-3 1 15,0-3 3-15,2-3-2 0,-1-2 3 16,-2-3-3-16,1 0-1 16,0 0 2-16,-3-8 5 15,1-5-2-15,-3-5-6 16,-3-3 1 0,-1-3 4-16,-4-2-3 0,-1 2-3 15,-5-4-2-15,-2 2-1 16,-2 5 0-16,0 3 1 15,0 5 0-15,0 5-2 16,-9 7 1-16,-4 1-5 16,-1 1-4-16,-1 15 0 15,-2 5 7-15,2 5 0 16,3 2 0-16,7-1 1 16,5 4-2-16,0-3 1 15,3-2-2-15,19-2-8 16,8-6-27-16,8 0-49 15,9-8-99-15,4-5-115 16,5-5-118-16</inkml:trace>
  <inkml:trace contextRef="#ctx0" brushRef="#br0" timeOffset="39426.89">31772 415 933 0,'0'0'118'0,"0"0"13"16,0 0-48-16,34-12-44 15,-17 6-1-15,3 0-11 16,-1 0-15-16,-3 2-7 16,-2 2-4-16,-4 0 0 15,-4 2-1-15,-4 0-5 16,-2 0-22-16,0 3-15 15,0 11 1-15,-10 2 9 16,-3 5-3-16,1 3-5 16,0 1 23-16,4 1 3 15,5-1-8-15,3 0 5 16,0 0 13-16,4-4-1 16,14 0 1-16,0-2 2 15,1-3 5-15,1 0 1 16,-6-5 15-16,-2-1 19 15,-6-2 7-15,-2-1 18 16,-4-2-10-16,0-3-9 16,0 1-2-16,-4 1-4 15,-9 0-4-15,-3 1-10 16,-4 2-16-16,-2 1-4 16,-1 0-4-16,-1 2 1 15,1-1-18-15,2 1-15 16,4-1-33-16,4-1-59 15,6-4-109-15,7-4-206 0</inkml:trace>
  <inkml:trace contextRef="#ctx0" brushRef="#br0" timeOffset="39658.87">32148 691 993 0,'0'0'77'16,"0"0"82"-16,0 0-60 16,0 0-43-16,0 0-23 15,-9 6-18-15,2 2-2 16,0 3-5-16,1-2-18 16,3-1-42-16,3-4-70 15,0-2-95-15,0-2-112 16,0 0-296-16</inkml:trace>
  <inkml:trace contextRef="#ctx0" brushRef="#br0" timeOffset="60309.75">24157 440 325 0,'2'-1'59'0,"2"-2"28"16,0 2 1-16,-1-2-23 0,0 2-28 15,-2 1-6-15,2 0-12 16,-1 0-11-16,-2 0 16 16,1 0-2-16,-1 0-5 15,2 0-6-15,-2 0 2 16,1 0-7-16,-1 0-35 15,0 0-86-15,0-3-148 16</inkml:trace>
  <inkml:trace contextRef="#ctx0" brushRef="#br0" timeOffset="61911.32">27518 455 420 0,'0'0'89'0,"0"0"-15"15,0 0-11-15,1-7-14 16,1 6 6-16,-1-1 0 16,0 1-20-16,-1 1-8 15,2 0 4-15,-2-1 2 16,0 1 3-16,0 0 5 16,0 0 6-16,0 0-20 15,0 2-21-15,0 8 4 16,0 2 21-16,3 2-7 15,-2-1 1-15,1 4 2 16,1-2-14-16,0 1-6 16,0-3 0-16,1 1-3 15,3-2 0-15,0 0-2 16,1-3 1-16,2-1 6 16,1-1 4-16,2-3 4 15,3-2 2-15,-1-1 3 16,2-1-4-16,-3 0-3 15,2 0-7-15,-4 0-7 16,2 0 1-16,-5 0-1 16,1 0-1-16,-3 0 0 15,2-1 0-15,-5-1-3 16,3 1-9-16,-2-2-32 16,1 2-25-16,-1-2-39 0,-1 0-47 15,-1-1-25 1,-1-1-26-16,-2 1-61 0</inkml:trace>
  <inkml:trace contextRef="#ctx0" brushRef="#br0" timeOffset="62249.37">27775 409 576 0,'0'0'135'16,"0"0"-44"-16,0 0 19 16,0 0-32-16,0 0 6 15,-28 71-16-15,24-41-14 16,3 2 8-16,-1 3-5 16,2-2-18-16,0-1-11 15,0-2 3-15,0-1-3 16,2-4-6-16,5-3-9 15,-1-3-4-15,-3-3-5 16,1-5-3-16,0-6 0 16,-2-1-2-16,-1-1-3 15,-1-3-23-15,0 0-28 16,0 0-39-16,0-3-101 16,0-4-185-16</inkml:trace>
  <inkml:trace contextRef="#ctx0" brushRef="#br0" timeOffset="63761.01">32359 338 531 0,'0'0'65'15,"0"0"28"-15,0 0-23 16,0 0-22-16,0 4 4 16,-3 6-3-16,-3 0-24 15,2 3-3-15,1-1 0 16,0 0-17-16,3-1-3 16,0-1-2-16,0 1 0 15,0-2 2-15,5-1 13 16,6 2 3-16,1-1-8 15,-1 2-2-15,5 1 0 16,-1-2-2-16,0 2-2 16,0 1 0-16,1-1 2 15,-2 2 9-15,0-3 1 0,-2 2 2 16,-5-1-5 0,2-2-3-16,-5 1-4 15,-4-2 0-15,0 0 14 0,0 2 10 16,0-3-1-16,0 3-13 15,-4-6-5-15,-6-1-5 16,-2-1 4-16,-1-2-12 16,-4-1-32-16,-2 0-26 15,3 0-40-15,-4-4-54 16,4-4-8-16,-3 0-62 16,6-3-158-16</inkml:trace>
  <inkml:trace contextRef="#ctx0" brushRef="#br0" timeOffset="64052.71">32464 326 725 0,'0'0'63'0,"0"0"46"16,0 0 43-16,0 0-63 16,0 0-32-16,88-16-38 15,-59 10-16-15,3 0-3 16,1 1-20-16,-1-1-83 0,-5 2-134 15,-5 2-145 1</inkml:trace>
  <inkml:trace contextRef="#ctx0" brushRef="#br0" timeOffset="69631.2">28993 49 508 0,'0'0'96'0,"0"0"4"16,0 0-40-16,0 0-16 15,5 9 15-15,-4 3 5 16,1 3 26-16,1 1-37 16,-3 0-5-16,3 0-9 15,-3 2-11-15,0-3-12 16,1-1 3-16,-1 0-4 15,0 3-4-15,0-1-4 16,0 2 0-16,0 3 4 16,0 0 6-16,0 0-11 15,0 1-2-15,0 1-1 16,0 0 1-16,0 2 1 16,0-1 0-16,0-1 3 15,0 0-2-15,0 0-2 16,0-4-2-16,2 1-1 15,-2-2 1-15,1 0-2 16,1-2 2-16,-2 1-2 16,1 1 1-16,-1 0 0 15,2 0 0-15,-1 1-3 16,-1 0 4-16,0-1-2 16,0 0 1-16,0 1-1 15,0-1 0-15,0 2 1 16,0-4-2-16,0 2 2 15,0-4 0-15,0 3-2 16,0-2 0-16,0-1 2 16,0 2-2-16,0-3 2 15,0 3 0-15,0-3-2 16,0 1 1-16,0-1 2 16,0 4-1-16,0-2-2 0,0 0 2 15,0 0-2-15,0 0 3 16,0-2-3-16,0 0-1 15,0-2 3-15,3-1 0 16,0-2-2-16,4 0 1 16,-3-3 0-16,2 1 1 15,-2 0 0-15,1 0 0 16,1-1 0-16,-1 3-1 16,1-5 0-16,-2 1 1 15,1 2 0-15,2-3-2 16,0 0 1-16,0-2 0 15,2-1 2-15,3 0 1 16,1 0 1-16,-2 0 0 16,5 0 1-16,-3 0-2 15,3 0-1-15,-3-1-1 16,4-2 1-16,1 0-1 16,2 1 2-16,3 2-2 15,0-1 0-15,6 1-1 16,0 0 0-16,3 0 1 15,1 0-1-15,3 0 0 16,-3 0 0-16,2 0 1 16,-2 0 0-16,-3 0-1 15,1 1 1-15,-1 1 2 16,-3-2-2-16,2 0 0 16,-4 0 2-16,4 0 0 0,-2 0 0 15,2 0 0-15,0 0 0 16,-2-3 1-16,-1 0-3 15,0 3 0 1,-2 0 0-16,-1 0-1 0,-2 0 3 16,-1 0-3-16,-2 0 0 15,2 0 1 1,-1 0 0-16,4 0 0 0,0 0-1 16,3-1 4-16,1-1 1 15,-2 1 0-15,4 1-1 16,-3 0-2-16,1 0 0 15,-2 0-1-15,-1 0 0 16,-2 0-1-16,3 0 0 16,-1 0 0-16,-1 4 0 15,3 0 1-15,2 1-1 16,-1-1 1-16,2 0 0 16,3 0 0-16,1-1 1 15,0 1 1-15,3-2 0 16,0 0-1-16,2 0 0 15,-2 0 1-15,0 0-1 16,0-2-1-16,-1 4 0 16,-2-4 0-16,2 3-1 15,-2 0 0-15,0 0 1 16,1-1 0-16,-3 1-1 16,1 2 0-16,1-5 1 15,1 3-2-15,-1-2 0 16,4 1 1-16,-1-2-1 15,-1 0 2-15,-2 1-2 16,1-1 2-16,-3 3-2 16,0-3 1-16,-3 3 1 15,0-2-1-15,-1 1 0 16,-1-2 1-16,-1 0 0 0,0 0-1 16,0 0 1-16,0 0 0 15,-1 0-1-15,-2 0 1 16,3 0 0-16,-4 0-2 15,1 0 2-15,-3 0 0 16,1 0-1-16,0 0 1 16,-1 0-1-16,1 0 1 15,-1 0-1-15,0 0 1 16,-1 0-1-16,2 0 1 16,0 0-1-16,-3 0 0 15,3 0 1-15,0 0-2 16,-2 0 2-16,0 0-1 15,1 0 0-15,0 0 0 16,0 0 1-16,0 0-1 16,-1 0 0-16,2 0 0 15,-3 0 0-15,0-2 0 16,-3 1 0-16,1-1 0 16,-4 2 0-16,1-1 1 15,-1-2-2-15,1 2 1 16,-1-1 0-16,1 1 1 15,1-2-2-15,1 1 1 16,1-1 0-16,2 0 1 16,-1 1-1-16,1-1 0 15,-3 0 1-15,1 0-2 16,-3 3 1-16,-1-4-1 16,1 4 2-16,-2-2-2 15,0 0 1-15,0 0 0 0,-1 2 0 16,1 0 0-1,-1-3-1-15,-1 2 1 16,1-1 1-16,3 1-1 0,-2-2-1 16,0 1 1-1,1-1 0-15,1-1 0 0,-1 3-1 16,-2-2 1-16,0 1 0 16,-2-1-1-16,-1 2 2 15,-3-2-1-15,0 2-1 16,-1-1 1-16,1 1 0 15,0-1 0-15,0 1-1 16,0 1 1-16,2-4 0 16,1 1 0-16,-3 1-1 15,3-1 2-15,-3 0-2 16,2 1 2-16,-1 0-2 16,-1-2 1-16,0 2 0 15,-1 1 0-15,1 0-1 16,0-1 0-16,-1 1 1 15,1 0-1-15,-1-2 0 16,4 1 2-16,-3-2-1 16,3 0 0-16,1 0 0 15,-1 0-1-15,0-1 2 16,0 0-1-16,-1-1 0 16,4 1 1-16,-2-2-1 15,0 0 0-15,2-1 1 16,0 0 2-16,-2-1-1 15,0 0 2-15,1-1 0 16,-2 1-2-16,0 0 0 16,-1-3 0-16,-1 3 0 15,0-2-1-15,2-1-1 0,1 2 0 16,-1-3 1-16,1 0-1 16,-1 1-1-16,1-2 1 15,-2 0 0-15,0-1 2 16,-2-1-2-16,0 3 0 15,0-3 1-15,0 3-1 16,0 1 1-16,-3-1 1 16,2 1-2-16,-1 0 3 15,0 0 0-15,-1-2 0 16,0 1-1-16,3-2 0 16,-3-2 0-16,1 2-2 15,-1-2 0-15,0-1 0 16,0 0 1-16,0 0-2 15,0 1 1-15,0-2 1 16,0-1 0-16,0 2-2 16,0 1 2-16,-4-1-2 15,-1 2-1-15,0-1 6 16,1 0-3-16,-1 1 0 16,1-2-1-16,1-2 0 15,0 1 0-15,-1 2 0 16,1-2-1-16,0 3 3 15,-1 0-2-15,1 1 0 16,0 2 0-16,2 0 0 16,-2 2 0-16,1 0 0 15,-1 5-1-15,3 0 0 16,-4-2-1-16,4 4 2 16,-1-1-1-16,-1 1 1 15,1 0-1-15,-1 0 0 0,1-1 1 16,-2 0 1-1,3 0-1-15,-3 0-1 0,2 1 0 16,-1 0 0-16,-1-2 1 16,2 1 1-16,-1-1-3 15,-1 1 4-15,2-2-3 16,0 0 2-16,-3 2-2 16,2 0 2-16,1 1-1 15,-1-1-1-15,-1 3 0 16,0-2 0-16,2 1-2 15,-1 2 0-15,-1-2 0 16,1 0 1-16,-3 0 0 16,2 0 0-16,-4 1 1 15,1-1 1-15,1-1-1 16,-3 2 0-16,0-2-1 16,-1 2-1-16,0-1 2 15,-1 0 0-15,-3 2 0 16,-1 0-1-16,-2 1 0 15,0 0 2-15,-1-2 0 16,-2 2 0-16,5 0 1 16,-1 0-2-16,-1 0 1 15,-1 0 1-15,2 0-1 16,-2 0 0-16,1 0-1 16,-4 0 0-16,4 0 1 15,-3 0-2-15,3 0 3 16,-1 2-1-16,4 0 0 15,-3 0 0-15,3-1 0 16,0 0 1-16,0 1-1 0,0-2 0 16,0 1 0-1,-1 2-2-15,-1-3 3 0,2 3-2 16,-2-2 0-16,3 0 3 16,1 1-1-16,0-2-1 15,1 0-2-15,0 0 5 16,1 0-3-16,-1 0 1 15,0 0 0-15,3 0-2 16,-2 0 0-16,3 0 2 16,-2 0-1-16,-1 0 1 15,0 0-2-15,1 0 3 16,-4 0-4-16,2 0 3 16,-2 0 0-16,1 0-3 15,-1 0 2-15,1 0 0 16,-2 1 2-16,-3 0-3 15,3 1 0-15,0-2 2 16,-3 1-1-16,3-1 0 16,0 0 0-16,3 1-1 15,-2-1 3-15,0 0-1 16,-2 0-1-16,0 0 0 16,-2 0-1-16,-1 0 2 15,-1 0 0-15,1 0-2 16,-3 0 1-16,3 0-2 15,-4 0 5-15,2 0-3 16,-1 0 0-16,0 0 0 16,1 0 0-16,-2 0-2 15,-1 0 5-15,0 0-4 16,1 0 1-16,-4 0 1 0,2 0-1 16,-3 0 0-16,1 0 0 15,1 0 0-15,1 0-1 16,0 0 3-16,2 0-2 15,1 0 0-15,-1 0 1 16,3 0-1-16,-2 0-1 16,4-1 3-16,-1 0-2 15,2-1 1-15,-2 1-2 16,0 0 2-16,-1-1-1 16,1 1 1-16,-3 1-2 15,-2-1 1-15,-2 1-1 16,-1 0 2-16,0 0-2 15,-1 0 1-15,1 0 1 16,-1 0-1-16,1 0 0 16,3 0-1-16,-1 0 1 15,0 0 0-15,0 0 1 16,1 0-2-16,-1 0 1 16,0-1 0-16,0-3 0 15,-3 4 0-15,3-2 0 16,-2 0-2-16,1 1 2 15,-2 1 2-15,3-3-1 16,-2 3-2-16,1-2 1 16,1 0 0-16,2 1 0 15,-2 0-1-15,3 0 1 16,1-1 0-16,0 1 1 16,-1-2-2-16,4 3 2 15,-1 0-1-15,0 0-2 16,-1 0 2-16,2 0 1 15,-1 0-1-15,0 0 0 0,1 0 0 16,-1 0 0 0,-1 0 0-16,-3 0 1 0,-1 0-2 15,0 0 1-15,-4 0 1 16,0 0-4-16,-1 0 4 16,-2 0 0-16,3 0-1 15,-3 0 1-15,0 0-1 16,3 0-2-16,-3 0 3 15,3 0 0-15,2 0-1 16,-1 0 0-16,5 0 1 16,-3 0-1-16,1 0 0 15,1 0 0-15,-1 0 1 16,-1 0-2-16,-2 0 1 16,1 0 1-16,2 0-1 15,-6 0 0-15,4 3 0 16,-2-2 0-16,0 1 0 15,4-1 0-15,2 0 1 16,4 0-1-16,3 1 0 16,3-1 0-16,-1 0-1 15,2 1 1-15,0-1 0 16,1 2 0-16,-1-2 0 16,2 0 0-16,-2 3-1 15,-1-3 1-15,-2 1 0 16,-2 0 0-16,1-1 0 15,0 2 0-15,-3-2-1 16,1 2 2-16,1-2-1 16,3 2 1-16,-2-1-1 15,0 0-2-15,-2 1 2 16,2-2 1-16,-4 2-1 16,4 0 0-16,-3-2 1 0,-3 0-2 15,2 2 0-15,1-1 3 16,-1-1-2-16,-1 2 0 15,-2-2 0-15,0 1 1 16,3-1-3-16,-2-1 2 16,3 1 0-16,0-1 1 15,6 2-1-15,4-2 1 16,-1 0 0-16,4 0 0 16,3 0 4-16,0 0-4 15,0 0 1-15,0 0-2 16,0 0 1-16,0 0-1 15,0 0 0-15,-1 0 0 16,-1 0 0-16,1 0-1 16,1 0 0-16,-2 0 2 15,1 0-2-15,1 1 3 16,0-1-2-16,0 0 0 16,0 0 0-16,0 0 1 15,0 1-1-15,0-1 1 16,0 0 0-16,0 0 1 15,0 0-2-15,0 0 1 16,0 0-1-16,0 0 1 16,0 0-3-16,0 0-8 15,0 0-24-15,0 0-65 16,0-2-108-16,6-6-193 16,8-1-219-16</inkml:trace>
  <inkml:trace contextRef="#ctx0" brushRef="#br0" timeOffset="72774.75">24617 1088 542 0,'0'0'76'0,"0"0"22"16,1 0-42-16,0 0-1 15,5 0 0-15,1 0-23 16,1 0-10-16,2-3-5 16,2-2-3-16,5 0 0 15,-3 3-3-15,2-1-1 16,1 3-5-16,-2 0-3 16,0 0-3-16,-1 0-1 0,1 1 1 15,-2 8 2-15,2-2 0 16,-1 0 2-16,3-1-1 15,2-3 0-15,6 0 0 16,2-3-2-16,4 0 0 16,-1 0 4-16,0-4-4 15,1-4 1-15,-5 4-1 16,-7-1 0-16,-2 1 0 16,-8 3-1-16,-1 1 0 15,-5 0-6-15,0 0-8 16,0 0 5-16,0 0 4 15,2 0 6-15,0 4 3 16,5-1-2-16,-2 0-1 16,3 1 2-16,1-2-2 15,3 2 0-15,4 0-1 16,-2 2 2-16,3-1-2 16,0-1 1-16,1 2-1 15,-1-2-2-15,-2 0-2 16,2-2 0-16,-3 0 1 15,2-2 4-15,1 0-4 16,0 0-1-16,0 0 5 16,1 0 0-16,0 0-2 15,-2 0 2-15,1 0-3 16,-1 0-9-16,0 0-4 16,-2 0-6-16,1 0-6 15,0 0 1-15,0 0-9 16,-3 0-9-16,3 0 26 15,-2 0 13-15,-2 0 4 16,0 0 2-16,-3 0 0 0,1 1-1 16,-4 0 2-1,2 2-1-15,3-3 0 16,-1 0 1-16,6 0-1 0,1 0-1 16,4 0 0-1,2 0 2-15,3 0-2 0,-2 0 2 16,1 0-4-16,0 0 2 15,1 0-1-15,-2 0 1 16,-3 1 0-16,-2 1 2 16,1-1-4-16,-3 1 3 15,-3-2 0-15,2 0-1 16,-2 0 1-16,2 0 0 16,2 0 0-16,-1-6-1 15,1 3 1-15,1-1 1 16,-2 2-2-16,0 0 2 15,-1 1-1-15,0 1 0 16,-1 0 0-16,-1 0 0 16,3 0-1-16,0 0 1 15,3 0 1-15,-2 0-2 16,-1 0 1-16,1-1 0 16,-4-1 1-16,0 1 0 15,-3 0 2-15,-2 1 14 16,1-2 8-16,5 2-7 15,-1-2-8-15,7 0-4 16,3-1-5-16,1 2-2 16,4-1 2-16,-1 2-6 15,-1 0-11-15,0 0 6 16,-4 0 5-16,-1 0 2 16,-5 0 2-16,0 0-1 15,-4 0 1-15,0 0 1 0,1 0 1 16,0 2 1-16,2-1-2 15,4 2 1-15,-2 1-2 16,3-2 1-16,2 0 0 16,-2 1 0-16,-1 1 0 15,-2-1-3-15,-2 2 0 16,2-5 1-16,0 0 2 16,0 0 1-16,0 0 0 15,2 0-2-15,1 0-1 16,-4 0-9-16,4-5-7 15,-2 3 8-15,0 0 7 16,-1 0 2-16,0 0 0 16,-4 0 2-16,1 1 5 15,-2 1 7-15,1-1 7 16,-3-1-11-16,-1 2 0 16,-1-2 0-16,-1 0-4 15,0 0-3-15,-4 0 6 16,1-1 7-16,0 2-2 15,-1 0-6-15,1 1-5 16,-1 0 1-16,0 0 2 16,1 0 6-16,3 0 6 15,0 0 6-15,2 0-5 16,1 0-6-16,0 0-3 16,0 0 2-16,-2 0 4 15,1 0 11-15,5 0 0 16,3 0-8-16,-2-2-9 15,0 0-4-15,-2-1 0 16,-1 2-4-16,-5-2 0 16,-7 2 3-16,-2 1 22 0,1 0-3 15,-2 0 1-15,0 0 5 16,0 0 5-16,0 0-17 16,0 0-19-16,0-2-35 15,-9 0-96-15,-5-1-234 16</inkml:trace>
  <inkml:trace contextRef="#ctx0" brushRef="#br0" timeOffset="93024.24">13557 2695 481 0,'0'0'82'0,"0"-3"22"16,0 3-29-16,0 0-15 15,0 0-12-15,0 0-11 16,0 0 2-16,0 0-3 16,2 0-6-16,1 0-14 15,4 0-9-15,-1 9 28 16,4 2 10-16,3 2 1 15,-1 1-17-15,-2-1-7 16,3-1-7-16,-4-3-9 16,-1 1-3-16,-3-5-3 15,2-1 0-15,-4 1-11 16,3-4-31-16,-4-1-37 16,6 0-40-16,-4 0-39 15,5-7-42-15,-2-8-96 16</inkml:trace>
  <inkml:trace contextRef="#ctx0" brushRef="#br0" timeOffset="93219.47">13716 2659 462 0,'0'0'141'16,"0"0"-31"-16,0 0-38 15,0 0-9-15,0 0 15 16,-3 39-19-16,3-21-7 0,0-3-26 15,5 1-11 1,4-3-12-16,2-1-7 16,1-4-50-16,8-4-114 0,3-1-169 15</inkml:trace>
  <inkml:trace contextRef="#ctx0" brushRef="#br0" timeOffset="94253.43">14258 2894 497 0,'0'0'75'0,"0"0"31"16,0 0-40-16,0 0 6 15,6-29-10-15,-6 19-30 16,0-1-8-16,0 1 0 16,0 0 3-16,0-1 0 15,-1 1-8-15,-5 2-5 16,-1 0-8-16,-6 1 1 15,3 3 2-15,-6 4 6 0,-2 0-12 16,0 0-7-16,-3 15 5 16,1 10-2-16,-1 7 1 15,2 7 6 1,0 4 0-16,6 5-4 0,3-2 2 16,6-1 4-16,4-4-5 15,0-4 1-15,8-2 5 16,9-4 7-16,6-5-3 15,-1-3-1-15,3-4-4 16,1-5-5-16,1-5-1 16,1-5-2-16,-1-4-1 15,0 0-11-15,-2-6-44 16,-2-11-86-16,-4-3-104 16,-4-4-190-16</inkml:trace>
  <inkml:trace contextRef="#ctx0" brushRef="#br0" timeOffset="94775.27">14280 2820 706 0,'0'0'101'0,"0"71"32"16,0-27-13-16,6 6-10 16,5-1-37-16,1-3-15 0,1-3-15 15,-1-6-8 1,2-3-9-16,-1-11-10 0,0-1-7 16,0-6-2-16,0-5-2 15,-2-4-4-15,3-6 0 16,-2-1-2-16,2 0 4 15,0-9 1-15,-1-14 0 16,3-2-2-16,-5-5-7 16,3-2-6-16,-2 4-6 15,0 3-2-15,-2 6 2 16,-1 8 5-16,-4 7 3 16,1 4 4-16,2 0-2 15,-1 11 0-15,1 5 7 16,3 3 2-16,1 3 0 15,3 1 1-15,1-3 1 16,-3 3-1-16,4-4-1 16,-2 1-1-16,-1-4 0 15,-1 0-3-15,0-7-1 16,-2 0-42-16,0-4-60 16,-3-4-37-16,1-1-65 15,-3 0-85-15,0-4-277 16</inkml:trace>
  <inkml:trace contextRef="#ctx0" brushRef="#br0" timeOffset="95372.39">14925 3130 716 0,'0'0'74'0,"0"0"28"16,0 0-60-16,0-83 31 15,-1 66-21-15,-7 3-21 16,-1 3-3-16,0 6 4 16,-4 5 11-16,3 0-29 15,-3 16-16-15,-3 7 0 16,3 4 2-16,0 4-1 15,4-1 2-15,5-2-2 16,3-4-2-16,1-1 0 16,0-8 3-16,3-2 1 15,8-4 0-15,5-2 6 16,2-5 4-16,2-2-1 16,-2 0-3-16,0 0-3 15,-1-7-2-15,-2-5-3 16,-4-2 0-16,-2-1 0 15,-4-3 1-15,1 1-3 16,-3-2-5-16,0 2 3 16,-1 4-5-16,-2 2 4 15,0 5 4-15,0 2 2 16,0 4 1-16,0 0-6 16,0 6 3-16,4 9 5 15,0 3 0-15,2 1-2 16,3 2 1-16,2-1-1 15,1-3 1-15,1-1-2 16,3-5 0-16,-2-3-1 16,0-5-22-16,1-3-48 0,1 0-38 15,-6 0-60 1,3-15-24-16,-2-2-73 16,-2-5 5-16</inkml:trace>
  <inkml:trace contextRef="#ctx0" brushRef="#br0" timeOffset="95535.94">15186 3087 477 0,'0'0'159'16,"0"0"-49"-16,0 0-49 16,0 0-6-16,0 0-7 15,3 79-4-15,-1-54 11 16,3-1-29-16,2-1-17 16,-3-4-7-16,2-2-13 15,0-6-60-15,-3-3-53 16,0-8-126-16</inkml:trace>
  <inkml:trace contextRef="#ctx0" brushRef="#br0" timeOffset="96006.27">15220 2902 911 0,'0'0'41'0,"0"0"25"16,0 0-63-16,0 0-34 16,0 0 14-16,0 0-75 15,16 67 1-15,-9-38 4 16,5 6-23-16,-1 0 23 16,3 0 73-16,3 2 16 0,-1-3 42 15,2-5 42 1,1-3 33-16,1-9 3 0,-1-3-39 15,-1-4 5 1,-3-7-7-16,-3-3-18 0,1 0-9 16,-2-13-4-1,0-8-6-15,0-7-23 0,-1-5-12 16,1-2-6-16,-3 2-1 16,1 3-1-16,-3 7 0 15,-1 7-1-15,-2 9 0 16,4 6-2-16,-2 1-2 15,0 6-4-15,1 12 7 16,3 5 9-16,-1 4 1 16,3 2-3-16,-1-2-3 15,3 1-1-15,-2-5-5 16,4-4-50-16,-5-4-106 16,0-7-253-16</inkml:trace>
  <inkml:trace contextRef="#ctx0" brushRef="#br0" timeOffset="96838.76">16017 3057 910 0,'0'0'127'16,"0"0"-9"-16,11 81-58 16,-4-57-14-16,-2-1-9 15,-2-2-21-15,2-6-7 16,-2-2-3-16,-3-5-3 15,1-1-1-15,1-4-1 16,-2-3-1-16,0 0-16 16,0-4 8-16,0-14-9 15,0-5-5-15,0-10 14 16,0-5 7-16,0-6-1 16,0-5-1-16,0 1-9 15,0-4-4-15,0 5-1 16,0 3 10-16,0 6 3 15,1 7 4-15,9 5 0 16,-1 8 2-16,-2 8-1 16,-1 2 4-16,1 8-2 15,-1 0-4-15,0 3-3 16,-2 16 1-16,0 4 4 16,-2 9 9-16,-2 4-2 15,0 4-4-15,0 0-1 0,0 1-2 16,0-3 0-16,0-4-2 15,0-4 0-15,0-4-1 16,0-4 2-16,1-3-1 16,8-1 1-16,-1-5 1 15,3 1 7-15,3-5 10 16,0 2 3-16,4-2-4 16,-2-3-4-16,1 0-5 15,-1-2-3-15,1-1-4 16,-2-3 0-16,0 0-3 15,0 0-17-15,1 0-30 16,-3 0-54-16,0 0-104 16,-5-3-140-16</inkml:trace>
  <inkml:trace contextRef="#ctx0" brushRef="#br0" timeOffset="97795.75">16392 3119 684 0,'0'0'80'16,"0"0"31"-16,0 0-38 15,0 0-24-15,40 68-1 16,-30-57-22-16,3-3-12 15,0-3-6-15,0-1-2 0,0-4 0 16,-1 0-3-16,-1 0-3 16,1-8 1-1,1-7 0-15,-4-4-2 0,3-3-4 16,-1 0-4-16,-4 0-5 16,1 3 10-16,-3 4 3 15,-2 4 2-15,-2 5 0 16,-1 3 0-16,0 3 1 15,0 0-3-15,0 3-7 16,0 9-3-16,1 3 9 16,4 3 2-16,2 0 0 15,4-3-1-15,4 2 2 16,4-2-1-16,0-6 4 16,5 0 5-16,2-6-1 15,2-3 5-15,-3 0 1 16,3-8-4-16,-2-9 3 15,-4-5 2-15,-1-4 10 16,-2-5 0-16,-6-3-2 16,-1-5-6-16,-4-2-10 15,-3-5-3-15,-5-6-2 16,0 2-2-16,-2 0 0 16,-11 4-1-16,-3 10-2 15,-1 6 4-15,-2 10 0 16,-1 11 1-16,-2 9-2 15,2 0 4-15,-3 23-9 16,3 9 0-16,4 12 3 16,0 6 0-16,9 1 0 15,7 3 1-15,0-4 1 16,6-2 0-16,15-6-1 0,8-5 3 16,6-6 1-1,1-4-1-15,2-8 6 0,0-6 3 16,0-4-2-16,-3-6-1 15,-5-3-3 1,-4 0 1-16,-4-3 2 0,-2-10-1 16,-4-4 0-16,-3-3-3 15,-3-2 0-15,0-1-1 16,-7 1-1-16,-2 2 1 16,1 5-1-16,-2 3 0 15,0 5-1-15,0 6 6 16,-3 1 16-16,-10 7-10 15,0 14-17-15,-1 2 3 16,0 6 3-16,3 2 4 16,2-2 2-16,5-2-4 15,4-3 2-15,0 0-2 16,6-6-2-16,11-2-2 16,3-7-6-16,3-5-21 15,2-4-59-15,-2 0-104 16,-7-11-113-16,0-7-301 15</inkml:trace>
  <inkml:trace contextRef="#ctx0" brushRef="#br0" timeOffset="98080.79">17394 2660 964 0,'0'0'112'16,"0"0"27"-16,0 0-43 15,0 0-45-15,3 83-27 16,-3-62-17-16,0-2-6 15,-3-4-25-15,1-4-62 16,2-6-88-16,0-5-144 16,0 0-199-16</inkml:trace>
  <inkml:trace contextRef="#ctx0" brushRef="#br0" timeOffset="98244.86">17507 2734 764 0,'0'0'167'16,"0"0"-27"-16,0 0-67 16,0 0-50-16,-5 73-18 15,-1-55-52-15,-1-1-108 16,-2 0-125-16,1-3-406 16</inkml:trace>
  <inkml:trace contextRef="#ctx0" brushRef="#br0" timeOffset="105839.75">14230 3807 845 0,'0'0'89'0,"0"0"7"16,0 0-70-16,0 30-4 16,0-5 20-16,0 6 5 15,0 6-5-15,0-1 1 0,4 3 2 16,3 2 5 0,3-5-24-16,-1-1-11 15,0-6-7-15,-1-2-7 0,-1-7-1 16,1-5 0-16,-3-4-11 15,-2-6-31-15,0-4-45 16,0-1-50-16,-2 0-50 16,-1-13-28-16,0-4-163 15</inkml:trace>
  <inkml:trace contextRef="#ctx0" brushRef="#br0" timeOffset="106282.88">14272 4063 564 0,'0'0'77'0,"0"0"72"16,0 0-17-16,88-11-19 16,-54 7-12-16,3-2-30 15,1 0-34-15,-5-3-21 16,-4 0-9-16,-1 1-5 16,-9-3-4-16,-4-1-11 15,-4 0-41-15,-4-2-32 16,-3-1-66-16,-4-4-23 15,0 0-9-15,0-4-13 16,0 0 35-16,-7-2 49 16,1 3 83-16,0 2 50 15,0 3 93-15,4 6 39 16,-1 4 18-16,0 6-21 16,2 1-58-16,-2 4-60 15,3 11-15-15,0 9 43 0,0 5 62 16,0 6-28-16,0 7-11 15,0 2-9-15,0 0-25 16,3 2-18 0,5-3-10-16,-2-3-13 0,3-8-4 15,2-4-2-15,1-5-3 16,-2-6-22-16,3-5-32 16,-2-10-46-16,4-2-58 15,-2 0-48-15,0-15-47 16,3-5-211-16</inkml:trace>
  <inkml:trace contextRef="#ctx0" brushRef="#br0" timeOffset="106664.44">14817 4034 635 0,'0'0'92'0,"0"0"12"15,0 0-52-15,0 0-28 16,0 0-4-16,0 55-5 15,0-37 15-15,0 0-1 16,8-3-1-16,1-2-7 16,5-1 2-16,3-6 10 15,2-3 1-15,-1-3-2 16,0 0 2-16,-1 0 3 16,-1-8-9-16,-3-5-2 15,-3-2 2-15,-1-2-5 16,-2-2-9-16,-4-4-7 15,-3 3-3-15,0-3-1 16,0 4-2-16,-2 1 0 16,-9 6 0-16,-2 4-1 0,-3 4-7 15,-3 4-17-15,-2 0-15 16,0 7-7-16,1 7-8 16,2 4-29-16,6 2-38 15,4-3-50-15,7-1-61 16,1-1-124-16</inkml:trace>
  <inkml:trace contextRef="#ctx0" brushRef="#br0" timeOffset="107248.63">15084 4040 638 0,'0'0'112'0,"0"0"-31"16,0 0-2-16,0 0-6 15,0 0-17-15,14 33-5 16,-13-17-20-16,2 1-8 16,4 0-13-16,-1-2-8 15,2-1 0-15,7-1-2 16,-2-5 1-16,2-3-1 15,2-2 1-15,-3-3-1 16,3 0-3-16,1-2 0 16,-7-8 1-16,0-2 3 15,0 1 0-15,-2 2 0 16,-5 1 0-16,-1 0 1 16,0 4 4-16,-2 2 4 0,-1 1-5 15,2 1-3 1,1 0-5-16,1 0-1 15,3 0 0-15,2 0 6 0,5 0 2 16,1 0 1-16,0 1 3 16,3 1 8-16,-1 0 16 15,-2-2 5-15,0 0-2 16,-1 0-1-16,-4 0-6 16,0 0-6-16,-3-5 5 15,-3-7-2-15,-4-3-2 16,0-5-11-16,0-4-2 15,0-4-6-15,-7-2-3 16,-6 2-3-16,0 2-19 16,0 4-18-16,2 9-35 15,-1 5-54-15,2 5-118 16,-2 2-193-16</inkml:trace>
  <inkml:trace contextRef="#ctx0" brushRef="#br0" timeOffset="107682.73">15947 3850 698 0,'0'0'96'15,"0"0"48"-15,0 0-60 16,0 0 5-16,8 54 0 16,-3-23-28-16,1-1-30 15,2 1-1-15,1 0-6 16,1-5-15-16,0-1-7 16,-1-3-3-16,-2-1 1 15,0-7-30-15,-1 1-40 16,-5-8-53-16,-1 1-70 15,0-7-86-15,0-1-232 16</inkml:trace>
  <inkml:trace contextRef="#ctx0" brushRef="#br0" timeOffset="108105.31">15875 4071 661 0,'0'0'90'16,"0"0"18"-16,0 0-50 16,85-37 4-16,-56 31-6 15,-3 1-13-15,1 0-14 0,-3 5-11 16,-2 0-9-16,-2 0-5 16,-2 3-2-16,-2 6 0 15,-4 3-1 1,0-1-2-16,0 2 1 0,1-1 0 15,-2 2-1-15,0-4 1 16,1 2 1-16,0-5-1 16,2-3 0-16,1-4 0 15,4 0 1-15,0 0 2 16,1-10-1-16,1-3 3 16,-5-2 6-16,-3-2 9 15,-4 2 15-15,-5 0 6 16,-4 2-4-16,0-3-16 15,-1 3-9-15,-14-1-10 16,-4 5-4-16,-4 0-25 16,-4 7-21-16,-3 2-53 15,-8 0-92-15,0 4-167 16</inkml:trace>
  <inkml:trace contextRef="#ctx0" brushRef="#br0" timeOffset="108999.23">16835 4005 624 0,'0'0'92'0,"0"0"66"15,56-78-56-15,-36 44-20 16,-2-3-12-16,-5-2-15 16,-7-4-19-16,-5 1-20 15,-1 1-12-15,0 3-3 16,-13 6-5-16,-4 8-15 15,-2 9-1-15,-6 11-4 16,1 4-15-16,-2 11 20 16,4 16 12-16,5 9 4 15,5 4 2-15,11 6 2 16,1 0-2-16,5 3 2 16,20-1 3-16,4 1 7 15,3 0 16-15,1-1 4 16,0-4 13-16,0-2-2 15,-5-5 1-15,-6-6 4 16,-5-4-5-16,-7-7-13 16,-8-1-11-16,-2-2-1 15,-5-5 2-15,-14-3 1 16,-7-2-11-16,-4-4-2 16,-2-3-4-16,3 0 0 15,2 0-3-15,4-8-1 0,4-8-1 16,8-3-2-16,5-5-6 15,6-4-1-15,0-3-2 16,7-4 1-16,13 3 3 16,3-1 0-16,3 6 1 15,0 5 5-15,-1 5 3 16,-2 6 0-16,0 6-1 16,-7 2 0-16,1 3-1 15,-4 0 2-15,-3 4 1 16,3 9 2-16,-3 4 1 15,2 3-1-15,-3 1 1 16,1-5-3-16,-3 2 0 16,1-4-7-16,0-4-37 15,-5-6-71-15,1-4-94 16,-2 0-155-16,-2-15-353 16</inkml:trace>
  <inkml:trace contextRef="#ctx0" brushRef="#br0" timeOffset="109941.1">17121 3795 896 0,'0'0'86'0,"0"0"15"16,0 0-93-16,0 0-33 16,-8 11-48-16,8 4-18 15,0 4-43-15,0 1 32 16,14 2 7-16,3 1 7 15,2 0 46-15,1 1 43 16,1-4 15-16,-4-1 73 0,0-4 55 16,-4-3-7-16,0-3 9 15,-6-6-23-15,-1-3-38 16,-2 0-14-16,1 0-6 16,-1-7-5-16,3-10-15 15,-1-2-33-15,1 0-8 16,0 1-2-16,0 2-1 15,1 3-6-15,-1 4-3 16,-3 5-5-16,2 1-3 16,0 3 9-16,-1 0-18 15,1 3 7-15,2 9 7 16,2 1-1-16,3 1-6 16,3 3 2-16,5-3-18 15,4-4-21-15,5 1 5 16,2-3-3-16,1-4 10 15,2-2 19-15,-3-2 6 16,-2 0 14-16,-7-2 4 16,-3-8 2-16,-7-2 2 15,-4-1 6-15,-3 1 21 16,-6-5 3-16,0 3-4 16,0-3 3-16,-2 2-10 15,-11-1-10-15,0 5-1 16,-3 2 1-16,-2 0 0 15,2 5-10-15,-3 4-6 16,0 0-12-16,-1 3-7 16,-2 11-5-16,3 2-1 15,2 5-1-15,5 0-2 16,5-1 4-16,7-2 8 16,0-4 13-16,3-4 3 0,12-1 3 15,5-5 4 1,2-3 4-16,4-1 12 0,0 0 12 15,1-7 3-15,2-10-1 16,-6-3-3-16,-1-5 1 16,-2-4-10-16,-6-3-2 15,-5-3-2-15,-3-5-11 16,-6 1-6-16,0-9-2 16,-2 2-6-16,-11 1-8 15,-4 2 0-15,-3 7 11 16,4 6 4-16,-1 10 0 15,5 7 0-15,-1 8 6 16,3 5 4-16,3 6-5 16,1 17-4-16,3 4 7 15,3 9 10-15,0 3 10 16,4 0 2-16,14 2-13 16,2-2-9-16,6-3-5 15,0-4-3-15,-1-4-17 16,3-1-58-16,1-4-59 15,-1-7-96-15,1-1 10 16,2-3-280-16</inkml:trace>
  <inkml:trace contextRef="#ctx0" brushRef="#br0" timeOffset="111317.9">18395 3943 498 0,'0'0'131'0,"0"0"30"15,0 0-34-15,0 0-4 16,29-31-4-16,-29 23-40 16,0 0-42-16,-9 0-9 15,-7-1-10-15,0 3-6 16,-1 2-9-16,-5 4-2 16,-3 0-3-16,-3 8-3 15,0 11-7-15,-1 6-5 16,2 3 3-16,4 2-4 15,7-3 6-15,6-3 5 16,6-4 5-16,4-7 2 16,0-2-1-16,9-7 0 15,9-4 5-15,7 0-1 16,2-7 7-16,5-12-4 16,-1-5 0-16,-2-3-3 15,-1-3-2-15,-7-4 1 16,-8-3-2-16,-5-1 0 15,-5-3-1-15,-3-1-3 16,0 5-1-16,-5 2 4 16,-3 8 0-16,-7 7 2 0,5 3 0 15,-3 9 1 1,-1 7 2-16,2 1-2 16,-1 3-7-16,3 13 2 0,1 6 2 15,3 5 1-15,5 1 1 16,1 5 2-16,0-3 6 15,6 4 5-15,8-4 1 16,8 2-2-16,1-5 8 16,0-2-3-16,5-5-3 15,-1-2 3-15,2-8 1 16,-3-1-11-16,-2-5-4 16,-1-4-1-16,-2 0 1 15,-3 0 0-15,-3-10-2 16,-1-3 1-16,-5-5 2 15,-3 0-1-15,-3 0 0 16,-3-1-1-16,0 2-3 16,0 2 0-16,-5 1 0 15,-3 4-2-15,2 2-2 16,-4 4-2-16,3 4-4 16,-2 0 1-16,2 0-1 15,-2 12-5-15,2 3 3 16,1 1 7-16,3 3 4 15,3-2 0-15,0 3 2 16,0-2-1-16,2-4 1 16,9 1 1-16,6-4 0 15,2-3 1-15,3-2 6 16,1-5 1-16,3-1 1 16,-4 0-3-16,1 0-4 0,-4-7-3 15,-5-1 1-15,0-4 0 16,-5 0 0-1,0-3-3-15,-1 0 1 0,0-3-2 16,-1 0 0 0,-1 1-2-16,2 2 0 0,-2 1 0 15,1 5-1-15,-2 0 1 16,-1 5-1-16,-1 2 4 16,1 2 0-16,0 0-5 15,-1 0-1-15,-1 11 5 16,2 3 2-16,1 3-1 15,-1 1 4-15,0 1-2 16,5 0 0-16,0-3 0 16,1-1-1-16,3-3 1 15,0-1-3-15,1-6 4 16,2-2-2-16,0-3 0 16,0 0-4-16,1-4-2 15,-4-9-3-15,-1-4-5 16,-1 1 0-16,-6-4 2 15,-1 1-3-15,-4 2-2 16,1 2-2-16,-1 3 10 16,0 3 8-16,0 6 1 15,2 3 0-15,1 0 0 16,1 0-9-16,3 3-6 16,-1 10 19-16,0 6-4 15,3 0 2-15,-3 1-1 16,0 1-6-16,-1-1-28 15,-1-3-68-15,1-7-84 16,-4-4-32-16,-1-6-182 16</inkml:trace>
  <inkml:trace contextRef="#ctx0" brushRef="#br0" timeOffset="111495.63">19092 3691 1031 0,'0'0'18'0,"0"0"15"16,0 0-38-16,-10-8-46 15,3 8-79-15,1 2-47 16,0 8-73-16,3-2-107 16</inkml:trace>
  <inkml:trace contextRef="#ctx0" brushRef="#br0" timeOffset="112552.93">19228 3855 704 0,'0'0'152'0,"0"0"-24"16,0 0-5-16,69 80-27 15,-54-59-39-15,2-2-21 16,-2-2 0-16,-4-4-12 15,-1-4-10-15,-3-3-6 16,-1-3-3-16,0-3 2 16,0 0 12-16,-2-16 28 15,2-2-28-15,1-6-14 16,-1-2-3-16,1 1-2 16,-1 0-9-16,-2 2-11 15,2 3-10-15,-3 7-19 0,3 1-10 16,1 5-21-1,0 0-11-15,2 6 1 0,3-3 21 16,3 4 29-16,-2 0 24 16,3 0 10-16,-3 0 6 15,1 0 0-15,0 0 4 16,-2 0 22-16,0 0 26 16,-2 0 9-16,0 0-10 15,-1 0 2-15,-3 0 5 16,-2 0-13-16,-2 0-6 15,-2 0-5-15,0-2-5 16,0 2-12-16,-9 0-12 16,-6 2-11-16,0 11-12 15,-2 2 5-15,3 5-3 16,4-4 0-16,6 0 3 16,2-1 9-16,2-3 3 15,0-2 0-15,0-4 1 16,6 2 1-16,3-6-1 15,1-2 2-15,4 0 0 16,-2 0-3-16,1-4 5 16,-2-7-4-16,-2-1 2 15,-2-1-1-15,-1-1-2 16,-3 3-2-16,0 3 0 16,-2 2-3-16,2 2 1 15,-1 4 0-15,1 0-4 16,1 0-27-16,3 10 29 15,3 2 8-15,2 3-1 16,5 1 2-16,4-1-1 0,1-2 6 16,1-3 8-1,2-1 0-15,-1-4 7 16,0-2-7-16,0-3 9 0,-1 0-18 16,-1-1-3-16,-5-13 0 15,1-6 0-15,-7-3-1 16,-2-6-5-16,-4-6-9 15,-5-5-20-15,0-3-25 16,0-2-39-16,-5-1-13 16,-5 6 13-16,0 4 62 15,-2 8 19-15,3 10 13 16,2 9 2-16,0 9-2 16,0 0 1-16,4 11 1 15,0 14 6-15,3 6 21 16,0 4 22-16,4 6 11 15,12 1 9-15,0 3 8 16,3-6-7-16,-1 0-19 16,-1-5-15-16,-2-4-11 15,-6-4-17-15,-2-5-6 16,-2-7-1-16,-5-2-3 16,0-7-13-16,-5-4-24 15,-11-1-16-15,-10 0-75 16,-4-8-32-16,-6-7-43 15,-3-4-115-15</inkml:trace>
  <inkml:trace contextRef="#ctx0" brushRef="#br0" timeOffset="112788.04">19735 3793 484 0,'0'0'110'0,"0"0"33"0,0 0-21 16,78-42 9-16,-43 35-18 15,2 6-41-15,2 1-8 16,-3 0-19-16,0 4-2 15,-2 12-7-15,-3 6-8 16,-2 3 2-16,-3 3-5 16,-3 4-4-16,-4-2-4 15,-3-2-7-15,-3-3-6 16,-3-3-2-16,-6-9-1 16,-1-3-13-16,-3-9-47 15,0-1-81-15,0-11-78 16,0-14-433-16</inkml:trace>
  <inkml:trace contextRef="#ctx0" brushRef="#br0" timeOffset="112945.95">20201 3585 1004 0,'0'0'58'15,"0"0"-12"-15,0 0-46 16,0 0-10-16,0 0-56 15,19-10-15-15,-18 20-87 16,1 0-79-16,1 0-223 16</inkml:trace>
  <inkml:trace contextRef="#ctx0" brushRef="#br0" timeOffset="113595.71">20318 3785 795 0,'0'0'152'0,"0"0"-33"16,0 0-46-16,26 70-14 15,-19-52 1-15,2-6-15 16,4 4-8-16,-4-3-11 16,0-4-6-16,-1-2-9 15,1-3-2-15,-2-3-1 16,-1-1 3-16,0 0 5 15,-2-4 8-15,0-7-3 16,-1-5-11-16,-1-3-6 16,-2-3-2-16,0 0-2 15,0 2-1-15,0 1-12 16,0 4 1-16,0 6 1 16,0 1-1-16,0 4 3 15,0 1-3-15,0 3-1 16,7 0-4-16,5 0 9 15,3 0 6-15,1 4 1 16,3 3 1-16,1-2 1 16,-1 1 1-16,4-2 1 15,-3-2 7-15,2-2 12 16,0 0-8-16,-1 0 1 16,-5-7-1-16,1-6-1 15,-5 1 0-15,-3-4 0 16,-2-2 1-16,-6 0-7 15,-1 2-3-15,0 1-5 16,0 3 3-16,0 4-3 16,-6 2 0-16,-3 6-2 15,-2 0-1-15,-3 7-6 16,1 12 4-16,1 3 6 16,0 4 1-16,4 1 3 0,5 0 4 15,3-3-1 1,0 1-3-16,0-2 0 0,6-7-5 15,6 0 1-15,2-2-9 16,-4-4-24 0,3-4-54-16,-7-6-92 0,-2 0-180 15,-4 0-396-15</inkml:trace>
  <inkml:trace contextRef="#ctx0" brushRef="#br0" timeOffset="114471.32">21197 3759 452 0,'0'0'120'16,"0"0"55"-16,0 0-24 0,0 0-41 15,-6 0-54-15,-5 4-26 16,-1 7-11-16,0 6-6 16,3 1-6-16,1 0 3 15,3 1-3 1,4-3 0-16,1-1-5 0,0-3-1 16,0-1 0-16,7-6-1 15,6-2 5-15,3-3 1 16,4 0-3-16,0-11 2 15,2-9 0-15,-2-5-4 16,-1-6 0-16,-4-3-3 16,-5-7-8-16,-3-4-15 15,-6-4-2-15,-1-5-12 16,0 2-20-16,0-1 19 16,0 9-10-16,0 6 20 15,0 11 25-15,3 8 7 16,2 13 4-16,2 6-1 15,3 1-11-15,1 22 32 16,4 9 10-16,7 12 20 16,2 8 10-16,6 8 2 15,4 7-10-15,0 2 6 16,4 6-4-16,1-1 5 16,-3 1-10-16,-4-3-17 15,-4-5 2-15,-4-6-8 16,-6-10-4-16,-6-9-8 15,-8-11-4-15,-4-10-4 16,-16-8 4-16,-20-7-3 16,-10-6 1-16,-9 0-11 0,-6-7-5 15,4-10 4 1,5-5 1-16,8-3-5 0,11 1 4 16,9 2-1-16,7 0-2 15,11 3 1-15,6-1-4 16,0 1-5-16,11 0-19 15,12-1-22-15,5-3-13 16,2 1-26-16,-3 0-75 16,-2 2-143-16,-7 0-244 15</inkml:trace>
  <inkml:trace contextRef="#ctx0" brushRef="#br0" timeOffset="116039.48">22270 3684 666 0,'0'0'147'15,"0"0"-17"-15,0 0-35 16,-14-5-43-16,-1 5-20 16,-4 8-14-16,-3 7-3 15,1 4 3-15,-1 3-4 16,6 1-1-16,4 0 0 16,5-3-3-16,4-2-4 15,3-4-5-15,0-2-1 16,12 0 1-16,5-6 0 15,6 0 2-15,5-5-1 16,3-1 0-16,6 0-1 16,-3 0-3-16,3-8 0 15,-6-2-4-15,-5 0 0 16,-4 1 1-16,-8 1 3 16,-2-2 1-16,-6 4 2 15,-4 0 0-15,1 4 0 16,-3 0 2-16,0 1 3 15,0 1-2-15,0 0-4 16,0 0-2-16,0 0-2 16,3 0-12-16,2 4 7 15,-1 5 7-15,4 1 3 0,0 1-2 16,1-1 1 0,2-1-2-16,-1-2 1 0,3 0 0 15,2-3 0 1,1-3 3-16,4-1-1 0,-2 0 0 15,-2 0 0-15,-1-4 1 16,-7-7 0-16,-2-2-1 16,-6 0 4-16,0 1 0 15,-3-3-4-15,-14 1-1 16,0 0-3-16,-3 2 1 16,-1 1-2-16,2 3-4 15,6 1 2-15,2 3-3 16,5 3-3-16,5 1 6 15,1 0-11-15,0 0-38 16,11 0 11-16,8 0 44 16,5 0 3-16,2 4-2 15,1 3 2-15,-1 2-1 16,-3 1 3-16,-3 0 14 16,-3 2 8-16,-5-1-7 15,-4-2 9-15,-2-1-1 16,-3-2-6-16,-1-2-2 15,-2-2-9-15,1 0-1 16,-1-1-3-16,0-1-3 16,2 0 1-16,-2 0 0 15,0 0 3-15,3-1 4 16,-1-11-12-16,5-2-8 16,-1-2-5-16,4-1-12 15,0 2 2-15,0 2 3 0,2 3 3 16,-1 2 13-1,-2 4 2-15,0 4 0 0,1 0-1 16,-4 0-4-16,-2 0 7 16,2 6 7-16,-2 4 4 15,-1 1 6-15,-1-2-3 16,1 1 3-16,1-2-1 16,-1 1-3-16,1-3 0 15,2-1-6 1,0-1-4-16,3-1-1 0,3-3 1 15,1 0-1-15,2 0-1 16,-2-3-3-16,2-7-2 16,-3-3-1-16,2 1-2 15,-2-2 1-15,0 3-3 16,-1-1-1-16,-1 2 0 16,-1 3 3-16,0 1 0 15,-4 4 3-15,0 2 3 16,-1 0-3-16,4 0 0 15,-3 9 7-15,5 5 1 16,0 2 1-16,1 3 5 16,1-3 6-16,0 3-5 15,2 0-6-15,-3-1-3 16,0-1-3-16,-1-3 1 16,-1-1-13-16,-2-3-59 15,-1-3-98-15,1-5-113 16,-3-2-202-16</inkml:trace>
  <inkml:trace contextRef="#ctx0" brushRef="#br0" timeOffset="116496.43">23374 3956 522 0,'0'0'120'15,"0"0"68"-15,35 71-13 16,-26-48-25-16,-2-4-71 15,-1-3-12-15,-5-5-12 16,-1-5-26-16,0-1 10 16,0-5-12-16,-4 0-8 15,-8 0 9-15,-1-5-8 16,0-15-13-16,2-3-4 16,0-9-6-16,2-7-9 15,4-4-10-15,-1-4-16 16,3 1-8-16,3 3 6 15,0 4 18-15,0 8 9 16,0 6 11-16,11 6 0 16,4 6 4-16,-1 6 0 15,1 1 4-15,1 6 10 16,2 0 9-16,-5 6-1 16,-1 10 4-16,-4 0-6 15,-2 5-3-15,-6-1-4 16,0-1-4-16,0 1-4 15,-14-1-2-15,-3-4-2 16,0 1-1-16,0-3-11 16,-1-3-16-16,7-4-17 15,3-3-33-15,5-3-38 16,1 0-52-16,2-3-146 16,0-11-245-16</inkml:trace>
  <inkml:trace contextRef="#ctx0" brushRef="#br0" timeOffset="116940.37">23666 3664 804 0,'0'0'4'0,"0"0"51"15,0 0-21-15,0 0 11 16,0 0 21-16,20 35-16 15,-18-19-33-15,1 3 4 16,3-3-14-16,-1-3-3 16,2-1 0-16,2 0 9 15,1-6 2-15,3-1-2 16,0-1 5-16,0-4 5 16,-1 0 3-16,2 0 2 15,-2 0 5-15,-2-9 4 16,0-2-2-16,-3-4-15 15,-3-1-14-15,-1-1-1 16,-3-2 8-16,0 3-3 16,0 0-6-16,-3 4-3 15,-7 1-3-15,-4 4-1 16,-1 4-7-16,-3 3-7 16,0 0-18-16,0 0-14 15,0 9-21-15,7 0-16 16,2 2-18-16,5-2-21 15,4-1-35-15,0-2-96 16,0-6-190-16</inkml:trace>
  <inkml:trace contextRef="#ctx0" brushRef="#br0" timeOffset="117407.2">24021 3630 666 0,'0'0'124'0,"0"0"-3"15,0 0-47-15,0 0 43 16,0 0-24-16,17-16-29 16,-34 16-39-16,-1 0-29 15,-4 0-7-15,-1 0-8 16,0 9 6-16,5-1-7 15,5 2 2-15,6-2-6 16,6 2 14-16,1-3 7 16,0 3 1-16,3-1 2 15,8 1 0-15,4 0 1 16,-1 0-1-16,3 2 1 16,-1 0 1-16,-1 0 6 15,-5 0 13-15,0 0 10 16,-4 0 2-16,-4-1 8 15,0-3 2-15,-2 0-13 16,0-1-4-16,0 1-4 16,-13-3-3-16,-1 2-8 15,-1-2-7-15,-1-3-3 16,1 0-3-16,3-2-16 0,2 0-25 16,1 0-43-1,6 0-55-15,2-4-110 0,1-5-210 16</inkml:trace>
  <inkml:trace contextRef="#ctx0" brushRef="#br0" timeOffset="117618.71">24245 3698 1030 0,'0'0'80'0,"0"0"53"15,0 0-44-15,0 0-5 16,37 80-38-16,-34-63-30 16,0-1-11-16,-3-2-4 15,0-2-19-15,0-3-71 16,-1-7-124-16,-7-2-232 16</inkml:trace>
  <inkml:trace contextRef="#ctx0" brushRef="#br0" timeOffset="117762.8">24273 3466 1215 0,'0'0'2'16,"0"0"-40"-16,0 0-113 15,0 0-215-15</inkml:trace>
  <inkml:trace contextRef="#ctx0" brushRef="#br0" timeOffset="118301.78">24390 3510 658 0,'0'0'170'0,"0"0"-29"15,0 0-47-15,0 0-22 16,0 0 20-16,28 53-31 16,-16-24-21-16,-1 2-16 15,0 1-10-15,-2-3-3 16,-1 1-6-16,-4-4-2 0,1-1-4 16,-5-3 1-16,0-3-22 15,0-4-43-15,0-3-58 16,0-4-95-16,-2-3-58 15,-8-5-214 1</inkml:trace>
  <inkml:trace contextRef="#ctx0" brushRef="#br0" timeOffset="118593.63">24305 3695 875 0,'0'0'114'16,"0"0"-9"-16,85-20-45 16,-48 14-12-16,2 2 2 15,1 2-10-15,0 0-14 16,-6 2-11-16,0 0-9 16,-8 4-2-16,-5 10-4 15,-6 3 1-15,-3 2 1 16,-4 0-1-16,-2 0 1 15,-3-2-1-15,-1-2-1 16,0-5 0-16,-1-3-19 16,-1-3-65-16,0-4-109 15,0 0-187-15</inkml:trace>
  <inkml:trace contextRef="#ctx0" brushRef="#br0" timeOffset="118763.57">24716 3493 1040 0,'0'0'5'0,"0"0"1"15,0 0-10-15,0 0-28 16,0 0-23-16,40-11-65 16,-29 21-95-16,-3 0-115 15</inkml:trace>
  <inkml:trace contextRef="#ctx0" brushRef="#br0" timeOffset="119409.23">24940 3625 784 0,'0'0'25'0,"0"0"66"15,0 0-4-15,0 0-21 16,0 0-29-16,-68 78-24 15,57-58-9-15,5-1-3 16,3 2-1-16,3-6 2 16,0 0-2-16,1-6 2 15,9 2 2-15,0-7 2 16,2-2-1-16,0-2 2 16,0 0-1-16,-1 0 2 15,1-12 3-15,-1-2-4 16,-2-4-1-16,-4-1-3 15,4-3-1-15,0-5-3 16,-4 2-1-16,3-1-9 16,0 4-18-16,-1 4 10 15,-1 6 10-15,0 4 2 16,0 5-1-16,-1 3-1 16,3 0 7-16,0 12 4 15,0 4 15-15,5 6 11 0,-5-1 3 16,1 0 5-1,-1-1 13-15,0-2-4 0,-2-7 1 16,0-1-12-16,-2-2-12 16,0-1-11-16,2-7-3 15,0 0-4-15,1 0 2 16,3-4 7-16,3-11-3 16,3-2-10-16,1-4-7 15,-2 1-10-15,2 1-5 16,-1 2 9-16,-5 5 7 15,3 3 5-15,-3 8 0 16,-1 1 1-16,-1 0 0 16,1 14 9-16,-3 5 4 15,0 3 0-15,1 1-1 16,0 0-7-16,1-1-4 16,1-3 0-16,3 0-17 15,0-6-77-15,1-2-117 16,-1-7-323-16</inkml:trace>
  <inkml:trace contextRef="#ctx0" brushRef="#br0" timeOffset="120510.07">25803 3639 684 0,'0'0'133'15,"0"0"37"-15,0 0-56 16,0 0-38-16,-2 0-22 16,-11 0-35-16,0 8-16 15,-5 4-1-15,4-2 0 16,1 1-1-16,6 0-1 16,4 0-2-16,3-3-1 15,0 0 0-15,4-1-1 16,12-2 1-16,3-5-1 15,2 0 4-15,2 0-2 0,-1-5-2 16,-4-9-4 0,-4-2-7-16,-7-3-3 15,-5-1-4-15,-2-3-29 16,-2-1-2-16,-14 0 9 0,-3-2 0 16,-2 4 5-16,1-1-21 15,2 4 22-15,3 2 8 16,4 5 6-16,7-1 13 15,4 3 12-15,0 1 6 16,6-1-3-16,8 0-3 16,6-2 10-1,1-2 10-15,2 1 10 0,-4-5 15 16,1 0-6-16,-4-1-5 16,-2-1-5-16,-1-2 9 15,-6 1-17-15,2 1-10 16,-3 0 11-16,-5 5-8 15,1 2-13-15,-2 2 0 16,0 4-2-16,0 6 1 16,0 1-3-16,0 0-10 15,0 18-6-15,0 7 19 16,0 8-1-16,0 9 2 16,5 5-2-16,3 6 1 15,5 6 14-15,0 4 8 16,2 1 8-16,2 1 22 15,0-2 10-15,-3-2-27 16,-2-9 9-16,-7-2 9 16,-3-10-11-16,-2-6-9 15,0-8-1-15,-7-7-1 16,-6-5 9-16,-5-6-7 16,-3-4 0-16,-2-4-9 15,1 0-12-15,-4-9-7 0,0-7-3 16,1-4 3-1,5-2-4-15,3 2-4 16,3-2-6-16,5 2-2 0,6 1-18 16,3-1-8-16,3 3-14 15,18-1-19-15,7 0-24 16,5-4-59-16,-1 2-83 16,0-3-161-16</inkml:trace>
  <inkml:trace contextRef="#ctx0" brushRef="#br0" timeOffset="121829.06">26513 3557 611 0,'0'0'115'0,"0"0"-8"15,0 0-37-15,46-70-28 16,-29 42-2-16,-2-8-6 16,-4 0-15-16,-5-2-5 15,-6 3-11-15,0 6-1 16,-2 4-3-16,-13 9-4 16,-4 7 0-16,-3 9-10 15,1 0 5-15,2 20 7 16,2 10-5-16,5 8 7 15,6 7 4-15,6 7-1 16,0 2 4-16,6 5 13 16,10 0 32-16,5-2 24 15,1-1 6-15,-3-5-10 16,0-2-14-16,-6-8-11 16,-2-6-5-16,-7-7-22 15,-4-2-9-15,0-6-4 16,-11-6 3-16,-9-3-2 15,-6 0 0-15,0-7-4 16,-3-3-1-16,2-1-12 16,5 0-15-16,2-5-12 15,5-10-20-15,4-1-23 16,5-2-30-16,4-3-27 16,2 1-15-16,0-2 16 15,11-1-2-15,4 0 71 16,0 0 62-16,2 2 10 15,-1-1 17-15,0 5 8 0,-2-1 40 16,1 4 0-16,-4 1 27 16,1 3 21-16,-2 0-18 15,-1 4-1-15,1-1-17 16,0 1-18-16,-3 4-8 16,0-2-23-16,2 1-11 15,0 2-10-15,-1 1-5 16,1 0-5-16,1 0-3 15,-1 0 1-15,-2 0 1 16,3 5-2-16,-4 6-1 16,-2 1-2-16,1 3 0 15,-1 0 2-15,0 1 2 16,3-3 0-16,-1-1 1 16,0-4-1-16,0-1 0 15,-2-3 0-15,1-3 0 16,-4-1 1-16,4 0 0 15,0 0 1-15,1-4 1 16,3-4-1-16,0-5-1 16,0-1-1-16,0 1-1 15,0 0 0-15,-2 2 3 16,0 0-2-16,-1 5-3 16,-3 0 4-16,0 1-2 15,-2 3 1-15,1 2 1 16,-1 0-5-16,3 0 1 15,0 0-4-15,2 2 4 16,0 6 6-16,3 1-2 16,1 2-1-16,-2-3 1 15,3 3 0-15,-1-1 0 0,1-2 1 16,0-1-2-16,3-3-1 16,-1-1 2-16,1-2-9 15,2-1-44-15,0 0-31 16,0 0-54-16,0-8-76 15,-3-5-34-15,0 1-42 16,-6-4-45-16</inkml:trace>
  <inkml:trace contextRef="#ctx0" brushRef="#br0" timeOffset="122212.15">27040 3631 516 0,'0'0'115'15,"0"0"7"-15,0 0-46 16,0 0 62-16,7 25 0 15,-2-8-36-15,3 2-15 16,-2-1-11-16,1 0-20 16,2-3-14-16,-2-3-20 15,-1-2-11-15,-2-5-7 16,2-1 0-16,0-4-3 16,1 0 1-16,3 0 0 15,-1-5-3-15,3-11 1 16,-1 2-8-16,2-4-3 15,-2 0-7-15,-1 2 3 16,1 1-4-16,-2 3 3 16,0 1 6-16,-1 4 3 15,0 4 3-15,2 3 1 16,-1 0-2-16,0 0 0 16,2 13 3-16,-2 0 7 15,0 2-2-15,2 0 1 0,-1 0-3 16,2-5-7-16,1-2-53 15,1-4-70-15,2-2-51 16,0-2-88-16,1 0-157 16</inkml:trace>
  <inkml:trace contextRef="#ctx0" brushRef="#br0" timeOffset="122798.1">27652 3566 821 0,'0'0'125'0,"0"0"23"16,0 0-43-16,0 0-48 15,0 0-36-15,-30-17-22 16,8 30-9-16,-2 6 7 16,0 1-7-16,4 4-11 15,6 1-2-15,7 0 5 16,4-4 3-16,3-2-9 15,3-2 13-15,14-5 5 16,6-5 5-16,6-5 5 16,-1-2 1-16,6 0 0 15,-2-7 1-15,1-11 5 16,-3-4 11-16,-1-2-13 16,-4-6-6-16,-4-2-5 15,-3-6 2-15,-5-3-8 16,-6-2-23-16,-7-8-36 15,0-1-28-15,0 2-63 16,-16 1 13-16,-4 6 39 16,-6 9 52-16,0 10 9 0,0 11-14 15,0 9-1-15,4 4 46 16,6 7 49-16,5 18 60 16,9 6 29-16,2 6 16 15,8 6 5-15,13 7-2 16,7 3-13-16,3 1-34 15,3 1-20-15,-4-4-26 16,-3-5-6-16,-5-4-23 16,-6-5-14-16,-3-8-3 15,-4-8 0-15,-5-6-6 16,-4-5 2-16,0-7-11 16,0-3-20-16,-12 0-17 15,-8-5-52-15,-6-11-130 16,-7-7-143-16,-3-2-300 15</inkml:trace>
  <inkml:trace contextRef="#ctx0" brushRef="#br0" timeOffset="123032.83">27645 3531 816 0,'0'0'31'0,"0"0"162"15,107-22-67-15,-68 16-12 16,4 3-18-16,-5 3-36 15,-2 0-25-15,-4 0-12 16,-5 7-5-16,-7 9-5 16,-4 3-4-16,-5 5-2 15,-6 2-3-15,-2 1-1 0,-3-1-1 16,0 0-1-16,0-6-17 16,0-1-34-1,0-6-52-15,0-9-94 16,-2-4-224-16</inkml:trace>
  <inkml:trace contextRef="#ctx0" brushRef="#br0" timeOffset="124113.11">28081 3391 947 0,'0'0'1'0,"0"0"1"16,0 0-55-16,0 0-55 15,0 0 65-15,48-11 4 16,-35 23-69-16,3 2 3 16,1 0 23-16,2 0 18 15,0-2 33-15,-1-2 31 16,0 0 4-16,-1-2 14 16,-4 0 55-16,-2-3 45 15,-3 1 8-15,-4-1-10 16,-4 0 0-16,0 3-29 15,0 2-23-15,-3 6-16 16,-7-1-11-16,-1 3-19 16,2 3-10-16,1-2-3 15,4-1-1-15,0-3-2 16,4-1 1-16,0-5 2 16,0-3 1-16,0-3 6 15,10-3 14-15,2 0 14 16,2 0 12-16,-1-9-22 0,0-4-23 15,3-2-4 1,-6-3 0-16,1-1-2 0,-3-1-3 16,-2-1 1-16,-3 3-19 15,-2 3 2-15,-1 2 4 16,0 5 6-16,1 4 1 16,1 4 5-16,-1 0-7 15,4 1-9-15,2 11 14 16,0 4 17-16,3 2 19 15,0 2 0-15,0-4-4 16,1 0-3-16,-2-3 5 16,-1-2-3-16,-1-2-8 15,-1-2-5-15,0-3-5 16,-1-4-3-16,2 0-3 16,1 0 5-16,-1-4 3 15,3-9-3-15,-4-1-8 16,1-4 0-16,-4 1-7 15,0 1-4-15,-3 2-5 16,0 3-3-16,0 6 6 16,0 2 6-16,0 3-3 15,0 0-8-15,0 5-10 16,0 9 26-16,1 3 4 16,5 1-1-16,4-1 7 15,2-1 5-15,-1-3 5 16,2-4-1-16,2-1-2 15,-1-6-2-15,2-2-2 16,3 0-3-16,1 0-4 16,-1-12 4-16,4-4-6 15,0-1-2-15,0-3 2 16,-4-1-4-16,1-3 0 0,-1 2-4 16,-3 3-1-16,-3-1-3 15,0 5 7-15,-4 4 0 16,-4 3 0-16,0 6 4 15,0 0-2-15,1 2-1 16,0 0-1-16,3 11 10 16,1 5 8-16,0 4 8 15,3 4-2-15,0 0 14 16,0 1 12-16,-2-3 12 16,-5 0-18-16,-2-5-11 15,-4-1-7-15,0-6-6 16,-7 0-2-16,-13-3-4 15,-7-6-4-15,-5-1 0 16,-6 0-13-16,-2 0-39 16,-5 0-45-16,0-4-33 15,-1-4-40-15,4-2-177 16,-1-3-429-16</inkml:trace>
  <inkml:trace contextRef="#ctx0" brushRef="#br0" timeOffset="125782.78">15110 4773 570 0,'0'-13'73'0,"0"-1"49"16,0-1-48-16,-1 1-30 15,-3-1 15-15,-2 2-29 16,-1-1-4-16,-2 5-14 16,-2 2-9-16,-4 3-6 15,-2 4-3-15,-1 0-1 16,0 0-2-16,0 11 7 15,1 5 3-15,5 4-4 16,2 5 2-16,6 5-3 16,4 6 5-16,0 5 14 0,0 0 14 15,0 2 7-15,4 2 12 16,3-3-7-16,-2-2 0 16,-2 3 4-16,0-3-5 15,-3 0-5-15,0-2-5 16,0-2-11-16,0-4-1 15,0-4-8-15,0-5-4 16,0-3-4-16,0-8-1 16,0 0 0-16,0-7-1 15,0-2-1-15,0-3 1 16,0 0-10-16,0 0-17 16,-2-3-34-16,1-7-80 15,-4-1-81-15,-3-1-72 16,1 0-139-16</inkml:trace>
  <inkml:trace contextRef="#ctx0" brushRef="#br0" timeOffset="125999.44">14794 5161 777 0,'0'0'95'0,"0"0"88"16,0 0-83-16,106-32-35 16,-72 26-31-16,-1 1-20 15,-1-1-13-15,-1 2-21 0,-3 0-103 16,-3-3-151 0,-5-1-268-16</inkml:trace>
  <inkml:trace contextRef="#ctx0" brushRef="#br0" timeOffset="126871.92">15701 4706 591 0,'0'0'87'15,"0"0"39"-15,0 0-37 16,-95 90 7-16,63-43-2 16,2 9-28-16,-2 1-3 15,7 5-21-15,8 1-12 16,8-5 3-16,9-1 1 16,0-3-14-16,11-6-11 15,9-6-3-15,3-5-1 16,0-6-5-16,-4-7 2 15,-1-5-1-15,-3-4 1 16,-4-5-2-16,-3-3-5 16,-7-6-10-16,1-1-30 15,-2 0-13-15,0 0-30 16,0 0-81-16,0-5-134 0,0-6-226 16</inkml:trace>
  <inkml:trace contextRef="#ctx0" brushRef="#br0" timeOffset="127702.04">15932 5099 442 0,'0'0'102'0,"0"0"60"15,0 0-42-15,0 0-17 16,0 0-1-16,5-30-26 16,-5 27-10-16,0-2-9 15,0 3-11-15,0-1-8 16,0 0-13-16,-6 2-8 16,-1-1-4-16,-5 2-11 15,-1 0 0-15,-2 0-4 16,0 6 0-16,3 4-1 15,2 1-1-15,1 1-1 16,7-4-10-16,2-1 4 16,0-2-5-16,4 0 9 0,12-3 0 15,-3 0 4-15,5-2-2 16,-1 0-3-16,0 0-6 16,-1 0-5-16,-3-4 3 15,-3-1 3-15,-3 0 4 16,0 1 3-16,-3 0 4 15,-2 0 2-15,1 1-1 16,-3 3 2-16,1-1 0 16,-1 1 1-16,2 0-2 15,2 0-3-15,0 1 4 16,6 11 8-16,-1 5 10 16,3 3 11-16,1 3 2 15,0 3 5-15,-1 1-4 16,-1-3 2-16,-2 1 6 15,-4-2-5-15,1-3-3 16,-6-5 2-16,0 1-11 16,0-3-2-16,-10 1 1 15,-3-4-3-15,-4 1-7 16,-2-4-4-16,1-3-8 16,4 0-2-16,-3-4-6 15,6 0-16-15,2 0-12 16,3-4-19-16,6-9-32 15,0-1-61-15,0-5-91 16,0 0-110-16,7-2-298 16</inkml:trace>
  <inkml:trace contextRef="#ctx0" brushRef="#br0" timeOffset="128072.11">16251 4963 515 0,'0'0'137'15,"0"0"13"-15,0 0-50 16,0 0-25-16,-10-4-2 15,3 15-16-15,-2 4 0 16,-2 2-9-16,5 2-19 16,0 4 0-16,3-3-15 15,3 1-7-15,0-2-2 16,0-2-2-16,6-1-4 16,3-6 4-16,2 0-3 15,-2-3-6-15,0-5-9 16,1 0-34-16,-3-2-35 15,2 0-35-15,1 0-54 16,-3 0-47-16,0 0-103 16</inkml:trace>
  <inkml:trace contextRef="#ctx0" brushRef="#br0" timeOffset="128521.77">16324 5063 462 0,'0'0'86'0,"0"0"84"15,0 0-53-15,0 0-2 16,0 0-14-16,36 34-29 16,-23-23-22-16,0-1 1 15,-2-1-19-15,4-1-16 16,-4-4-13-16,1 2 0 15,-5-4-3-15,2-2-11 16,-3 0-19-16,1 0-15 16,0 0-23-16,-1-6-31 15,0-4-44-15,-2-2 29 16,-1 1 16-16,-3 0 20 16,0 2 63-16,0 0 17 15,0 3 10-15,0 3 50 16,-9 3 10-16,-1 0-12 15,-6 0-7-15,0 12 15 16,-4 6-4-16,0 2-9 16,-1-1-35-16,4 2-11 15,3-5-6-15,-1 0-2 16,8-5-2-16,3-4-21 16,1-3-48-16,3-3-33 15,0-1-30-15,0-1-111 16</inkml:trace>
  <inkml:trace contextRef="#ctx0" brushRef="#br0" timeOffset="128928.78">16543 4910 659 0,'0'0'210'16,"0"0"-28"-16,0 0-51 15,0 0-30-15,61 75-32 16,-51-54-13-16,-2-2-11 16,-3 0-10-16,-2 0-10 15,-3-1-5-15,0-2-6 16,0 1-5-16,0-3-6 16,-9 0-2-16,-2-3-5 15,0-1-23-15,3-5-27 16,-1-4-33-16,3-1-52 15,2-3-121-15,3-14-200 16</inkml:trace>
  <inkml:trace contextRef="#ctx0" brushRef="#br0" timeOffset="129403.02">16539 4508 623 0,'0'0'34'15,"0"0"136"-15,0 0-36 16,88 58-18-16,-53-29-22 16,5 4-21-16,2 5-14 15,0 1-3-15,-3 2-12 16,0 2 0-16,-3 1-15 16,-6 0-1-16,-3 2 0 15,-6 0 1-15,-5 2-4 16,-6-4 3-16,-10 4-3 15,0-3-1-15,0 0-2 16,-12-6-6-16,-3-3-6 16,0-4-4-16,2-4-4 15,1-5-3-15,4-3-2 16,-2-8-2-16,5-1-27 16,1-6-29-16,0-2-21 15,-1-3-41-15,2 0-105 16,0-8-282-16</inkml:trace>
  <inkml:trace contextRef="#ctx0" brushRef="#br0" timeOffset="130735.62">17261 4411 505 0,'0'0'54'0,"0"0"101"16,0 0-23-16,84-25-15 15,-54 21-2-15,2-1-35 16,-2 2-26-16,-1 3-9 16,-3 0-14-16,-6 4-13 15,-4 16-2-15,0 3 2 16,-4 9-1-16,-2 4-7 15,1 6-6-15,-2 3 0 16,1 3-2-16,0 1-3 16,2 3 4-16,-2 1-3 0,1 4 0 15,1 0 1-15,-2 1 1 16,0 1 0-16,-3-4 0 16,-2 1 3-1,-1-6 0-15,-1-2-1 0,-1-7 1 16,-2-4 10-16,0-6-11 15,2-6 2-15,-2-4 0 16,3-5 1-16,-2-4-1 16,2-1 4-16,0-5-3 15,0 0 4-15,0-2-4 16,0-1-3-16,0 1 4 16,-2-4-2-16,1 2 3 15,-2-2-7-15,0 0 4 16,0 0 0-16,0 0 1 15,0 0 1-15,0 0-2 16,0 0-2-16,0 0 1 16,0 0-2-16,0 0-2 15,0 0 8-15,0 0 10 16,0 1-1-16,-2 2 7 16,-9-1-1-16,-9 2-4 15,-8 5-7-15,-4-2-5 16,-4 0 6-16,0-1-7 15,3 1-4-15,3-4-4 16,4-2 3-16,9-1-20 16,5 0-37-16,6 0-31 15,3-12-35-15,3-3-172 16,0-7-357-16</inkml:trace>
  <inkml:trace contextRef="#ctx0" brushRef="#br0" timeOffset="131293.82">18071 4334 493 0,'0'0'90'15,"0"0"63"-15,0 0-43 16,0 0-6-16,19-29 3 0,-15 27-21 15,-4 2-10 1,0 0-3-16,0 4-6 0,0 13-28 16,-5 5 6-16,-6 5-5 15,0 2-18-15,-4 0-13 16,4-4-5-16,-1-3-4 16,5-3-6-16,1-4-27 15,3-4-49-15,-1-3-106 16,-6-4-174-16,0-2-334 15</inkml:trace>
  <inkml:trace contextRef="#ctx0" brushRef="#br0" timeOffset="132420.59">14619 4433 445 0,'0'0'58'0,"0"0"24"16,-89-2-35-1,58 4-7-15,4 15-2 0,3 2 3 16,4 5-1-16,6 7-1 16,6 5 15-16,2 7-3 15,2 4-9-15,4 5 8 16,0 6 7-16,0 2-10 16,0 2-15-16,0 2-3 15,0 1-4-15,1 5 1 16,8 0-5-16,-4 6 10 15,1-1 3-15,-3 1 7 16,-1-1-19-16,1-1-12 16,-3-3-2-16,0-5 6 15,3-5-1-15,0-7-6 16,2-11 5-16,-1-10-2 16,4-10-4-16,-3-8 2 15,2-9-6-15,2-6 0 16,3 0 3-16,5-6 22 15,4-9 5-15,6 0-8 16,3-5-8-16,2-1-10 16,1 5 0-16,2 1-4 15,-6 3-1-15,4 2 0 16,-8 2 0-16,0 3-2 16,0 0-14-16,-1 3-37 15,-3 2-27-15,0 0-43 16,-2 0-70-16,-9 2-167 15,-2 10-367-15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13:17.98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9144 2871 258 0,'0'-1'26'0,"0"1"14"16,0 0 4-16,0-1 17 15,0 1 5-15,0-2-14 16,0 2-3-16,0 0-10 16,0-1-1-16,0 1 2 15,0 0-7-15,0 0 3 16,0 0 3-16,0 0 6 15,0 0 2-15,0 0-8 16,0 0-11-16,0 0-3 16,0 0-8-16,0 0 5 15,0 0-17-15,0 1-1 16,3 5 2-16,3 0 18 16,-3 3-12-16,0-1 1 15,2 2 9-15,0 1-6 16,-2 5 3-16,4-1-3 15,-4 2-1-15,1 0-5 16,1 2-3-16,-1 0 2 16,0 0-1-16,-1 1-2 0,-3-1 1 15,3-2-4 1,-3 2-2-16,1-3 0 0,-1 2-3 16,0 0 5-1,0 0-3-15,0 0 2 0,0-1 2 16,0 1 7-16,2-3 2 15,-2-1 2-15,1 2-10 16,1-3-2-16,-1 2-3 16,1-1 1-16,-2-1 0 15,0 2 2-15,1-3 1 16,-1 2-3-16,2-3 2 16,-2 1-5-16,0 1 3 15,0 0 0-15,0-4-1 16,0 3-2-16,0 0 11 15,0-1-5-15,0 2-3 16,0 1 1-16,0-2-2 16,0 3 3-16,0-3 7 15,0 0 0-15,0-1-6 16,0 0-4-16,0-1 0 16,0 0 0-16,0-1 1 15,0 3 1-15,0-3-3 16,0 3 3-16,0-3 2 15,0 1-2-15,0 1 0 16,0 1-2-16,0-2 1 16,0 3-1-16,0-1-1 15,0 1 9-15,0-2-3 16,0 1-2-16,0 1 0 16,0-5-3-16,0 3 2 15,0-2 7-15,0 0-4 16,0-3-6-16,0 2 3 15,0-3-4-15,0 1 4 16,0 2-4-16,0 0 4 16,0-1-2-16,0 1 0 0,0 0 4 15,0-2-4-15,0 2 1 16,0-3-1-16,0 1 0 16,0-2 1-16,0-1-1 15,0 0 0-15,0-1-1 16,0 1 2-16,0-2-2 15,0 0 2-15,0 1 0 16,0 0-2-16,3 0 2 16,0 2-1-16,0-2 0 15,2 0 0-15,-1 2 1 16,2-3 0-16,0 2 2 16,0 0-2-16,1 0-2 15,-3-2 1-15,2 2 2 16,-2-2-1-16,1 1-1 15,-1 0 2-15,3 0-2 16,-3 0 1-16,1-2-1 16,1 2 1-16,1-1 0 15,3 0-1-15,0-1 0 16,0 0 1-16,5 0 1 16,1 0-2-16,1 0 0 15,0 0 0-15,2 0 0 16,3 0 0-16,-2 0 0 15,2 0 0-15,-1 0 0 16,-2-4 0-16,3 0 1 16,-4 0-1-16,0-1 0 15,-1 2 0-15,-4 0 0 0,3-1-1 16,-1 1 1-16,0 2 0 16,0-1-1-16,1 0 2 15,1 0-1-15,0 0 1 16,3-1-2-16,-1 0 2 15,0 1-1-15,-3-2 0 16,1 1 0-16,-2 2-1 16,-1 1 1-16,-2-3 0 15,2 3 1-15,-1 0-1 16,1 0 1-16,0 0-1 16,-3-4 0-16,2 3 0 15,0-2 0-15,0-1 0 16,-3 1 2-16,0 2-4 15,2-2 2-15,-2 2 0 16,-1-2 0-16,4 2-1 16,-3-2 2-16,3 1-2 15,1-1-1-15,-2 2 4 16,4 0-2-16,-2-1 0 16,0 1 1-16,1-1-1 15,1 0 0-15,-3 0 0 16,1 2-1-16,-4 0 2 15,2-2-4-15,-2 0 4 16,0 2 1-16,2-1-3 16,2 1 2-16,-1-1 0 15,4-1-3-15,0 2 3 16,4 0-1-16,1 0 1 16,0 0-4-16,1 0 3 0,3 0 1 15,-1 0 0 1,1 0-2-16,3 0 3 0,0 0-1 15,-1 0 0-15,2 0-1 16,2 0 1 0,-3 0-2-16,1 0-1 0,1 0 1 15,-4-1 0 1,3 1 1-16,-4 0 0 0,0 0 0 16,0 0 2-16,-2 0-3 15,0 0 1-15,-1 0 1 16,-2-2-1-16,0 1 2 15,2 0 0-15,0-2 0 16,0 2 2-16,-1-1-1 16,1 0-2-16,1-2 0 15,1 4 0-15,-1 0-1 16,-2-2 0-16,1 2 0 16,0 0-1-16,2 0 1 15,-3 0 1-15,1 0-2 16,3 0 2-16,-2 0 0 15,1 0 0-15,1 0 0 16,1 0 0-16,-1 0 2 16,0 0-1-16,0 0 1 15,0 0 0-15,0 0 1 16,3-2 1-16,0 2 0 16,0-2 0-16,1 1-1 15,-2 1-2-15,1 0 0 16,-1 0-1-16,-2 0-1 15,2 0 1-15,-1 0-1 0,-1 0 0 16,3 0 1 0,-3 0 1-16,2 0-1 15,-1 0-2-15,-1 0 3 0,-2 0-3 16,1 0 1-16,-2 0 2 16,0 0-2-16,0 0 1 15,-1 0-1-15,-2 0 0 16,3 0-1-16,-2 0 0 15,0 0 2-15,4 0-2 16,-1 1 2-16,1-1-2 16,-2 2 3-16,3-2-3 15,0 0 0-15,0 0 1 16,1 2 1-16,-1 0-1 16,1 2 0-16,0-2 0 15,2 0 0-15,0 0 0 16,-2 1 1-16,2 0-1 15,0-2 1-15,0 1 0 16,0 0 0-16,-1 2-1 16,1-4 0-16,0 4 1 15,0-4 0-15,1 0 1 16,1 2-2-16,0 1 2 16,-3-2 0-16,3 0-1 15,-2 2 0-15,1-1 2 16,-1 1-3-16,-2-3 3 15,3 1-1-15,-1-1 2 16,2 0 1-16,0 0-1 16,0 0 1-16,0 0 0 15,0 0 0-15,1 0-3 0,1 0-2 16,-1 0 3 0,1 0-3-16,-1 0 3 0,3 0-5 15,-3 3 3-15,3-3 2 16,-2 1-2-16,0 0-2 15,1 1 2-15,-3-2 2 16,0 0-2-16,-2 1-1 16,-1 0-2-16,0 1 4 15,1-1-4-15,0-1 1 16,-1 1 1-16,-1 1 0 16,-1-2 0-16,3 0 1 15,-3 0-1-15,-1 1-1 16,0-1 2-16,-2 0 0 15,-1 0-1-15,-4 0 1 16,-1 0-2-16,-2 0 2 16,-4 0-1-16,-1 0 0 15,-2 0 1-15,-1 0-1 16,-2 0 0-16,-1 0 0 16,1 0 0-16,0 0 1 15,-3 0-1-15,0 0 1 16,0 0 1-16,-2 0 0 15,1 0 2-15,-1 0 9 16,3 0-1-16,-1-3 2 16,1-6-4-16,0-1-2 15,3-4-1-15,-4-3-2 16,4-2 5-16,-3-2 1 16,-2-1-3-16,1-2 0 15,-2-2-4-15,0-2-1 16,0 2-1-16,0-3-2 15,0 0-1-15,-5 1 2 16,-2 0 1-16,2-2-2 0,-3 3 1 16,2-2-1-1,1 4 1-15,-4-2 1 0,2 3-1 16,2-2-1-16,1 3 1 16,0-1 1-16,1 2-1 15,-1 1 0-15,2 2 1 16,1 2-2-16,-1 3 5 15,1 0 1-15,-1 1-3 16,0 1 1-16,-1 0-4 16,1 1-1-16,-1-5 3 15,0 2 1-15,2-1 0 16,-2-4 0-16,-1 3-3 16,2-3 2-16,1 2-1 15,0 1 0-15,-1 3-1 16,1 1-2-16,1 2 4 15,0-1-2-15,0 3 0 16,0 0-1-16,0-2 1 16,0 1 0-16,0-2 0 15,0 1 0-15,0 0 0 16,0-2 0-16,0 0 0 16,0-1-1-16,0 1 0 15,0-1 1-15,0 0-2 16,0 3 0-16,0-1-1 15,0 2 1-15,0 0 2 16,0 2-2-16,0 0 1 16,0-1-1-16,0 1-2 15,-3 0-3-15,0-1 0 16,0 0 2-16,-2 2 1 16,2 0 1-16,-1-1-1 0,-1 2 2 15,2 1-2 1,-2 3-1-16,1-3 1 0,0 4 3 15,-4-2-1-15,0 2 0 16,-2 0 2-16,-1 0-2 16,-3 0 1-16,1 0 1 15,-3 0 0-15,0 0 0 16,1 0 2-16,-3 0 1 16,-2 0-4-16,0 0 1 15,-1 0 3-15,-3 2-4 16,-1 1 3-16,-1-2-2 15,-2 3-2-15,-1-1 3 16,-2 0-4-16,4 1 2 16,-2-1 1-16,0 1-1 15,1 0 2-15,-2 0-2 16,3-1 3-16,-1-2-2 16,0 2 1-16,-3-2 0 15,2 1-1-15,0-1 0 16,-4-1 1-16,1 2-2 15,-2 1 0-15,-1 1 2 16,-1 0-1-16,-3 1 0 16,2-2-1-16,-3 1 3 15,0-1-2-15,-2 1 0 16,0 1 0-16,-2-1 0 16,0-2 2-16,-1 2-3 15,1-1 2-15,0 1 0 16,0-1-1-16,0 0 0 15,1 0 0-15,2-2 1 16,1 2 1-16,-2-3-2 0,2 1 1 16,2-1-1-16,0 0 2 15,0 0-1-15,0 0 0 16,2 0-3-16,-2 0 4 16,1 0-2-16,-2 0 0 15,1 0-5-15,1 0 3 16,-1 2 2-16,2 2-2 15,-1-4 2-15,3 4 0 16,-2-2-1-16,1 1 1 16,1-2 0-16,-1 1 1 15,-2-1-2-15,-2 0 3 16,0 0-2-16,-2 1 0 16,-2 0 1-16,2 0-2 15,-3 2 1-15,0-4 1 16,2 0-1-16,-4 0 1 15,4 0 0-15,-1 0 0 16,3 0-1-16,1 0-1 16,-1 0 3-16,3 0-2 15,-2 0 0-15,0 0 0 16,1 0 0-16,0 0 0 16,-1 0 0-16,-1 0 0 15,3 0 0-15,-3 0 2 16,2 0-2-16,-1 0 1 15,4 0 1-15,-2 0-3 16,2 0 1-16,-1 0-1 16,3 0 3-16,3 0-6 15,-1 0 4-15,4 0-1 16,1 0 1-16,4 0-1 0,-1 0 1 16,1 0 1-1,2 0-1-15,1 0 0 0,-1 0 1 16,1 0-1-16,-2 0 1 15,1 0-1 1,0-3 0-16,0 2 1 0,0-1 1 16,1 2-3-16,-1-2 2 15,0 0-1-15,1 1 0 16,-2 1 1-16,-1 0-3 16,3 0 2-16,-1 0-1 15,-2 0 2-15,3 0-1 16,-2 0 1-16,2-1-1 15,0 0 2-15,-4 1-3 16,4 0 1-16,-4-2 0 16,0 2-1-16,-4 0 1 15,-2 0 0-15,0 0 0 16,-1 0 0-16,-2 0 1 16,0 0-3-16,2 0 2 15,0 2 1-15,2-1 0 16,2 0-1-16,0 0 0 15,3 1 0-15,3-1 0 16,5 0 0-16,1-1 0 16,4 0 1-16,1 0-1 15,3 0 1-15,-1 0-2 16,1 0 2-16,3 0-1 16,0 2 1-16,0-2-2 15,1 0 1-15,0 0 0 16,-1 0 0-16,-2 0 0 15,0 0 0-15,1 0 0 16,-2 0 0-16,-1 1 0 16,-2 2-1-16,2-3 0 0,-3 0 1 15,1 1 1 1,-2 1-4-16,1-1 3 0,-1-1 1 16,1 0 0-16,3 0-1 15,-2 2 1-15,0-2 0 16,-3 0-1-16,2 0 0 15,-5 0 1-15,2 0-2 16,-1 0 1-16,-2 0 0 16,3 0 1-16,0 0-2 15,0 0 1-15,3 0 0 16,0 0 0-16,1 0 0 16,2 0 1-16,1 0-2 15,0 0 1-15,2 0-4 16,-1 0 4-16,4 0-2 15,0 0 2-15,-1 0-4 16,2 0-6-16,0 0-10 16,0 0-15-16,0 0-24 15,0 0-23-15,0 2-61 16,0 5-118-16,2 1-184 16</inkml:trace>
  <inkml:trace contextRef="#ctx0" brushRef="#br0" timeOffset="7895.6">18356 3295 463 0,'0'-2'78'0,"0"1"51"15,0 0-50-15,0-1 5 16,0 2-2-16,0-1 5 0,0 1-18 16,1-3-3-1,-1 3-5-15,0 0-11 16,0-4-8-16,0 1-11 0,0-1-10 16,0-1-6-16,0-2-6 15,0 1-5-15,-4 0-1 16,-2 2-3-16,-7 0-7 15,0 3 0-15,-4 1-11 16,-4 0-1-16,-2 1 8 16,-1 9-2-16,1 3-7 15,2-1 0-15,4-4-4 16,4 3 14-16,5-2-11 16,5 0-9-16,3-3-12 15,0-1 9-15,12 1 15 16,9 1 5-16,8-2 13 15,7 1 4-15,3 1-3 16,0 1 1-16,-2-1 1 16,-3 2-1-16,-7 2 2 15,-5-1 5-15,-8 0 0 16,-4 3 9-16,-6-3 4 16,-2 2 19-16,-2-3 3 15,0-1 3-15,0 2 2 16,-7-1-11-16,-6-2-7 15,-2 2-2-15,-5-2-6 16,0-2-10-16,-3 0-7 16,-3-3-4-16,1 2 0 15,1-4-5-15,3 0-18 0,0 0-22 16,5 0-42 0,4 0-66-16,5-11-126 15,3-1-242-15</inkml:trace>
  <inkml:trace contextRef="#ctx0" brushRef="#br0" timeOffset="8203.19">18610 3308 781 0,'0'0'163'16,"0"0"-10"-16,0 0-63 16,27 72-24-16,-22-51-26 15,-1-1-16-15,2-2-15 16,-4-4-7-16,0 0-1 15,-2-3-9-15,0-4-40 16,0-3-70-16,0-4-94 16,0 0-147-16</inkml:trace>
  <inkml:trace contextRef="#ctx0" brushRef="#br0" timeOffset="8398.85">18601 3170 746 0,'0'0'32'0,"0"0"21"0,0 0-49 16,0 0-23-16,0 0-54 16,0 0-72-16,0-22-54 15,6 22 3-15,0 1-4 16</inkml:trace>
  <inkml:trace contextRef="#ctx0" brushRef="#br0" timeOffset="8807.24">18721 3324 408 0,'0'0'174'0,"0"0"10"16,0 0-32-16,56 87-18 15,-43-68-31-15,0-2-30 16,-4-5-19-16,-3-1-2 15,-2-6-14-15,-1-2-17 16,-1-2-5-16,-1-1 0 16,-1 0 5-16,3 0 1 15,1-9 0-15,-1-8-8 16,4-6-12-16,2-2-4 16,1-1-7-16,2 0-7 15,-1 3-4-15,2 7 1 16,-4 3-10-16,1 5 3 15,-2 6 0-15,1 2 9 16,1 0 8-16,-1 0 5 16,4 9 3-16,-1 7 11 15,0 3 6-15,0 2-1 16,-3 1 4-16,1-1-3 0,-3-1-9 16,-1-5-5-1,-2-1-2-15,1-3-12 0,2-4-41 16,0-6-72-16,2-1-168 15,1 0-237 1</inkml:trace>
  <inkml:trace contextRef="#ctx0" brushRef="#br0" timeOffset="9841.73">19242 3334 617 0,'0'0'115'0,"0"0"2"15,0 0-20-15,18-10 17 16,-4 0-34-16,1 0-7 0,0-3-19 16,2 0-28-16,-2 1-9 15,-2 1-1 1,0 2-5-16,-6 4 1 16,-2 2-3-16,-1 3-5 0,-1 0-8 15,0 0-4-15,4 4 3 16,-3 7 14-16,4 5-2 15,-1 0-2-15,4 3-2 16,3-2 0-16,1 3 4 16,-2-2 2-16,6-2-1 15,-1 0 3-15,0-2 1 16,0-2-5-16,0-2-3 16,-2-1-3-16,3-1 0 15,-5-3 0-15,1-2-6 16,-3-2-16-16,-1-1-18 15,-1 0-26-15,-3 0-45 16,0 0-41-16,-1-10-77 16,-3-4-62-16,-3-1-140 15</inkml:trace>
  <inkml:trace contextRef="#ctx0" brushRef="#br0" timeOffset="10066.52">19583 3255 678 0,'0'0'170'0,"0"0"-22"16,-69 88-20-16,44-55-26 16,2-2-39-16,6-2-33 0,1-2-19 15,4-8-9 1,4-1-3-16,2-4-26 0,0-3-46 15,2-3-60 1,-1-4-114-16,1-4-142 0</inkml:trace>
  <inkml:trace contextRef="#ctx0" brushRef="#br0" timeOffset="10859.74">17995 2946 673 0,'0'0'117'15,"0"0"18"-15,-45 91-40 16,26-49-8-16,0 6-22 16,0-1-6-16,5 2-13 15,0 2-1-15,5-1-8 16,3 1-6-16,2-1-1 16,4-1-11-16,0-2-5 15,0-2-5-15,3-3 5 16,8-4-5-16,8-5-8 15,1-6 1-15,9-5-4 16,6-7-1-16,7-5-27 16,3-8-49-16,3-2-74 15,-1 0-169-15,-1-12-347 16</inkml:trace>
  <inkml:trace contextRef="#ctx0" brushRef="#br0" timeOffset="11760.85">19569 2781 424 0,'0'0'72'0,"0"0"39"16,0 0 10-16,0 0-23 16,76 48 15-16,-41-24-26 15,4 8-11-15,3 6 0 16,1 1-25-16,-1 4-5 15,-3 4-13-15,-4-2 1 16,-5 0-4-16,-7 0-2 16,-7 1-4-16,-6-1-5 15,-3 2-5-15,-4 3 11 16,-3 0-8-16,0-1-2 16,-3 2 5-16,-10-3 1 15,3-4-11-15,-4-1 5 16,1-7 3-16,1-2 7 15,1-5-9-15,2-6-11 16,0-7-3-16,2-5 0 16,3-6-2-16,3-4 0 15,-1-1-14-15,-1-1-11 0,3-13-20 16,0-8-52 0,0-5-37-16,0-6-124 15,0-6-254-15</inkml:trace>
  <inkml:trace contextRef="#ctx0" brushRef="#br0" timeOffset="12679.85">20033 2753 623 0,'0'0'137'0,"0"0"-42"15,0 0-9 1,0 0 9-16,2 0-20 15,-2 0-21-15,0 0-17 16,0 0-15-16,0 6 2 0,0 3 0 16,0 2-5-1,0 1 4-15,0-1-12 0,0 0 2 16,0-1-4-16,7-3-1 16,5 1 5-16,2-3 4 15,1 0 0-15,5-4 2 16,-4 1-1-16,1-2-9 15,-1 0-6-15,-1 0-1 16,-5 0-2-16,-1 0 2 16,-1 0-4-16,-4 0-5 15,1-3-12-15,-1 2-17 16,-1-3-19-16,0 1-20 16,-1-1-24-16,-1-2-15 15,-1 3-43-15,1-5-14 16,-1 2-52-16,0-4 34 15,0 2 55-15,3-4 52 16,0-2 42-16,-2-2 79 16,1 2-10-16,-1-1 85 15,-1 5 4-15,0 1 21 16,0 4 43-16,0 2-41 16,0 2 0-16,0 1-26 15,0 0-28-15,0 4-28 16,0 10-22-16,-3 5 13 15,0 5 3-15,2 3-9 16,1 2 10-16,0 1-18 16,0 1 7-16,0-3-7 15,0-1-6-15,1-4-8 16,5-1-11-16,0-4-7 0,-1-2-3 16,-1-4 0-1,4-1-3-15,0 0-18 0,-1-1-26 16,0-2-24-16,2-3-53 15,-8 1-140-15,-1-1-218 16</inkml:trace>
  <inkml:trace contextRef="#ctx0" brushRef="#br0" timeOffset="15242.98">16279 3533 624 0,'0'-16'110'0,"1"-3"9"16,4-1-34-16,-3-7-4 16,3-4-22-16,-2-6-20 15,-3-5-21-15,0-6-15 16,0-3 0-16,0-4-1 0,-3 0-3 15,-6 6 1-15,-2 3-6 16,-1 9-2-16,2 10-2 16,0 9 3-16,3 9 2 15,1 6-14-15,0 3-3 16,2 6 8-16,1 18 24 16,3 8-11-16,0 10 2 15,3 6 9-15,10 6 9 16,0 3 7-16,3-1 10 15,0-1 1-15,1 0 13 16,-4-2-2-16,3-4-4 16,-6-6-1-16,3-8-13 15,-5-5-17-15,0-8-2 16,-1-9-3-16,0-3-5 16,-3-7 0-16,4-3-2 15,-1 0 6-15,3-14 11 16,2-6 1-16,1-6-14 15,1-2-4-15,-1 3-4 16,0 3 0-16,-1 5-4 16,-5 5 1-16,3 5-1 15,-6 3 2-15,2 4-1 16,-2 0-2-16,4 1 3 16,0 12 5-16,1 3 1 15,1 5 2-15,3 2 4 16,0 3 1-16,0 0-1 15,0-3 0-15,-1-2 3 0,-2-3-6 16,-3-4-2 0,-3-6-1-16,-2-4-11 0,-1-1-20 15,-1-3-25-15,0 0-48 16,0 0-116-16,0-7-236 16</inkml:trace>
  <inkml:trace contextRef="#ctx0" brushRef="#br0" timeOffset="15812.88">16862 3162 706 0,'0'0'156'0,"0"0"12"16,0 0-61-16,0 0-23 0,0-2-28 15,-5 21-30-15,-4 9-3 16,-1 6-9-16,0 6 7 15,1 2-1-15,3 1-3 16,5 0-2 0,1-3 3-16,0-2-4 0,0-4-10 15,3-5 0-15,7-1-4 16,4-5 1-16,-2-4 1 16,2-4-3-16,-2-3 2 15,-2-6-17-15,0-2-30 16,-3-4-35-16,-2 0-45 15,-3 0-35-15,1-1-75 16,-3-8-115-16</inkml:trace>
  <inkml:trace contextRef="#ctx0" brushRef="#br0" timeOffset="16128.63">16969 3470 813 0,'0'0'141'0,"0"0"77"16,0 0-109-16,0 0-24 15,75 44-21-15,-54-33-22 16,0-1-12-16,0 1-11 15,-1 0-10-15,-2-2-6 16,-3-1-2-16,-1-1-1 16,-5-3-15-16,-2 0-18 15,-4-4-20-15,0 0-35 0,-3 0-40 16,0 0-40-16,0-10-110 16,0-3-88-16</inkml:trace>
  <inkml:trace contextRef="#ctx0" brushRef="#br0" timeOffset="16348.43">17116 3432 625 0,'0'0'113'16,"0"0"-28"-16,0 0-9 15,0 0 30-15,-79 81-37 16,56-56-25-16,4 0-17 15,-1-3-21-15,7-2-6 16,0-4-11-16,6-3-36 16,4-5-60-16,3-5-86 15,0-3-105-15,0 0-175 16</inkml:trace>
  <inkml:trace contextRef="#ctx0" brushRef="#br0" timeOffset="16748.75">17179 3153 756 0,'0'0'152'0,"0"0"13"0,0 0-75 16,62 97 1-16,-39-62-23 16,-1-3-17-16,2 4-8 15,1 0-6-15,-2 2-1 16,-4-2-4-16,-2-1-3 16,-4-3-10-16,-7 3 1 15,-2-3-3-15,-4-2-6 16,0-1-2-16,0-3-4 15,-12-5-2-15,-1-1-1 16,-1-7-5-16,1-1-13 16,-1-5-21-16,2-2-23 15,3-5-23-15,1 0-50 16,3 0-93-16,4-9-122 16,1-8-238-16</inkml:trace>
  <inkml:trace contextRef="#ctx0" brushRef="#br0" timeOffset="17011.81">17547 3585 918 0,'0'0'107'0,"0"0"97"0,0 0-104 16,0 0-48-16,0 0-22 16,72-30-18-16,-63 24-9 15,-1-1-9-15,-3 0-36 16,-2 1-51-16,-3-4-104 16,0 1-118-16,0 1-228 15</inkml:trace>
  <inkml:trace contextRef="#ctx0" brushRef="#br0" timeOffset="17197.16">17495 3467 825 0,'0'0'140'16,"0"0"-14"-16,0 0-74 15,0 0 3-15,0 0-29 16,76-24-23-16,-52 17-6 15,-1-1-68-15,-2-1-116 16,-2-1-227-16</inkml:trace>
  <inkml:trace contextRef="#ctx0" brushRef="#br0" timeOffset="19834.87">22434 2991 613 0,'4'-10'110'16,"-2"-2"-5"-16,-1-2-20 16,1-4-5-16,-2 0 0 15,0-1-28-15,0-2-11 16,-3 1-25-16,-11 0 12 16,0 0-11-16,-4 3-10 0,0 3-4 15,0 4-5 1,-2 3-5-16,0 7-6 0,-3 0-2 15,0 8 3-15,4 14 1 16,-1 7 3-16,5 7 5 16,4 8 2-16,4 1 3 15,4 4 3-15,3 3 10 16,0-3 13-16,0 1 1 16,8 1 15-16,6-4 5 15,3 1-14-15,3 0 3 16,-4-2 0-16,2-3-12 15,-4-3-2-15,-4-3-3 16,0-4-2-16,-4-4-3 16,-1-6-2-16,-2-6-4 15,-1-1-6-15,-2-4-1 16,2-4-1-16,-2-1-1 16,0-3 1-16,0-2-1 15,0-2-1-15,0 0-7 16,0 0-8-16,-6 0-21 15,-4-3-38-15,-4-8-49 16,-3 0-74-16,-3-2-112 16,-2-1-144-16</inkml:trace>
  <inkml:trace contextRef="#ctx0" brushRef="#br0" timeOffset="20050.4">22134 3420 818 0,'0'0'123'0,"0"0"41"0,82-18-103 16,-49 11-34-16,5-1-17 15,-2 0-8-15,-1 0-20 16,-2 1-80-16,-4-1-124 15,-3-1-149-15</inkml:trace>
  <inkml:trace contextRef="#ctx0" brushRef="#br0" timeOffset="20718.55">23006 2779 891 0,'0'0'170'0,"0"0"-76"15,-38 69-8-15,18-28-6 16,3 8-19-16,-2 5-24 16,4 0-9-16,1 1-9 15,6-3-2-15,2-1 1 16,3-3 7-16,3-3-6 15,0-1-7-15,6-3 5 16,7-4 3-16,2-3-4 16,5-3 3-16,-2-1-6 15,1-7-5-15,1-1 1 16,2-3-3-16,-5-2-3 16,0-6 2-16,-3-1-4 15,-5-5 0-15,-1-1-4 16,-5-2-13-16,-2-2-15 15,1 0-9-15,-2 0-11 16,0 0-18-16,0-10-74 16,0-1-93-16,0-3-112 15,-6-1-327-15</inkml:trace>
  <inkml:trace contextRef="#ctx0" brushRef="#br0" timeOffset="21585.54">23324 3229 380 0,'0'0'133'0,"0"0"23"15,0 0-48-15,0 0 13 16,0 0-6-16,4-12-27 15,-4 10-19-15,0-3-21 16,0 1 2-16,0-4-18 16,0 2-13-16,0-2-2 15,-6 2-6-15,-1 1-5 16,-2 2-5-16,-3 0-2 16,-2 3-8-16,-1 0-5 15,0 3-8-15,-1 6 11 16,3 6-13-16,4-3-3 15,1-1-3-15,7 1 2 16,1-2 6-16,0-1 2 16,0-4-3-16,9-1 9 15,5-1 6-15,1-3 6 16,-1 0 0-16,0 0 2 16,0 0-1-16,-3 0-3 0,0-5 3 15,-2-2 1-15,-2-2 1 16,-3 3 1-16,3 0 0 15,-4 0 9-15,-1 4 1 16,-1 0 9-16,1 0-2 16,-1 2-15-16,3 0-6 15,-1 0-1-15,3 2 19 16,1 10 23-16,0 5-1 16,-1 2 0-16,0 4 4 15,2 3 0-15,-2 3 4 16,2 3-7-16,1 0-6 15,-2 1 1-15,1 0 13 16,0-3-21-16,-3-4-4 16,0-3 3-16,-2-6-5 15,-2-4-7-15,-1-4-1 16,0-3-3-16,0-2 4 16,-9-3 0-16,-5-1-3 15,-3 0-5-15,-3 0-13 16,-1-1-15-16,-1-8-23 15,2-1-21-15,4-1-17 16,1 0-23-16,4-1-59 16,3-2-92-16,3-1-137 15</inkml:trace>
  <inkml:trace contextRef="#ctx0" brushRef="#br0" timeOffset="22029.77">23615 3071 633 0,'0'0'128'15,"0"0"23"-15,0 0-44 16,0 0-32-16,-17 16-8 16,7-1-15-16,-2 3-10 15,3 1-2-15,1 1-5 16,4 3-4-16,2-2-11 15,2 1-4-15,0-1 1 16,0-2-2-16,8-3-4 16,3-2-3-16,2-1-5 15,-1-5 0-15,1 0-2 16,-2-2-9-16,0-1-17 16,-2-1-27-16,-1-2-47 15,-4-2-83-15,-4 0-90 16,0 0-159-16</inkml:trace>
  <inkml:trace contextRef="#ctx0" brushRef="#br0" timeOffset="22314.77">23691 3210 840 0,'0'0'160'16,"0"0"-8"-16,0 0-64 16,0 0-11-16,0 0-27 15,83 39-24-15,-69-31-14 16,-2-3-8-16,-1 2-1 16,-6-3-3-16,0-3-15 15,-1 2-27-15,-1-3-38 16,1 0-40-16,0 0-53 15,-1 0-34-15,0-6-48 16,-1-5-88-16</inkml:trace>
  <inkml:trace contextRef="#ctx0" brushRef="#br0" timeOffset="22495.8">23836 3194 456 0,'0'0'154'15,"0"0"-34"-15,0 0-48 16,0 0 33-16,0 0-19 15,-93 55-22-15,73-35-44 16,3-4-9-16,0 0-9 16,8-3-1-16,2-3-7 15,4-3-43-15,2-3-50 16,1-2-71-16,0-2-107 16,0 0-203-16</inkml:trace>
  <inkml:trace contextRef="#ctx0" brushRef="#br0" timeOffset="22935.82">23885 3099 532 0,'0'0'199'0,"0"0"-17"16,0 0-53-16,0 0-11 15,0 0-17-15,82 79-31 16,-68-59-18-16,-3-1-7 16,0 1-11-16,-1-1-10 15,-6 0 0-15,-1-1-4 16,-2-1-6-16,-1-3-5 16,0 1-4-16,0-2-2 15,-3-2-3-15,-2-2-10 16,-7-2-22-16,3-3-22 15,2-4-47-15,0 0-99 16,0-8-205-16</inkml:trace>
  <inkml:trace contextRef="#ctx0" brushRef="#br0" timeOffset="23531.82">23829 2606 368 0,'0'0'114'0,"0"0"37"15,0 0-50-15,83 53-4 16,-45-27-3-16,2 5-15 15,5 6-4-15,1 2-2 16,1 7-3-16,1 1-20 16,-5 2 4-16,-2 5-6 15,-8-1-10-15,-4 1 3 16,-7 0-9-16,-5 3 0 16,-8-3-6-16,-4 0 2 15,-5 0 1-15,0-2-5 16,-3-5-1-16,-8-4-12 15,-2-7-2-15,-5-1-5 0,1-6-2 16,3-5 0 0,-3-1-1-16,2-5-1 0,2-2-11 15,-2-6-5-15,5-4-12 16,-1-2-11-16,4-1-17 16,-1-3-24-16,4 0-55 15,1 0-68-15,1-3-92 16,2-7-231-16</inkml:trace>
  <inkml:trace contextRef="#ctx0" brushRef="#br0" timeOffset="24692.43">24732 3337 653 0,'0'0'145'0,"0"0"-25"16,0 0-36-16,16 1 21 15,1-1 4-15,5 0-30 16,1 0-22-16,-3 0-24 16,0 0-15-16,-2 0-14 15,-4-1-3-15,-5-2-3 16,-2 0-23-16,-1-1-33 15,-6 1-45-15,0-1-58 0,0 0-73 16,-2-2-134 0</inkml:trace>
  <inkml:trace contextRef="#ctx0" brushRef="#br0" timeOffset="24921.57">24688 3223 764 0,'0'0'94'0,"0"0"51"15,0 0-28-15,0 0-30 16,0 0-39-16,90-14-30 16,-68 11-14-16,1-1-5 15,3 0-40-15,-2-2-75 16,0-1-146-16,-1 0-201 15</inkml:trace>
  <inkml:trace contextRef="#ctx0" brushRef="#br0" timeOffset="28776.86">23294 3713 336 0,'0'-2'88'0,"0"1"34"0,0 1-37 15,0-1-21-15,0-1-3 16,0 2-2-16,0 0 0 15,0 0-16-15,0 0 0 16,0 0 0-16,0 0-2 16,0 0-6-16,0 0-2 15,0 0-5-15,0 0-6 16,0 0-2-16,0 0-7 16,0 0-2-16,0 0-3 15,0 3 1-15,0 5 6 16,1 4-6-16,1 2 3 15,0 1 4-15,-1 0-9 16,2 0-2-16,0-2-1 16,0-1-1-16,0-3-1 15,2-1-1-15,-2-2-1 16,2-2 2-16,-2 1 2 16,3-3 5-16,0 0 1 15,-1 0 1-15,3 1-3 16,0-2-4-16,2-1 1 15,-1 0 2-15,4 0 0 16,0 0 0-16,0 0 1 16,3 0-2-16,-1-1-2 15,0-4-1-15,0-3 0 16,1 3-1-16,-2-2-1 16,0 2 0-16,0-1-1 15,-2 2-1-15,-1 0 0 16,-3 3 2-16,2 0-2 15,-2 1 2-15,0-2-1 0,0 2-1 16,2 0 3-16,-2 0-1 16,1 0-1-16,2 0 3 15,-2 0-1-15,1 4 1 16,0 2 3-16,-1 0-4 16,0 0 2-16,0 2-1 15,-3-4 0-15,0 1 2 16,-1 1 0-16,1-3-1 15,-3-1 1-15,-2 1 2 16,0-3-1-16,-1 0 3 16,0 0 2-16,0 0 1 15,3 0 1-15,0 0-1 16,0 0-1-16,3-10-2 16,0 1-8-16,2-3 0 15,2 0-3-15,-3 4 1 16,2 1-2-16,-1-2-1 15,0 5-2-15,-1 0 0 16,-1 1 0-16,-2 3 2 16,2-3 1-16,-2 3 0 15,-1 0-2-15,2 0 1 16,0 0 0-16,1 0 2 16,0 6 3-16,3-2 0 15,1 0 0-15,2 1 0 16,3-1 0-16,1-1 0 15,4-2 0-15,-1 3 0 16,-1-4 0-16,-1 1-1 16,-4 2 1-16,0-3 1 15,-5 0 2-15,-2 0 7 0,0 0 2 16,-1 0 5 0,0 0 9-16,-1-7 5 15,2-2-4-15,-1 0-10 0,0-5-4 16,1 2-2-16,-2-4-5 15,-1 1-4-15,-1 0 0 16,-2 0-2-16,0 4-1 16,0 0-2-16,0 3-9 15,0 1-6-15,0 3-14 16,-6 3-19-16,-3 1-20 16,-2 0-42-16,0 0-99 15,-3 0-177-15</inkml:trace>
  <inkml:trace contextRef="#ctx0" brushRef="#br0" timeOffset="30078.38">23576 4618 555 0,'0'0'80'0,"0"0"50"0,0 0-42 16,0 0 6-16,0 0 7 16,0 0-28-16,2-7-30 15,-2-2-4-15,0-2-4 16,0 0-4-16,0-1-17 15,0 0-10-15,-6-1 0 16,-4 1-6-16,-2 4-13 16,-3 1 0-16,-1 7-19 15,-4 0-3-15,-3 2-2 16,1 15 5-16,-1 4 17 16,3 3 1-16,6 1-2 15,5 0 12-15,3-3 0 16,6-3 1-16,0-1 0 15,1-5 5-15,13-5 3 16,0-4-2-16,3-1 1 16,-1-3 1-16,2 0-1 15,-2 0 1-15,2-11 1 16,-1-2-1-16,-1-3 1 16,-1 0 0-16,-4-2-2 15,-1 3 1-15,-3 1 4 16,-1 6 9-16,-3 0 2 15,-2 2 6-15,-1 5-6 16,0-1 2-16,2 2-5 16,1 0-8-16,0 0-8 15,4 14 6-15,3 6 10 0,1 3 13 16,5 8 7 0,-1 5 9-16,2 1 4 15,0 9 1-15,3-3-7 0,-3 3-3 16,1 0 11-1,-2-6-6-15,-1 0-6 0,-5-6-13 16,-4-6-4 0,-6-5-2-16,0-3 6 0,-6-5 2 15,-16-1 4-15,-3-3-5 16,-6-4-17-16,-4-4-4 16,2-3-2-16,0 0-2 15,2 0-9-15,3-3-22 16,4-13-21-16,4 0-15 15,7-7-24-15,5-2-29 16,5-5-72-16,3-2-172 16,0-4-253-16</inkml:trace>
  <inkml:trace contextRef="#ctx0" brushRef="#br0" timeOffset="30486.5">23958 4389 777 0,'0'0'97'0,"0"0"20"16,-38 71-25-1,25-43-17-15,3 0-23 0,1 1-13 16,5-1-14-16,1-2-6 16,3-1 2-16,0-1-3 15,0-2-3-15,12-1-5 16,-1-2-5-16,2-4-2 15,0-3-2-15,-1-3-3 16,1-3-17-16,-1-3-34 16,-1-2-37-16,-2-1-50 15,-1 0-79-15,-3 0-62 16,-2-8-253-16</inkml:trace>
  <inkml:trace contextRef="#ctx0" brushRef="#br0" timeOffset="30777.73">24052 4568 800 0,'0'0'174'0,"0"0"-37"15,0 0-48-15,0 0-5 16,79 79-29-16,-62-67-20 16,2 2-20-16,-4-5-11 15,-1 0-2-15,-4-2-1 0,-1-3-5 16,-1 0-25-16,0-4-37 16,-2 0-47-16,-4 0-63 15,1-5-130-15,-3-7-198 16</inkml:trace>
  <inkml:trace contextRef="#ctx0" brushRef="#br0" timeOffset="30966.73">24159 4613 706 0,'0'0'164'15,"0"0"-44"-15,0 0-46 16,-90 80-22-16,74-62-29 15,4-2-21-15,6-6-1 16,3-1-35-16,3-9-59 16,0 0-96-16,3 0-67 15,9-9-244-15</inkml:trace>
  <inkml:trace contextRef="#ctx0" brushRef="#br0" timeOffset="31345.34">24274 4410 777 0,'0'0'159'0,"0"0"6"16,51 72-65-16,-30-40-4 0,0 1-20 16,-4 0-16-16,-1 0-18 15,-3 0-13-15,-5-4-3 16,-5 2-5-16,-1-6-5 16,-2 0-1-16,0-4-6 15,-5 1-4-15,-6-5-1 16,-6 0-3-16,-1-4 0 15,1-2-18-15,0-2-26 16,5-5-27-16,2-4-44 16,1 0-93-16,6 0-156 15,3-7-415-15</inkml:trace>
  <inkml:trace contextRef="#ctx0" brushRef="#br0" timeOffset="31585.47">24694 4674 865 0,'0'0'147'0,"0"0"15"16,0 0-112-16,0 0-22 15,0 0-19-15,61-13-5 16,-54 5-32-16,1-1-87 16,-5-1-99-16,-2 0-148 0</inkml:trace>
  <inkml:trace contextRef="#ctx0" brushRef="#br0" timeOffset="31778.81">24645 4543 766 0,'0'0'87'0,"0"0"-22"15,0 0-13-15,0 0-16 16,0 0-30-16,77-23-16 16,-61 15-89-16,-3-4-94 15,-2 1-298-15</inkml:trace>
  <inkml:trace contextRef="#ctx0" brushRef="#br0" timeOffset="32463.95">25275 4496 657 0,'0'0'99'0,"0"0"-59"15,0 0-28-15,0 0 29 16,-85 8 2-16,59 0-28 16,-2 1-1-16,4 3-4 15,5-2 7-15,5 2 4 16,3-2-7-16,11 0-18 16,0-2-8-16,0 0 11 15,19 0-1-15,4 0 5 16,5-1 0-16,4 2-1 15,-1-4 0-15,0 3 0 16,-4-1 6-16,-5 0 12 16,-6-1 28-16,-6 1 13 15,-5-3 2-15,-5 3-1 16,0 1-9-16,0-4 1 16,-15 5-9-16,-4-2-8 15,-1 1-20-15,-5-1-12 16,2-3-4-16,-2 0-2 15,2-2-18-15,5-2-19 16,0 0-18-16,4 0-41 16,7-10-64-16,4-5-87 0,3-5-216 15</inkml:trace>
  <inkml:trace contextRef="#ctx0" brushRef="#br0" timeOffset="32665.81">25425 4595 738 0,'0'0'197'15,"0"0"-19"-15,15 76-58 16,-10-52-34-16,-2-5-46 16,0-6-30-16,-3-7-7 15,0-5-24-15,0-1-84 16,0-7-101-16,-3-14-435 15</inkml:trace>
  <inkml:trace contextRef="#ctx0" brushRef="#br0" timeOffset="32832.23">25398 4367 844 0,'0'0'2'15,"0"0"-28"-15,0 0-65 16,0 0-12-16,0 0-38 16,0 0-59-16,22 77-73 15</inkml:trace>
  <inkml:trace contextRef="#ctx0" brushRef="#br0" timeOffset="33162.31">25536 4579 372 0,'0'0'217'0,"0"0"-2"0,0 0-32 16,81 82-32-1,-69-69-34-15,-1-5-40 0,-5-4-25 16,-3-1-7-16,-2-1-10 16,1-2-2-16,-1 0 7 15,1-6 2-15,-1-6-15 16,1-6-25-16,2-3-6 16,1-2-15-16,1 1-12 15,0 3-5-15,0 2 1 16,3 5 6-16,1 4-1 15,-2 3 5-15,3 4 12 16,1 1 10-16,2 0 1 16,-4 8 1-16,1 6 11 15,-2 3 5-15,-3 2 2 16,0-1-9-16,-1 2-4 16,-2-7-3-16,-1 1-4 15,-1-5-26-15,0-2-64 16,2-4-131-16,2-3-144 15</inkml:trace>
  <inkml:trace contextRef="#ctx0" brushRef="#br0" timeOffset="33848.8">25970 4427 661 0,'0'0'100'16,"0"0"31"-16,0 0-30 15,0 0 2-15,3 25-23 16,4-13-5-16,-3 5-13 15,3-2-18-15,4 1-10 16,0 2 3-16,1-1-7 16,5 2-6-16,-4 2 0 15,4-2-5-15,1 2-3 16,2-4-1-16,-1 0-4 16,-2-4-4-16,1-2-1 0,-1-3-3 15,0-3-2 1,-4-2-2-16,-1-3-14 15,0 0-18-15,-1 0-20 0,-4-6-28 16,0-4-63-16,-3-2-75 16,-2-2-77-16,-1-2-149 15</inkml:trace>
  <inkml:trace contextRef="#ctx0" brushRef="#br0" timeOffset="34068.49">26202 4457 814 0,'0'0'140'16,"0"0"32"-16,0 0-65 16,-92 90-31-16,69-65-25 15,3-1-26-15,3 0-16 16,5-5-7-16,0-1-11 15,5-4-52-15,-2 0-69 16,1-1-92-16,-1-5-146 16</inkml:trace>
  <inkml:trace contextRef="#ctx0" brushRef="#br0" timeOffset="35933.33">22209 2330 541 0,'0'0'120'0,"0"0"11"0,-3 0-18 16,3 0 1-16,0 0-23 15,0-9-32-15,-1-1-6 16,-2-3-5-16,0-3-7 16,-2-3-7-16,-2 0-2 15,-1-4-15-15,-3-3-3 16,-1-5-3-16,-2-2-5 16,-3-1 0-16,3-2-4 15,-2-2-2-15,4 0 1 16,0 0 0-16,6-2-1 15,3 4-1-15,3 2 2 16,0 2-2-16,0 8 2 16,0 5 0-16,1 6 0 15,3 6 0-15,3-1 1 16,-1 4 0-16,2 3-1 16,4 1-2-16,3-2 2 15,5 2 0-15,5 0 5 16,6-2 4-16,7 0 2 15,3-4 5-15,1 2 1 16,1-2-2-16,-3 1-6 16,-4-3-3-16,-7 2-1 15,-4-1 0-15,-7 3 0 16,-7-2-2-16,-6 4-2 16,-2 0 0-16,-3 2-1 15,0-1-9-15,0 1-28 16,0 0-22-16,0 0-48 0,0 0-98 15,-4 1-136 1,-2 2-209-16</inkml:trace>
  <inkml:trace contextRef="#ctx0" brushRef="#br0" timeOffset="37207.87">22129 2235 92 0,'0'0'-5'0,"0"0"-11"0</inkml:trace>
  <inkml:trace contextRef="#ctx0" brushRef="#br0" timeOffset="37803.91">22129 2235 157 0,'-49'0'64'0,"49"0"23"0,-1-2-1 15,1-1 15-15,0 2 1 16,0-1-17-16,0 2-15 16,0 0 13-16,0 0 2 15,0 0 3-15,0 0-9 16,0 0-16-16,0 0-3 16,0 0-18-16,0 0-15 15,0 0-1-15,1 5 11 16,5 5-7-16,0 0-12 15,2 4 0-15,1-1-3 16,0 2 1-16,-2-2-4 16,3 1-4-16,-1-2-2 15,-2-2-2-15,2-1-1 16,-4-2-1-16,0-1-2 16,-1-2 2-16,-2-2-3 15,-1 0-6-15,-1-2-13 16,2 0-12-16,-1 0-16 15,1 0-7-15,-1-11-24 16,0 1-42-16,2-3 13 16,1 1-25-16,-1-4 33 15,0-1 5-15,0 1 17 16,3 0 59-16,1-2 23 16,-1 2 11-16,0 4 24 0,-1 2-20 15,-2 3 56 1,0 5 11-16,-3 0-12 15,0 2-13-15,0 0 0 0,0 0-12 16,0 0-17 0,0 7 17-16,0 5 10 0,0 4-23 15,0 3-9-15,0 2 13 16,-6 3-8-16,-2-5-26 16,-1 1-4-16,3-5-2 15,1-3-14-15,2-2-14 16,1-2-45-16,2-5-110 15,0-3-97-15,0 0-193 16</inkml:trace>
  <inkml:trace contextRef="#ctx0" brushRef="#br0" timeOffset="38984.94">22945 1470 575 0,'0'0'127'15,"0"0"-13"-15,0 0-12 16,3-43-16-16,-3 33-29 15,0-1-34-15,-6-1-5 16,-5 1-15-16,-3 1-5 16,-1 3-6-16,-2 3 0 15,-2 3-8-15,2 1 1 16,-1 0 10-16,5 5 2 16,-2 9 4-16,4 6 0 15,5 5-2-15,1 3 5 16,3 8 4-16,2 4 8 15,0 2 18-15,0-2-1 16,9 1-4-16,1-1 15 16,3-5 2-16,-3-1-6 15,0-4 1-15,-3-1-12 16,1-1-8-16,-2-3 2 16,-2-1 0-16,-1-4-9 15,0-2-5-15,-2-4 1 16,-1-2-7-16,0-6-1 15,0-2-2-15,0-1-1 16,0-2-17-16,0-1-14 16,0 0-14-16,0 0-47 0,0-9-138 15,-9-1-64 1,-1-2-164-16</inkml:trace>
  <inkml:trace contextRef="#ctx0" brushRef="#br0" timeOffset="39180.41">22759 1834 771 0,'0'0'146'0,"0"0"29"16,0 0-64-16,0 0-31 16,95-22-29-16,-69 14-34 15,3-2-14-15,0 1-4 16,-2-1-57-16,-5 1-97 15,0-1-117-15,-6 0-163 16</inkml:trace>
  <inkml:trace contextRef="#ctx0" brushRef="#br0" timeOffset="39569.92">23397 1359 844 0,'0'0'144'15,"0"0"-16"-15,-52 103-60 0,32-60-6 16,6 1-20-16,2 2-17 16,1-4 5-16,6-1-8 15,2-2-5-15,3-4-7 16,0-6-4-16,3 0-3 16,11-4-2-16,4-3-1 15,2-4 1-15,1-5-5 16,0-6-26-16,1-4-38 15,-2-3-50-15,-5 0-67 16,-4-3-70-16,-6-11-178 16</inkml:trace>
  <inkml:trace contextRef="#ctx0" brushRef="#br0" timeOffset="39871.51">23435 1666 719 0,'0'0'132'0,"0"0"66"16,0 0-84-16,0 0-22 16,0 0-14-16,89 80-21 15,-69-67-14-15,1 2-19 16,1-4-11-16,-1 0-8 15,0-3-2-15,-3-2-1 16,0-4-1-16,-3-1-7 0,-4-1-21 16,0 0-29-1,-5 0-35-15,-3-5-57 0,-2-5-70 16,-1-1-87-16,0 1-121 16</inkml:trace>
  <inkml:trace contextRef="#ctx0" brushRef="#br0" timeOffset="40068.8">23641 1694 433 0,'0'0'101'0,"0"0"85"15,0 0-76-15,-85 52-1 16,64-33-1-16,5 1-39 16,-2-4-31-16,8-1-21 15,0-2-14-15,5-5-2 16,3-4-6-16,1-2-42 15,1-2-52-15,0 0-75 16,0-1-49-16,7-11-171 16</inkml:trace>
  <inkml:trace contextRef="#ctx0" brushRef="#br0" timeOffset="40442.92">23675 1347 740 0,'0'0'115'0,"0"0"67"0,0 0-71 15,68 76-12-15,-45-48-18 16,3 2-30-16,0 1-1 15,-2 3-12-15,1-1-12 16,-4 1 0-16,-5-3-5 16,-4-1-3-16,-6 0-4 15,-5-1-3-15,-1-3-4 16,0 0-3-16,-1-1-2 16,-11-4-2-16,1 0-15 15,0-5-14-15,2-3-10 16,-3-2-11-16,2-1-37 15,1-5-50-15,0-3-87 16,4-2-81-16,2 0-268 16</inkml:trace>
  <inkml:trace contextRef="#ctx0" brushRef="#br0" timeOffset="40684.86">24108 1733 948 0,'0'0'160'0,"0"0"-62"0,0 0-51 16,80-25-14-1,-68 19-16-15,-4-2-13 16,-2 2-13-16,-6-1-54 15,0-1-89-15,0-2-179 16,-9 2-344-16</inkml:trace>
  <inkml:trace contextRef="#ctx0" brushRef="#br0" timeOffset="40858.71">24070 1609 962 0,'0'0'127'0,"0"0"-67"0,0 0-46 16,0 0-7-16,0 0-7 15,0 0-32-15,76-41-117 16,-61 30-205-16</inkml:trace>
  <inkml:trace contextRef="#ctx0" brushRef="#br0" timeOffset="41552.92">24481 1675 742 0,'0'0'154'0,"0"0"-10"15,0 0-65-15,0 0-9 16,0 0-17-16,53-49-20 16,-40 34-18-16,0 3-9 15,0 1 2-15,-3 4 1 16,-2 4 9-16,0 3-3 16,-2 0-5-16,0 2-3 15,-2 13 2-15,2 3-2 16,1 2 1-16,2 2 0 15,-1 0-4-15,5 1 2 16,0-2-1-16,4 0 4 16,0-2 1-16,4-2-1 15,1-1 1-15,0 0-5 16,-1-3-2-16,1-2-2 16,-3-2 0-16,-4-3-3 0,-1 1-16 15,-3-6-30 1,-2-1-32-16,-4 0-55 0,-3 0-79 15,-2-2-128 1</inkml:trace>
  <inkml:trace contextRef="#ctx0" brushRef="#br0" timeOffset="41850.9">24839 1567 894 0,'0'0'194'16,"0"0"-52"-16,-49 98-46 16,24-61-34-16,-2 0-15 15,1 1-23-15,2-5-15 16,0-2-6-16,2-3-1 15,6-6-2-15,4-4-16 16,3-7-7-16,3-4-37 16,2-7-46-16,4 0-35 15,0-16-170-15,0-7-221 16</inkml:trace>
  <inkml:trace contextRef="#ctx0" brushRef="#br0" timeOffset="42241.95">24881 1177 865 0,'0'0'87'0,"0"0"35"15,0 0-33-15,0 0-25 16,0 0-20-16,-19 71-19 16,16-55-12-16,2 0-6 15,1-1 3-15,0 0-2 16,1-2 0-16,10-4 2 16,3-1-2-16,0-1 0 15,3-2 0-15,0-2-4 16,0-3-2-16,-6 0 0 15,4 0-3-15,-5 0-7 16,0-3-24-16,-3-6-23 16,-1-2-41-16,-3-2-38 15,-2-1-52-15,-1-2 11 16,0 2-71-16,0-1-4 16</inkml:trace>
  <inkml:trace contextRef="#ctx0" brushRef="#br0" timeOffset="42469.42">24977 1191 437 0,'0'0'195'16,"0"0"-34"-16,0 0-71 16,0 0 24-16,0 0 56 15,-2 89-45-15,2-53-27 16,0 3-23-16,2-2-18 16,4 0-8-16,2-1-16 15,0-5-20-15,-1-1-8 16,1-7-2-16,-1 0-2 15,1-7-2-15,0-3-17 0,-3-4-24 16,0-2-24-16,-2-5-26 16,0-2-74-16,-3 0-118 15,0-3-214-15</inkml:trace>
  <inkml:trace contextRef="#ctx0" brushRef="#br0" timeOffset="51401.94">22524 1237 35 0,'0'-4'11'15,"0"1"16"-15,-2-1 23 16,2 2 0-16,0 1-1 16,0-1 3-16,-1 1-4 15,-1 1-9-15,2 0-9 16,0-1-2-16,0-1-3 15,-1 2-2-15,1 0-6 16,0 0 5-16,0 0-3 16,0 0-2-16,0 0 0 15,0 0-13-15,0 0-4 0,0 4 0 16,0 6 2 0,0 2 13-16,0 4-4 0,0 1-5 15,0 2-3-15,0-1-2 16,0 1 1-16,1 0 0 15,4 0 0-15,0-1 3 16,0 2-1-16,1 1 0 16,-1 1 0-16,1 1-4 15,3 0 1-15,-4 0-2 16,0-2-4-16,-1 0 0 16,-4-2 2-16,2 1 1 15,-2-2-1-15,0-1 1 16,0-2 1-16,0 0 1 15,0-4-4-15,0 0-1 16,0-1-5-16,0 2-5 16,0-3-4-16,1 2 8 15,1 1 9-15,1-2-2 16,-2 0-1-16,0-1 2 16,2 1 0-16,-1-4 1 15,0 1 2-15,-2 1 1 16,0 0-2-16,0-1 2 15,0 3-1-15,0 0-1 16,0-1 2-16,0 1-1 16,0-1-1-16,0 2-1 15,0-2-4-15,0 1 6 16,0 0 11-16,0 1-15 16,0-3-2-16,0 3 5 15,0 0-2-15,0-1-8 0,-2 3 8 16,0-3 12-1,2 2-11-15,0-1 2 0,0-5-1 16,0-1 1 0,0 1-3-16,0-2 3 15,0 0 0-15,0-1 0 0,0 0 0 16,0 1 0-16,0 1 0 16,0-4-2-16,0 4-1 15,0-2-1-15,0 2-20 16,0 1 11-16,0-2 1 15,0 3 4-15,0-2 5 16,0 2-19-16,0 0 19 16,0-2 0-16,0 0 16 15,0 1-13-15,4 0-9 16,-1 0 1-16,0-2-4 16,0 3 4-16,0-1 8 15,1-1-41-15,1 1-16 16,-1-1 42-16,2 2 1 15,0-3 14-15,-1 1 3 16,1 1 54-16,-1-3-49 16,1 0-5-16,0-1 2 15,-1 0-1-15,-1 0 5 16,1-1-6-16,-1 0-2 16,0 1 0-16,3-2 1 15,-1 1-1-15,-1 2 0 16,0-3 0-16,1 2 24 15,3-1-14-15,-1 0-9 16,0-1 11-16,2 0 8 16,1 0-14-16,-1 0-6 15,3 0 2-15,-3 0-1 16,2 0-2-16,1 0 0 0,-3-1 2 16,0-2-1-1,0 0-1-15,-2 0 1 0,-3 1 0 16,3-2-1-1,0 0 1-15,2 0 0 0,-1 0-2 16,5-2 2-16,-3 1-2 16,2-2 1-16,0 3-1 15,-2 1-2-15,1-1-2 16,-2 3 1-16,-1-1-2 16,0 1 4-16,0-2 2 15,-1 2 0-15,-1 0 1 16,0-1-1-16,2 1-1 15,-1-2 2-15,1 2-1 16,2-2 1-16,0 0-1 16,3 0 0-16,-4 2-1 15,3-1 1-15,-1 2 0 16,-4-2 0-16,3 2 1 16,-2 0 3-16,-1 0 1 15,1 0-1-15,-1 0 1 16,4 0-1-16,-1 0-1 15,4 0-2-15,-2 0 4 16,4 0 9-16,0-2 1 16,3 2-5-16,3-2-3 15,2-1 40-15,1 2-23 16,0 1-23-16,0 0-13 16,2 0 2-16,-5 0 8 15,-4 0 1-15,-1 0 0 16,-2 0-1-16,-1 0-20 15,-7 0-7-15,3 1 17 16,-2 2 12-16,2-1 0 0,0-2 2 16,1 0-2-1,1 0 1-15,0 0-1 0,0 0 0 16,-2 0 0-16,2 0 1 16,-3 0-2-16,-2 0 2 15,0 0-2-15,-2 0 0 16,1 2-1-16,-1-2-1 15,3 0 3-15,-2 0 1 16,2 0-1-16,2 2 1 16,1-2-2-16,-2 0 1 15,3 2 9-15,0-1 2 16,3-1-16-16,-2 2 4 16,1-1 6-16,3-1-8 15,0 0 4-15,1 0-3 16,-1 0-10-16,1 0 16 15,1 0 6-15,3 0-18 16,-5 0 7-16,-1 0 24 16,-1 0-20-16,-5 0-12 15,1 1 6-15,-1-1 3 16,-2 2 3-16,1-2 19 16,0 1-1-16,1-1-25 15,-3 0-8-15,5 2 7 16,0-1 5-16,4 1 1 15,1-1 8-15,3 0 9 16,5 2-18-16,-2 0 1 16,3-1 1-16,2 2 0 15,3 1-1-15,3-4 0 16,-1 2 0-16,5-2 2 0,0 2-1 16,0-2-2-1,3 2 1-15,-2-2 1 0,0 2 1 16,-3-1-2-16,-3 1 0 15,1 0-2-15,-5 0 2 16,1 0-1-16,-2-2 2 16,-1 0-1-16,-3-1 7 15,-2 0 4-15,0 0-5 16,-4 0 2-16,-4 3-1 16,-4-3-4-16,-1 0-3 15,-2 1-1-15,-4 0-1 16,0-1 1-16,1 0 2 15,2 0 0-15,0 0 1 16,-1 0-3-16,3 0 1 16,0 0-1-16,2 0 0 15,-3 0 0-15,4 0-1 16,-4 0 0-16,0 0 2 16,5 0-1-16,-3 0 0 15,2 0 0-15,-1 0 0 16,3 0 1-16,4 0-1 15,-4 0-2-15,3 0-1 16,-1 0-7-16,2 0-3 16,-4 0 7-16,-1 0-2 15,-3 0-2-15,1 0-1 16,-3 0 10-16,-1 0-1 16,1 0-5-16,-1 0-2 15,3 0 5-15,-4 0 4 16,1-5 0-16,0 0 0 0,2-2 0 15,-4-1 1 1,3-3-1-16,-2 1 1 16,-3 1-1-16,2-2 1 0,-1-2 0 15,-1 0 2 1,-1-1 9-16,-2-3 13 0,0 1-2 16,0-7-12-16,0 2 3 15,0-6-11-15,0 0 2 16,0-1-4-16,0-5 0 15,0-1-1-15,-2-2 1 16,2 0-4-16,0-3 3 16,0 3 1-16,2-3-1 15,1 5-1-15,0 0 2 16,-1 3 11-16,0 1 1 16,-2 2 7-16,0-1-17 15,0 1 14-15,0 2 7 16,0 1-15-16,0-2-8 15,-2 3 1-15,2 1-3 16,0 1 0-16,0 0-3 16,0 4-2-16,-1 4 3 15,0 0 4-15,-5 2-3 16,3 5-1-16,-4-2 2 16,3 3-7-16,-2-1 4 15,1-1 5-15,1 0-1 16,1-2-1-16,-1 0-1 15,0-2-42-15,-2 0-9 16,1 0 62-16,1-1-9 16,0 3 2-16,-2-4 1 15,-1 1-1-15,-1 1-3 16,1 1-4-16,-2 1 7 16,0 1-6-16,-2 0 9 15,0 1-3-15,1-2-13 0,-1 2 6 16,3 1 6-16,-1 0-1 15,2 3 1-15,1 0-2 16,-1 2 0-16,1-1-2 16,-2 1 6-16,-3-1 0 15,1 2-2-15,-4 1-8 16,-1-1 11-16,-3 1-8 16,-2 0 1-16,1 0 8 15,-4 0-17-15,-3 0 20 16,1 0-6-16,2 0 2 15,-3 0-3-15,1 0-1 16,-1 0 6-16,0 0 4 16,2 0-8-16,-5 0 30 15,0 0-7-15,-1 0-18 16,-4 0-9-16,-1 0 3 16,-3 0-1-16,-3 0 0 15,-3 0 2-15,-3 0-4 16,0 0 4-16,-2 0 0 15,-3 5-5-15,-2 1-13 16,4 0 16-16,-5 0 5 16,0 0-23-16,-1-1 22 15,2 0-4-15,-1-2-1 16,0 0 4-16,4-1-4 16,0 0 6-16,2 1-3 15,2-2-5-15,1 2 9 16,1-2-5-16,2 2-1 15,-2-1 1-15,2 1 1 16,-2-2-10-16,2-1 15 0,-2 2-5 16,0-1-4-16,-2-1 5 15,0 3 0-15,-2-3-5 16,-1 1 0-16,4 1 2 16,0-1 0-16,5 1 0 15,3-2 6-15,5 0 8 16,4 0-5-16,3 0 9 15,6 0-11 1,6 0-7-16,1 0 3 0,4 0 3 16,5 0-2-16,-1 0-3 15,2 0 1-15,-2 0-2 16,-1 0 7-16,0 0-3 16,-3 0-3-16,-1 0-3 15,-3 0 0-15,-3 1 4 16,-1 3-1-16,-4-2-1 15,2 4 0-15,-1-2 2 16,3-1-2-16,2 0 2 16,3-2-1-16,2-1 1 15,4 1-1-15,3-1 1 16,1 0-1-16,2 0-1 16,0 0-8-16,0 0-47 15,0 2-81-15,-2-1-81 16,-1-1-101-16</inkml:trace>
  <inkml:trace contextRef="#ctx0" brushRef="#br0" timeOffset="58238.39">25538 2753 403 0,'-10'8'50'0,"-1"2"25"15,-1 2-15-15,-2 6 5 0,-1 4 8 16,-1 2-17-16,-3 7-14 16,0 4 2-16,3 5-5 15,1 5-3-15,1 4 6 16,6 3-5-16,-1 0-1 15,6 0 24-15,3 0-20 16,0-2-20-16,0-3 3 16,9-2-1-16,4-6-8 15,3-2-2-15,-2-4-1 16,2-8 5-16,2-3 5 16,-1-5 0-16,-4-2 3 15,0-7-6-15,-6-1-4 16,-1-3-2-16,-3 0-5 15,-2-3-2-15,-1-1-3 16,0 1 0-16,0-1-2 16,0 0-15-16,0 0-26 15,0 0-40-15,0-5-109 16,0-7-118-16,0-4-286 16</inkml:trace>
  <inkml:trace contextRef="#ctx0" brushRef="#br0" timeOffset="59236.73">25915 3134 463 0,'0'0'112'0,"0"0"-12"16,0 0-18-16,0 0-16 15,0-28-10-15,0 21-16 16,0-1 3-16,-2 0-14 16,-8 3-14-16,-2-1-9 15,-3 5-9-15,-3 1 1 16,-3 0-6-16,-2 7 4 0,1 6 2 15,3 6 1 1,1 0 0-16,6 0-2 0,6-1 2 16,4-2 0-1,2-3 1-15,0-2 5 16,5-3-3-16,8-3 2 0,3-3 2 16,1-2 0-16,2 0-2 15,0 0-4-15,0-4 0 16,-2-4-1-16,-1-3 1 15,-2-3-2-15,-2 1 0 16,-6 4-1-16,-1-1 4 16,-3 2 1-16,-2 4 2 15,0 2 0-15,0 2 9 16,0 0-3-16,2 0-7 16,3 0-13-16,-1 10 5 15,4 7 18-15,-1 5 17 16,4 4 19-16,-1 3 8 15,1 3-8-15,0 2 2 16,1 0-4-16,-5-1-5 16,1-3-8-16,-2-3 3 15,-1-3-8-15,-2-5-7 16,-3-2 4-16,0-3-4 16,0-5-11-16,0-1 5 15,-15-2-3-15,-4-2-3 16,-2-2-5-16,-5-2-4 15,2 0-11-15,0 0-11 16,1-12-18-16,3-5-13 16,5-4-35-16,5-1-66 15,3-2-63-15,6-1-115 16,1 0-194-16</inkml:trace>
  <inkml:trace contextRef="#ctx0" brushRef="#br0" timeOffset="59638.2">26204 2946 441 0,'0'0'80'0,"0"0"15"15,0 0-11-15,0 0-26 16,-13 24 7-16,4-5-8 16,0 2 23-16,2 2-17 15,-1 0-25-15,5 0-6 16,0-1-5-16,3 1-6 15,0-4-11-15,0 0 3 16,6-3 1-16,5-3-9 16,-1-4-3-16,2-2-2 15,-1-3-11-15,1-2-26 16,-1-1-25-16,1-1-62 16,-3 0-58-16,-4 0-103 15,1-4-188-15</inkml:trace>
  <inkml:trace contextRef="#ctx0" brushRef="#br0" timeOffset="59923.09">26286 3110 600 0,'0'0'163'0,"0"0"-35"15,0 0-16-15,0 0-20 16,0 0-34-16,55 68-25 16,-44-59-19-16,-2-2-7 15,-2-3-5-15,1 1 1 16,-3-1-5-16,1-1-18 16,0-3-27-16,1 0-26 15,0 0-46-15,2 0-43 16,-3-1-36-16,-2-10-67 15,-1 0-61-15</inkml:trace>
  <inkml:trace contextRef="#ctx0" brushRef="#br0" timeOffset="60095.97">26425 3127 341 0,'0'0'76'16,"0"0"62"-16,0 0-30 15,0 0-28-15,0 0 2 16,-86 33-25-16,72-19-29 15,0 0-13-15,2-4-6 16,2 2-5-16,3-5-6 16,4-3-29-16,3-2-80 15,0-2-89-15,0 0-107 16</inkml:trace>
  <inkml:trace contextRef="#ctx0" brushRef="#br0" timeOffset="60527.67">26459 2962 575 0,'0'0'135'0,"0"0"-1"15,0 0-28-15,54 72 4 16,-40-50-27-16,0 0-22 15,-2-1-7-15,-4-1-2 16,-2 0-10-16,-4 0-14 16,-2-1-11-16,0-3-7 15,0 0-6-15,-2-1-2 16,-7-2-1-16,1-2-18 16,-1-1-20-16,2-4-37 15,-1-2-61-15,2-4-81 16,0 0-145-16</inkml:trace>
  <inkml:trace contextRef="#ctx0" brushRef="#br0" timeOffset="61220.27">26539 2700 280 0,'0'0'61'16,"0"0"30"-16,0 0-14 15,0 0 3-15,0 0-22 16,-12-11-15-16,12 11-33 15,0 3 5-15,2 10 34 16,9 6 17-16,7 4 1 16,5 6-2-16,1 5 12 0,5 3-21 15,1 4-11-15,2 4-11 16,0 1-11 0,-3 0 19-16,-5 4 8 0,-3 2-14 15,-4-4 8-15,-8 4-3 16,-7-2-3-16,-2-2-14 15,0 2 6 1,0-5 3-16,-10-2-18 0,-3-3 4 16,5-4 3-16,-3-2-16 15,3-7-3-15,1-3-1 16,1-5-1-16,-1-2 1 16,4-6-1-16,-3-3 0 15,3-3-2-15,-1-1-4 16,-2-4-8-16,2 0-15 15,-5 0-21-15,-2 0-26 16,2-9-70-16,-1-6-85 16,0-3-109-16,4-4-209 15</inkml:trace>
  <inkml:trace contextRef="#ctx0" brushRef="#br0" timeOffset="61923.74">26926 2611 564 0,'0'0'153'15,"0"0"-45"-15,0 0-15 16,0 0-4-16,0-1-23 16,0 8-24-16,-2 7 6 15,-2 1-12-15,1 5 0 16,2-1-6-16,1 1-12 16,0-4 3-16,0 0-7 15,4-1 0-15,9-6 1 16,3-2-1-16,1-2 2 15,3 0 2-15,2-5 4 0,-2 0-11 16,1 0-5 0,-4 0-4-16,-4 0-1 0,-2 0-7 15,-4-3-8 1,-1 0-10-16,-1 0-14 16,-2-2-17-16,0 0-33 15,-3-2-42-15,1-3-20 0,-1-1-44 16,0-1-7-16,0-1 17 15,0-1-38-15</inkml:trace>
  <inkml:trace contextRef="#ctx0" brushRef="#br0" timeOffset="62168.05">27103 2621 214 0,'0'0'141'16,"0"0"35"-16,0 0-8 16,0 0-37-16,0 0-59 15,-1 25 32-15,1 3 38 16,0 8-39-16,0 3-12 15,3 3-25-15,4 1-8 16,1 1-14-16,0-7-10 16,-1-2-11-16,-1-4-6 15,0-4-6-15,-1-8-5 16,-2-3-3-16,-1-3-1 16,-1-5-7-16,-1-3-27 15,0-2-31-15,0-3-36 16,0 0-64-16,-11 0-159 15,-1-7-429-15</inkml:trace>
  <inkml:trace contextRef="#ctx0" brushRef="#br0" timeOffset="73754.96">23116 3037 1 0,'-9'8'36'0,"3"0"-14"15,2 1-21-15,0-2-14 16,1 0-18-16,-2 1 73 16,1 0-30-16,1 1 7 15,1-1 17-15,-1 3 52 16,1-1-72-16,1 2 9 15,1-2-3-15,0 1-2 16,0 0-19-16,0 0 2 16,0 2 6-16,0-4-7 15,0 1-1-15,0 0-3 16,1 0 6-16,4 1 3 16,-3-2-4-16,-2 3 6 15,2 0 1-15,-1-2 1 16,3 1 1-16,-1 1-4 15,3-1-4-15,1 1 6 0,-1 0-3 16,4-1-1-16,-3-3-2 16,-1 3-2-1,0-3-1-15,-1 0 3 0,1 0-3 16,-3 0 0-16,2 0-1 16,-1 0 1-16,3-1-1 15,1-1-3-15,0 0-10 16,5-1 14-16,2 0 0 15,-1 2 1-15,3-3 0 16,-1 3-2-16,0-3 0 16,-1 3-6-16,0-3-6 15,-1 0-23-15,0-1-13 16,-1-1 5-16,0 3 29 16,1-2 7-16,-2 1 7 15,1 0-1-15,-1-1 1 16,-2 1 2-16,3 0-1 15,-3 0 2-15,4 0 10 16,-1-2 5-16,0 4-15 16,2-1-3-16,-2-2 1 15,0 1-1-15,-5 0-1 16,1 1-7-16,-1-1-2 16,0-1 7-16,1-2 3 15,-1 2 1-15,5-3-1 16,0 0 1-16,2 0-1 15,-1 0-6-15,3 0-7 16,-1 0 1-16,2 0 2 16,-2 0-7-16,-1 0 12 15,-1 0 4-15,-2 0 2 16,1-4-1-16,-4 4 1 0,4-3 0 16,-3 2 3-16,4 1 10 15,-2-3-6-15,1 1-5 16,3 1-1-16,-1-2 1 15,0-1 2-15,1-2 2 16,2 1-7-16,-1 1 1 16,-3-3-1-16,4 2 0 15,-7-3 1-15,2 5-1 16,0-4 0-16,-1 2 0 16,1 1 0-16,-2-3 1 15,3 1-1-15,-2-1 0 16,0 0 0-16,1-1 0 15,-3-2 0-15,0 0 1 16,0 1 13-16,-3-1 19 16,1-1 5-16,-1-1-12 15,0 2 2-15,-1-2-5 16,0-1-18-16,-1 0 17 16,1-1-15-16,1 0-1 15,1 1-1-15,-3-3-5 16,0 1 3-16,-2 0-2 15,0-1 7-15,0 3-1 16,-3-3-4-16,0 5 3 16,0-3-4-16,0 2-3 15,0-2 7-15,0-1-1 16,0 0 3-16,-3 2-3 16,-2-4 1-16,2 2-9 15,-3 2-12-15,2 0 4 16,-2 1 11-16,-1 2 2 15,0 2-14-15,0-3 14 0,-2 3 0 16,-2-2 0 0,0 0-1-16,-1-1 0 0,0 0-1 15,-1-1-9-15,-1 2-19 16,0 0 14-16,-1-1 0 16,1 3 13-16,0-2 3 15,1 3-2-15,0 0 1 16,0 2 15-16,-1 2-3 15,-1 2-3-15,-2-2-4 16,0 1-3-16,-2 1-2 16,1 0 1-16,-2-1 2 15,4-1-3-15,-1-1 1 16,1 1 9-16,0-1 12 16,2 0-1-16,-1 2-6 15,2-1-14-15,-1 0-2 16,1 3-1-16,-3-4 4 15,3 4-3-15,-3-2 0 16,0 2 2-16,-4 0 2 16,1 0-3-16,-2 0-1 15,-1 0 0-15,1 0 1 16,-1 0-1-16,1 0 0 16,5 0 0-16,-2 0 2 15,5 0-1-15,0 0 2 16,3 0-4-16,-2 0-2 15,1 0 0-15,-1 0-27 16,-1 0-19-16,1 6 26 16,0-5-7-16,-2 4 14 0,3-3-6 15,-3 2 3 1,-1 0 6-16,-1 0 12 16,4 1 0-16,-2-2 4 0,3 1 4 15,0 3 2 1,0-3-9-16,1 1 0 0,1 1 0 15,-1 0 0-15,1 2 0 16,1-2 1-16,0 0 0 16,1 1 6-16,-1-1 2 15,0 4 2-15,2-2-2 16,-2 0 5-16,1 2 26 16,1-1-15-16,0-1-22 15,0-3 1-15,2 1-3 16,1-1 1-16,-3 1-2 15,3-2 1-15,-2 2-1 16,0-2 1-16,2-2 1 16,-1 2-1-16,1-2-1 15,3-2-3-15,0 0-26 16,0 3-49-16,0-3 19 16,0 0-34-16,3 0-93 15</inkml:trace>
  <inkml:trace contextRef="#ctx0" brushRef="#br0" timeOffset="77762.19">27440 3331 318 0,'-2'0'118'15,"2"0"30"-15,0 0-9 16,0 0-33-16,0 0 0 16,0 0-17-16,0-1-28 15,9-2-8-15,4 0 2 16,0-1-4-16,3 0-17 15,0 0-10-15,0 0-10 16,-2 0-8-16,2 1-2 16,-4 2-3-16,-2-3-2 15,0 3-3-15,-3-1-15 16,-1 1-41-16,-3-2-52 16,-2-1-35-16,-1 0-65 15,0-3-129-15</inkml:trace>
  <inkml:trace contextRef="#ctx0" brushRef="#br0" timeOffset="78068.75">27391 3217 723 0,'0'0'87'15,"0"0"26"-15,0 0-11 16,0 0-28-16,84-32-12 16,-63 26-30-16,2 0-26 15,-4 0-5-15,-2 4-3 16,-2 0-14-16,1 2-69 15,-3 0-75-15,-3-1-74 16,0 1-211-16</inkml:trace>
  <inkml:trace contextRef="#ctx0" brushRef="#br0" timeOffset="80086.78">28132 2716 367 0,'0'0'79'0,"0"-4"21"15,0 4-34-15,0 0-10 16,0 0-19-16,0 0-10 15,0 0-6-15,0 2 10 16,-6 11 9-16,-4 6-2 16,-1 7 48-16,-1 8-19 15,-3 6-15-15,4 3-1 16,-2 5-9-16,4 0-8 16,2 0-7-16,4-5-4 15,3 0-6-15,0-3 0 16,7-1 6-16,6-4-7 15,6 1 2-15,-2-5-2 16,3-4 0-16,-2-2-1 16,-1-6 1-16,-2-3-3 0,-1-1-2 15,-5-3-4 1,-2-5-2-16,-2-1-2 0,0-3-3 16,-5 1 1-16,1-4 0 15,-1 0 3-15,0 0-1 16,0 0-9-16,0 0-10 15,0-7-39-15,0-5-44 16,-4 2-62-16,0-3-67 16,1 0-80-16,0-2-236 15</inkml:trace>
  <inkml:trace contextRef="#ctx0" brushRef="#br0" timeOffset="80722.14">28428 3062 547 0,'0'0'85'16,"0"0"24"-16,0 0-40 15,0 0 12-15,0-3-3 0,0 3-9 16,0 0-31-1,-5 0-33-15,-6 3 6 0,-5 7 11 16,1 1-19-16,0 3 0 16,3-4-2-16,1 2 1 15,5-3-6-15,4 1 3 16,2-2-1-16,0-1-3 16,6-1 0-16,13 1 3 15,0-2 1-15,7 2 3 16,-2 0 2-16,1-1-5 15,-1 1 6-15,-6-1 0 16,-4 0 1-16,-5-2 3 16,-2-1-3-16,-6 1 2 15,-1-2 11-15,0 2 21 16,-2 0 4-16,-12 2 6 16,-3 1-14-16,-3-1-24 15,-2 3-9-15,1-3-1 16,2-2-7-16,0-2-15 15,3 0-19-15,3-2-30 16,6 0-46-16,1-3-67 16,2-8-110-16,4-2-188 15</inkml:trace>
  <inkml:trace contextRef="#ctx0" brushRef="#br0" timeOffset="80924.25">28627 3099 687 0,'0'0'147'0,"0"0"21"15,0 0-73-15,0 0-29 16,0 0-17-16,33 75-28 16,-30-65-17-16,0 0-2 15,-3-2-2-15,3 0-52 16,-3-5-73-16,0-3-112 15,0 0-151-15</inkml:trace>
  <inkml:trace contextRef="#ctx0" brushRef="#br0" timeOffset="81100.62">28649 2956 711 0,'0'0'7'16,"0"0"10"-16,0 0-16 16,0 0-103-16,0 0-33 15,0 0-27-15,-6 4-110 16</inkml:trace>
  <inkml:trace contextRef="#ctx0" brushRef="#br0" timeOffset="81489.07">28774 3134 317 0,'0'0'129'16,"0"0"34"-16,0 0-32 16,0 0-19-16,0 0-17 15,39 69-3-15,-39-66-23 0,2-3-11 16,-1 0 7-16,-1 0-15 16,4-4-6-16,1-9-15 15,4-5-25-15,0-2-5 16,2-1-5-16,2-2-10 15,1 3-3-15,-2 2 1 16,2 5 2-16,-5 2-1 16,1 5 0-16,0 6 10 15,-4 0 0-15,1 0-4 16,2 6 3-16,-1 6 10 16,0 3 3-16,-1 2 6 15,0 1-3-15,-1 0-3 16,1-1-3-16,-1 0 0 15,-2-5 0-15,2 2-2 16,0-4-7-16,1-2-24 16,-3 0-41-16,3-2-54 15,1-4-62-15,-5 0-57 16,1-2-216-16</inkml:trace>
  <inkml:trace contextRef="#ctx0" brushRef="#br0" timeOffset="81884.48">29181 3008 531 0,'0'0'88'0,"0"0"81"16,0 0-40-16,0 0-13 16,0 0-19-16,80 70-19 15,-60-54-21-15,2-3-13 16,1 3-2-16,2-5-21 15,-4 1-15-15,-2-2-4 16,0-1-1-16,-3-3 1 16,-5 1-7-16,-1-3-17 15,-4-1-26-15,0-1-23 16,-5-2-38-16,-1 0-42 16,0 0-30-16,0-3-119 15</inkml:trace>
  <inkml:trace contextRef="#ctx0" brushRef="#br0" timeOffset="82092.47">29326 3089 643 0,'0'0'106'0,"0"0"-39"16,0 0-20-16,-85 67 4 15,69-52-20-15,4 1-23 16,1-5-8-16,5 1-20 0,3-5-76 16,3-3-53-1,0-4-145-15</inkml:trace>
  <inkml:trace contextRef="#ctx0" brushRef="#br0" timeOffset="82623.6">29353 2520 491 0,'0'0'6'0,"0"0"87"16,0 0 23-16,54 71-7 15,-25-39-13-15,4 7-19 16,3 5-3-16,-3 3-19 16,-1 5-1-16,-2 2-6 15,-2 2-8-15,-7 2 5 16,-3-4-6-16,-4-1-10 16,-8-3-4-16,-3-2-2 15,-3-5-4-15,0-4 0 0,-1-3 0 16,-13-2-7-1,0-7 0-15,-2-1-6 16,0-7-3-16,3-4-2 16,2-5-2-16,-1-3-20 0,3-7-25 15,1 0-29-15,2 0-56 16,2-11-115-16,1-13-145 16</inkml:trace>
  <inkml:trace contextRef="#ctx0" brushRef="#br0" timeOffset="83140.17">29775 2563 632 0,'0'0'104'0,"0"0"-5"16,0 0-23-16,0 0-23 15,0 0 17-15,0 19-9 16,0-7-20-16,0 0-16 0,0-3-5 16,0 1-7-16,3-2-5 15,7-2 2-15,4 1-4 16,1-4-2-16,2 0 2 15,-1 0-5-15,0-2-1 16,0-1-25-16,-3 0-25 16,-3 0-34-16,-1 0-53 15,-2 0-17-15,0-7-8 16,-2-1-5-16,-1 0-28 16,-1-2 27-16,1 0 81 15</inkml:trace>
  <inkml:trace contextRef="#ctx0" brushRef="#br0" timeOffset="83323.84">29949 2592 76 0,'2'-10'101'0,"-2"2"17"15,0 4 38-15,0 1 39 16,0 2-54-16,0 1-7 16,0 0-19-16,0 9-68 15,0 10 12-15,-4 1 42 16,-2 5-31-16,2 2-31 16,4 0-20-16,0-3-13 15,0 0-3-15,0-4-1 16,0-2-1-16,0-2-5 15,0-1-59-15,0-4-88 16,0-4-139-16,0-1-209 16</inkml:trace>
  <inkml:trace contextRef="#ctx0" brushRef="#br0" timeOffset="84055.48">29450 2992 246 0,'0'0'81'16,"0"0"41"-16,0 0-32 15,0 0-15-15,0 0 6 16,0 0-19-16,0 0-9 16,0 0-2-16,0 0 1 15,-1 4 13-15,-8 5-3 16,-5 3-30-16,-1 1-23 16,-2 2-3-16,-1 0 0 15,0 0-6-15,-1-2-16 16,2 0-60-16,2-3-88 15,1 2-84-15,2-3-149 16</inkml:trace>
  <inkml:trace contextRef="#ctx0" brushRef="#br0" timeOffset="100621.02">17888 2819 184 0,'1'-5'52'15,"-1"2"27"-15,2-2-13 16,-2 1-11-16,1-3 5 15,2 3-21-15,-3-4 2 16,0 1-12-16,0 0 14 16,0 0 11-16,0 1-6 15,0-3 1-15,0 3-1 16,0-1-9-16,0-2 4 16,-4 1-18-16,1-1 0 15,0-2-8-15,0-1-6 16,1-2 0-16,1-4-7 15,1 0-2-15,0 0-2 16,0-1 1-16,0-1-1 16,0 1-1-16,0-1-2 15,0 4-8-15,0 0 4 16,0 4-8-16,0 2 8 16,0 3 7-16,0 1 0 0,0 2 1 15,0 1-1 1,0 0 0-16,0 2 0 15,0 0-3-15,0 1-1 16,1 0-2-16,1 0-1 16,1 0 0-16,3 0-9 0,1 0 2 15,2 0 8-15,2 0-5 16,2 0 4-16,3 2 4 16,0 1-3-16,0 0 0 15,1-2 2-15,2 2 3 16,1-2-7-16,-1 1-8 15,1-2 5-15,0 0 5 16,2 0 0-16,0 0 0 16,1 0 5-16,-1 0-1 15,2 0-1-15,-1 0 3 16,-2 0-2-16,3 0 0 16,-3 0-10-16,1 0-18 15,1 0 3-15,-1 0 4 16,1 0-11-16,3 0-1 15,-2 0 11-15,4 0 9 16,-3 0-23-16,2 0 10 16,-2 0 2-16,-2 0 22 15,-3 0 0-15,0 0 4 16,0 0 0-16,-1 0 1 16,1 0 1-16,-1 0 6 15,0 0-2-15,1 0-6 16,0 0 0-16,2 0 3 15,1 0-3-15,1-2 0 16,1 1 6-16,0-2-5 16,1 0 0-16,-3 1 1 0,-2-1-1 15,0 2 6 1,-1 0-4-16,0-1-3 16,0 2 3-16,2 0-2 0,2 0-1 15,1-1 0-15,-2 1 0 16,5-3-3-16,-2 2 3 15,0-2-9-15,1 1-5 16,-4 0 12-16,0-1-3 16,-1-1 3-16,1 1 2 15,1 1 1-15,0-2 3 16,0 1 2-16,4 0 12 16,-1 1-14-16,2 0-1 15,-2-1-3-15,1 1 1 16,-2 0 2-16,0 2-2 15,0-2-2-15,-2 2 2 16,-1 0 0-16,-2-2 1 16,2 0 6-16,-2 1-5 15,0-2-1-15,2 2-2 16,-3 0 0-16,3 1 1 16,-4 0-1-16,4 0-1 15,0 0 2-15,-4 0-1 16,3 0 2-16,1 0-3 15,-3 0-2-15,3 0-3 16,-4 0 7-16,-2 0 0 16,-1 0-4-16,-3 0-2 15,-3 0 1-15,-1 0 2 16,-2 0 4-16,2 0-1 16,2-2 2-16,-1 2-1 0,3 0-1 15,-1-1 0 1,0 1-2-16,-3-1 2 0,0 1-2 15,-4-2 1-15,-2 2 2 16,-2-1 12 0,-1 1 18-16,0 0-1 0,0-1-4 15,0 1-1-15,0 0 4 16,0 0-3-16,0 0-9 16,0 0-12-16,0 0-5 15,0 0-1-15,0 0 1 16,0-1 0-16,0 1 6 15,0 0 15-15,0 0-7 16,0 0-7-16,0 0-2 16,0 0 0-16,0 0-1 15,0 0-3-15,1 6 1 16,1 7 14-16,-1 1 0 16,1 3-8-16,-2 1 0 15,1-1-4-15,2-1 0 16,-2 2-1-16,1-1-3 15,-1-1 1-15,2 0 1 16,0-1 16-16,0-1-15 16,-2-4-3-16,2-1-1 15,-3-3 1-15,0-2-7 16,0-4-64-16,0 0-56 16,0 0-149-16</inkml:trace>
  <inkml:trace contextRef="#ctx0" brushRef="#br0" timeOffset="101564.8">18868 2092 582 0,'3'-7'106'16,"-1"0"11"-16,-1-1-20 15,-1-3-11-15,0-2-19 16,0 0-18-16,0-1-12 16,-3-1-11-16,-7 2-3 15,0 1-16-15,0 4 2 16,-3 3 5-16,0 4-11 16,-1 1-5-16,-1 0-2 15,-1 8-5-15,3 8 7 16,4 5-3-16,2 2 3 15,3 1 1-15,4 4 1 16,0 1 1-16,0-2-1 16,4 3 1-16,5 0 0 15,1-1 1-15,0 0 0 16,-1-1-2-16,-1-2 1 16,0-5 1-16,-4 0-2 15,2-5 0-15,-3-2 0 16,-2-6-8-16,0-1-45 15,-1-3-48-15,0-4-66 0,0 0-41 16,0 0-152-16</inkml:trace>
  <inkml:trace contextRef="#ctx0" brushRef="#br0" timeOffset="101774.94">18639 2259 752 0,'0'0'60'15,"0"0"70"-15,89-27-54 16,-44 18-52-16,6-3-15 16,2 4-8-16,-1 0-54 15,-6 0-138-15,-8 4-190 16</inkml:trace>
  <inkml:trace contextRef="#ctx0" brushRef="#br0" timeOffset="103881.91">18413 3743 375 0,'0'0'35'0,"0"0"11"16,0 0-6-1,2 0-8-15,-2 0-3 0,1 0 0 16,1 0 28-16,1 3 11 15,-2 3-29-15,1 1-21 16,1 0-1-16,-2 1 7 16,2 0-16-16,1 2-2 15,-3 0-3-15,1-2-2 16,1-1 2-16,0 1-3 16,0-3 1-16,1-1-1 15,2-1 0-15,1 0 1 16,2-2 0-16,-1 0 7 15,4-1 7-15,4 0-2 16,-2 0-5-16,2 0-7 16,1 0-1-16,-2 0 1 15,2 0-1-15,-1 0 0 16,-2 0 1-16,4 0-1 16,-4 0 0-16,1 0 0 15,0 0 1-15,0 0-1 16,2 0-1-16,-1 0 1 15,3 0 0-15,0 0-1 16,1 0 2-16,0 0-1 16,-2 0-2-16,2 0-4 15,1 0-4-15,-3 0-5 16,2 0 3-16,-1 0 6 16,0 0 4-16,-1 0 2 15,-2-1 0-15,1-2 1 16,0 2-2-16,-3-1 2 15,0 2-2-15,1 0 0 16,-4 0-3-16,1 0-14 16,1 0-7-16,-1 0 2 0,0 0 11 15,3 0 9-15,-2 2 2 16,7-2 1-16,-3 0 0 16,2 0 2-16,0 0-2 15,0 0 1-15,-5 0-2 16,-1 0 2-16,0-3-1 15,-3 2-1-15,-1 1 2 16,2-2-1-16,0 2 0 16,0-1 0-16,2 1-1 15,-1 0 2-15,2-1-2 16,-1 1 0-16,1 0 1 16,-2 0 0-16,0 0 0 15,2 0 0-15,-4 0 0 16,3 0 0-16,-4 0 1 15,3-2 0-15,-3 2-1 16,0-2-1-16,0 2 1 16,-2 0 1-16,3-2-2 15,-1 2 1-15,-3 0 0 16,0 0 0-16,-1-2 1 16,1 2-1-16,-3 0 0 15,0-2 0-15,1 0 2 16,1-1 3-16,-1-1 6 15,3 0-4-15,0 0 0 16,-1-2-3-16,-3 1 2 16,1 1 1-16,-1-1 8 0,-3 1 7 15,2-3 2 1,-2 2 8-16,0-2-10 16,0-5 7-16,0-1-6 0,0 2-4 15,0-3 0 1,0 0 3-16,-5-2-13 0,1 1-1 15,0 3-3-15,-1-1-2 16,2 5-2-16,0 1-1 16,2 3 1-16,1 0-5 15,-2 2-15-15,1 2-13 16,1 0-22-16,0 0-66 16,-3 0-127-16,2 0-173 15</inkml:trace>
  <inkml:trace contextRef="#ctx0" brushRef="#br0" timeOffset="104910.85">18972 4169 411 0,'0'0'64'0,"0"0"52"15,28-12-32-15,-21 8-18 16,-3 1 3-16,-1-1-1 16,1-2-1-16,-2-1-2 15,-1 1-13-15,-1-4-9 16,0 3-14-16,0-3-11 15,0 1-6-15,0-3-6 16,0 3-5-16,-5-2 0 16,-4 2 1-16,-1 2-2 15,-3 3-3-15,0 1-4 16,-6 3-4-16,2 0-8 16,-2 10-7-16,0 7-3 15,2 5 7-15,2 0 7 16,5 0 5-16,5-3-3 15,3-2-18-15,2-5 8 16,0-6 12-16,9 0-8 16,5-6 17-16,4 0 3 15,0 0 1-15,2 0-2 0,1-7 1 16,-4-2 0-16,-1-1-1 16,-3-1 1-16,-3 1 0 15,-3 2 1-15,-2 1 1 16,-3 1-1-16,0 4 3 15,-1 0 0-15,-1 2 2 16,0 0 3-16,2 0-1 16,-1 0-5-16,2 14 4 15,3 5 7-15,0 5 13 16,1 10 10-16,3 1 7 16,-1 5 3-16,3 1-7 15,0 1 8-15,1-2 1 16,-1-4-11-16,-2-3 12 15,-6-7-11-15,-2-3-21 16,-2-5-3-16,-2-3 4 16,-18-2-4-16,-5-3-1 15,-8-2-8-15,-3-1-3 16,-1-3-11-16,-1-4-14 16,5 0-12-16,3 0-23 15,4 0-58-15,3 0-86 16,4-1-106-16,3-5-258 15</inkml:trace>
  <inkml:trace contextRef="#ctx0" brushRef="#br0" timeOffset="128711.8">7416 2952 482 0,'0'0'52'0,"0"0"40"15,0 0-15-15,0 0 5 16,0 0-7-16,0 0-11 15,0 0 1-15,0 4-17 16,0 2-19-16,0 2-6 16,0 3-1-16,4 0 4 15,2 5 11-15,-3 0-6 16,3 5-2-16,-1 0 2 16,-1 1-8-16,-1 4-8 15,0-1-4-15,0 2-4 16,2 1 1-16,-2-1-5 15,-2 1 0-15,2 4-1 16,2-3-1-16,0 0 1 16,-2-2-3-16,0 2 2 15,1-5-1-15,0 0 0 16,-1-1-1-16,0-2 3 16,0 2 1-16,0-3-2 15,0-1-1-15,-3 1 4 16,0-4 0-16,0 3-3 15,0-3 1-15,0-1 1 16,0 2-3-16,0-1 1 16,0-1 0-16,0 1-1 15,0-2 4-15,0 0-2 16,0-3 0-16,0-2-1 16,0 3 1-16,0-2 1 15,0 0 0-15,0 4 2 16,0 0 10-16,0 2-8 0,0-1-6 15,0-1 2-15,0-1 0 16,0-4-1-16,0-2-3 16,0 0 2-16,0-3-1 15,0 0 3-15,0 0-3 16,0-3 1-16,0 2 0 16,1-3 0-16,2 2-2 15,-2 1 2-15,1 0 0 16,1-1 1-16,0 0-2 15,0-1 1-15,0 2-1 16,0-2 1-16,-1 2 0 16,2-2-1-16,1 1 0 15,1 1-1-15,0-2 2 16,1 1-2-16,3 0 5 16,1-2 3-16,0 2-3 15,3-1-1-15,-2 0 1 16,3-1-1-16,-2 2-1 15,2 0 0-15,1-2 0 16,1 3-1-16,-1-2 0 16,3 1-1-16,0-1 0 15,4 1 1-15,-2-2-1 16,4 0 0-16,1 0 1 16,0 0 1-16,3 0-1 15,3 0-1-15,-2 0 0 16,2 0 1-16,1 0-1 15,0 0 1-15,-5 0-1 16,2 0 0-16,-1 0 0 16,-2 0 1-16,-1 0-1 15,0 0 2-15,-3 0 0 0,-4-2-1 16,0 2 1 0,-2-1-1-16,0 1 2 0,1-2 2 15,-2 2-2-15,1-1-1 16,0-2-1-16,2 3 1 15,-3-4-2-15,3 2 2 16,1 0-1-16,-3 0 1 16,2 0-1-16,0 1-1 15,1 1 0-15,2-2 1 16,-2 2 0-16,-1-1-1 16,1-1 0-16,0 1 0 15,0-2 2-15,2 2-3 16,-5 0 2-16,3-2-1 15,-3 3-1-15,-2 0 1 16,-3-1 1-16,-1 0-1 16,-2 1 0-16,-3 0-1 15,0 0 0-15,-3-2 1 16,5 2 0-16,-2 0 0 16,0-3 1-16,4 2-1 15,-2-1 1-15,0 0-2 16,-1-1 2-16,-3 2 0 15,1-3 0-15,-1 0 1 16,-1-3 1-16,1-1 2 16,-1-4 2-16,0-3-3 15,1-1-1-15,-1-1-1 16,0-4-2-16,0-4 3 16,1 1-2-16,-2-5-1 15,-2 2 2-15,0-4-2 16,0-2 2-16,0 3-2 15,0 2-1-15,0 0 1 0,-7 1 0 16,4 4 0-16,-3 2 0 16,1-1 1-16,1 2-1 15,0-2 1-15,1-1-2 16,-1-1 2-16,1-4-1 16,0 1 0-16,0 0 0 15,-1-2 0-15,-2 2 1 16,3 1-1-16,-2 2-1 15,3 2 2-15,-4 3-1 16,2 0-2-16,1 3 0 16,0 0 1-16,0 1 2 15,0 3-1-15,0-2 0 16,0 3 0-16,2 0 0 16,-3 3 1-16,1-2-1 15,1 3 0-15,1-2 0 16,-1 4-1-16,-1-1 2 15,2 1-2-15,1 4-1 16,-3-2-3-16,2 3 4 16,-2 0 0-16,0-2 0 15,0 1 0-15,-4-1 0 16,3 2 1-16,-2-1-1 16,-3-2 1-16,-1 3 2 15,-2-1 0-15,-2-1 2 16,-2 2 3-16,-5 0-4 15,-3 0 2-15,-3 0-3 0,-1 0-2 16,-2 0 5-16,0 0-3 16,-1 3 3-1,1-1-2-15,-3 0-1 0,2 0-1 16,-3-1 4-16,0 1-2 16,0 1-2-16,-2-2 2 15,3 2-1-15,-1-3 0 16,3 1-1-16,0 2 0 15,3-3 2-15,-1 0-3 16,1 0 1-16,-1 0 2 16,3 0-3-16,-6 0 0 15,-1 0 1-15,-4 0-2 16,-2 0 2-16,2 1-1 16,0 2 0-16,0 2 1 15,3-2 3-15,6 1-1 16,3-1-2-16,5-2 3 15,6-1-2-15,5 0 0 16,3 0-1-16,1 0 2 16,4 0-1-16,-1 0 1 15,-1 0-2-15,-3 0 1 16,1 0-2-16,-1 0-2 16,-1 0 0-16,0 0 0 15,-3-1 1-15,0 1 0 16,2 0 2-16,-2 0-1 15,2 0 2-15,0 0-3 16,1 0 2-16,0 0 0 16,1 0-1-16,0 0 2 15,1 0-1-15,2 0 1 16,-2-1-1-16,2 1 0 16,2 0 1-16,-2 0-3 15,2 0 1-15,1 0-8 16,0-2-7-16,0 2-16 15,-2 0-5-15,2 0-17 0,0 0-14 16,0 0-30-16,0 0-94 16,0 0-137-16,0 0-192 15</inkml:trace>
  <inkml:trace contextRef="#ctx0" brushRef="#br0" timeOffset="131634.79">7511 4003 372 0,'0'0'75'0,"0"0"21"16,0 0 13-16,0 0-17 15,0 0-14-15,0 0 1 16,0 0-13-16,0-11-17 16,7-8-26-16,16-9-8 15,13-13 1-15,18-10-12 16,15-13 3-16,18-7-3 16,11-8-4-16,13-7-2 15,-2 3-3-15,2 0 6 16,-6 4-1-16,-6 4-1 15,-14 7 1-15,-12 9 3 16,-18 13-2-16,-13 10 1 16,-15 12-2-16,-14 9 0 15,-11 8-2-15,-2 7-14 16,-9 0-46-16,-11 0-99 16,-1 0-96-16,-1 0-264 0</inkml:trace>
  <inkml:trace contextRef="#ctx0" brushRef="#br0" timeOffset="133569.87">7543 3020 489 0,'0'0'49'0,"0"0"30"15,0 0 6-15,0 0-33 16,10-12-5-16,4 12 21 15,5 8 3-15,7 9-14 0,7 3-1 16,7 6 0-16,5 5-15 16,6 3 0-16,4 4-16 15,10-1-11-15,6 3 1 16,8 1-7 0,8-4 4-16,4-2 1 0,3-2 4 15,1-4-6-15,-8-4-5 16,-5-2-3-16,-11-5 0 15,-11-1 1-15,-12-1-1 16,-13-3 0-16,-10-3 4 16,-10-1 2-16,-5-5-1 15,-4 0 6-15,-3-3 3 16,1 0 1-16,-4-1-5 16,0 0-3-16,0 0-6 15,0 0-1-15,0 0-1 16,0 0-11-16,2 0-39 15,-1 0-53-15,0 0-100 16,-1 0-129-16,0-1-197 16</inkml:trace>
  <inkml:trace contextRef="#ctx0" brushRef="#br0" timeOffset="135441.76">4657 3368 650 0,'0'0'55'0,"0"0"8"15,8 15 32-15,-3 7 22 16,1 5-2-16,1 4-15 15,0 1-39-15,3-2-25 16,-2-2-1-16,-1-4-4 16,0-6-11-16,0-5-9 15,-2-4-6-15,-3-3-4 16,1-5 0-16,-3-1 0 16,5 0 3-16,1-7 6 15,-2-12 7-15,4-6-13 16,1-7-2-16,0-4-3 15,1-2-6-15,-1 5-3 16,-1 1 2-16,1 9 0 16,-2 4-1-16,0 6 2 15,1 5 0-15,-2 7-1 16,3 1 0-16,3 0-6 16,1 9 1-16,1 7 12 15,1 0 4-15,-1 2-1 16,1-1-1-16,-2-3-1 15,-2-2 0-15,0-3 1 16,-1-3-2-16,-2-2 0 0,0-4-3 16,1 0-7-16,2 0 10 15,-2-4-1-15,3-9 2 16,0-2 0-16,0-5-1 16,-3 2 1-16,0 2-2 15,-1 3-1-15,-4 2-2 16,-3 5 4-16,1 4 1 15,-2 2-4-15,0 0-15 16,0 8-15-16,0 7 16 16,0 3 7-16,0 1 3 15,0-1 0-15,0-3 1 16,8 0 2-16,4-1 0 16,4-6 5-16,1-1 1 15,0-3-1-15,2-4 1 16,0 0 2-16,0 0-1 15,-3-3 4-15,-1-6-1 16,-3-2 3-16,-2-5 7 16,0 0 5-16,-5-2 1 15,-4-2-5-15,-1 2 0 16,0 0 11-16,-6 3-18 16,-9 1-6-16,-6 2-1 15,2 5-5-15,-4 2-16 16,0 5-24-16,1 0-40 15,1 0-50-15,1 6-87 16,4 4-51-16,3-2-280 16</inkml:trace>
  <inkml:trace contextRef="#ctx0" brushRef="#br0" timeOffset="135704.1">5395 3105 761 0,'0'0'67'0,"0"0"62"16,29 101-74-16,-19-65-12 15,5-1 1-15,-4-2-24 16,1-2-18-16,-4-4-3 15,0-4-38-15,-4-4-63 16,-2-2-80-16,-2-8-59 16,0-3-157-16</inkml:trace>
  <inkml:trace contextRef="#ctx0" brushRef="#br0" timeOffset="135895.44">5280 3194 801 0,'0'0'62'15,"0"0"50"-15,78-58-27 16,-42 38-65-16,1-1-13 0,5 5-5 16,-4 3-49-16,-7 7-142 15,-3 6-130 1</inkml:trace>
  <inkml:trace contextRef="#ctx0" brushRef="#br0" timeOffset="136791.95">4969 4197 701 0,'0'0'105'0,"0"0"49"16,0 0-37-16,51 83-32 15,-43-67-19-15,2-2-22 16,-4-3-15-16,0-5-13 15,-2-2-8-15,-1-4-4 0,3 0-2 16,1 0-1 0,0-13 10-16,4-10 9 0,1-7-13 15,0-4-7-15,1-1-10 16,0-1-7-16,-3 5-6 16,-1 8 2-16,-2 6 13 15,-3 6 2-15,1 7 4 16,-1 4-4-16,-1 0-4 15,1 0-10-15,8 8 14 16,-5 6 6-16,3 0 2 16,3-1-2-16,2-1 1 15,0-1-1-15,1-4-1 16,2 0 3-16,-2-4-2 16,-1-3 1-16,2 0 2 15,-3 0 5-15,-3 0 5 16,2-10-5-16,-4-1-4 15,0 0-1-15,-5-5 1 16,-1-1 1-16,-3 1-1 16,0-3-1-16,0-1 2 15,0 1 0-15,-7 2-3 16,-1 2-1-16,1 3 1 16,3 5 1-16,-3 2-2 15,5 5 0-15,-1 0 4 16,1 0-4-16,-1 10-7 15,0 7 1-15,0 2 3 16,1 5 3-16,2 1-2 16,0-5 0-16,0-1 1 15,3-2-2-15,7-3-1 16,3-6-2-16,2-3-11 16,0-5-34-16,2 0-51 15,0 0-27-15,-3-4-51 16,4-7-74-16,-4-5-250 0</inkml:trace>
  <inkml:trace contextRef="#ctx0" brushRef="#br0" timeOffset="138029.44">5694 3862 745 0,'0'0'95'16,"0"0"29"-16,0 0-66 16,0 0-33-16,-52 22-6 15,40-2-6-15,0 3 10 16,4 2 2-16,5-1-5 16,3-1-13-16,0-4-6 15,3-3-2-15,15-2 2 16,1-3 2-16,5-7-3 15,2-4 0-15,3 0-2 16,0 0-5-16,-3-4-8 16,0-9-13-16,-6-3-13 15,-1 1 2-15,-3-1 3 16,-1-3-4-16,0-1-2 16,-1-1 19-16,-1-3 17 15,0-2 5-15,-3 3 3 16,-1 1 1-16,-4-1 18 15,-4 8 19-15,-1-2 2 0,0 6 16 16,-4 3 0-16,-8 4-20 16,-2 4-3-1,-2 0-24-15,-1 8-13 0,0 11 1 16,2 5-4-16,3 5 1 16,3-1 1-16,2 0-3 15,7-2 0-15,0-1 2 16,0-3 2-1,13-6-1-15,2-2 2 0,3-6 6 16,7-6-3-16,1-2 1 16,3 0 7-16,-4-6-1 15,2-11-5-15,-3-3 0 16,-4-2-2-16,-5-3-1 16,-2 0-1-16,-6-2-5 15,-1-2-4-15,-2 0-1 16,-2 2-2-16,1 2-2 15,0 1 0-15,0 5 1 16,4 2 6-16,-2 5 4 16,3 1-1-16,-1 3 0 15,1 4 0-15,3 2 0 16,-4 2-4-16,2 0 1 16,-2 2 30-16,1 9 6 15,1 5-3-15,1-1-1 16,0 3 4-16,1 1 4 15,1 1 2-15,0 2 5 16,1-4-1-16,-2 0-5 16,-3-5-4-16,-1 1-3 15,-2-3-7-15,-3-3-9 16,-2-2-5-16,0 1-1 16,0-2-1-16,-11-2 4 15,-2 0-1-15,-2-2-3 0,1-1-8 16,0 0-4-16,2 0-4 15,4 0-7-15,4 0-7 16,4-7-6-16,0-4-3 16,0-4-4-16,16-2 17 15,6-4 18-15,2-2 4 16,-2-4-1-16,3 3 1 16,-7 0 2-16,-3-2-2 15,-4 4 3-15,-4-2-2 16,-2 0 0-16,-2 5-1 15,-2 0 1-15,-1 5-2 16,2 4 3-16,-1 3-2 16,-1 2 0-16,2 5 2 15,-1 0 6-15,4 2-5 16,-2 12 0-16,3 4 11 16,2 3 6-16,-2 4 2 15,5 2 11-15,-2 1-3 16,1 0-2-16,-3-1 7 15,4-4-6-15,-3-2 2 16,-1-5 1-16,-3-4-18 16,-1-1-3-16,-3-4-4 15,0-2-2-15,-4-1 0 16,-12 0-5-16,-4 2-32 16,-6-2-43-16,2-1-34 15,0-1-83-15,2-2-151 16,9 0-341-16</inkml:trace>
  <inkml:trace contextRef="#ctx0" brushRef="#br0" timeOffset="139209.5">6595 3544 776 0,'0'0'105'0,"0"0"65"16,0 0-78-16,-24 2-58 16,6 17-20-16,-3 1-6 15,1 7 0-15,2 0-5 16,4-2 4-16,7-4-1 16,4-4-1-16,3-4-1 15,0-1-6-15,0-9 0 16,8-1 8-16,8-2-2 15,-1 0 9-15,0-12 4 16,0-6-5-16,-2-1-8 16,-3-1-1-16,-3-2-1 15,-2 1-4-15,0 3-12 16,-3 4-6-16,-1 3 3 16,1 0 12-16,-2 8-1 15,0 2 3-15,1 1-4 16,1 0-4-16,2 0-3 15,2 4 21-15,-2 5 11 16,3 1 3-16,2 0 0 16,-3 0 3-16,1-3-8 15,-1 1-1-15,2-4-4 0,1-1-4 16,0-3-3-16,-1 0-2 16,2 0 4-1,2-7 9-15,-1-9-8 16,1-3-6-16,-2-1-4 0,3-3-3 15,-5 2-4-15,-3 6-4 16,0 1 3-16,-4 4 9 16,1 6 1-16,-2 1-1 15,0 3-1-15,0 0 0 16,0 0-4-16,0 0-10 16,0 12 6-16,0-1 9 15,0 2 4-15,0 3 4 16,0-5-3-16,4 0 3 15,2-3 1-15,1 1 0 16,-1-5-2-16,2-1 0 16,4-3 3-16,-2 0 1 15,3 0-3-15,-3-8-1 16,3-5-2-16,-2-2-1 16,0-3-2-16,-5 1-5 15,-1-1 0-15,1 0-1 16,-5 1-8-16,1 2-3 15,-2 5 5-15,0 1 0 16,0 4 7-16,0 5 3 16,0 0-12-16,0 0-10 15,0 13 2-15,0-2 22 16,1 4-1-16,2-1 1 16,2-4-2-16,2-4 4 15,0 0 2-15,2-3 5 16,2-3 5-16,0 0 2 15,1 0 3-15,-1-10-5 0,1-5-8 16,-1-2-3-16,0-2-6 16,-1-1-7-16,-1 4 2 15,-2 4 1 1,1 1 2-16,0 7 0 0,-1 1 2 16,1 3-4-16,3 0-2 15,1 11 18-15,2 8 12 16,2 5 15-16,-2 9 11 15,4 4 7-15,-4 5 10 16,2 0 1-16,-4 1 0 16,-1-2-25-16,-5-3 4 15,-3-5-12-15,-3-4-3 16,0-4-6-16,-13-5-2 16,-10-3-5-16,-6-3-8 15,-3-6-2-15,-3 1-8 16,-2-5-12-16,1-1-19 15,1 0-33-15,3-3-28 16,3 0-26-16,4 0-77 16,1 0-179-16,5-6-421 15</inkml:trace>
  <inkml:trace contextRef="#ctx0" brushRef="#br0" timeOffset="140711.71">4781 4783 444 0,'0'0'75'16,"12"-2"-21"-16,13-13 27 15,13-5 21-15,20-8-11 16,16-8 3-16,21-14 5 16,18-7-20-16,12-9-38 15,17-2-18-15,8-4-15 16,12-2-3-16,3 3 1 15,4-1-1-15,1 2-9 16,-8 5 3-16,-13 4 1 16,-15 5 2-16,-22 9 0 15,-21 11 1-15,-26 10-2 16,-17 9-1-16,-19 6 0 16,-13 7 2-16,-13 4-1 0,-3 0 8 15,0 0 16 1,-9 0-19-16,-4 0-24 15,2 0-27-15,2 0-9 16,3 0-19-16,1 0-65 0,3 1-55 16,-1 2-116-1,0-3-114-15</inkml:trace>
  <inkml:trace contextRef="#ctx0" brushRef="#br0" timeOffset="147388.29">9958 4283 611 0,'0'-10'123'15,"0"0"6"-15,0-1-37 16,0 0-21-16,-2 0-18 16,-5 0-18-16,-1 0-6 15,0 0-10-15,-4 3-11 0,2 0-2 16,-3 2-6-16,3 4-2 16,-3 0-1-1,-1 2-2-15,-1 0 2 0,-1 14 1 16,3 9 0-16,2 4 0 15,5 7 2-15,3 4-2 16,3 5 8-16,0 0 7 16,9 4 5-16,8-2 6 15,-2-2 21-15,5-1-29 16,1-5 20-16,-3-4-1 16,-1-3-20-16,-2-4 0 15,-4-4-1-15,-2-3 1 16,-3-4 1-16,-3-1-1 15,0-3 0-15,-2 0-4 16,-1-3-4-16,0-3-4 16,0-1-2-16,0-1 0 15,0-2-7-15,0-1-17 16,0 0-27-16,-6 0-43 16,-1-1-100-16,-2-10-118 15,-4-1-220-15</inkml:trace>
  <inkml:trace contextRef="#ctx0" brushRef="#br0" timeOffset="147614.35">9718 4678 953 0,'0'0'113'0,"0"0"47"0,0 0-67 16,92-23-40-16,-59 14-28 16,2-3-19-16,1 1-6 15,-4-1-37-15,0 0-144 16,-6 4-224-16</inkml:trace>
  <inkml:trace contextRef="#ctx0" brushRef="#br0" timeOffset="148456.95">10288 4512 653 0,'0'0'120'16,"0"0"-18"-16,0 0-33 16,0 0-8-16,5 48-26 15,2-32-12-15,4 0-2 16,1 2-7-16,5-5 1 16,2-2 3-16,3-3 23 15,2-3-12-15,1-4-13 16,-1-1-8-16,1 0-4 15,-4-4 2-15,0-8-3 16,-7-3 5-16,-2-1 0 16,-4-2 9-16,-8-1-5 15,0-2 9-15,0 3-5 16,-4 1-6-16,-9-2-4 0,-2 8 6 16,0 2-4-1,-3 4-7-15,0 5-7 16,-1 0-13-16,1 0-21 15,0 2-20-15,3 9-16 16,1 1-21-16,5-1-65 0,2-3-50 16,4 0-210-16</inkml:trace>
  <inkml:trace contextRef="#ctx0" brushRef="#br0" timeOffset="149293.65">10776 4519 465 0,'0'0'57'15,"0"0"107"-15,0 0-51 16,0 0 12-16,0 0 0 16,9-23-34-16,-9 16-18 15,0-1-14-15,0-3-19 16,0 1-13-16,0 0-7 15,0 1-3-15,-4-1-9 16,-5 0 0-16,-2 7-5 16,-3 0-5-16,1 3-5 15,-4 0-11-15,0 10-8 16,1 6-7-16,4 4 4 16,-1 1 3-16,6-1 3 0,6-1 9 15,1-2-4-15,0-3-8 16,0-2 7-16,10-4 6 15,6-4 6-15,0-1 0 16,2-3 2-16,5 0 4 16,-1-6 0-16,1-7 2 15,0-2-1-15,-4-2 1 16,-5 1-1-16,-2 4 0 16,-2 1 1-16,-7 3 1 15,0 4 7-15,1 4 4 16,-2 0 4-16,1 0-9 15,1 0-4-15,2 8 17 16,5 7-10-16,-2 1 8 16,4 5 1-16,3 5 12 15,0 3 26-15,4 7-19 16,0 2-1-16,-2 3 19 16,2 2-9-16,-2-4-9 15,-4-1-1-15,-3-5 4 16,1-6 0-16,-4-5-18 15,-3-7 4-15,-4-3-1 16,-1-2-9-16,0-6 0 16,-12 1 4-16,-9-1 3 15,-9 0-14-15,-7-1-8 16,0 0-5-16,-5-3-18 16,3 0-17-16,3 0-17 15,6-13-20-15,7-4-20 16,8-8-12-16,9-5-109 15,5-4-223-15</inkml:trace>
  <inkml:trace contextRef="#ctx0" brushRef="#br0" timeOffset="149723.6">11042 4125 747 0,'0'0'136'0,"0"0"19"16,95 89-55-16,-51-54-19 16,2 3-8-16,-3 2-8 15,-4-1-8-15,-5 4-10 16,-8-2 4-16,-8-2-15 16,-9 5-4-16,-9-2-3 15,0 1-12-15,-9-4-1 16,-11 2-9-16,-3-3-3 15,0-5-2-15,-2-5-16 16,2-5-30-16,2-8-22 16,3-5-23-16,-2-8-107 0,5-2-219 15</inkml:trace>
  <inkml:trace contextRef="#ctx0" brushRef="#br0" timeOffset="150137.81">11520 4450 883 0,'0'0'138'16,"0"0"1"-16,0 0-29 15,0 0-16-15,96 62-22 16,-68-46-16-16,3 1-13 15,-2-2-11-15,-5 0-12 16,-1-3-10-16,-4-3-6 16,-5 1-2-16,-5-6-8 15,-2 0-26-15,-4-3-25 0,-1-1-21 16,-2 0-53 0,0-4-38-16,0-9-127 0,0-8-119 15</inkml:trace>
  <inkml:trace contextRef="#ctx0" brushRef="#br0" timeOffset="150313.1">11704 4481 664 0,'0'0'140'16,"0"0"12"-16,-63 72-69 16,46-46-20-16,3-2-29 15,3-3-26-15,3-5-6 16,4-3-11-16,2-3-54 15,2-7-85-15,0-3-78 16,0 0-158-16</inkml:trace>
  <inkml:trace contextRef="#ctx0" brushRef="#br0" timeOffset="150675.89">11591 4260 843 0,'0'0'94'15,"0"0"63"-15,0 0-77 0,-58 90-25 16,41-49-13-16,1 1-23 16,4 3-13-16,4-2-4 15,3 0-1-15,5-4 0 16,0-6-7-16,0-2-5 16,15-5-8-16,3-2-12 15,6-8-12-15,3-7-28 16,2-5-76-16,0-4-79 15,-2-4-180-15</inkml:trace>
  <inkml:trace contextRef="#ctx0" brushRef="#br0" timeOffset="150975.76">11793 4264 872 0,'0'0'104'0,"0"0"74"16,55 78-71-16,-29-45-23 16,-1 5-11-16,2-1-18 15,-4 1-15-15,-3-2-5 16,-8-1-12-16,-6-3-10 15,-6-3-9-15,0 1-2 16,-9-3-7-16,-13 2-22 16,-9-4-28-16,-10 0-48 15,-8-4-119-15,-9-3-241 16</inkml:trace>
  <inkml:trace contextRef="#ctx0" brushRef="#br0" timeOffset="151659.67">9723 4111 706 0,'0'0'81'0,"0"0"0"15,-46 90 5-15,19-34 11 16,-3 12-18-16,-1 5-16 15,6 3-19-15,4-1-25 16,5-1-6-16,12-8-8 16,4-5-3-16,6-5-3 15,18-5 1-15,9-5-8 16,8-9-20-16,5-8-48 16,4-12-46-16,4-8-68 15,-2-9-60-15,-3 0-259 16</inkml:trace>
  <inkml:trace contextRef="#ctx0" brushRef="#br0" timeOffset="152277.39">9297 4117 555 0,'0'0'48'16,"0"0"-9"-16,0 0-23 16,-93 17-10-16,70 6 6 15,5 9 16-15,1 6-5 16,7 11 3-16,1 7 20 15,5 5 13-15,4 6 15 16,0 1 7-16,0 2-12 16,0-1-12-16,0 1 0 15,0-2 0-15,0-1-17 16,0-5-5-16,0-1-13 16,0-8-6-16,0-5 0 15,0-10-2-15,0-6-1 16,0-7-4-16,0-6-3 15,0-6 0-15,0-4 0 16,0-3-1-16,3-1 2 16,9-2-3-16,5-2-1 15,4-1 3-15,7 0 0 16,5 0-4-16,4-3-1 16,8-9-6-16,3-5-29 15,2-3-75-15,4-3-191 16,-2-2-522-16</inkml:trace>
  <inkml:trace contextRef="#ctx0" brushRef="#br0" timeOffset="153343.96">12063 3996 669 0,'0'0'74'15,"0"0"32"-15,0 0-39 16,77-1-14-16,-51 1-16 16,0 6-16-16,0 7-4 15,-1 7 0-15,0 9 0 16,-3 3 6-16,-2 7 0 15,-5 8 4-15,-1 7 0 16,-4 6 1-16,-3 4 0 16,-1 2-5-16,1 4-3 15,-1-1 0-15,0-2-2 16,1 0 21-16,4-5-8 16,-2-3-22-16,3-5-3 15,-1-4 5-15,0-10-2 16,-3-4 6-16,1-6 0 0,-5-9-8 15,0-5 0 1,-1-4 4-16,-3-5 9 16,0 0 16-16,0-3 4 0,0-3 9 15,-7 2 0-15,-9-3-13 16,-3 0-10-16,-4 0-11 16,-4 0-9-16,-2 0-3 15,3 0-2-15,2-4-1 16,2 0-20-16,2-3-12 15,4 4-20-15,7-4-22 16,6-4-23-16,3-5-48 16,2-7-137-16,13-4-127 15</inkml:trace>
  <inkml:trace contextRef="#ctx0" brushRef="#br0" timeOffset="153606.4">12819 4024 984 0,'0'0'127'0,"0"0"3"15,0 0-60-15,0 0-47 16,-63 74-19-16,33-35 0 0,-2 6-3 16,2 1-13-16,3-1-78 15,-1-4-104 1,-1 0-213-16</inkml:trace>
  <inkml:trace contextRef="#ctx0" brushRef="#br0" timeOffset="157858.43">7192 5420 308 0,'0'0'30'0,"0"0"38"16,0-2-3-16,0 2-3 15,0 0-6-15,0 0-19 16,0 0 4-16,0 0-10 16,0 0-14-16,0 6 1 15,0 11 13-15,0 5 23 16,4 4-31-16,-1 8-12 16,0 0 4-16,0 4-7 15,0 0-4-15,-2 3 0 16,1 1-3-16,1 2 0 15,-1-2-1-15,0-1 0 16,1-2-1-16,-3-3-2 16,0-2 1-16,0-5 3 15,0-4-1-15,0 0-1 16,0-5 1-16,0-1-2 16,0-2 1-16,0-1-1 15,0-5-4-15,5 0 3 16,3-2 1-16,0-3 0 15,0 0 1-15,2-2 2 16,1 0 1-16,0 1 1 16,6-1-1-16,0 0 0 15,3-1 3-15,3 0-3 16,2-2-1-16,-1 2-1 16,0-3 1-16,0 1-2 0,1-1 2 15,-2 0-1-15,-1 0 5 16,-1 0 0-16,4 0 1 15,-2 0 3-15,0 0 14 16,1 0-2-16,1 0-10 16,1 0-6-16,0 0-4 15,-1 0 1-15,-1 0-1 16,1 0-1-16,-2 4 4 16,-3 0-1-16,2-4-2 15,1 3-1-15,-2-3 2 16,1 0-1-16,3 0-1 15,2 0 1-15,2 0 0 16,0 0-1-16,4 0 0 16,-1-3 0-16,1-5 0 15,-1 1 1-15,0 1-1 16,-4-2 0-16,0 5 0 16,-2-3 1-16,-3 1-2 15,-3 0 2-15,3 1 0 16,-1 1-2-16,-2-4 2 15,2 2-1-15,1 0 1 16,-4 1-1-16,-1 0-1 16,0 0 1-16,-5 1 1 15,0 3-2-15,-3-4 1 16,1 4 0-16,-2 0 0 16,3 0-1-16,-4 0 1 15,1 0-1-15,1-3 2 16,-1 3-1-16,-2-1 1 15,0-2-1-15,2 2 0 16,-3-3 1-16,-2 3 0 16,0-2 5-16,-1 2 11 0,2-2-3 15,-2-2 3-15,4 2 0 16,-2-4-12-16,0-3-3 16,2-1-1-16,1-4 1 15,0-1 1-15,-1-4-2 16,0-4 4-16,3-3 8 15,-1-4 0-15,-3 2-6 16,0-1 1-16,0 1 0 16,-1 2 7-16,-5 3-1 15,0-2-3-15,0 1-3 16,0-2-1-16,0-1-1 16,0 0-5-16,-7-3 0 15,3-4 1-15,-2 0-2 16,1-1 1-16,1 4-1 15,0 0 0-15,-2 5 0 16,2 4 1-16,-2 5 2 16,-1 4-3-16,-1 2 2 15,0 5-3-15,-2 1 0 16,2 0 0-16,-3 4 0 16,2-1-2-16,-1 0-5 15,-1 2 3-15,1-2 4 16,-2 2 1-16,-2 1 0 15,-1-4-1-15,-4 3 0 16,0-2 1-16,-5 0 0 16,-2-1 1-16,-6 1 2 0,0 1-2 15,-2-2 4 1,-5 0-1-16,1 3 1 0,-2-2-3 16,1 0-1-16,-4 2 0 15,2-2 2-15,2 2 5 16,-1-2 9-16,1-1-8 15,3 2 4-15,-4-2 1 16,3 2 4 0,-2 1-4-16,1-3-8 0,-1 2-5 15,1 1-1-15,-1 1 1 16,4 0 0-16,-1 0 0 16,4 0-1-16,2 0 1 15,4 0-1-15,1 0 0 16,5 0 1-16,0 0 0 15,1 0-1-15,3 0 0 16,-4 0 0-16,2 0 0 16,-3 0-2-16,-2 4 1 15,-5 2 2-15,1 4-3 16,0-2 1-16,-1 3 1 16,0 0 1-16,5-2-2 15,5-1 1-15,3-1 1 16,4-3 0-16,5-2-1 15,1 0 1-15,4-2-1 16,1 2 0-16,0-2-15 16,0 2-52-16,12 0-66 15,9-2-41-15,5 0-56 16,10 0-274-16</inkml:trace>
  <inkml:trace contextRef="#ctx0" brushRef="#br0" timeOffset="159076.4">7969 5266 676 0,'0'0'148'16,"-15"-13"-22"-16,8 6-39 16,0-5-15-16,-1 2-7 15,-3-4-21-15,1-4-15 16,-3-1-9-16,0-1-16 16,-4-2 3-16,2-3 3 15,-2 1-3-15,4-2-2 16,0 1-1-16,1-1-3 0,5-1 1 15,1 2 1-15,3 3-1 16,2-2 2 0,1 2 0-16,0 0 1 0,0-3-3 15,0-1-2 1,4-1 0-16,5 3 1 0,0 0-1 16,1 4 0-16,0-2-1 15,2 4 2-15,0 0-2 16,3 5-3-16,-1-1-1 15,2 5 2-15,4 0-2 16,3 5 2-16,1 1-2 16,3 3 1-16,2 0 0 15,3 0 3-15,0 0 1 16,2 0 1-16,4 0-1 16,-4 0 1-16,2 3-1 15,-2-2 2-15,2 3-2 16,-4-1 0-16,1 0 0 15,-6 0 0-15,-1 0 0 16,-3 1 0-16,-4-4 1 16,-3 3-2-16,-4-3 2 15,-2 0 0-15,-5 2-1 16,0-2 0-16,-2 0 1 16,-3 0 0-16,1 0 0 15,-1 2 1-15,0-2 4 16,0 0 1-16,0 0 2 15,0 0 7-15,0 0 3 16,-7-4-18-16,-2-2-1 16,-4 1-1-16,-1-4-1 15,-1 4 0-15,4-2-2 16,-2 1 3-16,1 1 0 16,3 1 3-16,4 0-2 15,-2 0 2-15,5 0-1 16,1 1 3-16,1 1-2 0,0 1-3 15,0 0-1-15,0-1 1 16,0 0-2-16,6 2-1 16,8-3 1-16,2 3 0 15,4 0 2-15,-1 0-2 16,1 0 2-16,2 0-1 16,1 9 2-16,0 0 3 15,-1-1 0-15,1 3 2 16,-2 1-2-16,-2-2 0 15,-2 2 1-15,-3-1 1 16,-5 1 0-16,-3 0 2 16,-3 0 3-16,-3 2 4 15,0-1 10-15,0 2-1 16,-12 1-7-16,-5 3-9 16,-3-1-4-16,0 0-1 15,-3-1-1-15,3-1-6 16,4 0-15-16,1-4-20 15,4-1-27-15,3 0-61 16,0-4-116-16,1-1-173 16</inkml:trace>
  <inkml:trace contextRef="#ctx0" brushRef="#br0" timeOffset="163402.57">22162 6710 472 0,'3'0'119'0,"0"-4"-3"15,-3-6-38-15,3 0-5 16,-3-2-13-16,0-2-3 15,0-4 9-15,0 0-17 16,0-2-11-16,-3 1-15 16,-8-2-18-16,-4 1 14 0,-3 1-12 15,-3 8 0-15,-5-1-4 16,-1 7-4-16,-3 5-1 16,-2 0 2-16,0 9-5 15,2 8 7-15,2 10-3 16,8 4 0-1,6 4 1-15,6 5-1 0,5 3 1 16,3 0 3-16,0 1-3 16,3 3 3-16,6-2 14 15,-2 0 12-15,3-3 6 16,-2 0 1-16,0-2-2 16,-2-1-4-16,3-6-4 15,-4 0-3-15,1-4 0 16,0-2-9-16,-3-4-3 15,0-3-2-15,1-1-4 16,0-2-3-16,-2-5 0 16,-1-1-1-16,-1-3-1 15,0 1 0-15,0-5-11 16,0-4-14-16,0 0-21 16,0 0-21-16,0 0-33 15,-5-7-118-15,-2-6-111 16,1-3-152-16</inkml:trace>
  <inkml:trace contextRef="#ctx0" brushRef="#br0" timeOffset="163675.07">21780 7011 849 0,'0'0'115'0,"0"0"57"0,0 0-84 16,97-28-43-16,-65 24-16 16,-1-1-22-16,1 1-5 15,-1 2-10-15,-3 1-68 16,-2-2-98-16,-6 3-131 15,-5-1-301-15</inkml:trace>
  <inkml:trace contextRef="#ctx0" brushRef="#br0" timeOffset="164310.03">22489 6960 587 0,'0'0'46'0,"0"0"78"16,0 0-40-16,0 0-20 15,0 0-13-15,-6 58-16 16,5-42 0-16,1 0-5 16,0-1-11-16,0-2 4 15,7-2 0-15,7-1-15 16,0-3 5-16,1-4-4 16,3-3-3-16,-1 0 1 15,-1 0 1-15,-2-10 1 16,-2 0 0-16,-2-2 1 15,-4-2 4-15,-5 1 8 16,-1-2-4-16,0-1-5 16,0 0-9-16,-4 1 0 15,-8 1 0-15,-1 3 2 16,0 2 1-16,0 2-7 16,-2 3 0-16,-1 4-7 15,1 0-11-15,2 0-26 16,1 0-32-16,3 8-31 15,4 1-82-15,5-1-78 16,0-2-189-16</inkml:trace>
  <inkml:trace contextRef="#ctx0" brushRef="#br0" timeOffset="165225.81">22960 6992 353 0,'0'0'104'0,"0"0"55"16,0 0-64-16,0 0-18 16,0 0 1-16,31-1 8 15,-25-4-3-15,-3-2-8 16,2-2-8-16,0-1-14 15,-2-1-13-15,3-3-14 16,-2-1 0-16,-1 0-1 16,-1-1-4-16,-2 0-2 15,0 2-3-15,0 0 5 16,-6 4-12-16,-7 0-4 16,-2 6-6-16,-5 4-2 15,-1 0-12-15,-4 0-7 16,0 4-4-16,-2 12-5 15,1 0-16-15,3 4-8 16,5-1-1-16,6 0 5 0,4-2 6 16,8 0 3-16,0-3 2 15,0-5 14-15,14-2 10 16,4-3 12-16,4-3 5 16,0-1 1-1,4 0-2-15,0 0-1 0,-1-1-2 16,0-8 4-16,-5 4-7 15,1 0 1-15,-7 1 6 16,-5 3 1-16,-1 1 5 16,-3 0 3-16,-1 0 7 15,2 4 14-15,-4 7 7 16,3 6-7-16,-1 3 1 16,1 7 19-16,1 4 1 15,-1 0-6-15,2 4 8 16,1 1 14-16,0 1-12 15,0 0-15-15,-1-3 8 16,-2 1 3-16,0-3-8 16,-2-4-11-16,-2-2-8 15,-1-4-1-15,0-3 0 16,0-1-11-16,-6-4-3 16,-12-1 2-16,-6-3-5 15,-3-2-2-15,-6-3-3 16,-5-2-6-16,4-3-14 15,1 0-6-15,2 0-20 16,7-12-18-16,9-6-21 16,9-4-13-16,6-5-66 15,0-9-179-15,15-4-285 16</inkml:trace>
  <inkml:trace contextRef="#ctx0" brushRef="#br0" timeOffset="165809.51">23141 6347 565 0,'0'0'32'15,"0"0"136"-15,0 0-13 16,85 84-38-16,-46-45-24 16,5 8-17-16,0 3-5 15,-1 5-5-15,-3 2-16 16,-6 0-9-16,-5 0-12 15,-9 2-2-15,-7-5 1 0,-7 0-1 16,-6-4-6-16,0-3-1 16,-6 1 3-16,-9-8-9 15,-3-2-5-15,-4-2-5 16,-1-4-1-16,-3 0-2 16,-2-5-12-16,2-2-25 15,0-6-36-15,3-6-37 16,4-6-58-16,1-7-126 15,5 0-200-15</inkml:trace>
  <inkml:trace contextRef="#ctx0" brushRef="#br0" timeOffset="166580">21706 6324 326 0,'0'0'63'0,"0"0"53"16,0 0-3-16,0 0 1 16,53-55-3-16,-53 52 12 15,0 3-33-15,-14 3-15 16,-9 17-39-16,-7 12-5 15,-5 15 21-15,-4 16 12 16,-1 8-17-16,-1 10-13 16,7 4-3-16,3 1-8 15,8-2-10-15,10-3 1 16,6-8-2-16,7-6-1 16,0-5-1-16,7-9-1 15,13-4-5-15,2-7-2 16,4-8-1-16,3-4 0 0,1-5-5 15,2-9-18 1,-2-5-36-16,2-6-56 0,-6-5-132 16,-3 0-280-1</inkml:trace>
  <inkml:trace contextRef="#ctx0" brushRef="#br0" timeOffset="167645.51">23859 6734 425 0,'0'0'122'0,"0"0"29"15,0 0-39-15,-5 0-50 16,-5 4 4-16,0 9 1 16,-5 6-11-16,4 3-22 15,-1 5-10-15,1 4 19 16,3 0-10-16,4 0-12 15,4 0-9-15,0-4-5 16,0 2-5-16,4-9-2 16,7-1 0-16,3-3 1 15,-1-7-9-15,0-2-10 16,-2-3-34-16,0-4-32 16,0 0-31-16,-4 0-44 15,-2-1-140-15</inkml:trace>
  <inkml:trace contextRef="#ctx0" brushRef="#br0" timeOffset="167948.21">23956 6867 720 0,'0'0'188'16,"0"0"-16"-16,0 0-78 0,0 0-13 15,88 42-32-15,-70-28-24 16,1-2-15-16,-6-2-5 16,2 1-3-16,-6-3-2 15,-1-2 1-15,-2-2-13 16,-1 0-33-16,-2-3-31 15,0-1-50-15,0 0-84 16,-3 0-75-16,0-11-286 16</inkml:trace>
  <inkml:trace contextRef="#ctx0" brushRef="#br0" timeOffset="168137.71">24083 6892 616 0,'0'0'114'16,"0"0"-4"-16,0 0-36 16,-79 55-21-16,62-38-16 15,-1-2-20-15,5-1-15 16,5-1-11-16,1-5-50 16,4-3-46-16,3-2-69 15,0-3-171-15</inkml:trace>
  <inkml:trace contextRef="#ctx0" brushRef="#br0" timeOffset="168546.65">24197 6670 648 0,'0'0'18'0,"0"0"126"0,0 0-9 16,0 0-16-16,94 74-21 15,-65-49-24-15,-1 1-6 16,-6 4-19-16,-5-1-12 16,-9-2-3-16,-5 1-10 15,-3 0-4-15,-1-2-5 16,-14-2-8-16,-3-4-2 16,-2-2-4-16,2-3-13 15,-1-4-30-15,3-5-44 16,4-2-64-16,-2-4-105 15,6 0-163-15</inkml:trace>
  <inkml:trace contextRef="#ctx0" brushRef="#br0" timeOffset="171315.38">21222 6233 495 0,'-10'-4'67'16,"-3"-4"69"-16,3 5-43 15,-3-1-25-15,-1 1-1 16,-2 2-9-16,-4 1-12 0,-2 0-16 16,0 0-10-16,-1 8-12 15,0 7 5-15,3 4 4 16,4 3 5-16,3 5-14 15,6 4 5-15,4 5-2 16,3 2 2-16,0 6-2 16,0 3 12-16,14 6 10 15,-1 1 6-15,4 1-4 16,0 1-3-16,1 3-8 16,-3 2 11-16,-1 0-13 15,-1 3-4-15,-2 0 2 16,-2-2-3-16,0 0 2 15,-4-5-5-15,-1-2-3 16,-1-9-5-16,-2-6 2 16,-1-7-5-16,0-3 2 15,0-8 0-15,0-5 4 16,0-5 0-16,0-2 2 16,0-3 2-16,0-3 0 15,0-2-4-15,0-2 1 16,0 0 0-16,0 0 1 15,0 0-1-15,0 0-3 16,0 0-2-16,0 0-3 16,0 0-2-16,4 0 0 15,7 0 4-15,0 0 0 16,6 0-1-16,1 0 1 16,2 0-3-16,2 0 0 15,1 0-2-15,-1 0-8 16,1 0-25-16,-2 0-23 0,-2 0-33 15,0-1-55 1,-8 0-168-16,-1-3-342 0</inkml:trace>
  <inkml:trace contextRef="#ctx0" brushRef="#br0" timeOffset="172736.32">24441 6000 578 0,'0'0'106'0,"0"0"-36"0,0 0 7 15,41-19-1-15,-21 15-14 16,4 0-7-16,1 0-12 16,6 1-11-16,1 1-6 15,1 1-12-15,0 1-9 16,-3 0-3-16,-4 0-1 16,-1 10-2-16,-7 6-1 15,-3 6 2-15,-5 6 0 16,-3 5 1-16,-2 6 2 15,-5 7-1-15,1 3 2 16,1 5-1-16,-2 6 1 16,2 4 0-16,1 6 1 15,3 1 4-15,3 0 33 16,-2 2 15-16,2 0-42 16,2-6-5-16,1-5 3 15,-2-1-2-15,-1-5 0 16,1-1 3-16,-5-3 5 15,-3-2-5-15,-2-3 11 16,0-7-1-16,0-2-10 16,0-5 10-16,-2-4-15 15,-1-6-6-15,-1-5 0 16,1-1 6-16,2-8-8 16,-3-2 0-16,4-3-1 15,0 0 2-15,-2-4-2 16,2 0 2-16,0 0 9 15,-1 0 7-15,1 0 0 16,0 0-5-16,-2 0-4 16,2 0-1-16,0 0-2 0,-3 0 3 15,-2 0 4-15,-6 1 11 16,-4 2-8-16,-8 0-14 16,-9 1 0-16,-4 0 0 15,-3 4-3-15,-4 0 0 16,3-1 0-16,6-2-2 15,5 1-3-15,6-5-9 16,8-1-13-16,6 0-26 16,5-8-31-16,4-11-55 15,0-9-159-15,0-11-263 16</inkml:trace>
  <inkml:trace contextRef="#ctx0" brushRef="#br0" timeOffset="173349.48">25136 6143 573 0,'0'0'101'16,"0"0"55"-16,0 0 17 16,5 0-27-16,8-9-9 15,3-4-39-15,1-5-31 16,3-2-24-16,2-6-21 15,1-4-12-15,1-4-6 16,1-3-5-16,-3 2-37 16,1 3-51-16,-3 6-92 15,-10 6-174-15,-7 11-252 16</inkml:trace>
  <inkml:trace contextRef="#ctx0" brushRef="#br0" timeOffset="176670.98">18126 7421 612 0,'0'-11'63'16,"0"-4"38"-16,1-5-19 16,2-5-11-16,-1-10 0 15,2-6-10-15,-1-6-40 16,0-7-11-16,0-6 11 15,-3-2-6-15,0-1-5 16,0 3-2-16,0 6 3 16,0 5 2-16,-3 7-5 15,-7 10-1-15,-3 8 0 16,0 8 3-16,1 8 0 16,-4 7 4-16,3 1-5 15,0 9-11-15,3 18 0 16,4 9 1-16,5 11 2 15,1 6 0-15,0 5 1 16,16 3 2-16,4 0 4 16,4-4 4-16,0-3 4 15,-1 0 1-15,0-8 1 16,-4-4 6-16,-3-3 3 16,-3-7-4-16,-5-4-3 15,-2-5-4-15,-3-7-3 16,0-5-6-16,-2-6-5 15,1-1-1-15,-2-4 0 16,1 0 1-16,4-11 3 16,3-14 1-16,2-7-7 15,5-8-5-15,1 1 2 16,4 0-2-16,-3 5-5 0,2 9 5 16,-6 9 3-16,-3 9 0 15,0 7 0-15,-1 0-3 16,-2 12 3-16,3 10 2 15,-1 4 5-15,-2 4 0 16,4-2-2 0,-2 3 3-16,3-7 1 0,-1-1 2 15,-1-2-4-15,-1-4 0 16,0-3-4-16,-2-5 0 16,-4-2-1-16,-2 0-32 15,1-5-44-15,-2-2-68 16,0 0-77-16,0 0-88 15,0-7-327-15</inkml:trace>
  <inkml:trace contextRef="#ctx0" brushRef="#br0" timeOffset="177155.22">18639 6763 720 0,'0'0'84'16,"0"0"25"-16,0 0-13 16,0 0 1-16,-26 85-37 15,13-58-32-15,1 0-14 16,-2 0-7-16,4 0-7 16,-2-4-18-16,5-2-65 15,-2-2-80-15,2-3-95 16,4-4-245-16</inkml:trace>
  <inkml:trace contextRef="#ctx0" brushRef="#br0" timeOffset="177545.73">18903 6873 808 0,'0'0'66'16,"0"0"106"-16,-73 103-74 15,46-57-24-15,3 6-12 16,2-1-24-16,6 5-9 16,6-5-17-16,7-3-2 15,3-6 0-15,0-5-1 16,16-6-3-16,3-3-4 16,1-9-2-16,3-4-12 15,-1-6-25-15,1-6-35 16,0-3-90-16,-5 0-89 15,-3-8-81-15</inkml:trace>
  <inkml:trace contextRef="#ctx0" brushRef="#br0" timeOffset="177870.16">18995 7177 919 0,'0'0'153'0,"0"0"-22"16,0 0-45-16,67 70-14 0,-46-49-25 15,0-3-16-15,-1-1-14 16,-4-6-9-16,-2 0-5 15,-2-3-2-15,-2-3-5 16,-4-5-20-16,-2 0-35 16,2 0-39-16,-3 0-52 15,1-16-33-15,0-3-37 16,-2-2-47-16,-1-6-84 16</inkml:trace>
  <inkml:trace contextRef="#ctx0" brushRef="#br0" timeOffset="178030.28">19174 7173 509 0,'0'0'157'16,"0"0"-12"-16,0 0-5 16,-83 66 11-16,55-37-63 15,1 2-35-15,1-3-29 16,5-2-17-16,3-6-5 16,6-7-12-16,4-4-41 15,5-7-65-15,3-2-80 16,0-11-131-16</inkml:trace>
  <inkml:trace contextRef="#ctx0" brushRef="#br0" timeOffset="178359.86">19238 6829 829 0,'0'0'70'15,"0"0"112"-15,52 83-70 16,-24-44-19-16,2 6-18 16,-1 3-28-16,-2 3-7 15,-1 0-10-15,-6 0-6 16,-8-3-10-16,-6-6 5 15,-6-2-12-15,0-10-4 16,0-1-4-16,-5-10-15 16,-5-6-19-16,0-6-45 15,3-1-51-15,-2-6-86 16,3 0-173-16</inkml:trace>
  <inkml:trace contextRef="#ctx0" brushRef="#br0" timeOffset="178690.84">19957 7148 950 0,'0'0'171'0,"0"0"-3"16,100-15-102 0,-65 7-8-16,-5 1-13 15,-4-1-29-15,-6 1-13 0,-10-1-4 16,-4-1-20-1,-6 1-31-15,0 3-67 0,-12-1-107 16,-12 0-170-16</inkml:trace>
  <inkml:trace contextRef="#ctx0" brushRef="#br0" timeOffset="178891.39">19860 7019 983 0,'0'0'101'16,"0"0"52"-16,80-20-115 15,-44 12-29-15,0 1-6 16,0-1-25-16,-2 1-120 16,-6 2-157-16,-6 1-361 15</inkml:trace>
  <inkml:trace contextRef="#ctx0" brushRef="#br0" timeOffset="183016.49">18200 7764 347 0,'0'0'118'0,"-2"0"-6"16,1-1-6-16,1 1-18 16,0-2-12-16,0 1-9 15,19-2-43 1,11 2 5-16,13-1 40 0,13-3-1 15,11 2-12-15,8 1-23 16,15-2-13-16,9-3-8 16,12-2-8-16,8-5 0 15,7-3-3-15,-1-3-1 16,-5 0-1-16,-9 0 2 16,-17 5-2-16,-19 2 1 15,-17 3-1-15,-20 2-5 16,-14 4-10-16,-14 3 5 15,-10-1 10-15,0 1 3 16,-6 1-2-16,-15 0-5 16,-8 0-13-16,-9 0-9 15,-8 4-4-15,-13 6-44 16,-13 2-52-16,-11 2-26 16,-15 5-24-16,-10 4 10 15,-9 2 85-15,-6-1 74 16,0 3 33-16,4-3 34 15,4 1-7-15,9-3 17 16,12-6 6-16,14-1 13 16,21-7-21-16,17-4-4 15,22-4 14-15,20 0-2 16,10-9-25-16,34-9-50 16,16-2 2-16,19-3 4 15,14-2 23-15,11 4-1 16,7 3 0-16,0 1-2 15,-4 7 3-15,-6 2-3 16,-13 7-3-16,-11 1-9 16,-15 0-4-16,-16 0-7 15,-10 5-2-15,-8 2-1 16,-8 0-13-16,-5-1-31 0,-4 1-11 16,-4-6-73-16,-2-1-120 15,-3 0-158-15</inkml:trace>
  <inkml:trace contextRef="#ctx0" brushRef="#br0" timeOffset="192716.14">22074 8344 667 0,'0'-8'32'0,"2"-3"43"16,-1 0 25-16,1-2-21 16,-2-2-17-16,0 0-28 15,0-3-9-15,0 0-2 0,-9 1-6 16,-7 2 2-1,0 0-11-15,-7 3-3 0,0 4 5 16,-3 4-7 0,0 4-3-16,1 0-1 0,2 1 0 15,3 14-1-15,7 5 1 16,6 6-1-16,3 6 2 16,4 5 8-1,0 5 13-15,1 3 16 0,12 5 1 16,-3 1 2-16,5 1 3 15,-4 3-4-15,-2-4 13 16,1-2-23-16,-4-3-12 16,-2-2 7-16,-1-6-6 15,-3-2-3-15,0-6-2 16,0-3-1-16,0-2-5 16,0-5-1-16,0-3-2 15,0-5 0-15,0-3-3 16,0-3 0-16,-1-2-6 15,-2-4-13-15,-2 0-20 16,-2 0-12-16,0-4-70 16,-5-9-92-16,-1-3-101 15,-4-1-199-15</inkml:trace>
  <inkml:trace contextRef="#ctx0" brushRef="#br0" timeOffset="192945.41">21759 8754 1045 0,'0'0'98'0,"0"0"34"15,85-13-91-15,-47 7-27 16,4-4-8-16,0 1-16 15,-5-3-108-15,-7-3-184 16,-7-1-388-16</inkml:trace>
  <inkml:trace contextRef="#ctx0" brushRef="#br0" timeOffset="193761.63">22500 8115 699 0,'0'0'128'0,"0"0"22"15,0 0-47-15,0 0-41 16,-26 52 4-16,6-20-13 15,-1 7 0-15,-3 5 3 16,-1-1-23-16,0-1-5 16,5-5-16-16,2-6-7 15,6-8-4-15,1-7-6 0,6-4-33 16,0-7-46-16,2-4-84 16,2-1-119-16,-2 0-214 15</inkml:trace>
  <inkml:trace contextRef="#ctx0" brushRef="#br0" timeOffset="194687.71">22809 8386 589 0,'0'0'86'0,"0"0"28"15,0 0-20-15,-33 81 23 16,15-45-32-16,-4 8-25 16,2 4-8-16,-2 2-14 15,6-2-3-15,3 0-4 16,4-3-6-16,8-5 2 15,1-5-9-15,0 0-3 16,10-2-2-16,6-4 4 16,4-1-2-16,3-4 0 15,0-2-3-15,1-4 1 16,-3-4-2-16,-1-4-6 0,-6-2-2 16,-3-4-1-16,-5-3-14 15,-5-1-19 1,-1 0-11-16,0 0-3 0,0 0-69 15,0-9-62-15,-3-2-75 16,-4-3-114-16</inkml:trace>
  <inkml:trace contextRef="#ctx0" brushRef="#br0" timeOffset="195465.68">23179 8654 506 0,'0'0'73'15,"0"0"66"-15,0 0-42 16,0 0-13-16,0 0-21 0,-20-50-25 16,8 43-15-16,-2 3-10 15,1 1 6 1,-3 3-4-16,0 0-9 0,-4 3 1 15,0 10 2-15,4 3-4 16,0-1 8-16,5 2-2 16,5-3-8-16,4-4-3 15,2-2 1-15,0-1-2 16,3-3 0-16,10-1 1 16,0-3-2-16,2 0-2 15,0 0-1-15,2 0-3 16,-2-7-2-16,0 1 9 15,-1 0-1-15,-4-2 3 16,-1 0 0-16,-2 3-1 16,-3 1 1-16,-1 2 0 15,-1 0 1-15,-1 2 13 16,1 0-3-16,1 0-9 16,0 4 1-16,0 11 29 15,-1 5 2-15,3 5 2 16,-2 5-3-16,-1 2 4 15,0-1 0-15,-1-1 0 16,1-2 4-16,1-2-4 16,-2-2-4-16,1-4-2 15,-2-3 0-15,0-4-4 16,0-2-8-16,0-2-7 16,-9 0-1-16,-5-4-4 15,-1-1-5-15,-4-3-3 16,3-1-20-16,0 0-18 15,-1-1-19-15,4-10-11 16,3-2-52-16,0-3-93 16,4 0-127-16,5-4-195 0</inkml:trace>
  <inkml:trace contextRef="#ctx0" brushRef="#br0" timeOffset="195910.58">23431 8480 707 0,'0'0'109'0,"0"0"54"15,0 0-48-15,0 0-27 16,-45 91-27-16,36-65-22 15,3 0-5-15,1 0-17 16,2-1-5-16,3-2-4 16,0-3-6-16,0-2-1 15,5-3 0-15,4-1-2 0,4-6-6 16,0-1-15 0,0-4-29-16,2-3-38 0,-4 0-34 15,1 0-80-15,-5-2-73 16,-3-6-214-16</inkml:trace>
  <inkml:trace contextRef="#ctx0" brushRef="#br0" timeOffset="196170.81">23504 8625 583 0,'0'0'144'16,"0"0"34"-16,0 0-32 16,0 0-41-16,0 0-26 15,77 60-23-15,-66-49-31 16,1-3-14-16,-2-3-8 16,-3-1-2-16,-2 0-15 15,-2-2-34-15,0-2-52 16,-3 0-84-16,0 0-86 15,0-2-197-15</inkml:trace>
  <inkml:trace contextRef="#ctx0" brushRef="#br0" timeOffset="196368.07">23604 8665 708 0,'0'0'126'0,"0"0"-46"16,0 0-47-16,0 0-15 0,0 0-15 16,0 0-6-1,-71 67-33-15,70-67-43 0,1 0-38 16,0 0-128-16,0-8-219 16</inkml:trace>
  <inkml:trace contextRef="#ctx0" brushRef="#br0" timeOffset="197084.68">23709 8491 200 0,'0'0'50'16,"0"0"12"-16,0 0-32 0,0 0 7 15,0 0 11-15,0 0 19 16,0 0 23-16,0 0 19 15,0 0-23-15,0 0-14 16,0 0-13-16,0 0-19 16,0 0-16-16,0 0-9 15,0 0-6-15,0 0-3 16,0 0 8-16,6 0 29 16,3 4 3-16,1 4-9 15,2 3 0-15,-1 1-6 16,5 4-4-16,-4 1-5 15,-1 2-1-15,-2 4 2 16,-3-1 5-16,-1 1 0 16,-5 1 1-16,0-1-2 15,0 0 4-15,0-3-8 16,0 1-5-16,-1-4-3 16,-3 0-5-16,-1-3-4 15,1-5-3-15,-1 0-1 16,2-3-3-16,1-2-10 15,-2-4-19-15,-2 0-15 16,3 0-48-16,1-5-87 16,-1-12-94-16,0-4-151 15</inkml:trace>
  <inkml:trace contextRef="#ctx0" brushRef="#br0" timeOffset="197683.79">23764 8205 573 0,'0'0'61'16,"0"0"67"-16,0 0-34 15,0 0 5-15,49 88-21 16,-23-56-32-16,3 2-5 15,2 3 6-15,0 2 1 16,-2 4-3-16,2 1-4 16,-4 3-7-16,0 1 11 15,-1-1-16-15,-2 1-13 16,-4-2 7-16,-6-1-6 16,-2-1-3-16,-9-1 1 15,-3 0 1-15,0-3-9 16,-8-1 11-16,-7-4-6 15,-4-4-6-15,-1-2 2 16,-1-7 5-16,4-2-3 0,0-8-2 16,4 1-4-1,-3-5-3-15,3 0 1 16,0-5-3-16,0 0-13 0,3-3-17 16,-3 0-3-1,3 0-6-15,2 0-17 0,3-4-29 16,3-10-68-16,2-3-105 15,0-5-167-15</inkml:trace>
  <inkml:trace contextRef="#ctx0" brushRef="#br0" timeOffset="198470.82">24492 8658 547 0,'0'0'150'0,"0"0"-29"0,0 0-12 15,0 0 14-15,17 0-33 16,-11 0-21-16,2 0-11 16,-5 0-19-16,-1 0-15 15,1 0-12-15,-3 0 2 16,0 0-1-16,0 2 2 16,-3 3 1-16,-2 1-7 15,-3-2-7-15,2-1 0 16,1-2-1-16,2-1-2 15,3 0 1-15,0 0 3 16,0-4-8-16,0-4 5 16,8-1 0-16,1 2 3 15,1 1 3-15,0 2 4 16,-2 4-2-16,-5 0 2 16,-1 0-1-16,1 0 0 15,-3 4 2-15,0 5 4 16,0-2-5-16,-1 0-3 15,-6 0-4-15,-1-3-8 16,2-1-18-16,0-3-28 16,3 0-59-16,1-1-117 0,2-15-199 15</inkml:trace>
  <inkml:trace contextRef="#ctx0" brushRef="#br0" timeOffset="199669.39">25265 8610 582 0,'0'0'81'0,"0"0"40"15,0 0-31-15,0 0-22 16,19-47 5-16,-19 33-20 16,0-4-17-16,0-2-15 15,-3 0-17-15,-12 0 2 16,-1 0 1-16,-2 4-4 15,-4 5-4-15,-6 6 0 16,0 5-1-16,-4 0-11 16,-2 17 4-16,4 10 7 15,6 1 1-15,4 3 1 16,9 0 0-16,10-3-2 16,1-5 1-16,4-4 1 0,12-3-1 15,7-6 1 1,2-4 2-16,4-5-1 15,0-1-2-15,-2 0 3 16,-1-4-4-16,-4-7 0 16,-2-2-2-16,-4-1 1 15,-6-3 1-15,-4 0-3 16,0-2-10-16,-3 5 6 16,-3 0 9-16,0 3 1 0,0 4 3 15,0 3 15-15,0 4 8 16,0 0-9-16,1 0-13 15,2 15-9-15,4 9 11 16,2 7 9-16,1 9 7 16,6 7 16-16,0 5 14 15,5 6 6-15,1 0-2 16,2 0 28-16,-2 2-22 16,0-8-27-16,-6-4-10 15,-3-7 11-15,-8-5 0 16,-5-6-13-16,0-6 5 15,-14-5 2-15,-12-2 3 16,-6-6-2-16,-7-3-13 16,0-4-7-16,0-4-8 15,0 0-1-15,2-3-5 16,2-9-13-16,3-7-19 16,6-5-25-16,4-4-30 15,7-4-34-15,4-10-57 16,9-3-200-16,2-1-336 15</inkml:trace>
  <inkml:trace contextRef="#ctx0" brushRef="#br0" timeOffset="200115.72">25783 8029 908 0,'0'0'102'0,"0"0"26"16,0 0-63-16,0 0 8 16,0 6-2-16,0-4-28 15,0 2-10-15,0 3 3 16,0 2-8-16,0 5-6 16,-4 4 6-16,-6 5-4 15,-4 4-2-15,-3 2-7 16,-3 2-5-16,-3-1-3 15,1 0-5-15,1-3-1 16,1-3 0-16,4-5-4 16,3-3-23-16,4-3-25 15,5-7-16-15,4-2-49 16,0-4-116-16,0 0-161 16</inkml:trace>
  <inkml:trace contextRef="#ctx0" brushRef="#br0" timeOffset="200903.88">25896 8313 692 0,'0'0'104'16,"0"0"20"-16,0 0-35 16,-45 86-15-16,25-53-1 15,-5 7-43-15,2 2-6 16,4-1-3-16,4 0-2 15,4-4 0-15,10-2-8 16,1-4-6-16,0-6-1 16,13-4-2-16,6-6-1 15,0-3-2-15,1-5-7 16,1-6-3-16,-2-1-23 16,2 0-31-16,-8 0-69 15,-1 0-87-15,-4-8-36 16,-5 0-125-16</inkml:trace>
  <inkml:trace contextRef="#ctx0" brushRef="#br0" timeOffset="201190.52">25957 8529 737 0,'0'0'123'0,"0"0"69"0,0 0-67 15,0 0-38-15,75 72-21 16,-54-56-23-16,-1-4-22 16,-2-1-12-16,-2-5-6 15,-5 0-4-15,0-4-26 16,-3-2-40-16,-2 0-54 15,0 0-82-15,-3-8-117 16,-3-5-209-16</inkml:trace>
  <inkml:trace contextRef="#ctx0" brushRef="#br0" timeOffset="201362.39">26108 8542 646 0,'0'0'83'0,"0"0"62"15,0 0-17-15,-95 91-65 16,72-66-30-16,4-2-26 16,6-7-6-16,6-4-12 15,4-5-44-15,3-7-96 16,0 0-65-16,10-4-154 16</inkml:trace>
  <inkml:trace contextRef="#ctx0" brushRef="#br0" timeOffset="201696.09">26204 8345 725 0,'0'0'171'16,"0"0"-5"-16,53 94-58 16,-36-57-19-16,-1 2-20 15,-4 3-16-15,-6-2 2 16,-3 3-18-16,-3-4-15 16,0-1-8-16,-3-4-6 15,-11-3-5-15,2-7-1 16,-1-5-11-16,-2-2-27 15,2-6-38-15,0-3-58 16,-3-2-107-16,2-2-158 16</inkml:trace>
  <inkml:trace contextRef="#ctx0" brushRef="#br0" timeOffset="206208.4">21338 8153 207 0,'0'0'41'0,"0"0"35"15,19 57-15-15,-11-35-12 16,-3 1 8-16,-1 0-15 15,0 0-26-15,1 5-2 16,-1-3-4-16,0 2 3 0,1-2-9 16,-1 1-3-16,0 3 0 15,-1 0-2 1,2-1 1-16,-4 3-3 0,1-2 1 16,-2 3-7-16,0-1 4 15,0-1 3-15,0 0 2 16,0-2 1-16,0-2-1 15,0 1 1-15,0-4 20 16,0-2-23-16,3-1-7 16,3-3 5-16,-3 1 5 15,0 1-2-15,0-1-6 16,-1 1 1-16,-2 0 6 16,0 0 0-16,0 2 0 15,1-2 0-15,-1-2 1 16,2 0-1-16,-1-1-1 15,2-3-22-15,1 0 3 16,-1-1 17-16,1-5 3 16,-1 1 0-16,0 0 0 15,-3 1 0-15,0 3 0 16,0 2-1-16,0 1 0 16,0 1 3-16,0 1 35 15,0-4-86-15,2 0 13 16,2-3 34-16,3-1 2 15,3 1 2-15,-2 1-2 16,0-3 0-16,3 2 118 16,1 0-80-16,-3-3-58 15,1 3 18-15,2-2-19 16,-2 3-5-16,-1-3 21 16,2 0 28-16,1 0-25 15,0-4-35-15,3-3 34 16,4-1-24-16,0 0 1 15,2 0 14-15,2 0 59 0,3 0-34 16,-4 0-20-16,3 0 8 16,-2 0 9-16,-3 0 13 15,3 0-50-15,-3 0 15 16,0 0 19-16,1 0 0 16,2 0-12-16,1 0 15 15,1 0 0-15,3 0-14 16,3 0 37-16,5 1-35 15,2-1 5-15,1 0 17 16,4 0-17-16,0 0-2 16,1 0 0-16,0 0 0 15,1 0-1-15,-2 0 1 16,1 0-2-16,-1 0 1 16,-2 0 1-16,-1 0-1 15,-2 0 1-15,-1 0 0 16,-2 0 0-16,-2 0 3 15,-3 0-2-15,1 0 2 16,-4 3 1-16,-1-1-1 16,-3 0-2-16,2 0 2 15,-2 2 1-15,0-3-1 16,0-1-2-16,-1 0 0 16,-1 0 0-16,-2 0 0 15,-1 0-2-15,-4 0 1 16,-3 0 0-16,-2 0-1 15,-4 0 0-15,-4 0 0 16,1 0 2-16,-2 0 2 16,1 0-2-16,2 0-3 15,1 0-1-15,3 0 3 0,3 0 0 16,-1-3-1 0,3 1 0-16,-1-2 0 0,0 2 0 15,0 2 1-15,1-1 0 16,-2-1-1-16,3 2 0 15,1-1 0-15,3 1 0 16,3 0 0-16,4 0 0 16,2 0 0-16,3 0-1 15,-1-1 0-15,3-2-29 16,-2 3-6-16,0-1 14 16,-1-3-30-16,-2 4 23 15,-2-1-3-15,0 1 18 16,-2-3 14-16,-2 2 1 15,0 0 6-15,-1-1 2 16,-2 2-1-16,2 0-7 16,0 0 0-16,-2 0-1 15,3-1-5-15,-1-2-10 16,1 2 7-16,1-2 6 16,-2 2 2-16,1-2 0 15,-2 3 0-15,-2-3 1 16,1 3-1-16,-2 0 0 15,1 0 0-15,-3 0 0 16,3 0 6-16,0 0 3 16,2 0 5-16,0 0 1 15,3 0-2-15,1 0-3 16,-1 0-8-16,-1 0-1 16,0 0 0-16,-4 0 0 15,-1 0 0-15,-3 0-1 16,-2 0 0-16,0 0 0 0,0 0 2 15,1 0-2-15,-1 0 3 16,0-1 11-16,4-5-5 16,-1 1 1-16,0 1 10 15,0-1 20-15,-1-1-23 16,1 2-14-16,-5 2-2 16,0-2-2-16,-1 1 0 15,0 0 1-15,-3-1 1 16,4 0 0-16,-4-4 0 15,2 0 2-15,-2-1 8 16,5-2 17-16,-4-1 5 16,1-3-8-16,0-1-7 15,-1-2-4-15,1 1-7 16,-3-4 4-16,2 2-2 16,-4-2-4-16,1 2-3 15,-1-1-1-15,1-4 0 16,-2 1-1-16,0-1 0 15,0-1 1-15,0-2-1 16,0 0-1-16,-5-1 1 16,-1 2 1-16,-3-2-3 15,1 3 0-15,2 2 1 16,2 0-1-16,0 1 0 16,-1-1 2-16,4 0 1 15,-2 2 4-15,2-2 6 16,-1 0 1-16,-1 0-6 15,2-1-3-15,-2 1-2 16,0 2 0-16,0 1 0 16,0 1-1-16,0-1 1 15,0 1 1-15,0 2 0 16,-3 1 2-16,1 1 4 0,-1-1-1 16,0 3-1-16,2-1-2 15,0 1-2-15,-3-2 0 16,4 3 0-16,1-3 0 15,2 0-1-15,0-2-1 16,0 2 1-16,0-2-2 16,0 1 0-16,0 1 1 15,0 2 0-15,0 2 1 16,0-1-1-16,0 1 1 16,0 3 0-16,-4 3-2 15,-3-3 0-15,-1 4 0 16,1-1 1-16,0-2 1 15,3 0 0-15,-1-1-1 16,4-1-2-16,-1-2-2 16,2 0-2-16,0-1-3 15,-1 1 1-15,-1 2 5 16,0 2 2-16,-2-2-2 16,-1 4-6-16,-1 0 1 15,2-1 3-15,0 0-4 16,-2 1-2-16,-1 0 6 15,2-2 1-15,0 1 5 16,-1-1-2-16,0 2 1 16,-2-1 0-16,-3 1 0 15,1 1-4-15,-4 2-5 0,-2 0 9 16,-4 2 2 0,-8 0 1-16,1 0 2 0,-4 0-1 15,-3 0 4 1,-1 0 10-16,0 2-11 15,1 1-4-15,-3-3-2 0,2 1 0 16,1-1-1-16,0 0 2 16,3 0-1-16,3 0 7 15,-1 0 2-15,4 0-5 16,-3 0-5-16,2 0-4 16,-2 0-4-16,-3 0-4 15,2 0-4-15,-2 2 8 16,-1-1 1-16,2 2 6 15,1-3-1-15,3 0 4 16,1 0-1-16,2 0-1 16,0 0 1-16,1-3-3 15,-1-2 2-15,4-1 0 16,1 0-2-16,0-1-4 16,-1 0 4-16,2 2 3 15,3 1-3-15,-2-1-4 16,1 1 4-16,-2 2 1 15,1 0-1-15,0-1 0 16,0 3-1-16,-1-3-1 16,-2 2 6-16,-2 1-2 15,-4 0-11-15,-2 0 4 16,-4 0 5-16,-2 0 2 16,-2 0-11-16,-1 0 9 15,0 0 14-15,4-3 1 16,-2 2-9-16,3-2 18 15,2 2-17-15,2 1-3 16,0-1-2-16,-1-1 1 16,2 2-1-16,-3-1-2 0,1 0-1 15,-3-1 2 1,-3 2 3-16,-3 0-1 0,-2 0 1 16,-5 0-1-16,-4 0 9 15,-5 0 12-15,-1 0-11 16,-3 4-9-16,1 3 0 15,0 1 5-15,4-2 1 16,4-1-5-16,4 0-1 16,6-1-3-16,6-4 0 15,5 4 1-15,5-3 0 16,5 1-1-16,1-1-2 16,4 0-4-16,0 2 1 15,-3-2 2-15,-5 5 0 16,-1-2-9-16,-4 2 7 15,-6 0 8-15,1 3-2 16,-3-2 0-16,-1 0 2 16,-3 2-1-16,4-3 1 15,3 1-1-15,2 0-2 16,6-3 6-16,5 0 2 16,5-1-5-16,5-2 1 15,0 0 3-15,4 1-3 16,0-2-2-16,-1 1-1 15,1-1-2-15,2 0-3 16,1 1-31-16,0 1-41 16,0-2-186-16,8 0-161 15</inkml:trace>
  <inkml:trace contextRef="#ctx0" brushRef="#br0" timeOffset="209136.68">24791 8017 222 0,'2'0'23'0,"-2"0"-15"16,1 0 36-16,1 5 0 15,-1 6 12-15,0 5 7 16,-1 3 84-16,2 2-110 16,-1 5 1-16,2-2 7 15,-1 5-15-15,2 2-8 16,-1-2-8-16,0 4-1 16,0 2-6-16,-1 2-2 15,3 1 0-15,1 1-3 16,-2 2-1-16,1 0 0 15,1 0-1-15,-1 2 1 16,-2-1-1-16,0-2 0 16,-3 1 0-16,1-4 1 15,1-1-2-15,0-3 2 16,1-2-1-16,3 0 0 16,-3-5 0-16,1 6 0 15,1-1 0-15,-3 0 0 16,1-2 0-16,-1 1 0 15,1-4 0-15,-2-3-1 16,2-1 1-16,0-4 0 16,-3 1 1-16,0-1-1 15,0 0 0-15,0 2-1 16,0-2 2-16,0 2-1 0,-3-3-1 16,0 3 2-1,2-1-1-15,1-3 0 16,0 0-1-16,0-1 0 15,0-1-1-15,0-5-7 16,0 0 2-16,3-1-3 16,4-2 8-16,0 0 2 0,-1-2 0 15,1 2 0-15,0-1-1 16,-1-1 2-16,1-3-2 16,3 2 2-16,3-3-2 15,3 0 6-15,4 0 10 16,5 0-10-16,-2 0-4 15,5 0-1-15,-4 0-1 16,1 0 0-16,1 0-4 16,1 0 3-16,2-4 2 15,1 4-3-15,2-4-1 16,3 0 0-16,-1 1 3 16,2-1 0-16,4 4 2 15,0-4-2-15,-3 4 1 16,2 0 0-16,-1 0 0 15,1 0-1-15,-2 0 0 16,1 0 2-16,0 0-3 16,-2 0 1-16,3 0-1 15,-3 0-1-15,1 4 3 16,1-4 0-16,1 4-1 16,0-1 1-16,-1 1-5 15,1-4 4-15,1 1 1 16,-1-1 0-16,-1 0 1 15,-1 0-1-15,2 0 2 16,-4 0 0-16,-2 0-2 16,0 0 1-16,2-2-2 0,-1-4 1 15,0 2 0 1,-1 0 0-16,0-2 0 0,-2 1 1 16,-4 0-1-16,-1 1 0 15,-5-1 1 1,-3-1-1-16,1 2 0 0,-5 0 1 15,2-1-2-15,-1 1 2 16,2 0-1-16,0-1 0 16,-3 0 0-16,1-1-1 15,-1-1 2-15,-2-1 0 16,1 3 0-16,-3-4 0 16,2 0 5-16,1 1 10 15,-3-2-3-15,1-1-4 16,-2 3-2-16,0-3-1 15,-3-1 8-15,0 0 23 16,-1-3 18-16,-1-3-3 16,1-2-13-16,-2-2-8 15,-1-2-3-15,3-3 4 16,-2 0-19-16,1-6-7 16,-1-2-3-16,1-5-2 15,0-2-1-15,-2-6 0 16,1 0-3-16,-3 0-7 15,0 1 4-15,0 1 5 16,-8 1 1-16,0 4 1 16,-4 1 0-16,2 3-1 15,3-3 1-15,-3 0-1 16,6 1 1-16,1-1-2 16,3-1 2-16,0 1-8 15,0 4-7-15,0 0-10 0,0 2 6 16,0 5 11-1,0 2 3-15,0 4 2 0,0 3 2 16,0-1 0-16,-2 2-1 16,-2 3 2-16,1 1-1 15,-1-1 0-15,-2 6-1 16,2 1-2-16,-2-5-3 16,0 6-2-16,2-3 2 15,-2 4-2-15,0-2 3 16,-1 2-3-16,0 2-8 15,-2 2-4-15,-5-1 5 16,-5 4 3-16,-4 0 7 16,-3-3 4-16,-3 2 2 15,-1 1 0-15,-1-3 9 16,1 2 2-16,0-3-3 16,1 3-6-16,-3-2 4 15,2-1-1-15,-2 1 0 16,-1 2-6-16,-4 1 2 15,-3-1-1-15,-3 1 0 16,-8 0-1-16,1 0 3 16,-7 0 0-16,0 0 0 15,2 0 2-15,0 1 1 16,3 0-2-16,1 1-2 16,6-1 0-16,4 2 1 15,2-1-1-15,1 2-1 16,2 0-1-16,0 3 0 15,-5-3 0-15,-1 3 0 16,-1 1-2-16,-5-1 2 16,1 0-2-16,1-1 2 15,4-2 1-15,1 0 0 16,7-4 1-16,5 1-2 16,4 1 0-16,5-1 0 0,3-1 0 15,1 3-1-15,0-1 0 16,0 0 0-16,-1 4-6 15,-3 0 2-15,-1-2 3 16,-3 1-5-16,1-1 2 16,2 0 4-16,1-1 2 15,3 0 1-15,5 0-2 16,3 0 0-16,0 0-1 16,1-2-1-16,1 3 2 15,0 0-5-15,-6 0-13 16,3 0 9-16,-3-1 3 15,0 1 3-15,-1 0 0 16,3 0 2-16,2-1 1 16,4-2 1-16,0-1 0 15,4 0-2-15,1 0-28 16,0 0-52-16,0 0-25 16,6 0-21-16,4 0-12 15,3 0-151-15</inkml:trace>
  <inkml:trace contextRef="#ctx0" brushRef="#br0" timeOffset="-213367.06">16272 3080 310 0,'20'-31'59'16,"1"-1"24"-16,-3 0 1 15,-1 6-8-15,-4 4-1 16,-3 6-13-16,-4 5 7 15,-2 4 6-15,-4 6 2 16,0 1-29-16,0 0-11 16,-8 4-4-16,-13 13-26 15,-4 2-7-15,-6 9 3 16,-3 6 18-16,-4-1 11 16,3 1-12-16,5-4-12 15,5-4-3-15,10-9-5 16,13-5 0-16,2-6-13 15,29-6-1-15,19-7 14 16,14-16 3-16,14-8 0 16,8-6-2-16,3-2-1 0,-5 6-3 15,-14 7 1-15,-13 13 2 16,-16 10-1-16,-16 3-3 16,-17 23-6-16,-6 9 8 15,-16 10 11-15,-20 8 1 16,-9 2 3-16,-12 3-6 15,3-4 4-15,3-8 0 16,11-7 1-16,8-9-8 16,13-9-4-16,15-9 0 15,4-8-28-15,21-1-15 16,16-10 29-16,7-9 2 16,4-4 6-16,-3 2 5 15,-8 5-1-15,-11 7-3 16,-13 7-8-16,-11 2-5 15,-2 7-3-15,-10 13 29 16,-10 2 0-16,-1 0-5 16,5-3 1-16,2-3-3 15,8-8-1-15,6-5-8 16,0-3 6-16,22 0 3 16,11-15 4-16,12-1 2 15,2-6-3-15,8 6-3 16,-3 3-2-16,-8 9 0 15,-8 4-6-15,-9 4 2 16,-7 13 2-16,-8 3 3 16,-5 2 2-16,-4 0 1 15,0-2 2-15,0-2 0 16,2-5-2-16,7-3-3 0,10-6 0 16,5-4 4-1,9 0 6-15,1-3-7 16,0-4-2-16,-7 2-1 0,-8 3 0 15,-13 2-1-15,-9 6-2 16,0 14 3-16,-22 4 7 16,-3 3-3-16,-3-1 0 15,5-3 2-15,4-6 9 16,9-5-4-16,7-6-5 16,3-6-4-16,6 0 1 15,17-6 0-15,4-9 2 16,3-1-4-16,-2 1-6 15,-8 2 0-15,-4 3-5 16,-10 5-5-16,-5 4-9 16,-1 1 5-16,0 0 5 15,0 0 12-15,-9 8 1 16,-3 3 3-16,0 2 1 16,0-4 10-16,4-1 18 15,1-1 8-15,5-5-3 16,2-2-22-16,6 0-9 15,15 0-5-15,5-6 5 16,3-2-1-16,0 0-3 16,-7 4-10-16,-6 4-22 15,-12 0-29-15,-4 5-8 16,-13 17 3-16,-17 2-3 16,-8 1-142-16,1-2-309 15</inkml:trace>
  <inkml:trace contextRef="#ctx0" brushRef="#br0" timeOffset="-210574.37">17924 10971 735 0,'0'-14'76'16,"1"0"53"-16,1-3-14 16,-2-6-41-16,0 2-33 15,0-3-27-15,0-3-11 16,-9 1-2-16,-7 3 0 16,-1 3-1-16,-8 2 1 15,1 7-3-15,-5 7-1 16,-1 4-2-16,1 0-1 15,3 20-2-15,4 8 3 16,5 5 2-16,8 8 2 16,7 5 2-16,2 6 6 15,2-1 11-15,13 5 1 16,2 0 18-16,0 3 4 16,2 0 0-16,-3 3-2 0,-3-3-16 15,-3-2 11 1,1 2 1-16,-3-6-17 15,-3-8-11-15,0-5-3 16,-1-5 8-16,0-11-8 0,-1-7-3 16,-1-7 1-16,-1-3-1 15,-1-5-1-15,0-2-4 16,0 0-2-16,0 0-8 16,-1-13-46-16,-8-2-59 15,-1-4-90-15,-3-1-120 16,-1-2-205-16</inkml:trace>
  <inkml:trace contextRef="#ctx0" brushRef="#br0" timeOffset="-210372.8">17560 11327 954 0,'0'0'54'16,"0"0"111"-16,85-9-43 16,-44 4-73-16,2-1-33 15,2-1-14-15,1-1-19 16,-1-2-81-16,-5 1-115 16,-3-2-220-16</inkml:trace>
  <inkml:trace contextRef="#ctx0" brushRef="#br0" timeOffset="-209720.51">18317 11314 686 0,'0'0'83'0,"0"0"15"16,0 0-18-16,0 0-12 15,0 0-30-15,-9 48-17 16,9-38 4-16,3 1 10 16,13-1-2-16,4-5 4 15,2 0-5-15,4-4-5 16,0-1-11-16,0 0-9 16,-2-1-4-16,-3-9-2 15,-3-2 1-15,-2-4-2 0,-7 2 1 16,-5-1 2-16,-4 0-1 15,0-1 4-15,-4 5 13 16,-11-1-5-16,-2 3-9 16,-3 1-5-16,-2 8-1 15,2 0-4-15,-5 0-29 16,2 0-17-16,4 11-31 16,1-1-38-16,6 1-61 15,5 2-45-15,7-4-137 16</inkml:trace>
  <inkml:trace contextRef="#ctx0" brushRef="#br0" timeOffset="-208925.82">18991 11333 675 0,'0'0'73'0,"0"0"72"16,0 0-40-16,0 0-29 15,0 0-17-15,3-68-9 16,-3 54-6-16,0-2-13 0,-3 3-17 16,-8 0-4-1,-4 1-5-15,-2 5-2 0,-4-1 0 16,-3 8-4 0,-5 0-8-16,-3 0-10 0,2 17-4 15,-2 2 0-15,6 3-8 16,5 0-10-16,6 1 0 15,8-4 14-15,7-1 2 16,0-4-7-16,6-6-1 16,10-3 24-16,5-3 9 15,4-2 2-15,2 0 0 16,-2-3-1-16,1-6-1 16,-3-1-1-16,-3 0 0 15,-4 1 2-15,-5 3 0 16,-2 3-1-16,-3 2 2 15,-3 1 4-15,0 0 10 16,0 0 20-16,0 8 1 16,2 6-12-16,1 5 9 15,-2 3 5-15,4 4 5 16,3 4 2-16,2 2 1 16,2 6 7-16,5-1-4 15,0 5 24-15,-2-2-35 16,-1-3-8-16,-4-1 12 15,1-5-7-15,-5-3-7 16,-6-5-4-16,-3 0 1 16,0-6 1-16,-3 1 2 15,-17-3-3-15,-4 0-9 0,-3-1-11 16,-6 1-2 0,1-6-3-16,-1-2-1 0,1-3-19 15,3-4-15-15,2 0-22 16,2-3-28-16,4-10-25 15,6-6-46 1,2-6-174-16,7-4-343 0</inkml:trace>
  <inkml:trace contextRef="#ctx0" brushRef="#br0" timeOffset="-207874.93">19050 10714 524 0,'0'0'65'0,"0"0"49"0,0 0-44 16,16 57 63-16,1-21-14 15,7 7-37-15,5 4-8 16,5 2-20-16,2 2-11 15,-3 1-10-15,-1 3 1 16,-3 0-8-16,-7 1-2 16,-2 2-7-16,-4-4 2 15,-2 0-2-15,-2-4-6 16,-1-3 2-16,-3-7 5 16,-4-3 1-16,-4-4 3 15,0-3-4-15,0-3-3 16,-10-3 0-16,-4-2-6 15,-1-2-4-15,-2-4-4 16,4-4 1-16,1-5-12 16,1-6-21-16,5-1-17 15,3 0-24-15,3-4-76 16,0-13-109-16,4-4-132 16</inkml:trace>
  <inkml:trace contextRef="#ctx0" brushRef="#br0" timeOffset="-207391.81">19674 11033 718 0,'0'0'146'0,"0"0"55"16,-49 71-90-16,33-35-32 15,-2 2-23-15,3 1-23 16,5-2-7-16,1 1-6 16,6-5-6-16,3-3-6 15,0-4-6-15,3-3 0 16,13-4-1-16,0-6-5 15,4-2-15-15,2-8-23 16,-2-3-36-16,3 0-61 16,-7-5-79-16,0-9-67 15,-6-3-195-15</inkml:trace>
  <inkml:trace contextRef="#ctx0" brushRef="#br0" timeOffset="-207150.49">19754 11242 746 0,'0'0'101'0,"0"0"83"0,0 0-77 16,0 0-20-16,0 0-27 15,72 72-25-15,-56-61-13 16,1 0-14-16,-1-3-5 15,0-3-2-15,-3-2-12 16,1-3-26-16,-2 0-21 16,-2 0-67-16,0-7-95 15,-4-5-124-15</inkml:trace>
  <inkml:trace contextRef="#ctx0" brushRef="#br0" timeOffset="-206959.04">19850 11245 691 0,'0'0'127'0,"0"0"-25"15,0 0-69-15,-96 69-21 16,81-56-9-16,5 0-3 16,3-4-10-16,6-2-49 15,1-3-67-15,0-2-22 16,1-2-89-16,9 0-92 15</inkml:trace>
  <inkml:trace contextRef="#ctx0" brushRef="#br0" timeOffset="-206557.79">20022 10954 733 0,'0'0'96'0,"0"0"78"16,0 0-55-16,64 97-21 15,-41-65-14-15,1 1-20 16,1 1-15-16,-3 1-5 16,-4-2-3-16,-1 0-5 15,-8 0-13-15,-6-3-3 16,-3 0-8-16,0-2-7 16,-14 0-2-16,-8-4-10 15,-4-1-28-15,-4-3-31 16,-2-9-46-16,-1-3-126 15,1-8-225-15</inkml:trace>
  <inkml:trace contextRef="#ctx0" brushRef="#br0" timeOffset="-205724.15">17352 10554 690 0,'0'0'112'0,"0"0"29"16,0 0-40-16,0 0-26 16,-66 57 18-16,40-14-33 15,-2 17-15-15,-5 11 0 16,0 8-10-16,1 10 1 15,2-1-9-15,6 0-18 16,6-6-2-16,12-5 1 16,6-6-3-16,4-6-3 15,25-7-2-15,9-3 0 16,9-7-1-16,7-7-14 16,7-8-26-16,6-9-75 15,0-9-147-15,-1-8-358 16</inkml:trace>
  <inkml:trace contextRef="#ctx0" brushRef="#br0" timeOffset="-204917.12">20795 11341 719 0,'0'0'98'0,"0"0"75"0,0 0-44 16,0 0-21-16,94 0-15 16,-64 0-35-16,-1 0-29 15,-4-1-18-15,-2-7-9 16,-6-1-3-16,-4 0-33 15,-4-2-39-15,-8 0-68 16,-1 0-80-16,0 1-102 16,-12 0-239-16</inkml:trace>
  <inkml:trace contextRef="#ctx0" brushRef="#br0" timeOffset="-204720.99">20723 11201 912 0,'0'0'63'15,"0"0"58"-15,0 0-60 16,0 0-49-16,108-19-8 16,-71 12-20-16,3-1-81 15,0-1-136-15,-4-3-306 16</inkml:trace>
  <inkml:trace contextRef="#ctx0" brushRef="#br0" timeOffset="-204105.59">21703 10705 768 0,'0'0'97'15,"0"0"53"-15,-79 86-61 0,47-37-20 16,-3 10 5-16,2 7-22 16,3 5-16-16,4 1-9 15,7-2-9-15,12-2-4 16,7-6-4-16,0-5 2 15,25-6-7 1,6-5 2-16,7-9-1 0,2-6-4 16,-1-8 0-16,-3-11-12 15,-5-1-20-15,-10-9-34 16,-8-2-44-16,-4 0-62 16,-9-1-91-16,0-11-154 15</inkml:trace>
  <inkml:trace contextRef="#ctx0" brushRef="#br0" timeOffset="-203521.98">22086 11135 759 0,'0'0'136'0,"0"0"-3"15,0 0-77-15,0 0-39 16,0 0-12-16,-75 11-4 16,52 1 2-16,1 2 5 15,9-4-5-15,4 3-1 16,5-3-3-16,4-1-2 16,0 1 0-16,18 1 6 15,5 0-2-15,4-2-2 16,2 1 3-16,-1 3-1 15,0-3 5-15,-6-1 20 16,-5-1 9-16,-7 2 2 16,-10-2 6-16,0 1 5 15,-4-1 5-15,-18-2-19 16,-5 3-14-16,-2-2-13 16,-3-2-4-16,2-1-1 15,4-3-2-15,4-1-7 16,7 0-12-16,4 0-9 15,8 0-10-15,3-7-29 16,2-3-43-16,15-4-28 16,8-2-31-16,5-4-29 15,6-1-118-15</inkml:trace>
  <inkml:trace contextRef="#ctx0" brushRef="#br0" timeOffset="-203337.14">22332 11176 421 0,'0'0'135'0,"0"0"45"0,0 0-11 16,0 75 6-1,0-51-63-15,0-3-41 0,0-3-24 16,0-3-18-16,0-4-21 16,0-3-7-16,0-7-14 15,-2-1-61-15,-4 0-90 16,-1-1-179-16</inkml:trace>
  <inkml:trace contextRef="#ctx0" brushRef="#br0" timeOffset="-203170.08">22284 11033 779 0,'0'0'5'15,"0"0"-4"-15,0 0-42 16,0 0-71-16,0 0-41 16,1 29-127-16</inkml:trace>
  <inkml:trace contextRef="#ctx0" brushRef="#br0" timeOffset="-202848.81">22411 11199 328 0,'0'0'171'15,"0"0"29"-15,63 82-39 16,-48-62-1-16,-1-6-40 15,-8-4-45-15,0-6-16 16,-2-4-12-16,-1 0-2 16,0-4 7-16,6-16-8 15,-1-3-38-15,6-6-3 16,1-3-2-16,0 2-4 16,-1 4-9-16,-1 6-7 0,-1 6 5 15,-4 7 1 1,1 7-12-16,-4 0 8 0,3 9 13 15,-2 9 3 1,0 3 2-16,0 2 3 0,-1 0 3 16,2 1 1-16,-1-4 0 15,-1-2-7-15,-3-4 0 16,1-4-4-16,0-3-27 16,0-3-77-16,0-4-83 15,1 0-130-15,3 0-328 16</inkml:trace>
  <inkml:trace contextRef="#ctx0" brushRef="#br0" timeOffset="-201632.23">23033 11105 778 0,'0'0'141'16,"0"0"35"-16,0 0-72 15,61 46-17-15,-39-29-27 16,3 2-22-16,0-1 4 16,3-1-7-16,-1 3-10 15,-2-4-4-15,-2-1-11 16,-6-3-8-16,-3-3 1 15,-5-3-2-15,-3-5-1 16,-4 2-14-16,-2-3-15 16,0 0-20-16,0 0-28 15,0-7-78-15,-3-5-103 0,-5-4-84 16,-1-4-257-16</inkml:trace>
  <inkml:trace contextRef="#ctx0" brushRef="#br0" timeOffset="-201433.01">23178 11127 837 0,'0'0'79'0,"0"0"96"16,-100 86-89-16,69-56-31 15,3-4-29-15,6-5-21 16,7-6-15-16,6-5-53 15,7-8-69-15,2-2-116 16,0-12-258-16</inkml:trace>
  <inkml:trace contextRef="#ctx0" brushRef="#br0" timeOffset="-200802.71">23178 10353 705 0,'0'0'26'16,"0"0"145"-16,0 0-59 15,82 99-23-15,-45-55-9 16,4 5-31-16,3 5-5 16,2 8-9-16,-1 2-14 15,-5 0-9-15,0 2 4 16,-5 1 8-16,-5-1-4 15,-7-5 5-15,-5-2-3 16,-7-3-7-16,-9-3 5 16,-2-5-1-16,-2-5 1 15,-12-3 2-15,-4-5 0 16,1-6-12-16,-3-8-5 16,6-4-2-16,-4-8-6 15,4-4-11-15,0-5-19 16,2 0-28-16,0-9-45 15,2-7-72-15,3-9-114 16,1-4-122-16</inkml:trace>
  <inkml:trace contextRef="#ctx0" brushRef="#br0" timeOffset="-200124.04">23769 10433 599 0,'0'0'75'15,"0"0"36"-15,0 0-31 16,0 0-7-16,0 0 15 16,0 26-4-16,-3-16-28 15,3 2 3-15,-3-3-12 16,3 2-15-16,0-3-7 15,0 1-8-15,0-3-6 16,3-1-5-16,5-1-1 16,1-1-1-16,4-3 1 15,-3 0-5-15,3 0-8 16,-1 0-16-16,-2 0-18 0,0-4-5 16,1-4-29-1,-3 0-9-15,-1-3-58 0,1 0-4 16,-5-1 63-1,2 1 11-15,-4-1 45 0,1 2 27 16,1 1 5 0,-3 2 36-16,0 3 49 0,0 4 14 15,0 0 12-15,0 3-34 16,0 13-43-16,-3 4 40 16,0 6 16-16,3 4-21 15,0 0-15-15,0 2 2 16,0-3-23-16,3 1-19 15,5-6-8-15,1-3-6 16,3-6-3-16,-4 1-2 16,3-5-19-16,-2-3-18 15,0-3-34-15,-4 1-51 16,-4-4-99-16,-1 0-132 16,0-2-302-16</inkml:trace>
  <inkml:trace contextRef="#ctx0" brushRef="#br0" timeOffset="-197570.01">21328 10487 148 0,'0'0'50'16,"0"0"47"-16,-4-2 19 16,2-1-22-16,2 0 0 15,0-1-12-15,0 0-37 16,0 0-7-16,0-1 8 15,0 1-1-15,0-3-6 16,0 1 1-16,0-2 0 16,0 0 5-16,0 1-16 15,-1-2-10-15,-1 0-8 16,1-1-4-16,-1-2-2 16,2 1 0-16,0-2-1 15,0 1 2-15,-1-1-2 16,1-1-3-16,0 2 1 15,0 2-2-15,0 0 0 16,0 1 1-16,0 2-2 0,0 0 2 16,0 1-1-1,0-1-1-15,0 3 2 0,0 0-1 16,0 1-1 0,1 2 1-16,4-2-2 0,-1 0 1 15,5 2 2-15,-1 0-2 16,1-2 1-16,8 3 0 15,-1-1 1-15,4 0-1 16,3-1 2-16,3 0-1 16,1-1 0-16,0 0 1 15,3-1 2-15,2 0-1 16,-1 1-1-16,-1 1-2 16,-1-1 0-16,-3 0 0 15,-2 2-1-15,1-2 0 16,-5 1 2-16,2 1-2 15,-2 0 1-15,0 1 1 16,0-2-2-16,2 1 1 16,-2 0 0-16,5 1 0 15,1 0 0-15,1-3 0 16,3 2-1-16,2-1 2 16,3 0-1-16,0-1 0 15,1 1-2-15,0-1 2 16,-2 2 0-16,-2 0 0 15,-2 1-1-15,-5 0 0 16,1 0 0-16,-3 0-2 16,-1 0 2-16,-2 0-1 15,3 0 1-15,0 0 1 16,2 0 0-16,2 0-1 16,3 0 1-16,2 0 0 0,1 0-3 15,2-2 0-15,1 1-3 16,-2 1-2-16,0-1 6 15,-2-1 3-15,-2 1-2 16,-2-1 1 0,-4 0 1-16,1-1-1 0,-5 2-1 15,0 1 0-15,0 0-7 16,-3 0 1-16,1 0 5 16,1 0-6-16,1 0 6 15,2 0 1-15,1 0 1 16,2 0 0-16,2 0 1 15,2 0-2-15,0 0 2 16,-2 0-2-16,1 0 2 16,-5 0-2-16,-3 0 1 15,-1 0 0-15,-5 0 0 16,2-3 0-16,-4 2-1 16,2-2 2-16,-2 2-2 15,-1 1 1-15,2-2 0 16,0 2 0-16,1 0-1 15,0-1 1-15,1 1 0 16,-1-1 0-16,1-2 0 16,-2 2 0-16,3-2 0 15,-1-1 0-15,-1 2-3 16,-1 0-5-16,-1-1 0 16,1 2 6-16,-6-2-2 15,-1 3 2-15,-2 0 0 16,-1 0 1-16,-1 0 1 15,1 0 0-15,-3 0 1 16,3 0 0-16,-1-1 2 16,-1 1 3-16,-1-3 4 15,2 3 5-15,-2 0 1 16,1 0-5-16,-1 0-6 16,2 0-4-16,-1 0-2 0,1 0 5 15,-1 12 12-15,-1 3-3 16,0 2-4-16,0 2-4 15,0 3 2-15,0-1 4 16,2-1 7-16,1-1 4 16,2 0 5-16,1 0 4 15,0-3-18-15,-2-3-9 16,0-3-2-16,-2-1-1 16,-1-4 0-16,-1-2-1 15,0-3-15-15,0 0-39 16,-3-2-82-16,-10-12-263 15</inkml:trace>
  <inkml:trace contextRef="#ctx0" brushRef="#br0" timeOffset="-196838.38">22400 9691 575 0,'0'0'70'0,"-22"-27"52"15,7 10-44-15,-2 1-7 16,-2 0-25-16,-2 1-17 15,-1 2-11-15,-3 5-4 16,-1 4-10-16,2 4-2 16,-1 0 0-16,6 10 0 15,2 10 2-15,7 6 8 16,4 5 7-16,6 4 14 16,0 5 5-16,2 1 3 15,9 3-1-15,4 2-3 16,-2-2-2-16,-2-1 1 15,2 1-3-15,-1-6-7 16,-2-2-11-16,-3-5-5 16,0-6-5-16,-4-3-3 15,-3-6-2-15,0-5-3 0,0-2-15 16,0-5-19 0,-8-2-30-16,-7-2-48 0,-1 0-77 15,-4 0-128-15,-1-12-315 16</inkml:trace>
  <inkml:trace contextRef="#ctx0" brushRef="#br0" timeOffset="-196645.88">22106 9999 817 0,'0'0'162'15,"0"0"-50"-15,88-13-65 16,-54 5-28-16,-3 6-18 16,0-2-47-16,-5 3-128 15,-6-2-126-15,-1-1-305 16</inkml:trace>
  <inkml:trace contextRef="#ctx0" brushRef="#br0" timeOffset="-196429.47">22693 9997 945 0,'0'0'37'0,"0"0"69"0,0 0-56 15,79-7-43-15,-66 3-4 16,-6 0-8-16,-4 0-54 15,-3-2-89-15,0 1-119 16,-6 0-288-16</inkml:trace>
  <inkml:trace contextRef="#ctx0" brushRef="#br0" timeOffset="-196254.92">22693 9997 760 0,'-77'-87'24'16,"96"82"29"-16,5 1-49 15,2-1-17-15,-2-1-67 16,0 1-198-16</inkml:trace>
  <inkml:trace contextRef="#ctx0" brushRef="#br0" timeOffset="-195779.07">23096 9837 735 0,'0'0'133'16,"0"0"45"-16,0 0-71 16,0 0-19-16,54 86-12 15,-33-63-18-15,3 2-12 16,2-1-9-16,0-1-9 16,2-1-11-16,-6-1-12 15,-1-4-2-15,-4-3-3 16,-2-2-2-16,-6-3-12 15,-2-5-21-15,-5 0-30 16,-2-4-34-16,0 0-55 16,0 0-56-16,-2-3-112 15,-3-14-288-15</inkml:trace>
  <inkml:trace contextRef="#ctx0" brushRef="#br0" timeOffset="-195540.73">23338 9842 752 0,'0'0'105'0,"0"0"85"0,-78 74-88 16,47-43-16-16,0 0-25 16,4-2-38-1,5-7-16-15,5-2-5 0,6-8-1 16,6-4-7-16,3-6-30 15,2-2-42-15,0 0-48 16,5-10-74-16,6-9-101 16,5-5-281-16</inkml:trace>
  <inkml:trace contextRef="#ctx0" brushRef="#br0" timeOffset="-195236.56">23423 9601 883 0,'0'0'157'16,"0"0"-33"-16,0 0-56 15,0 0 5-15,0 0-30 16,0 0-28-16,21 52-10 15,-11-41-2-15,-2-1 0 16,6-4-2-16,-2-3 0 16,1 0-14-16,-1-3-32 15,1 0-30-15,-4 0-58 16,0-8-44-16,-1-1-6 16,-4-2-35-16,-1-2-84 15</inkml:trace>
  <inkml:trace contextRef="#ctx0" brushRef="#br0" timeOffset="-195057.42">23581 9581 472 0,'0'0'148'0,"0"0"11"16,0 0-50-1,0 0 67-15,0 0-46 0,0 93-27 16,0-60-28-16,0 2-13 16,-3-3-26-16,1 0-27 15,2-5-7-15,0-2-7 16,0-2-31-16,0-3-52 15,0-5-100-15,0-3-195 16,0-1-356-16</inkml:trace>
  <inkml:trace contextRef="#ctx0" brushRef="#br0" timeOffset="-193232.12">22012 11623 244 0,'0'0'94'0,"0"0"-4"16,0 0-22-16,0-1 4 16,0 1-20-16,2 0-5 15,-1 0 8-15,-1 0-10 16,0 1-13-16,2 3-8 15,-1 2-2-15,1 0-7 16,1 0-5-16,0 2-6 16,-1 2 2-16,4-2 40 0,0 2-42 15,0-2-2-15,2-3 0 16,1 2-1-16,2-4 11 16,3 1 0-1,1-4-7-15,1 0 9 0,4 0-7 16,2 0-5-16,1 0 1 15,2 0-1-15,2 0-1 16,-1-4 1-16,3-2-1 16,-2 1-1-16,2-1 0 15,0 2 1-15,-2-1-2 16,0-1 2-16,0 2-1 16,2-1 1-16,0 1-2 15,1-3 1-15,1 0 1 16,0 3-2-16,1-1 1 15,-3 1 1-15,0 1-2 16,-2 1 1-16,-4 1 0 16,-4 1-1-16,1 0 1 15,-2 0 0-15,-1-1 0 16,0-1-1-16,-3 1-2 16,0 0 1-16,3-2 1 15,0 2 0-15,-2-2 1 16,1 2 0-16,-2-1 1 15,2 1-2-15,-4 1-1 16,0 0 2-16,0 0 0 16,0-2 0-16,1 2 0 15,0 0 0-15,0 0-1 16,4 0 1-16,-2 0-1 16,1 0-16-16,0 0 10 0,-1 0 4 15,-4 0 1 1,0 0 2-16,-4 0 0 0,-2 0 1 15,-2 0 3 1,-3 0-2-16,2 0 0 0,-2 0 0 16,2 0 4-16,1-1 12 15,0-2 7-15,1-2-2 16,0 0-4-16,2-3-12 16,-2 2 8-16,2-5 4 15,-1 3-10-15,-1-2-1 16,-1-2 0-16,-3-1 0 15,0 1-2-15,0-1 3 16,0 1-6-16,0 1-2 16,0 1 0-16,-2 1-1 15,-2 4-1-15,1 1-1 16,-3 3-27-16,0 1-60 16,-2 0-61-16,-4 0-112 15,1 0-298-15</inkml:trace>
  <inkml:trace contextRef="#ctx0" brushRef="#br0" timeOffset="-192234.15">22397 12186 489 0,'0'0'154'0,"0"0"14"16,0 0-66-16,52-25-36 16,-44 10-10-16,0 2-21 15,-7-2-3-15,-1 2 0 16,0-1-3-16,0 1-7 16,-3 4-7-16,-9 2-11 15,-5 2-4-15,1 5-7 16,-4 0-4-16,-2 9 1 15,-1 11 4-15,3 1 3 16,3 5 0-16,2-1-6 16,7-1 2-16,8-5 2 15,0-2-7-15,2-3 7 0,17-5 3 16,3-5 2 0,5-1 1-16,2-3 0 15,0 0 0-15,-1 0 1 16,-3-8-2-16,-4-5 0 15,-4 3-5-15,-5-2-3 0,-4 1-4 16,-3-1-4-16,-2-1 4 16,-1 6 8-16,-2 0 3 15,2 2 1-15,-1 1 0 16,-1 4 0-16,3 0 1 16,0 0-3-16,0 3-1 15,3 10 14-15,2 9 0 16,0 8 11-16,3 8 4 15,2 4 11-15,0 5 41 16,2 2 2-16,-1 1-49 16,-1-2 8-16,-1-6 24 15,-1-3-32-15,-1-7 3 16,-4-6 0-16,-2-7-9 16,-4-7 8-16,0-2 1 15,-1-3-3-15,-18-4 1 16,-3 0-8-16,-6-3-17 15,-4 0-2-15,1 0-2 16,0 0-2-16,3-8-8 16,4-3-13-16,2-5-19 15,5-3-22-15,2-1-19 16,10-6-28-16,2 0-90 16,3 0-164-16,0-2-290 15</inkml:trace>
  <inkml:trace contextRef="#ctx0" brushRef="#br0" timeOffset="-191987.13">22967 12180 958 0,'0'0'79'0,"0"0"78"16,0 0-93-16,87-5-48 15,-74 3-10-15,-7-2-10 16,-2 3-35-16,-4-2-57 16,0-3-82-16,-6 1-205 15</inkml:trace>
  <inkml:trace contextRef="#ctx0" brushRef="#br0" timeOffset="-191801.42">22880 12055 879 0,'0'0'20'0,"0"0"76"16,0 0-73-16,0 0-23 15,0 0-61-15,83-20-143 16,-69 12-312-16</inkml:trace>
  <inkml:trace contextRef="#ctx0" brushRef="#br0" timeOffset="-190861.65">23379 12047 623 0,'0'0'26'16,"0"0"78"0,-79 11-57-16,52-1-7 0,1 0 12 15,6-1-15-15,8-1-23 16,4 2-5-16,8-1-7 16,0-1-3-16,13 3 4 15,11 0-2-15,5 2 0 16,4-1 0-16,1 0-1 15,-3 1 3-15,-2-2 33 16,-7 3 17-16,-8-3-10 16,-8 0-2-16,-6-2 8 15,0 1 17-15,-11-2-14 16,-8-1-24-16,-3-1-19 16,2-1-6-16,0-2-2 15,2-3 0-15,1 0-8 16,5 0-12-16,3 0-6 15,3 0-4-15,4-4-14 16,2-3-14-16,2-2-1 16,15 2 15-16,6-3 33 15,8-2 9-15,4-1 0 16,5 0 1-16,-4 0 1 16,0 3 5-16,-6 3 12 15,-5 4 12-15,-10 3 2 16,-4 0-5-16,-8 5 14 15,-3 9 0-15,0 3-7 16,0-1-15-16,0 3-4 16,-8-3-11-16,2 2-2 15,1-4-4-15,1-3-25 0,1-3-27 16,0-4-47-16,0-4-104 16,0 0-72-1,1-4-233-15</inkml:trace>
  <inkml:trace contextRef="#ctx0" brushRef="#br0" timeOffset="-190705.42">23592 11962 715 0,'0'0'37'0,"0"0"-6"15,0 0-58-15,0 0-62 16,0 0-81-16,-25 6-80 15</inkml:trace>
  <inkml:trace contextRef="#ctx0" brushRef="#br0" timeOffset="-190378.24">23697 12146 315 0,'0'0'217'16,"0"0"-9"-16,0 0-17 15,0 0-31-15,57 76-52 16,-54-71-25-16,1-2-44 15,-4-1-6-15,0-2 6 16,0 0 3-16,2-10-10 16,1-4-19-16,0-3-11 15,2-5-4-15,4 3-7 16,2 1-8-16,1 4-12 16,3 3-6-16,0 3 11 15,-1 8 7-15,-2 0 10 16,0 2 2-16,-2 14 3 15,-4 3 6-15,0 3 3 16,-3 0 1-16,0-2-2 0,-2-1-3 16,0-5-1-1,-1-2-3-15,3-4-33 0,0-4-89 16,0-4-85-16,3 0-145 16</inkml:trace>
  <inkml:trace contextRef="#ctx0" brushRef="#br0" timeOffset="-190070.26">24098 12007 847 0,'0'0'174'16,"0"0"-12"-16,0 0-61 16,0 0-35-16,66 86-24 15,-47-68-11-15,0 1-13 16,2-3-7-16,-5-1-8 16,-1-1-1-16,-4-5-2 15,0-1-16-15,-5-2-28 16,-1-3-28-16,-2-3-71 15,-2 0-136-15,1 0-132 16</inkml:trace>
  <inkml:trace contextRef="#ctx0" brushRef="#br0" timeOffset="-189880.46">24214 12062 828 0,'0'0'167'0,"-77"62"-35"16,37-28-65-16,3 2-36 16,9-7-24-16,6-4-6 15,7-6-40-15,5-5-79 16,6-8-159-16,2-6-278 16</inkml:trace>
  <inkml:trace contextRef="#ctx0" brushRef="#br0" timeOffset="-182476.63">27691 10141 841 0,'5'-12'70'16,"0"1"68"-16,1-6-37 16,-3 2-29-16,-3-3-26 15,0-1-22-15,0-2-16 16,0 0-4-16,-14 5-1 16,-1 3-3-16,-5 3 0 15,-3 9-1-15,-2 1-8 16,-1 1-1-16,2 19 4 15,2 7 3-15,6 8 1 0,6 5 1 16,9 3 1-16,1 1 5 16,0 2 3-16,17 2 5 15,1-1-2-15,3 0 13 16,-1-2 23-16,-1 0-9 16,-2-3-18-16,-1-6 4 15,-6-1-6-15,-3-6-9 16,-2-4-4-16,-2-1-2 15,-3-8-2-15,0-1 0 16,0-2 0-16,0-6 0 16,-2 1-4-16,-5-3-11 15,0-5-15-15,-1 0-32 16,0 0-50-16,1-6-100 16,-2-6-144-16,-1-4-305 15</inkml:trace>
  <inkml:trace contextRef="#ctx0" brushRef="#br0" timeOffset="-182263.81">27480 10468 899 0,'0'0'68'0,"0"0"91"15,0 0-47-15,96-5-79 16,-66 0-20-16,2-2-9 16,-2-3-15-16,-2 1-70 15,-2-5-68-15,-5 0-130 16,-3-2-198-16</inkml:trace>
  <inkml:trace contextRef="#ctx0" brushRef="#br0" timeOffset="-181988.05">28166 10046 1032 0,'0'0'75'0,"0"0"66"16,-50 87-73-16,21-52-47 15,-3 0-17-15,5-5-17 16,-2-1-73-16,1-4-83 16,4-3-140-16,-2-3-397 15</inkml:trace>
  <inkml:trace contextRef="#ctx0" brushRef="#br0" timeOffset="-180094.52">23059 8910 494 0,'0'0'44'0,"0"0"65"16,61 3-14-16,-25-3-47 15,9 0-4-15,10 0-12 16,4 0-22-16,5 0-9 16,-1-3-1-16,-1-1-2 15,-4 2-7-15,-7-1-5 16,-11 2 8-16,-8-2-2 15,-8 3-2-15,-9-1 7 16,-4-2 3-16,-3 0 1 16,-5-1 1-16,-2 2-1 15,-1-1-2-15,0 0-6 16,0 2-16-16,0 0-9 16,-4-1-8-16,-14 2-33 15,-1 0-54-15,-8 0-72 0,-6 0-84 16</inkml:trace>
  <inkml:trace contextRef="#ctx0" brushRef="#br0" timeOffset="-179719.41">22945 9051 635 0,'0'0'99'15,"0"0"-38"-15,0 0 3 16,143-23 3-16,-66 7-1 15,10 0-27-15,1-1-32 16,-3 5-6-16,-11 3-1 16,-9 2 3-16,-16 1 5 15,-15 5 1-15,-11 1-1 16,-11-3 3-16,-8 3 0 16,-4 0-3-16,0 0 9 15,0 0-7-15,-14 0-14 16,-8 0-26-16,-7 3-18 15,-5 5-36-15,-4 4-13 16,-4 1 50-16,5-1 30 16,6 0 10-16,8-1 6 15,12 0 2-15,9-6-1 16,2 2 0-16,19-3 1 16,15-4-1-16,9 0 1 15,8 0-14-15,3-11-295 16</inkml:trace>
  <inkml:trace contextRef="#ctx0" brushRef="#br0" timeOffset="-177467.94">28344 10628 835 0,'11'4'97'0,"1"-1"48"16,4-3-13-16,3 0-47 16,4 0-29-16,1 0-19 15,2-7-22-15,-2-3-11 16,-3-1-13-16,-2-2-43 16,-6 2-68-16,-10-1-80 0,-3 0-129 15,-5 3-360-15</inkml:trace>
  <inkml:trace contextRef="#ctx0" brushRef="#br0" timeOffset="-177287.97">28357 10460 886 0,'0'0'57'16,"0"0"58"-16,0 0-89 15,0 0-25-15,85-11-12 16,-66 7-110-16,0 0-137 16,-5-4-350-16</inkml:trace>
  <inkml:trace contextRef="#ctx0" brushRef="#br0" timeOffset="-176233.63">28834 10254 766 0,'0'0'52'0,"0"0"68"15,0 0 3-15,0 0-39 16,14 51-35-16,-7-34-7 16,5 0-8-16,2-2 3 15,2 0 2-15,7-3-13 16,2-1-6-16,2-3-1 15,-1-4-3-15,-4 1-11 16,-1-4-1-16,-2-1-2 16,-6 0-1-16,-4 0-11 15,-1 0-17-15,-3-1-19 16,-2-7-46-16,-3 1-62 16,0-3-48-16,0-1-52 15,0-1-193-15</inkml:trace>
  <inkml:trace contextRef="#ctx0" brushRef="#br0" timeOffset="-175958.35">29084 10177 778 0,'0'0'120'15,"0"0"47"-15,0 73-55 16,0-40 1-16,0 5-35 15,6 2-21-15,3-2-9 16,1-1-17-16,2-4 0 16,-2-1-3-16,2-6-9 15,-1-4-10-15,-2-4-6 16,0-3-1-16,-2-4-3 16,-3-5-29-16,0-2-24 15,-1-4-40-15,0 0-72 16,0 0-113-16,-3-8-288 15</inkml:trace>
  <inkml:trace contextRef="#ctx0" brushRef="#br0" timeOffset="-175169.1">29372 10335 827 0,'0'0'59'0,"0"0"126"0,0 0-60 15,0 0-34-15,91 79-28 16,-65-51-14-16,-1 1-10 16,2-3-9-16,2-3-1 15,-3 0-3-15,0-4-1 16,-2-3-11-16,-4-4-8 16,-5-3-3-16,-6-1-2 15,-3-5-7-15,-3 0-24 16,-3-3-18-16,0 0-19 15,0 0-28-15,0-6-90 16,-2-7-154-16,-5-5-74 16</inkml:trace>
  <inkml:trace contextRef="#ctx0" brushRef="#br0" timeOffset="-174960.2">29664 10354 761 0,'0'0'90'0,"0"0"98"16,-89 106-58-16,55-65-31 15,4 0-30-15,1-5-23 16,7-4-29-16,6-9-14 16,8-6 1-16,5-6-25 15,3-11-61-15,3 0-93 16,10-16-125-16,3-11-391 0</inkml:trace>
  <inkml:trace contextRef="#ctx0" brushRef="#br0" timeOffset="-174415.89">29775 9968 804 0,'0'0'93'16,"0"0"73"-16,0 0-63 16,0 0-33-16,0 0-4 15,35-21-20-15,-17 17-22 16,0 1-12-16,-1 3-9 16,-5 0-2-16,-3 0-1 15,-5 7-2-15,-4 7-13 16,0 3 1-16,0 0-1 15,-3 1 0-15,-3 0 8 16,6 0 0-16,0-2 6 16,0-3-1-16,13 3 2 15,3-1 0-15,0-2 8 16,-3 1 6-16,-6-1 11 16,-4 1 6-16,-3 0 11 15,0-2-6-15,-16 0-8 0,-4-3-16 16,-1-1-6-1,-3-3-9-15,4-2-26 0,0-2-40 16,2-1-69-16,1 0-113 16,5 0-172-16</inkml:trace>
  <inkml:trace contextRef="#ctx0" brushRef="#br0" timeOffset="-170809.87">27834 11367 555 0,'0'-12'3'16,"0"-2"25"-16,-7 2 49 15,-6 1-35-15,0 1-24 16,-4 3-7-16,1 3-13 0,-5 3-3 16,1 1 4-1,0 0 1-15,0 3 1 16,0 12-1-16,2 6 1 0,4 4 6 16,7 5 3-16,1 4 22 15,6 4 20-15,0 1 3 16,0 2 7-16,6-1 2 15,8 1 16-15,-2 0-17 16,1-1-15-16,-2-4-9 16,-2 0-7-16,-2-3-5 15,-1-3-10-15,-1-4-5 16,-2-3-6-16,-1-6-5 16,1-1 0-16,-3-4 0 15,0-4-10-15,0-3-20 16,0 1-12-16,-5-3-48 15,-7-2-72-15,0-1-102 16,-5 0-225-16</inkml:trace>
  <inkml:trace contextRef="#ctx0" brushRef="#br0" timeOffset="-170593.02">27590 11754 939 0,'0'0'135'15,"0"0"11"-15,82-24-51 16,-53 17-49-16,0 0-37 16,-1 3-8-16,-4-1-52 15,-2-5-99-15,-5-2-160 16,-1-4-331-16</inkml:trace>
  <inkml:trace contextRef="#ctx0" brushRef="#br0" timeOffset="-170347.63">28249 11261 997 0,'0'0'3'0,"0"0"42"16,-74 84-24-16,45-48-13 16,2 2-11-16,-2-2-89 15,3 0-116-15,0-5-223 16</inkml:trace>
  <inkml:trace contextRef="#ctx0" brushRef="#br0" timeOffset="-169943.63">28416 11499 917 0,'0'0'52'0,"-56"76"105"0,24-32-55 16,2 5-29-16,2 2-24 16,4-3-22-16,6-2-12 15,7-2 1-15,8-7 1 16,3-6-6-16,0-6-9 16,19-4 0-16,3-5-2 15,5-5-17-15,2-2-22 16,0-6-39-16,0-2-104 15,-5-1-128-15,-8 0-212 16</inkml:trace>
  <inkml:trace contextRef="#ctx0" brushRef="#br0" timeOffset="-169199.28">28667 11708 736 0,'0'0'120'0,"0"0"69"0,0 0-81 16,0 0-57-16,0 0-28 15,-44-1-16-15,25 8 9 16,0 5 0-16,3 1-2 16,2-5-6-16,8 3-1 15,2 0-5-15,4 1-3 16,0-4 0-16,1 0 2 15,15 2 3-15,4 0 1 16,2-1 0-16,2 2 6 16,0 2 7-16,-3-1-8 15,-2 1 8-15,-7-3 2 16,-5 2 2-16,-7-1 5 16,0-1 0-16,0 1-5 15,-15-3-1-15,-2 0-10 16,-2 0-7-16,-1-2-2 15,3-2-1-15,1-3-8 16,0-1-10-16,6 0-11 16,0-4-26-16,4-7-20 15,3-5-15-15,3 1-54 16,0-2-48-16,13 1 4 16,6 0-55-16,4 2 38 15,6 2 99-15,-2 2 34 16,2 3-4-16,-3-1 121 15,-3 5 67-15,-4 3 73 0,-5 0-7 16,-2 0-14 0,-3 0-22-16,-5 7-10 15,2 4-32-15,-3 2-40 0,-2-1-10 16,2-1-13 0,-3 4-12-16,0-4-17 0,0-2-6 15,0-3-3-15,0-2-31 16,0-4-95-1,0 0-109-15,-3 0-217 0</inkml:trace>
  <inkml:trace contextRef="#ctx0" brushRef="#br0" timeOffset="-169020.59">28828 11615 883 0,'0'0'14'0,"0"0"65"16,0 0-36-16,0 0-49 16,0-8-104-16,0 9-32 15,0 6-111-15,0 1-90 16</inkml:trace>
  <inkml:trace contextRef="#ctx0" brushRef="#br0" timeOffset="-168653.81">28893 11803 572 0,'0'0'238'0,"0"0"-30"16,0 0-52-16,0 0-31 15,0 0-52-15,43 72-22 0,-40-70-16 16,-2-2-15 0,2 0-3-16,3 0-2 15,0-12 9-15,5-2-6 0,1-7-14 16,0-2-6-1,-1 3-8-15,-2 4-4 0,-2 3 1 16,-1 5 6-16,-1 5-1 16,0 3 2-16,-1 0 2 15,2 0 0-15,1 12 6 16,2 2 1-16,-2 3-3 16,2 0 1-16,1-3 0 15,0 0 0-15,0 0-1 16,0-4 0-16,0 0-1 15,2-1-10-15,-5-2-46 16,3-3-47-16,-1-1-28 16,-2-3-103-16,-1 0-48 15,-1 0-165-15</inkml:trace>
  <inkml:trace contextRef="#ctx0" brushRef="#br0" timeOffset="-168206.65">29202 11703 591 0,'0'0'139'0,"0"0"55"16,0 0-36-16,0 0-62 16,0 0-16-16,13 1-7 15,-6 7-8-15,3 6-11 16,6 0-12-16,-1 1-6 15,3 2-10-15,1-2-2 16,3-1-4-16,1-1-7 16,-2-1-6-16,-2-5-4 15,0 1-1-15,-7-3-1 16,-4 0-13-16,-2-2-18 16,-3-2-24-16,-3-1-32 15,0 0-46-15,0 0-71 16,0-2-132-16,0-8-171 15</inkml:trace>
  <inkml:trace contextRef="#ctx0" brushRef="#br0" timeOffset="-168010.02">29417 11712 723 0,'0'0'98'15,"0"0"62"-15,0 0-28 16,0 0-52-16,-81 56-3 15,55-33-37-15,3 3-16 16,0-3-16-16,5-1-5 16,3-3-3-16,3-4-16 15,5-4-42-15,1-4-66 0,6-7-96 16,0 0-121 0</inkml:trace>
  <inkml:trace contextRef="#ctx0" brushRef="#br0" timeOffset="-167572.69">29364 11253 895 0,'0'0'137'15,"0"0"1"-15,56 83-60 16,-29-47-14-16,1 6-14 16,2 3-7-16,-1 5-2 15,0-2-5-15,0 0-3 16,-3-2 3-16,-3-2 0 15,-4 0-7-15,-5-5-9 16,-11 0-3-16,-3 1 4 16,0-3-7-16,-14-2-8 15,-4-4-2-15,-2-6-2 16,1-5-7-16,3-5-14 16,2-4-28-16,2-3-14 15,3-8-12-15,1 0-32 16,4 0-89-16,1-4-139 15,3-13-229-15</inkml:trace>
  <inkml:trace contextRef="#ctx0" brushRef="#br0" timeOffset="-167256.56">30016 11731 933 0,'0'0'223'16,"0"0"-71"-16,0 0-56 15,0 0-29-15,93 2-33 16,-73-2-21-16,-4 0-8 16,-3 0-7-16,-6-3-29 15,-3-7-45-15,-4 1-65 16,0-4-160-16,-20 0-332 16</inkml:trace>
  <inkml:trace contextRef="#ctx0" brushRef="#br0" timeOffset="-167085.4">30001 11565 1054 0,'0'0'101'0,"0"0"-9"16,85-23-78-1,-52 11-11-15,0 0-47 16,-1-1-123-16,-5-6-214 15</inkml:trace>
  <inkml:trace contextRef="#ctx0" brushRef="#br0" timeOffset="-166473.24">30340 11304 654 0,'0'0'128'0,"0"0"22"16,0 0-17-16,0 0-35 15,0 0 2-15,13 28-30 16,-10-9-16-16,1 1-24 16,2 2-8-16,3-1-5 15,2 0-5-15,2-5 2 16,4 1 1-16,2-7 7 15,3 1-1-15,-2-6-5 16,-3-2-7-16,2-3-5 16,-4 0-3-16,-3 0-11 15,-1 0-17-15,-4-6-16 16,-1-3-35-16,-1-2-52 16,-2-2-91-16,-3-2-110 15,0 2-226-15</inkml:trace>
  <inkml:trace contextRef="#ctx0" brushRef="#br0" timeOffset="-166232.93">30610 11317 904 0,'0'0'224'15,"0"0"-69"-15,7 101-59 16,-4-64-14-16,3 3-19 15,-1-5-16-15,1-3-15 16,2-2-12-16,-1-5-11 16,1-5-6-16,0-2-1 15,-1-2-1-15,0-2-25 0,-1-4-31 16,1 0-18 0,-6-4-62-16,-1-5-148 0,0-1-214 15</inkml:trace>
  <inkml:trace contextRef="#ctx0" brushRef="#br0" timeOffset="-165604.77">31042 11033 747 0,'0'0'98'0,"0"0"48"16,-87 100 2-16,54-46-39 15,1 8-22-15,8 3-29 16,8 2-12-16,7-1-12 16,9 0-7-16,4-6 6 15,17-4-13-15,6-6-5 16,6-5 8-16,2-4-6 15,-2-5-11-15,-4-7-3 16,-1-4 0-16,-7-8-1 16,-8-4-2-16,-3-8-15 15,-3-3-31-15,-4-2-14 16,-3-2-11-16,0-11-68 16,0-6-104-16,0-4-172 15</inkml:trace>
  <inkml:trace contextRef="#ctx0" brushRef="#br0" timeOffset="-164810.12">31307 11393 571 0,'0'0'139'0,"0"0"-1"16,0 0-33-16,0 0 4 15,0 0-43-15,-91 50-12 16,74-40-9-16,1 1-13 15,3-3-10-15,6 0-7 16,1-1-10-16,6 1-4 16,0 0-1-16,3 0 0 15,15 2 1-15,6-1 0 16,6 1-1-16,5 1 1 16,-2-1-1-16,-1-2 0 15,-6 3 1-15,-7-2-2 16,-9-1 2-16,-7 0 12 15,-3 1 17-15,0-1 3 16,-15 0 3-16,-2-2-16 16,-3-1-13-16,-2-1-4 15,1-4 0-15,3 0-3 16,2 0-17-16,3 0-11 16,2-8-7-16,6-7-26 0,4-3-37 15,1-2-26 1,1-2-12-16,18-1-3 0,3 1 17 15,7 2 27-15,1 5 27 16,3 1 39 0,-1 5 31-16,-6 5 3 0,0 4 81 15,-7 0-1-15,-6 3-24 16,-3 11-3-16,-4 4-9 16,-4 2 12-16,1 0-3 15,0 1-6-15,-3-3-23 16,0-1-19-16,0-4-8 15,0-7-53-15,0-3-179 16,-10-3-363-16</inkml:trace>
  <inkml:trace contextRef="#ctx0" brushRef="#br0" timeOffset="-164623.98">31528 11284 1094 0,'0'0'21'16,"0"0"53"-16,0 0-31 15,0 0-68-15,0 0-53 16,-30 19-73-16,27-3-101 16,3 2-103-16</inkml:trace>
  <inkml:trace contextRef="#ctx0" brushRef="#br0" timeOffset="-164271.79">31650 11568 722 0,'0'0'198'0,"0"0"-9"16,0 0-75-16,0 0-22 16,0 0-31-16,0 0-19 15,20 18-4-15,-17-26-2 16,2-6-9-16,4-4-25 15,0-4-4-15,2-1-8 16,-2 4-8-16,1 5 1 16,3 1 1-16,-6 8-4 15,2 2 11-15,-3 3-14 16,1 0 9-16,-1 12 8 16,1 5 1-16,-2 2 9 15,-1 3 3-15,0 0 7 16,2-3 2-16,-2-2-11 15,-2-4-4-15,-1-4 0 16,2-5-17-16,-2-1-64 16,4-3-114-16,-1 0-111 15,4 0-175-15</inkml:trace>
  <inkml:trace contextRef="#ctx0" brushRef="#br0" timeOffset="-163894.91">32025 11381 843 0,'0'0'56'0,"0"0"127"15,0 0-42-15,0 0-49 16,41 77-31-16,-27-57-18 16,1 3-11-16,0-2-7 15,-1-1-5-15,0-4-6 16,-3-2-7-16,1-4-4 15,-1-2-2-15,0-2-12 16,-4-5-22-16,4-1-31 16,-3 0-35-16,-1-8-126 15,-1-8-178-15,-2-4-251 16</inkml:trace>
  <inkml:trace contextRef="#ctx0" brushRef="#br0" timeOffset="-163719.49">32145 11439 847 0,'0'0'127'15,"0"0"30"-15,-94 79-107 16,68-54-34-16,5-4-13 16,7-4-15-16,6-6-67 15,5-6-77-15,3-3-85 16,0-2-277-16</inkml:trace>
  <inkml:trace contextRef="#ctx0" brushRef="#br0" timeOffset="-163287.42">32197 10929 765 0,'0'0'138'0,"0"0"26"15,43 92-69-15,-24-51-20 16,7 5-12-16,-1 4-5 15,-1 2-12-15,4 3 1 16,-2-1-3-16,-6 2-7 16,0-1 1-16,-7-3-1 15,-3 1-8-15,-7-3-5 16,-3-3-4-16,0-7-6 16,-6-4-5-16,-8-5-5 15,-1-5-1-15,0-5-5 16,0-6-12-16,-1-5-23 15,0-7-23-15,-1-3-22 16,1 0-45-16,2-7-140 0,2-14-176 16</inkml:trace>
  <inkml:trace contextRef="#ctx0" brushRef="#br0" timeOffset="-162602.54">32578 10977 465 0,'0'0'99'15,"0"0"23"-15,0 0-17 16,0 0 1-16,0 0-22 16,-14-8-4-16,14 4-25 15,0 4 5-15,0 0-2 16,0 0-23-16,0 0-15 16,0-1-8-16,11-1-2 15,0 2 4-15,0-1-1 16,2 1-6-16,-6 0-2 0,1 0-5 15,-4 0 0-15,0 0-1 16,-4 0-9-16,0 4-11 16,0 6 18-16,0 0 1 15,0 4 1-15,2 1 1 16,6 0-1-16,1 1 1 16,5 2 2-16,-2 0 3 15,0-2 5-15,-4-1 12 16,-5 0 7-16,-3 1 9 15,0-4 5-15,-9 2-7 16,-5-1-2-16,-5-2-7 16,3-3-13-16,1 0-9 15,0-4-2-15,2-2-13 16,-1 1-19-16,0-3-35 16,3 0-59-16,-2 0-117 15,0 0-160-15</inkml:trace>
  <inkml:trace contextRef="#ctx0" brushRef="#br0" timeOffset="-156548.14">31193 11849 457 0,'18'0'18'0,"9"0"54"16,12 0 55-16,6-3-71 0,11-2-21 16,9 1-4-16,6-1-7 15,10-1-14-15,2-2-3 16,0 1-3-16,-4 1-2 15,-5-2 1-15,-9 2-2 16,-10 1-1-16,-9 1-1 16,-10 3-1-16,-7-2 1 15,-10 3-3-15,-5 0-4 16,-5-2 1-16,-6 2 5 16,0 0 1-16,-3 0 0 15,0 0-4-15,0 0-16 16,0 0-2-16,-12 0-20 15,-2 0-76-15,-7 0-100 16,-1 0-105-16</inkml:trace>
  <inkml:trace contextRef="#ctx0" brushRef="#br0" timeOffset="-156230.87">31222 11929 299 0,'0'0'-2'16,"0"0"25"-16,0 0 55 16,85 8 23-16,-31-8 14 0,11 0 9 15,11 0-17 1,10 0-28-16,3-1-30 0,0-5-18 15,-3 2-3 1,-10 0-12-16,-9 0-9 16,-14 1-6-16,-15-1-1 0,-11 1-3 15,-9 0-6-15,-7 1-14 16,-5-1-17-16,-5 0-14 16,-1 0-47-16,0-1-67 15,0 2-229-15</inkml:trace>
  <inkml:trace contextRef="#ctx0" brushRef="#br0" timeOffset="-155063.95">28623 12137 584 0,'0'0'60'0,"0"0"58"16,109 0-28-16,-57 0-55 15,7 0-19-15,8 0-8 16,4-7-6-16,1-1 0 16,3 0-1-16,-4 1 1 15,-6 1 20-15,-9 2-16 16,-7-2 12-16,-10 4-12 16,-7-1-2-16,-9-1-2 15,-7 4-2-15,-3-1 0 16,-7-2-7-16,-6 3-49 15,0 0-57-15,-3 0-21 16,-19 0-151-16</inkml:trace>
  <inkml:trace contextRef="#ctx0" brushRef="#br0" timeOffset="-154770.37">28706 12200 326 0,'0'0'75'16,"0"0"88"-16,126 0 18 15,-70 0-67-15,2 0-3 16,3 0-27-16,-5 0-41 15,-4 0-15-15,-7 0-13 16,-6 0-14-16,-9-4-5 16,-4-1-63-16,-6-1-115 15,-5-3-88-15,-2-2-224 16</inkml:trace>
  <inkml:trace contextRef="#ctx0" brushRef="#br0" timeOffset="-150342.3">32733 11507 620 0,'0'0'66'0,"0"0"54"16,0 0 0-16,0 0-41 15,0 0-12-15,0 0-26 16,0 0-9-16,0 0-5 15,0 0-11-15,0 0-2 16,0 0-1-16,0 0-4 16,0 0-4-16,0 0 0 15,0 0 4-15,0 0 18 16,1 0 12-16,2-6-14 16,0 2-21-16,0 0-4 15,0 0 0-15,1 2 1 0,-2 2 0 16,0 0 0-1,1 0-1-15,0 0 4 0,0 6 5 16,-1 0 1-16,-1 0-1 16,-1-2-5-16,0 0 1 15,0-3-2-15,0 0 2 16,0-1-1-16,0 0-4 16,0 0-5-16,0 0-2 15,0 0-7-15,0 0-9 16,5 0-15-16,2 0 3 15,1-2-7-15,0 0 22 16,-3 1 16-16,3 1 3 16,-4 0-2-16,2 0 2 15,-4 0 6-15,1 7 6 16,0 0 8-16,-3-1-15 16,0 1 3-16,0 1-1 15,0-4-2-15,0-2-3 16,0 1 0-16,0-3-3 15,0 0 1-15,0 0 4 16,-3 0 5-16,3 0-8 16,-3-1-3-16,3-6 3 15,0 1-1-15,0-1-1 16,0 0-6-16,0 2-16 16,0 1-21-16,0 1-55 15,-2 2-34-15,-5 1-70 0,-1 0-287 16</inkml:trace>
  <inkml:trace contextRef="#ctx0" brushRef="#br0" timeOffset="-144036.64">27729 8439 513 0,'7'-10'78'0,"-4"1"64"16,1 1-43-16,-1 0-12 15,-3 0-2-15,0-1-26 16,0 0-27-16,-1-1-16 16,-10 2-5-16,-3 2-6 15,1-2-6-15,-7 6-1 16,0 2-7-16,-5 0-5 15,-1 1-6-15,0 14-1 16,0 2 9-16,3 2 11 16,7-2-2-16,6 1 1 15,7-3 0-15,3-3-2 16,0-2 4-16,13-4-1 16,5-6 4-16,3 0 3 15,4 0-3-15,-1 0-1 16,1-6-1-16,-4-7 3 15,-1 4-2-15,-5-2 0 16,-2 0 2-16,-6 4 6 16,-2 2 3-16,-2 1 10 15,-2 1 7-15,-1 2 4 0,4 1-7 16,5 0-19-16,1 2-8 16,6 15 23-1,4 6 10-15,5 7-4 16,3 8 5-16,0 5 3 0,-1 1-9 15,-3 4 11-15,-1-1-10 16,-6-2-1-16,-7-3 5 16,-4-3-6-16,-6-6-6 15,0-3 1-15,0-5-3 16,-13-6 0-16,-6-3-2 16,-4-3-4-16,-3-6-5 15,-5-4-5-15,0-3-1 16,-2 0-12-16,1-4-25 15,6-12-26-15,4-4-24 16,7-7-56-16,6 0-122 16,6-6-132-16</inkml:trace>
  <inkml:trace contextRef="#ctx0" brushRef="#br0" timeOffset="-143551.08">28132 8246 844 0,'0'0'56'0,"0"0"67"16,0 0-45-16,-36 95-12 15,30-61-3-15,4 1-27 16,2 1-14-16,0-3-3 16,0-5-6-16,9 0 0 15,7-9-9-15,-3-2-3 16,1-6-2-16,1-5-26 15,2-4-34-15,-4-2-65 16,1 0-101-16,-3-13-127 16</inkml:trace>
  <inkml:trace contextRef="#ctx0" brushRef="#br0" timeOffset="-143305.3">28264 8389 707 0,'0'0'159'0,"0"0"3"0,0 0-46 15,0 0-15-15,80 79-30 16,-58-64-33-16,-4-2-20 16,0-2-11-16,-4-3-6 15,-5-1-2-15,1-6-27 16,-2-1-39-16,0 0-41 15,-4 0-46-15,2-8-105 16,-2-4-205-16</inkml:trace>
  <inkml:trace contextRef="#ctx0" brushRef="#br0" timeOffset="-143133.18">28458 8379 673 0,'0'0'83'16,"0"0"58"-16,0 0-29 15,-100 85-2-15,71-56-31 16,2 0-47-16,1-1-25 16,7-7-6-16,5-4-10 15,5-5-40-15,5-8-77 16,4-4-108-16,0 0-136 16</inkml:trace>
  <inkml:trace contextRef="#ctx0" brushRef="#br0" timeOffset="-142808.14">28496 8187 838 0,'0'0'99'0,"0"0"98"15,46 68-76-15,-26-35-38 16,3 4-14-16,0-1-19 16,0 3-14-16,-2-4-7 15,-4-2 2-15,-3-2-4 16,-4-2-12-16,-5-3-5 16,-5-6-7-16,0 1 1 15,0-3-2-15,-16-6-8 16,0 0-28-16,-7-4-37 15,-2-5-50-15,3-3-144 16,1 0-224-16</inkml:trace>
  <inkml:trace contextRef="#ctx0" brushRef="#br0" timeOffset="-142631.03">28939 8503 1045 0,'0'0'86'0,"0"0"40"16,0 0-100-16,0 0-19 15,0 0-7-15,49-42-56 16,-62 32-160-16,-13 2-212 16</inkml:trace>
  <inkml:trace contextRef="#ctx0" brushRef="#br0" timeOffset="-142452.35">28828 8371 1035 0,'0'0'55'0,"0"0"90"16,0 0-71 0,0 0-61-16,0 0-8 0,92-23-35 15,-70 12-111-15,-3-3-183 16,-2 1-424-16</inkml:trace>
  <inkml:trace contextRef="#ctx0" brushRef="#br0" timeOffset="-139715.52">22272 12537 271 0,'13'0'52'0,"2"0"41"15,6 0-31-15,5 0 63 16,5 0-54-16,3 0-42 16,1 0 15-16,3 0-1 15,-1 0-1-15,2 0-15 16,-1 0-3-16,1 0-3 15,1 0-11-15,3-1 0 16,2-4-1-16,4 0-3 16,2-3-5-16,5-3 2 15,4 0-2-15,0-1 1 16,-1 0-2-16,-2 1 0 16,-3 4 1-16,-6 2-1 15,-5 2 0-15,-3 3-1 16,-6 0-1-16,-3 0 2 15,-3 0-1-15,1 0 1 16,5 0 3-16,0 0-1 16,5 0 2-16,6 0-1 15,1 0-3-15,3-3 0 16,0-3 0-16,-4 2 0 16,-3 1 0-16,-5 3 0 15,-3 0 0-15,-7 0-2 16,-5 0-1-16,-3 0 0 15,-5 0 2-15,2 3-1 0,-4 0-2 16,2 0 2-16,-1-1 2 16,3-2 0-16,0 0 1 15,2 0 1-15,-1 0 0 16,-2 0 3-16,-2 0-1 16,-1 0 3-16,-6-1 8 15,-1 1 11-15,-5-1-2 16,3 1-10-16,-3 0-6 15,2-2-7-15,-2 1 0 16,1 1 0-16,-1-1 0 16,0 1-1-16,0-5 0 15,0 5 0-15,0-4-4 16,-6 0-20-16,-9 3-15 16,-4-3-32-16,-6 1-35 15,-4 0-36-15,-7 1-80 16,-1 0-101-16</inkml:trace>
  <inkml:trace contextRef="#ctx0" brushRef="#br0" timeOffset="-139077.64">22665 12552 398 0,'0'0'73'0,"0"0"17"15,-91 10-1-15,77-9-8 16,5-1-18-16,9 0-15 0,0 0-15 16,0 0-24-16,10 0-2 15,5 0 19-15,5-4 13 16,3 1 5-16,6-1 9 15,8 1-18-15,8 0-13 16,10 0-4-16,9-3 5 16,9-1-16-16,13 0-5 15,4-1 1-15,4-2-4 16,0 4 2-16,0 1-10 16,-6 0-18-16,-7 2-1 15,-9 1 15-15,-7 0 11 16,-7 2 1-16,-5-1 1 15,-2 1 0-15,0 0 0 16,-2-1 1-16,1 1 0 16,2 0-1-16,2 0 0 15,-1 0 0-15,1 0 0 16,0-1 1-16,-2-3-1 16,-4-2 0-16,-3-1 0 15,-9 0 1-15,-7 2 1 16,-7-2 5-16,-5 1 9 15,-5 2 9-15,-6 1 2 16,-3 3 12-16,-1-4 7 16,-1 4-10-16,-1 0-18 15,0 0-8-15,0 0-8 16,0 0-2-16,0 0-14 16,0 0-15-16,0 0-56 0,-7-4-98 15,-4-1-114 1,-1-1-341-16</inkml:trace>
  <inkml:trace contextRef="#ctx0" brushRef="#br0" timeOffset="-137553">29401 8400 486 0,'0'0'77'15,"0"0"42"-15,0-10-7 16,0 7-38-16,-2 1-2 16,-9 2-13-16,-2 0-50 15,-4 0-10-15,-2 0 2 16,-3 0-1-16,1 4 7 16,-1 7-2-16,0-1 0 15,5 0 2-15,4 2-4 16,4-1-3-16,4 0-2 15,5-1-2-15,0 0-2 16,14 3 10-16,9-1-3 16,6 0 2-16,3 3 0 15,2 1 10-15,1 0 5 16,-6 3 4-16,-3-3 6 16,-9 1-3-16,-5-2 5 15,-8 1 8-15,-4-3 3 16,0-3 3-16,-14 1-4 15,-4-1-16-15,-3-4-17 16,-2 0-4-16,2-4-1 16,1-2-5-16,0 0-3 15,4 0-3-15,3 0-12 16,3-8-20-16,6-2-19 16,4-3-16-16,0-3-38 0,4-1-66 15,16-4 35-15,5-3 14 16,4 3 41-16,3-1 74 15,1 3 7-15,-3 2 25 16,1 9 69-16,-7 0 29 16,-1 6-15-16,-6 2-15 15,-2 0-14-15,-2 10-4 16,-3 2 2-16,-3 6-12 16,0-1-3-16,-2 2-10 15,-4-2-17-15,3-6-17 16,-4 1-6-16,0-6-5 15,0-2-37-15,-4-4-77 16,-6 0-131-16,-2-5-246 16</inkml:trace>
  <inkml:trace contextRef="#ctx0" brushRef="#br0" timeOffset="-137024.95">29605 8261 1007 0,'0'0'60'16,"0"0"6"-16,0 0-20 15,0 0-42-15,0 0-14 0,0-7-64 16,0 20-84-16,8 2 45 16,0 9 7-16,2-1-18 15,5 6-11 1,0-2 71-16,5 4 43 0,-4-1 18 15,3 0 15-15,-3 0 61 16,-2-7 40-16,-2-2 27 16,-6-6-21-16,1-6-16 15,-6-2-2-15,2-6-13 16,-3-1-10-16,0 0 6 16,0 0-19-16,0-8-19 15,0-8-22-15,0-4-20 16,2 0-4-16,0-3-1 15,3 0-4-15,1 2-3 16,2 2 1-16,-1 6-2 16,2 2 4-16,0 6 2 15,1 3-3-15,3 2 0 16,-3 2 1-16,3 11-2 16,0 6 5-16,0 1 4 15,-3 4 5-15,0-2-3 16,0-1-1-16,-2-5-2 15,-1-3-1-15,-3-1-4 16,1-4-32-16,0-2-47 16,-2-2-52-16,3-4-71 15,-3 0-66-15,4 0-156 16</inkml:trace>
  <inkml:trace contextRef="#ctx0" brushRef="#br0" timeOffset="-136723.1">30087 8345 725 0,'0'0'76'15,"0"0"52"-15,0 0 33 16,0 0-53-16,59 71-27 15,-36-48-27-15,-1 2-18 16,4-3-10-16,2-5-9 16,-1 2-9-16,-1-8-5 15,-3-2-2-15,0-2-8 16,-3-5-33-16,-1-2-37 16,-3 0-56-16,-6-1-70 15,0-14-130-15,-7-5-295 16</inkml:trace>
  <inkml:trace contextRef="#ctx0" brushRef="#br0" timeOffset="-136553.64">30293 8410 932 0,'0'0'21'15,"-83"60"105"-15,45-27-23 16,5-3-68-16,7-2-29 15,3-3-12-15,7-5-74 16,0-4-107-16,3-3-178 16</inkml:trace>
  <inkml:trace contextRef="#ctx0" brushRef="#br0" timeOffset="-135496.45">28328 9122 549 0,'0'0'64'16,"0"0"60"-16,0 0-24 15,0 0-19-15,0 0-2 16,16-31-18-16,-16 22-38 15,0-1 3-15,0 2 18 16,-1-1-22-16,-11 3-19 16,-4 4-6-16,-4 2-16 15,-3 0-7-15,-3 7-3 16,3 10 14-16,1 3 11 16,3 0 1-16,9 1 0 15,7-2 0-15,3-1 4 16,0-5 1-16,3-2 3 15,12-4-1-15,2-6 6 16,3-1-1-16,5 0-1 16,-2-8-3-16,0-7 0 15,-1-2-2-15,-2-2-2 16,-3 3-1-16,-7 1 0 16,-3 7 0-16,-2-2 1 15,-2 7 2-15,-1 0 22 16,0 3 6-16,1 0-12 15,3 1-9-15,1 14 6 16,7 5 22-16,1 8-6 16,5 5 2-16,2 5-2 15,-2 4 2-15,0 2 4 16,-4 2-1-16,-3-1-5 0,-9-2 1 16,-4-3-3-1,0-4 3-15,-4-7-13 16,-12-7-5-16,-3-2 2 0,-4-8-3 15,-4-4-3-15,-2-5-4 16,-2-3-3-16,0 0-2 16,-1-11-21-16,2-7-26 15,2-7-19-15,5-5-33 16,7-6-74-16,5-3-170 16,8-7-302-16</inkml:trace>
  <inkml:trace contextRef="#ctx0" brushRef="#br0" timeOffset="-135264.12">28781 8847 1009 0,'0'0'85'15,"0"0"44"-15,-54 90-76 16,29-53-38-16,-2 1-11 16,-2 0-8-16,3-1-73 15,-3-2-92-15,7-3-143 16,2-4-342-16</inkml:trace>
  <inkml:trace contextRef="#ctx0" brushRef="#br0" timeOffset="-135018.58">28990 9320 998 0,'0'0'125'0,"0"0"34"15,0 0-87-15,92-29-39 16,-76 23-23-16,-6 0-7 16,-4-1-16-16,-6-1-58 15,0 2-94-15,-13 0-226 16</inkml:trace>
  <inkml:trace contextRef="#ctx0" brushRef="#br0" timeOffset="-134845.22">28852 9222 1030 0,'0'0'52'16,"0"0"37"-16,78-26-72 16,-39 15-17-16,-1-1-52 15,1 0-121-15,-4-2-220 16</inkml:trace>
  <inkml:trace contextRef="#ctx0" brushRef="#br0" timeOffset="-134044.52">29593 9051 799 0,'0'0'105'16,"0"0"66"-16,0 0-109 15,0 0-33-15,0 0-2 16,-72 21-16-16,50-3 0 16,2 3 0-16,4 1 0 15,5 2-4-15,5-3-4 16,6 1-2-16,0-1-1 15,9-5 0-15,15-1-2 16,8-4 3-16,4-5-1 16,7-3 1-16,2-3 0 15,1 0-5-15,-2-4-4 16,-8-4-4-16,-6-3-5 16,-10 2 7-16,-7 1 9 15,-7-1 2-15,-6 4 2 16,0 1 0-16,0 3 1 15,-4 1 8-15,-3 0-8 16,1 0-4-16,0 0-2 0,3 4-1 16,0 4 2-16,3-1 0 15,0 1 1 1,0-3-1-16,6 1-2 0,7-3 3 16,4-1 0-16,1-2 0 15,2 0 1-15,3 0-1 16,-4 0 1-16,1-5 1 15,-3-5 1-15,-1 2 5 16,-3-3 13-16,-3 0 3 16,-4 0 8-16,-3-1 11 15,-3 1-6-15,0-1-12 16,-3 1-4-16,-13-1-8 16,-4 2-10-16,-6 4-3 15,0-2-7-15,-4 7-20 16,-1 1-17-16,4 0-17 15,4 0-33-15,2 0-60 16,6 1-85-16,9 3-136 16</inkml:trace>
  <inkml:trace contextRef="#ctx0" brushRef="#br0" timeOffset="-133644.02">30315 9041 831 0,'0'0'57'0,"0"0"43"0,0 0-54 15,-92 6 3-15,70 2-10 16,2 5-25-16,4-5-9 15,8 2-4-15,6-1-1 16,2 1-2-16,0-1 2 16,14 3 2-16,5-2 1 15,4 3-1-15,-1-1 2 16,-3 1 8-16,-2-1 18 16,-7-1 13-16,-4 2 4 15,-4-5-5-15,-2 3 2 16,0-3-9-16,-15 0-5 15,-4 1-15-15,-3-3-10 16,-2-2-3-16,1 1-24 16,0-2-46-16,2-1-63 15,4-2-103-15,6 0-139 16</inkml:trace>
  <inkml:trace contextRef="#ctx0" brushRef="#br0" timeOffset="-133300.15">30492 9028 838 0,'0'0'103'0,"0"0"80"15,0 0-59-15,0 0-29 16,99 83-31-16,-73-68-23 16,-1 1-24-16,-4-4-11 15,-3-1-3-15,-4-3-2 16,-4-4-19-16,-1-3-43 15,-1-1-58-15,-2 0-77 16,0-2-102-16,-1-13-230 16</inkml:trace>
  <inkml:trace contextRef="#ctx0" brushRef="#br0" timeOffset="-133142.02">30642 9049 834 0,'0'0'150'15,"-78"42"-6"-15,40-15-88 16,4 1-31-16,3-3-21 16,5-3-25-16,7-2-117 15,2-8-230-15</inkml:trace>
  <inkml:trace contextRef="#ctx0" brushRef="#br0" timeOffset="-130311.45">33078 11423 537 0,'-9'-3'56'0,"0"3"82"0,-3 0-63 16,-3 2-33-16,-5 15-10 15,-1 3 5-15,2 7 19 16,0 0-17-16,7 2 2 16,2-6-5-16,10 2-8 15,0-5-10-15,0-3 2 16,15-1 1-16,2-4 7 15,8-3-7-15,1-5-9 16,2 0-1-16,1-4-1 16,-1 0-4-16,-2-1-3 15,-6-10 0-15,0-3-5 16,-4 1 2-16,-3-1 2 16,-4 0 0-16,-5 4-1 15,1 1 1-15,-1 4-1 16,-4 2 3-16,0 3 6 15,0 0-6-15,0 0-7 16,0 4-1-16,0 8 2 16,0 1 2-16,0 3 0 15,1 0-1-15,6-2 1 16,2 1 0-16,1-4-1 16,3 0 2-16,0-4-1 15,2-3 2-15,-4-1 0 16,3-3 3-16,-2 0 0 0,1 0 4 15,2-6 6-15,-1-5 1 16,-3-1-5-16,0-4 1 16,-5-2 5-16,-3 2-11 15,-3-2 1-15,0 1-2 16,-2 2-4-16,-11 1-3 16,-3 2-10-16,-3 3-13 15,-1 4-21-15,0 5-24 16,2 0-58-16,4 0-88 15,4 2-80-15,4 7-296 16</inkml:trace>
  <inkml:trace contextRef="#ctx0" brushRef="#br0" timeOffset="-129908.99">33604 11486 791 0,'0'0'125'0,"0"0"8"16,0 0-88-16,0 0-32 15,-58-10-12-15,43 16-1 16,4 6-1-16,5 3-3 15,6 0-6-15,0 1 6 16,0 1 7-16,12-1 1 16,2 0 2-16,-1 0 3 15,3 0 6-15,-6-1 15 0,0-2 27 16,-5 1 1-16,-2-2 2 16,-3-1-16-16,0-2 0 15,-3 1-8-15,-10-3-9 16,-2 1-14-16,-3-4-7 15,-1-1-5 1,-1-2-26-16,-2-1-47 0,1 0-62 16,3 0-130-16,3-1-236 15</inkml:trace>
  <inkml:trace contextRef="#ctx0" brushRef="#br0" timeOffset="-129594.16">33686 11509 820 0,'0'0'104'16,"0"0"70"-16,0 0-64 15,0 0-28-15,0 0-31 16,41 76-20-16,-33-60-11 16,-1-2-4-16,-2 0-7 15,1-2-7-15,-1-2-1 16,-2-1-9-16,3-2-29 16,0-3-44-16,-1-3-52 0,1-1-64 15,2 0-49 1,-2-1-221-16</inkml:trace>
  <inkml:trace contextRef="#ctx0" brushRef="#br0" timeOffset="-129210.7">33829 11482 573 0,'0'0'177'0,"0"0"-4"16,0 0-40-16,-68 71-33 15,46-48-30-15,-1 1-27 16,0 2-20-16,0-3-9 16,1 0-10-16,2 0-13 15,3-2-59-15,3-1-92 16,3-5-144-16,4-3-230 15</inkml:trace>
  <inkml:trace contextRef="#ctx0" brushRef="#br0" timeOffset="-126655.7">30449 12232 519 0,'0'0'69'0,"-8"0"75"16,8 0-54-16,0 0-38 15,0 0-16-15,0 0-24 16,4 0 2-16,6 0 35 16,5 0 3-16,5 0-2 15,6 0 2-15,4 0-5 16,9 0-10-16,9 0-18 15,4 0-8-15,7 0-4 16,5-2-2-16,3-3-4 16,0-1 1-16,1 2-1 15,-2 2 1-15,2-3-1 16,3 1-1-16,1 0-3 16,2 0 2-16,2-1 0 15,4-1 0-15,2 1 2 16,3 0-2-16,0-1 1 15,-3 2 0-15,-5 4 0 16,-6-3 0-16,-6 3 1 16,-5-1-2-16,-6-2 1 15,-6 2 1-15,1-3 0 16,-1-3-1-16,-3 2 1 16,0 0-1-16,1-1 0 15,-2 2 0-15,2 0 0 16,-1 0 1-16,1 1-1 15,-2-1-1-15,0 0 2 16,-1 2-3-16,-3-4 1 16,-3 2-1-16,-5 0 0 15,-6 0 0-15,0-1-1 16,-6 5 1-16,-5-1 2 16,1-2-2-16,-4 3 1 0,0 0 1 15,-2 0 0-15,2 0-1 16,-1-2 1-16,1 2 0 15,5-1 1-15,-1-1 0 16,7-2-1-16,2 0 0 16,2 1 3-16,-1-4-2 15,-4 2 0-15,1 1-1 16,-6 1 0-16,-1 0 1 16,-3-1 7-16,-3 1 1 15,4 2-4-15,-2-1 4 16,2-1 0-16,-2 2-2 15,1 1-4-15,-2-2 1 16,-1 1 7-16,-2-2-1 16,-2 3-2-16,0-1 2 15,-2-2-4-15,0 3-5 16,-1-2-1-16,0 2 1 16,-3 0-2-16,2 0-1 15,-1 0 2-15,-1 0 0 16,0 0-1-16,0 0 3 15,0 0-2-15,0 0 0 16,-3 0-7-16,-12 0-35 16,-6 0-91-16,-9 0-220 15,-9 0-390-15</inkml:trace>
  <inkml:trace contextRef="#ctx0" brushRef="#br0" timeOffset="-125139.08">30601 12359 232 0,'0'0'44'0,"0"0"29"15,0 0 37-15,-69 19-28 16,63-16-29-16,3-3-11 0,2 0 9 16,1 0-7-1,0 0-6-15,0 0 15 0,0 0 4 16,0 0-2-16,4 0 7 15,9 0 13-15,3 0 1 16,7 0-10-16,3 0-16 16,4-3-7-16,11 1-11 15,5 1-9-15,9-2-1 16,7-1-1-16,7-2 0 16,7 2-5-16,4-3-2 15,0 3-4-15,4 0 0 16,-1 0-11-16,0 1 1 15,-1 0 0-15,-3 0 0 16,-3-1-1-16,-4 1 1 16,-2 2 1-16,-8-1-1 15,-4 1 1-15,-5 1 0 16,-3 0-1-16,-4 0 0 16,-1 0 1-16,0 0-1 15,2 0 1-15,1 0-1 16,6 0 0-16,2 0 2 15,1 0-1-15,1 0-2 16,-3 0 2-16,0-3 3 16,-6-1 0-16,-4 0-1 15,-5 3-3-15,-1-2 2 16,-4 2-5-16,0-2 3 16,-2 1-1-16,-1-1-1 15,0 1 3-15,-1-2-1 16,-2 1 0-16,0-2 0 15,-2 0 0-15,-1 1 1 16,-1 3-1-16,-3-2 0 0,-1 0 2 16,2 1-1-16,0 1-1 15,-1-2 1-15,1 0 1 16,3 0-2-16,-3-1 1 16,-1 3 0-16,1-3-2 15,-3 1 1-15,-4 3 0 16,4 0 1-16,-2 0 0 15,-1 0-1-15,0 0 0 16,-1 0 0-16,0 0 0 16,-3 0 1-16,-2-1-1 15,-3 1 0-15,-1 0 0 16,-2-1 1-16,1 1-2 16,-2-2 2-16,3 2-1 15,-1-1 0-15,0-2 0 16,-2 2 0-16,-1-1 1 15,0 1-1-15,-2 1 0 16,1 0 1-16,0 0-1 16,3-2 0-16,-3 1-1 15,1 0 1-15,0 1 1 16,0-2-1-16,0 2 0 16,-3 0 0-16,2 0 0 15,-1 0 1-15,-1 0-1 16,0-1 1-16,0 1-1 15,2 0-1-15,-2-1-1 16,3 1 2-16,-3 0 0 16,2 0 1-16,-2 0-1 0,0-2-1 15,0 2 2 1,0 0-1-16,0 0 0 0,0 0-1 16,0-1-2-16,0 0-1 15,-5-1-5-15,-4 1-26 16,-3-2-18-16,-4 2-10 15,0-1-29-15,-1 2-22 16,-6 0 7-16,3 0-21 16,-5 0-31-16,-1 0-56 15,2 0-50-15</inkml:trace>
  <inkml:trace contextRef="#ctx0" brushRef="#br0" timeOffset="-124897.95">31381 12282 158 0</inkml:trace>
  <inkml:trace contextRef="#ctx0" brushRef="#br0" timeOffset="-124688.97">30942 12330 389 0,'0'0'103'0,"0"0"-32"0,-102 2-28 15,71-2 23-15,8 0-12 16,6 0-42-16,5 0-10 16,5 0 5-16,4 0-8 15,3 0-40-15,0 0-54 16,0 0 41-16,7 0-43 15,-1 0-83-15,0 0-80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18:37.89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10475 3496 283 0,'-3'0'47'16,"1"0"26"-16,2 0 4 15,0 0 7-15,0 0 4 0,0 0-20 16,0-7-36-1,0-3 6-15,9 1 2 0,4-2-1 16,1-1-3-16,8-3-11 16,10-3-5-16,8-5-9 15,12-4-10-15,10-6-1 16,9-3-1-16,7-4-9 16,3-1-20-16,1-2 1 15,-5 4 7-15,-4 2-4 16,-9 4-9-16,-11 6 14 15,-14 8 9-15,-11 4 1 16,-11 9-10-16,-11 2 2 16,-6 4-7-16,0 0 8 15,-16 2-13-15,-4 9-49 16,-2 2-4-16,-5 5-21 16,-1 4 7-16,-5 1-18 15,-5 3-35-15</inkml:trace>
  <inkml:trace contextRef="#ctx0" brushRef="#br0" timeOffset="318.7">10537 3639 310 0,'0'0'17'16,"0"0"56"-16,0 0 51 15,94-48 12-15,-40 13-30 16,11-4-46-16,6-5-14 0,3-1-7 16,-1 0-8-1,2 3-9-15,-4 1-9 0,-6 6-11 16,-4 3-2-16,-6 2 0 16,-12 6-2-16,-7 5-6 15,-8 5-3 1,-10 4-13-16,-6 4-10 0,-6 3-9 15,-6 3-15-15,0 0-18 16,0 1-11-16,-13 11-4 16,-9 7-7-16,-8 4-48 15,-8 6-30-15</inkml:trace>
  <inkml:trace contextRef="#ctx0" brushRef="#br0" timeOffset="566.86">10880 3647 209 0,'0'0'132'0,"125"-69"15"16,-43 22-33-16,7-2-36 16,5-3-31-16,-1 1-22 15,-7 5-8-15,-9 5-12 16,-9 6-6-16,-15 9-15 15,-15 9-46-15,-14 9-34 16,-14 8-51-16,-10 0-42 16,-4 4 61-16,-21 15 4 15</inkml:trace>
  <inkml:trace contextRef="#ctx0" brushRef="#br0" timeOffset="887.2">11298 3600 297 0,'0'0'128'0,"107"-54"-18"0,-45 18-40 15,1 0-29-15,1 2-15 16,-5 3-6-16,-8 4-7 16,-12 6-11-16,-12 7-1 15,-14 10-2-15,-13 4-39 16,-9 10-26-16,-19 16 35 15,-9 6-18-15,-2 6-5 16,2-2 38-16,6-4 14 16,8-5 3-16,13-8 6 15,10-8 9-15,4-8-11 16,25-3 12-16,10-3 26 16,10-12 6-16,2-7-13 15,4-1-20-15,-2-4-17 16,-6 0-108-16,-10 1-238 15</inkml:trace>
  <inkml:trace contextRef="#ctx0" brushRef="#br0" timeOffset="68075.09">18341 728 359 0,'0'0'321'0,"0"0"-210"16,6-15-40-16,-2 3 9 0,-1-1-3 16,3 0-15-1,-3-1-13-15,-2-2 6 16,1 1-3-16,-2 1-12 0,0-1-9 15,0 1-17-15,-3 1-5 16,-9 4-7-16,-2 2-2 16,-5 4-7-16,-1 3 1 15,-3 0-2-15,-1 3 4 16,0 10 0-16,1 5 3 16,7 1-1-16,2 2 0 15,6 2-3-15,8 0-4 16,0 3-4-16,8-2 6 15,13 2-1-15,8 1 7 16,3-1 0-16,3-1 2 16,1-1 0-16,-4 0-1 15,-6-3 4-15,-8 1 10 16,-9-3 1-16,-9 0-3 16,0-1 0-16,-14-1 16 15,-14-3 3-15,-1 0-12 16,-8 0-10-16,1-5-5 15,1-2-2-15,3-2 1 16,6-2-8-16,5-1-27 16,7-2-52-16,6 0-70 15,5 0-140-15,3-2-227 16</inkml:trace>
  <inkml:trace contextRef="#ctx0" brushRef="#br0" timeOffset="68575.67">18613 1237 733 0,'0'0'115'0,"29"74"56"16,-15-39-57-16,-2-7-38 15,-5-6-21-15,-2-7-6 16,-2-5-9-16,-3-6-28 15,0-4-3-15,0 0 25 16,-8-18 13-16,-7-8-34 16,-2-9-11-16,0-10-1 15,-2-4 0-15,6-5 0 16,0 1-2-16,7 2 1 16,5 4-4-16,1 6 1 15,0 6-6-15,14 6-6 16,2 7 1-16,3 8 6 15,0 6 1-15,1 8 7 16,0 0-3-16,-4 6 6 16,-2 14 2-16,-2 5 10 15,-5 4 2-15,-5 0 0 16,-2 1-3-16,0-1-5 16,-2-3 0-16,-11-5 0 15,-1-3-5-15,-4-4 0 16,3-4-2-16,0-4-3 15,-2-5-5-15,5-1-19 16,1 0-33-16,3-4-51 16,4-8-49-16,4-1-56 15,0-3-68-15,3 2-54 16</inkml:trace>
  <inkml:trace contextRef="#ctx0" brushRef="#br0" timeOffset="68979.63">18753 1048 495 0,'0'0'175'0,"0"0"6"15,83-9-40-15,-52 5-18 16,-1-2-19-16,-4 0-38 16,0-1-16-16,-1 0-11 15,-5-4-12-15,-3 0-9 16,-2-4-3-16,-5-1 0 16,-1-2-3-16,-4-1-7 15,-2-2-2-15,-3 4 1 16,0-2 2-16,0 5-3 15,0 4 0-15,-3 1-1 16,-7 5 1-16,-1 4-4 16,-5 0-2-16,-5 10 2 15,1 11-2-15,-3 6 6 16,1 6 0-16,4 0-2 16,6-1 1-16,4 0-2 15,6-3-3-15,2-4 0 16,0-4-1-16,14-3 0 15,6-5-3-15,5-5 1 16,6-5-9-16,3-3-25 16,5 0-19-16,0-5-35 15,3-8-48-15,0 0-59 16,-4-2-62-16,-5 0-141 16</inkml:trace>
  <inkml:trace contextRef="#ctx0" brushRef="#br0" timeOffset="69444.94">19501 865 743 0,'0'0'115'0,"0"0"26"0,0 0-88 16,0 0-15-16,-88 5-1 15,63 14-7-15,2 5-12 16,3 4-6-16,7 0 0 15,7 1 5-15,6-3 0 16,0-3 0-16,3-4-1 16,16-2-7-16,4-6-2 15,4-2 0-15,5-5-1 16,0-4 1-16,1 0-2 16,-4 0-3-16,-2-9-8 15,-4-5-15-15,-1-3-22 16,-3-3-8-16,0-2-3 15,-5-5 5-15,-2 1 9 16,-1-1 9-16,-2 3 16 16,0 5 11-16,-5 4 4 15,3 9 7-15,-4 6 7 16,-2 0-3-16,-1 10-6 16,0 15 26-16,2 2 15 15,1 6-5-15,3-2-3 16,1-1-12-16,4-2-16 15,1-5-10-15,1-5-2 16,0-8-22-16,-4-3-64 16,2-7-59-16,-5 0-129 15,-3-20-285-15</inkml:trace>
  <inkml:trace contextRef="#ctx0" brushRef="#br0" timeOffset="69594.57">19788 702 924 0,'0'0'55'0,"0"0"12"16,0 0-57-16,0 0-11 15,0 0-35-15,7-19-86 16,1 34-77-16,-1 4-190 16</inkml:trace>
  <inkml:trace contextRef="#ctx0" brushRef="#br0" timeOffset="70309.98">20073 894 842 0,'0'0'74'0,"0"0"77"16,0 0-72-16,0 0-3 15,0 0-28-15,0 0-29 16,-14-27-7-16,-1 27-9 15,-2 2-6-15,-4 10 3 16,1 8-8-16,-1 2-15 16,3 0-5-16,5-1-11 15,6-3 9-15,4-1 13 16,3-3 0-16,0-5 2 16,2-1-1-16,9-3 4 15,6-2 12-15,2-3 1 16,0 0-3-16,-2 0-7 15,-4-5-7-15,0-7-14 0,-6-4 3 16,-1 2-12 0,-1 0-10-16,-4-1 3 0,-1 4 8 15,0 3 10-15,0 4 14 16,0 4 8-16,0 0 1 16,-3 0-9-16,0 8 9 15,3 5 3-15,0 1 0 16,6 0 6-16,13-3 5 15,4-3 18-15,2-2 28 16,3-4 25-16,4-2-5 16,3 0-11-16,2-12-9 15,-1-9 6-15,2-6-17 16,-2-7-25-16,-4-6-10 16,-5-1-7-16,-8-9-1 15,-7-2 0-15,-11-4-9 16,-1-2-17-16,-6 2-11 15,-14-1-4-15,-2 9 13 16,-4 8 18-16,2 10 6 16,-1 12 1-16,0 15 10 15,1 3 10-15,-2 20-16 16,3 14 18-16,5 12 19 16,6 9-2-16,9 3 21 15,3 0-7-15,9 3-10 16,12-5-20-16,5-5-14 15,2-2-5-15,0-5-2 16,0-5-20-16,0 0-52 16,-1-7-136-16,0-5-148 15</inkml:trace>
  <inkml:trace contextRef="#ctx0" brushRef="#br0" timeOffset="70865.91">21118 612 715 0,'0'0'132'16,"0"0"-13"-16,0 0-25 15,0 0-16-15,-18-47-29 16,0 44-21-16,-5 3-14 16,-6 3-8-16,-5 13 1 15,-3 11-6-15,-1 7 8 16,3 7-2-16,6 4-3 15,10 1 0-15,11 1 1 0,8-2-1 16,5-1-3-16,22-6 1 16,10-6-6-1,8-6-18-15,7-4-38 0,5-8-19 16,-1-7-44 0,3-4-41-16,-5-3-48 0,-3 0-35 15,-9-10 6-15</inkml:trace>
  <inkml:trace contextRef="#ctx0" brushRef="#br0" timeOffset="71945.39">21397 979 157 0,'0'0'197'0,"0"0"-26"16,19-85-37-16,-19 56-48 16,0-1-34-16,-6 6-6 15,-8 4 3-15,-5 6-5 16,-4 7-15-16,0 7-12 16,-5 0-22-16,-1 11 8 15,0 11-3-15,4 5 2 16,2 5-2-16,5 2-1 15,5-4 0-15,6 1 0 16,4-5 2-16,3-3 0 16,0-6 5-16,0-7 2 15,12-4 4-15,6-5 6 16,4-1 7-16,3 0 1 16,2-12-12-16,1-5-8 15,-3-1-4-15,0-3 1 16,-6 1-5-16,-3 2 0 15,-5 1-1-15,-1 4-2 16,-7 2-3-16,-1 5-6 16,-2 2 3-16,0 4-8 15,0 0-4-15,-5 0 1 0,-3 10 16 16,2 5 6-16,0 1 1 16,5 2-2-1,1-2 6-15,0-2 13 0,3-2 5 16,12-3 4-16,3-4-2 15,3-4 5 1,4-1-9-16,-2 0-5 0,3-6-8 16,0-8-5-16,-3-3-1 15,0 0-2-15,-4-4-2 16,0-1-12-16,-5-1-8 16,1 0 0-16,-4 0 0 15,0 2 8-15,-3 3 6 16,-1 4 7-16,-4 4 2 15,0 3 3-15,-1 3 9 16,-1 4 13-16,1 0 0 16,-1 0-10-16,2 4-3 15,2 11 26-15,1 5 10 16,0 3-2-16,1 4 2 16,2 2-7-16,-2 0-12 15,0 0 9-15,1-2-8 16,-2-2-12-16,0-5-5 15,-6-3-6-15,0-5-5 16,0-1 0-16,0-3 2 16,-8-4 1-16,-8 0 3 15,-3-1-4-15,-4-3-4 16,1 0-6-16,-2 0-8 16,2 0-9-16,5-1-7 15,1-5-5-15,7 3 3 16,3 2 3-16,5-2 6 0,1 2 0 15,0-1-28-15,16 0-10 16,9-3 59-16,6-2 5 16,6-2 3-1,4-6 0-15,-2 1 5 0,0-4-2 16,-2-3 7-16,-3 1 1 16,-5-2 3-16,-6 2 0 15,-3-3 0-15,-4-1 2 16,-4 0 2-16,-7 1-13 15,-3 1-9-15,-2 4-1 16,0 5-1-16,-4 6 0 16,-11 7 1-16,-2 0-4 15,-2 3 1-15,-1 15 1 16,2 6 4-16,4 2 0 16,6 4 1-16,3 1 4 15,5-1-4-15,0-1-1 16,0-4-3-16,13-3-2 15,4-3-5-15,5-5-22 16,7-4-60-16,7-5-104 16,6-5-144-16,10 0-39 15</inkml:trace>
  <inkml:trace contextRef="#ctx0" brushRef="#br0" timeOffset="72748">22875 842 828 0,'0'0'116'15,"0"0"-12"-15,0 0-62 16,-26 0-20-16,8 6-15 16,-1 7-2-16,-2 1-3 15,2 0 0-15,5-1 0 16,5 0 1-16,2-4-3 15,6 0-3-15,1-3-1 16,0 0-2-16,0-3 5 16,12-2-8-16,3-1 5 15,2 0-4-15,1-4-6 16,0-7-29-16,2-3-19 16,-1-5-6-16,1-3 12 15,0-5 40-15,0-8 7 16,-2-4 4-16,-5-6 2 15,1-4-7-15,-5 0-36 16,-3 1-10-16,1 3 30 16,-3 5 3-16,-1 5 7 15,0 8 11-15,-3 7 25 16,2 6 18-16,1 9 11 16,3 5-11-16,5 2-34 15,6 21 4-15,6 14 50 16,6 11 22-16,4 11-20 0,1 10 9 15,-2 9-4 1,-1 4 18-16,-3 0-20 16,-2 2 4-16,-4-4-11 0,-4-2 0 15,-5-10-30-15,-3-7-3 16,-7-7-2-16,-3-8-10 16,0-9-5-16,-16-7 1 15,-9-7 3-15,-10-9 0 16,-9-8 2-16,-5-6-2 15,-1 0-6-15,-2-16-3 16,4-5 1-16,8-4 0 16,9 0-3-16,11-1-5 15,7 3-10-15,12-2-21 16,1 0-14-16,8 2-35 16,18-1-69-16,5-3-86 15,6 3-96-15,3-3-287 16</inkml:trace>
  <inkml:trace contextRef="#ctx0" brushRef="#br0" timeOffset="74671">24092 573 564 0,'0'0'99'16,"0"0"34"-16,0 0-24 16,0-39-15-16,-7 32-16 15,-6 5-19-15,-6 2-36 16,-4 0-18-16,-4 10-3 16,-4 13 8-16,-2 6-3 15,1 8 2-15,6 3-1 0,7 3 0 16,5-1-3-16,8 1-3 15,6-5 1 1,0-6 8-16,23-3 0 0,5-5-5 16,4-9-3-16,7-4-1 15,-2-7 1 1,6-4 0-16,-1 0-8 0,-1-7-13 16,1-11-25-16,-6-5-5 15,-2-4-10-15,-6-5-18 16,-5-4 10-16,-6-4 3 15,-5-3-1-15,-6-4-18 16,-6-1-74-16,0 2-37 16,0 2 31-16,-12 4 95 15,1 7 76-15,-3 5 41 16,3 7 65-16,2 6-32 16,1 3 16-16,2 8 1 15,-3 4-11-15,3 0-24 16,-1 22-34-16,0 11 34 15,-2 11 55-15,4 9-17 16,-3 7-21-16,5 3 0 16,3 0-13-16,0-5-9 15,0-4-17-15,6-4-7 16,7-5-3-16,3-9-13 16,-1-5-9-16,2-9-2 15,-2-8-2-15,2-7-4 16,0-7 0-16,0 0 2 15,0-13-1-15,3-12 0 16,-3-4-11-16,-1-3-10 16,1-3-5-16,-5 6 3 15,-3 2 2-15,-1 8 7 16,-2 5 3-16,-3 7 3 0,-2 4 3 16,1 3 2-16,-1 0-5 15,2 3-6-15,2 8 5 16,1 5 6-16,3 2 2 15,3 0 2-15,3 0-2 16,4-3-1-16,1 0-1 16,3-2-1-16,3-2 0 15,0-3-3-15,-1-4-26 16,1-1-49-16,-1-2-11 16,-2-1-12-16,0 0-36 15,-1 0-3-15,-1-4 30 16,1-6 15-16,-5-3 24 15,0-1 52-15,-2-2 22 16,-4-3 8-16,-2 0 36 16,-3-4 33-16,-5 0 15 15,-1 1-20-15,0 2-4 16,0 1 5-16,-5 4 5 16,-9 5-28-16,-1 6-16 15,-5 4-13-15,-2 0-21 16,-4 14 0-16,1 9 3 15,2 4 6-15,6 0 2 16,2 2 0-16,7-2-3 16,5-4 6-16,3-4-4 15,0-4 0-15,0-3-2 0,3-2-3 16,8-6-1 0,7-2-2-16,-2-2 3 15,2 0-2-15,2-6-4 16,-1-7-5-16,0-5-4 15,-4 1-4-15,0 0-5 0,-2-1 2 16,-3 2-2-16,-2 5 4 16,-3 0 3-16,-2 5 6 15,-3 2 2-15,0 4 1 16,0 0-3-16,2 0-6 16,-1 8 0-16,2 5 10 15,3 1 3-15,1 1 3 16,0-1 7-16,1-3 7 15,3-1-7-15,-1-1-9 16,0-4-3-16,5-1-2 16,-2-2 2-16,3-2-2 15,-3 0-6-15,1 0-11 16,1 0-17-16,-4-3-15 16,3-7-25-16,-3-3-4 15,1-2 5-15,-1-3-4 16,-2-1 31-16,-1 1 18 15,-1 3 14-15,-2 3 14 16,-1 3 5-16,-3 5 20 16,1 4 8-16,-1 0-14 15,1 0-19-15,1 10 4 16,0 7 36-16,2 5 20 16,0 4-7-16,-3-2 2 15,3 4-11-15,-4-2-19 16,1-1-22-16,-2-2 1 15,0-7-20-15,0-3-58 16,0-9-62-16,0-4-59 16,0-4-249-16</inkml:trace>
  <inkml:trace contextRef="#ctx0" brushRef="#br0" timeOffset="74858.17">25144 634 1082 0,'0'0'8'16,"0"0"40"-16,-6-14-38 15,6 14-14-15,0 0-3 16,0 0-70-16,0 3-143 16,0 7-30-16,0 2-220 15</inkml:trace>
  <inkml:trace contextRef="#ctx0" brushRef="#br0" timeOffset="75215.87">25294 893 747 0,'0'0'212'0,"0"0"-45"16,0 0-46-16,0 0-33 15,0 0-25-15,0 0-22 16,35 55-8-16,-31-54-13 15,-4-1-9-15,2 0-4 16,1 0 0-16,5-8-1 16,-1-9-5-16,3-5-8 15,2-2-13-15,-2-1-12 16,3 3 0-16,-6 6 2 16,2 4 10-16,-3 8 10 15,-1 4 4-15,1 0-3 0,1 8 6 16,0 12 1-16,5 6 5 15,-1 6 9-15,3 2 6 16,3 0-14-16,1-3-3 16,6-2-2-16,5-5-40 15,5-6-66-15,5-7-161 16,2-8-177 0</inkml:trace>
  <inkml:trace contextRef="#ctx0" brushRef="#br0" timeOffset="76816.47">26104 845 662 0,'0'0'150'16,"0"0"-2"-16,34 78-54 15,-26-53-28-15,-5-7-9 16,0-4-19-16,-3-3-22 15,0-7 2-15,0-4-7 0,0 0 10 16,-3-4 23 0,-8-16-31-16,-1-6-13 0,-1-9-7 15,-2-8-3-15,4-8-10 16,2-2-6-16,6-4-6 16,3 0 3-16,0 6 13 15,15 4 8-15,10 7 3 16,9 9 5-16,-1 6 1 15,3 7 0-15,-3 7 1 16,-2 9 2-16,-5 2 3 16,-6 0 6-16,-9 16-9 15,-5 6 12-15,-6 7 0 16,0 5-8-16,-20 3-2 16,-9 7-3-16,-4-2 4 15,-1-2-5-15,4 0 0 16,4-6-1-16,8-4 2 15,9-7-3-15,9-1 1 16,0-4-3-16,6-3 2 16,17-2 6-16,7 0 12 15,8-3 0-15,1-4 0 16,4 1-5-16,-6-6 0 16,-2-1-11-16,-7 0-2 15,-7 0-2-15,-6 0 0 16,-4-3-2-16,-2-4-1 15,-6-2-2-15,3-3-5 16,-3-3-11-16,1-1-6 16,3-3-3-16,-1 3 8 15,0-1 2-15,-1 3 13 16,1 3 5-16,0 3 2 0,-3 2 1 16,-2 5 4-1,1 1-3-15,-1 0-4 0,-1 1-5 16,1 12 6-1,2 1 4-15,2 4 1 0,1 1 1 16,1 2 5-16,6-2 9 16,0-1 8-16,4-3 2 15,5-3-1-15,-3-2-7 16,4-3-5-16,-2-3-2 16,0-4-8-16,-1 0-1 15,-3 0-1-15,-4-7 1 16,-1-6 0-16,-1-3-1 15,-2-2 1-15,-3 1-2 16,-2-3-1-16,-1 4 0 16,-3 2 0-16,0 4-3 15,0 2 2-15,0 4-2 16,0 2 0-16,0 2 1 16,0 0-8-16,0 4-4 15,0 7 14-15,0 3 2 16,0 2-1-16,1 0-2 15,11 0 3-15,-1 0 7 16,8-1-1-16,4 0-4 16,-1-4 6-16,4-2-3 15,0-2 1-15,0-6 1 16,3-1 1-16,-2 0 4 16,2-14 6-16,-1-7-9 15,1-4-7-15,-2-5-3 16,-4-2 1-16,-4-5 0 0,-6-3 0 15,-4-5-2-15,-4-5 0 16,-5-1-2-16,0-1-3 16,0 5-7-1,-13 6 2-15,-4 7 5 0,-3 12-7 16,-3 10 1-16,-3 12-4 16,-5 0 5-16,0 23 3 15,0 12 4-15,4 7 3 16,5 5-1-16,11 1 3 15,6 2 6-15,5-4-3 16,5 1 5-16,16-4-1 16,7-3-2-16,5-5 12 15,4-3 0-15,5-6-9 16,-1-9-1-16,1-4-3 16,-2-8 2-16,-4-5 4 15,-3 0-5-15,-2-6 1 16,-4-11-2-16,-5-5-1 15,-2-1-1-15,-4-3 0 16,-6-4-1-16,-4 2 0 16,-6 0 2-16,0 4-2 15,0 5 0-15,-5 4 2 16,-5 9-1-16,-3 6-4 16,-1 0-3-16,0 12 0 15,0 11 5-15,2 5 8 16,4 5-1-16,7 1-5 15,1-1-2-15,0 2-1 16,10-4-23-16,9-6-93 16,1-9-273-16,6-6-641 15</inkml:trace>
  <inkml:trace contextRef="#ctx0" brushRef="#br0" timeOffset="76976">27808 926 1421 0,'0'0'12'16,"0"0"6"-16,0 0-23 15,-9 0-32-15,-5 0-53 16,-2 0-73-16,-7 0-196 16,0 0-413-16</inkml:trace>
  <inkml:trace contextRef="#ctx0" brushRef="#br0" timeOffset="81606.57">18571 1829 426 0,'1'0'82'0,"1"0"37"16,-1 0-21-16,-1 0-17 16,0 0 8-16,2 0 3 15,-2 0-9-15,0-3-26 16,1-3-18-16,-1 0-9 15,0 0-10-15,0-1 1 16,0 0-7-16,0-2-8 16,-7 2-3-16,-2-1-3 15,-5-1 3-15,1 0-1 16,-6 3-7-16,0 2 2 16,-4 1-3-16,-3 3 1 15,-3 3-3-15,-1 17 3 16,-5 10 4-16,5 7-2 0,1 2 1 15,9 3 0-15,5-3-1 16,11-6-2 0,4-8 1-16,0-5 0 0,7-8 9 15,10-5-4-15,5-7 5 16,4 0 2-16,2 0-2 16,3-17-3-16,0-2 0 15,-1-3-1-15,-3-1-1 16,-2-2 0-16,-7 1-1 15,-3-1-1-15,-3 1 0 16,-5 0-1-16,0 5-1 16,-2 3 3-16,-4 4 0 15,-1 3 1-15,0 7-2 16,0 2-3-16,0 7-10 16,0 14 2-16,0 9 13 15,3 11-1-15,4 10 3 16,3 6 5-16,5 6 20 15,3 5 30-15,3 4 10 16,2-1-15-16,1-4-2 16,-2-6-10-16,0-6-7 15,-4-9-4-15,-3-8-7 16,-8-9 2-16,0-10-5 16,-7-5-7-16,0-6-3 15,0-4-1-15,-15-4-1 16,-10 0 5-16,-7 0-10 15,-5-5-8-15,-4-8-11 16,-2-2-25-16,7-4-11 16,4 0-13-16,8 0-16 0,6 0-49 15,9-1-53 1,9 1-76-16,0-3 2 0,3 1-111 16</inkml:trace>
  <inkml:trace contextRef="#ctx0" brushRef="#br0" timeOffset="82475.49">18858 2153 760 0,'0'0'100'16,"0"0"54"-16,0 0-71 15,0 0-13-15,68-33-8 16,-58 21-17-16,-1-2-9 16,-3 1-10-16,-3-2-13 15,-2 2-4-15,-1 2 0 16,0-2-2-16,-3 1-3 15,-7 5-2-15,-5 3-7 16,-3 2-2-16,-2 2 2 16,-2 3-7-16,-1 17 4 15,1 4 4-15,6 3 5 16,2 3 0-16,7 1-2 16,5-4-1-16,2-4 4 15,0-3-1-15,7-5 0 16,11-4-2-16,4-6 10 15,2-3 0-15,3-2 0 0,1 0 2 16,-4-12-5-16,-2-1-2 16,-5-3 0-16,-1-2-2 15,-3-1 0-15,-1 3-2 16,2-3-1-16,-4 4-3 16,3 2-2-16,-4 5 0 15,-2 4 4-15,2 4-1 16,-2 0-2-16,-1 7-1 15,-2 9 4-15,-1 2-2 16,0 4 6-16,-3-2 5 16,0-1 8-16,0-3-2 15,0-3 2-15,0-4-2 16,0-3-2-16,2-2-2 16,-1-4-3-16,0 0 1 15,1 0 3-15,5-1 8 16,0-13-1-16,3-7-13 15,2-4-4-15,5-4-2 16,-1 0-7-16,0 1-6 16,1 6 0-16,-7 3 6 15,1 6 2-15,-3 8 4 16,-2 2 1-16,-2 3 0 16,1 0-3-16,1 9 2 15,1 5 5-15,4 4 4 16,-2 2 2-16,4-1 5 15,-3 0-1-15,2-3-6 16,-3-1-4-16,0-3-1 16,-3-1-2-16,-2-6-9 15,-2 1-24-15,-1-3-37 16,-1-2-51-16,0-1-63 16,0 0-109-16,0 0-333 0</inkml:trace>
  <inkml:trace contextRef="#ctx0" brushRef="#br0" timeOffset="83222.91">19524 2101 779 0,'0'0'177'15,"0"0"-55"-15,0 0-66 16,0 0 1-16,79-32-16 16,-68 24-13-16,-4-1-2 15,0 3-5-15,0-5 1 16,-4 3-5-16,-2-4-1 16,-1 3-4-16,0-3-5 15,0-1-7-15,0 2 0 16,-4 3-3-16,-9 5-6 15,-1 3-3-15,-6 0-6 16,-5 6 7-16,1 13 1 16,-1 7-7-16,3 1 2 15,5-2 3-15,2 4 9 16,8-6-1-16,6-3 2 16,1-5 1-16,0 0-4 15,10-6 2-15,6-1 10 16,7-2 5-16,3-4-1 15,1-2-6-15,2 0-2 0,0 0-2 16,0 0-2-16,0-2 2 16,-2-6 0-16,-5 2-2 15,0 1 1-15,-4 1-3 16,-2 0 0-16,0 1 1 16,-6 3 3-16,2 0-3 15,-1 0 2-15,-2 2-2 16,-2 5 5-16,-1 3 1 15,1-3 0-15,-4-1 10 16,-3 0 0-16,0-4-2 16,0-1 6-16,0-1 5 15,0 0 14-15,0 0 11 16,0 0-7-16,0-6-24 16,-6-5-9-16,2-4-4 15,3-2-3-15,-1-2-2 16,2 1 0-16,0-2-2 15,7 2 0-15,8 1-1 16,5 2 0-16,0 2 3 16,5 1-6-16,-1 1-14 15,-1 1-25-15,-2 2-41 16,-3 1-80-16,-6 4-150 16,-1-2-340-16</inkml:trace>
  <inkml:trace contextRef="#ctx0" brushRef="#br0" timeOffset="83994.73">20295 2012 807 0,'0'0'132'0,"0"0"-6"0,0 0-11 16,0 0-42-16,0-18-46 16,-13 18-23-16,-1 0-3 15,-6 0-2-15,-4 16 3 16,-3 3-2-16,1 4 3 16,0 2-2-16,3 0 0 15,6-1-1-15,4-5-3 16,8-2 0-16,5-3-1 15,0-3 0-15,2-4-2 16,12-3-1-16,2-4-12 16,1 0 19-16,2 0-7 15,0-6 1-15,-2-3-7 16,-4-3-14-16,-1 0-5 16,-5 1 15-16,-3 1 11 15,-1 3 5-15,-3 2 0 16,0 2 3-16,0 1 0 15,2 2-2-15,-1 0-6 16,2 0-7-16,1 8 4 16,6 1 8-16,1 5 3 15,3-5 1-15,6 2 2 16,2-4 23-16,1-2 2 16,3-5 19-16,0 0-4 0,0 0-14 15,1-13-3 1,1-9-8-16,-1-6 1 0,-2-2 0 15,1-9-6-15,-4-3-3 16,-4-3-5-16,-9-4-3 16,-6 1-2-16,-3-3 0 15,-2 3-8-15,-12 0 0 16,-5 6-6-16,-2 11 3 16,-2 9 5-16,-1 15-1 15,-2 7-3-15,0 11 4 16,3 18 2-16,6 10 6 15,4 5 3-15,10 1 2 16,3 2 3-16,14-1 8 16,15-3 4-16,7-4 6 15,5-7-16-15,-1-3-12 16,-1-6-3-16,-6-7-32 16,-8-3-78-16,-6-7-89 15,-5-6-203-15</inkml:trace>
  <inkml:trace contextRef="#ctx0" brushRef="#br0" timeOffset="84673.97">21374 1887 675 0,'0'0'72'0,"0"0"122"16,0 0-64-16,20 83-15 15,-14-51-28-15,1 0-24 16,1-4-18-16,0 1-17 16,-1-8-17-16,-1-4-6 15,-3-4-3-15,-3-6-2 16,0-3-15-16,0-4-25 15,-6 0-21-15,-11-5-46 16,-2-13-61-16,-7-4-9 16,0-7 58-16,0-4 36 15,0-2 29-15,3-5 39 16,4-1 18-16,6-2 22 16,9 2 60-16,4 0 16 15,7 5-36-15,20 0 20 16,8 5-5-16,9 4 2 15,3 7-11-15,0 5-16 16,-1 5-1-16,-6 10-4 16,-10 0-7-16,-8 6-10 15,-12 14-19-15,-10 8-9 16,0 3 6-16,-14 5 10 16,-12-2-8-16,-6 5-12 0,0-3 2 15,3-5-2-15,3-5-6 16,6-3-10-1,7-4-38-15,7-5-65 0,6-5-112 16,0-3-198-16</inkml:trace>
  <inkml:trace contextRef="#ctx0" brushRef="#br0" timeOffset="85040.92">21718 1949 680 0,'0'0'78'0,"0"0"56"16,0 0-37-16,0 0-12 15,-22 78-20-15,22-59-21 16,0 1-5-16,0-1-6 16,7 1-6-16,8-2-11 15,2-4-2-15,4-2-1 16,0-5-1-16,2-4 2 15,-1-3-1-15,-5 0-4 16,0-2 2-16,-6-10 6 16,-6-3 11-16,-2-3-7 15,-3-2-7-15,0-2-3 16,-10 3 4-16,-8-2-9 16,-3 4-4-16,-3 6-3 15,-4 1-4-15,-1 7-10 16,2 3-25-16,1 0-30 15,5 0-59-15,7 9-149 0,8 0-218 16</inkml:trace>
  <inkml:trace contextRef="#ctx0" brushRef="#br0" timeOffset="86291.35">22003 2007 823 0,'0'0'68'0,"0"0"-6"15,0 0-61-15,0 0 18 16,0 0 8-16,-8 55-6 16,8-32-4-16,0-4 9 15,0-2 3-15,9 0 1 16,8-2 3-16,3-4-1 15,2-3-13-15,3-4-8 16,-1-2-4-16,-1-2 0 16,-4 0-2-16,-3-2-2 15,-6-9 2-15,-3-2 2 16,-4-4 0-16,-3 1-2 16,0-2 2-16,0 2-2 15,0 4 2-15,0 1 0 16,0 5-5-16,0 3-3 15,0 2-1-15,0 1-2 16,0 0-7-16,0 0-15 16,6 0 0-16,1 5 19 15,3 4 2-15,5 2 1 16,-2-3 3-16,2 3 2 0,1-5 0 16,5 0 10-1,-2-4 12-15,1-2 3 0,1 0-4 16,-2 0-5-16,-3-6 10 15,-4-5 4-15,-3-4-14 16,-4-1-6-16,-4-3-8 16,-1-1-1-16,0 1-2 15,0-1-4-15,-9 2-2 16,1 3-8-16,2 3-6 16,3 3 0-16,0 4 7 15,3 4-5-15,0 1-5 16,0 0-11-16,0 0 2 15,6 8 29-15,3 3 5 16,4 1-1-16,-1-1 1 16,3-3 2-16,1 2 2 15,1-3 7-15,3-2 6 16,3-3 10-16,1-2 1 16,0 0-7-16,4 0-5 15,-2 0 1-15,-1-4 0 16,-1-8 0-16,-2 1-3 15,-3-1-4-15,-1-3 3 16,-4 0 0-16,-2 0 0 16,-4-1-5-16,-3 1-2 15,-2 1-4-15,-3 1-1 16,0 0-1-16,0 4-1 16,-10 1-3-16,-2 3-3 15,-5 5-5-15,-3 0 0 0,3 0-2 16,-3 10-9-16,3 5-1 15,3 1-5-15,4 2 9 16,4 1 1-16,5-1-1 16,1 1-2-16,0 0-6 15,7-1 5-15,6 1 9 16,4-1 11-16,-2 1 1 16,2-2-1-16,-2 2 2 15,0-3 0-15,-1-3 1 16,0 1 2-16,-3-2 1 15,0-1 9-15,-1-1 17 16,-2-2-28-16,-2-2 0 16,-1-4 4-16,0-2 7 15,-2 0 3-15,0 0 10 16,-2-1 4-16,2-9-10 16,-3-2-11-16,2-2-5 15,-2-4-1-15,0 1-2 16,0-3 0-16,0-3-1 15,0 2 0-15,0-2-2 16,0 4 1-16,0 2-1 16,4 2-1-16,3 3 1 15,5 1 0-15,-1 3 1 16,1 1 0-16,5 1 2 16,-1 2 1-16,-1 0 0 15,3 1 0-15,-3-1-2 16,1 0-2-16,-5-2-25 15,-2-3-96-15,-5-3-200 16,0-3-414-16</inkml:trace>
  <inkml:trace contextRef="#ctx0" brushRef="#br0" timeOffset="88109.78">23431 1769 515 0,'0'0'135'0,"0"0"27"0,10 74-75 15,-7-38 12 1,1 2 2-16,-1-4-11 16,2-1-19-16,-3-5-36 0,-1-5-20 15,-1-6-4-15,0-7-2 16,0-2-7-16,0-4 0 16,0-4 1-16,0 0 1 15,0 0 5-15,-5-8-6 16,-2-10-9-16,-1-7-4 15,3-6-11-15,2-5 2 16,0-3-3-16,3-2-2 16,0 0-2-16,6 2 14 15,14 1 0-15,2 3 9 16,3 6-1-16,4 5 2 16,-3 5 1-16,-1 8 4 15,-8 6 2-15,-1 5 1 16,-7 0-1-16,-6 7-1 15,-3 10 1-15,0 7 5 16,-8 5 6-16,-9 5-5 16,-2 5-3-16,1-1-6 15,4 3 0-15,3-4 0 16,10-2-1-16,1-5 0 16,6-2-2-16,17-5 4 15,5-6 9-15,11-3-1 16,5-6 1-16,-1-5-9 15,2-3 3-15,-5 0-5 16,-4-7-1-16,-8-7 1 16,-7-1 1-16,-6-2 1 0,-8-1 0 15,-3-3-5 1,-2 2 2-16,-2 1 1 0,0 1-3 16,0 5 0-16,0 2 2 15,0 3 0-15,0 3 0 16,0 3-1-16,0 1-1 15,0 0-3-15,0 0-7 16,0 5-6-16,0 8 11 16,0 3 7-16,0 1 1 15,0 1 0-15,0 1-1 16,6-2 2-16,4-1 4 16,3-4 0-16,3-1 7 15,2-7 2-15,3-1-3 16,2-3-3-16,0 0-1 15,1-7 0-15,-3-9-2 16,-3-2-2-16,-2-1 0 16,-1-3 1-16,-7 2-2 15,0 1-2-15,-1 4-1 16,-7 2 2-16,1 5-2 16,-1 4-4-16,0 3-3 15,0 1-6-15,0 0-2 16,0 3-3-16,0 7 9 15,0 4 6-15,2 1-2 16,6 2 5-16,7-2 0 16,-1-2 7-16,6-1 3 15,1-1 1-15,3-5 0 16,1-3 5-16,4-3-3 16,-2 0 1-16,2-9 0 15,0-8-2-15,-4-5-5 16,1-3-2-16,-6-2-2 0,-4-4 1 15,-4-2-3-15,-6-3-1 16,-3-3-1 0,-3-3-4-16,0-2-3 0,-3 5-9 15,-8 1 4-15,-4 9 4 16,-2 8 2-16,-5 12-3 16,1 9 2-16,-4 0 3 15,2 20 1-15,-2 10 2 16,4 5 0-16,3 6 2 15,7 1 1 1,7-1 1-16,4-1 2 0,0-3 3 16,14 0 9-16,6-3-2 15,5-3-6-15,4-2 6 16,-1-5-2-16,1-4-1 16,2-7 1-16,0-6 1 15,0-4-2-15,1-3 0 16,-2 0-4-16,-3-16-4 15,1 0 1-15,-5-7-2 16,-1 1 2-16,-7-1 4 16,-2 1-3-16,-5 3-1 15,-2 6-2-15,-6 0-1 16,0 7 3-16,0 3 8 16,-6 3-4-16,-12 0-7 15,-3 5-4-15,-2 12 2 16,1 2 4-16,0 4 3 15,7 2 0-15,4-1 4 16,7 0 0-16,4 1-1 16,0-4-3-16,6-1-5 0,11-5-1 15,3-5-11-15,5 1-33 16,-1-10-26-16,2-1-74 16,-5 0-136-16,-6-9-195 15</inkml:trace>
  <inkml:trace contextRef="#ctx0" brushRef="#br0" timeOffset="89153.75">17918 1562 710 0,'0'0'130'0,"1"-1"2"16,4 1-73-16,-2 0-27 15,1 0-17-15,2 1 2 16,-2 5 0-16,2 4-11 16,-5-4-3-16,1 1-3 15,-1-1-16-15,2-2-53 16,-1-3-74-16,-1-1-54 15,2 0-109-15,1 0-38 16</inkml:trace>
  <inkml:trace contextRef="#ctx0" brushRef="#br0" timeOffset="89311.73">17918 1562 444 0,'88'-13'116'0,"-85"13"-4"15,3 0-39-15,1 7-22 16,2 6-15-16,1 3-17 15,-3 1-10-15,3 1-4 16,2-1-3-16,-2-3-9 16,4-3-84-16,1-3-154 15</inkml:trace>
  <inkml:trace contextRef="#ctx0" brushRef="#br0" timeOffset="90295.1">24870 1442 652 0,'0'0'108'16,"0"0"6"-16,0 0-53 15,0 0 0-15,32 45-5 16,-27-31-27-16,0-3-21 16,-2-2-5-16,0-4-1 15,2-1-7-15,-2-4-68 16,3 0-71-16,-1 0-7 15,4-9-8-15,-1-6-17 16,4 0 23-16,-6-6 12 16,1 2 103-16,-3 1 83 15,-2 2 57-15,-2 6 82 0,0 3-25 16,0 3-41 0,0 4-15-16,0 0-40 0,0 4-52 15,0 9 10-15,0 4 7 16,0 2-9-16,3 1-3 15,7-2-14-15,3-4-25 16,1-3-97-16,-2-4-143 16</inkml:trace>
  <inkml:trace contextRef="#ctx0" brushRef="#br0" timeOffset="91395.1">17648 365 810 0,'0'0'64'15,"0"0"-16"-15,0 0-20 16,19 0-6-16,-12 0-12 16,0 0-7-16,4 0-4 15,0 0-6-15,-1-4-28 16,0-1-49-16,2-2-23 16,-2-1-16-16,-3-3 15 15,1 0 7-15,-2 0 57 16,0 3 41-16,-3 1 37 15,0 3 66-15,0 2 12 16,-2 0-30-16,1 2-35 16,2 0-11-16,0 2 8 15,2 8 24-15,3 3-36 16,1 2-15-16,0-3-8 16,0 0-2-16,6 1-7 15,-1-3-5-15,2-3-70 16,2-5-160-16,2-2-368 15</inkml:trace>
  <inkml:trace contextRef="#ctx0" brushRef="#br0" timeOffset="92497.78">27580 291 818 0,'0'0'49'0,"0"0"105"16,0 0-62-16,42 35-54 16,-33-24-4-16,-2-3-17 15,-3 3-14-15,-1-5-2 16,0-2-15-16,0-1-65 16,2-3-104-16,4 0-98 15,4-7-180-15</inkml:trace>
  <inkml:trace contextRef="#ctx0" brushRef="#br0" timeOffset="92663.64">27794 220 815 0,'0'0'82'0,"0"0"-36"16,0 0 11-16,0 0 25 15,0 0-15-15,0 0-29 16,0 50-27-16,5-35-13 15,3-3-74-15,0-1-166 16,1-4-260-16</inkml:trace>
  <inkml:trace contextRef="#ctx0" brushRef="#br0" timeOffset="97985.18">19303 3071 484 0,'1'0'62'0,"1"0"46"16,-1 0-4-16,1 0-14 16,-2 0 29-16,0 0-19 15,0 0-38-15,0 0-10 16,0 0-4-16,0 0-7 15,0 0-3-15,0 0-3 16,0 0-2-16,0 0 1 16,0-3-9-16,-3 0-6 15,-4-1-8-15,-5 0-7 16,-1-1-2-16,-4-1-1 16,-1 1-1-16,-5 2 0 15,-1 2 0-15,-2 1-3 16,-3 0 4-16,4 0-3 0,1 0 2 15,2 0 1 1,6 6-2-16,0 0 1 16,6 1-1-16,0 3 0 15,6 4-1-15,1 5-2 16,3 5 4-16,0 0 4 0,0 4 1 16,0 4 0-16,0 2 3 15,6 0-2-15,1 3 5 16,0 3 0-16,-1-1 4 15,0 2 0-15,-2 0-3 16,-1-3 1-16,1 0 3 16,1-2 12-16,-3-4-11 15,1-2-10-15,0-4 6 16,2-3 10-16,-1-1-9 16,-1-2-4-16,0-5-2 15,1 1 0-15,-1-3-1 16,-3-3 2-16,1-4-3 15,1 1-4-15,-2-5 0 16,0 0-1-16,0-1 0 16,0-1 1-16,0 0-1 15,0 0 2-15,1 0-1 16,1 0 1-16,1 0 7 16,4 0-1-16,3 0-3 15,6 0 0-15,5 0 3 16,7 0-2-16,4 0-5 15,-1 0 1-15,0 0-2 16,-4 0-3-16,-8 0 2 16,-3 0-1-16,-7 0-14 0,-5 0-32 15,-3 0-19 1,-1 0-16-16,0 0-32 16,-1 0-139-16,-9-3-333 15</inkml:trace>
  <inkml:trace contextRef="#ctx0" brushRef="#br0" timeOffset="100203.49">19530 3443 289 0,'0'0'118'0,"0"0"4"15,0 0-21-15,0 0 3 16,1 0-16-16,-1 0-13 15,0 0-5-15,0 0 0 16,0 0-5-16,0 0-6 16,0 0-4-16,0-3-18 0,0-3-19 15,0-3-10-15,0-2-5 16,0 2 0-16,-7-1 0 16,-3 2-4-16,-3 4-1 15,-3 0-1-15,-3 4-2 16,-1 0 1-16,0 4 1 15,-2 12 1-15,2 4-2 16,4-3 3 0,6 2-1-16,3-3 0 0,7-3-1 15,0-4-8-15,3-4 5 16,14-5 10-16,3 0 2 16,2 0 0-16,2 0-2 15,1-9-2-15,-2-2 0 16,-3-1-2-16,-1 1 1 15,-4 0 0-15,-3 1-1 16,-3 3 0-16,-6 3 1 16,0 0 0-16,0-1 3 15,-3 5 1-15,0 0 0 16,0 0-2-16,0 0-7 16,1 0 0-16,5 14-3 15,1 4 12-15,3 6 0 16,3 8 6-16,0-1 5 15,-1 5 9-15,1 1 10 16,-3 0-3-16,-4 0 8 16,-1-2-2-16,-5-2-4 15,0-3-1-15,0-6-12 16,0-1-2-16,-4-7 6 0,-6 0-4 16,-6-3 3-1,-3-2-8-15,-4-4-10 16,-1-3-2-16,-1-4-2 15,-1 0-5-15,0 0-11 0,0-7-25 16,2-1-16 0,3-6-20-16,6 1-46 15,3-4-77-15,6 1-156 0,4-3-199 16</inkml:trace>
  <inkml:trace contextRef="#ctx0" brushRef="#br0" timeOffset="101921.78">19878 3270 399 0,'0'0'89'16,"0"-4"36"-16,0 3-20 15,0 1-18-15,0 0-10 16,0 0-23-16,0 9-14 15,-1 8 42-15,-7 4-25 16,-1 4-20-16,2 2 18 16,-1 4-10-16,2-2-10 15,4-1-18-15,2-2 4 16,0-2-2-16,0-5-9 16,2-2-7-16,5-5-1 0,5-2-3 15,-1-4-2 1,2-2-10-16,0-3-26 15,3-1-30-15,-3 0-50 0,-3 0-76 16,0-5-83-16,-4-5-260 16</inkml:trace>
  <inkml:trace contextRef="#ctx0" brushRef="#br0" timeOffset="102223.6">20012 3398 677 0,'0'0'68'0,"0"0"89"16,0 0-39-16,0 0-26 15,0 0-3-15,67 55-16 16,-53-42-33-16,2-4-12 15,-3 1-12-15,-2-2-11 16,-2-3-4-16,-3 0 0 16,-2-2-5-16,-1 0-37 15,0-3-53-15,-3 0-49 16,0 0-48-16,0 0-48 16,0-9-261-16</inkml:trace>
  <inkml:trace contextRef="#ctx0" brushRef="#br0" timeOffset="102434.9">20107 3430 720 0,'0'0'123'0,"0"0"-7"16,0 0-47-16,-65 68-18 15,50-52-20-15,3-3-21 16,5-3-9-16,0-5-1 15,5-1-13-15,2-4-71 16,0 0-115-16,0 0-89 16,10-4-168-16</inkml:trace>
  <inkml:trace contextRef="#ctx0" brushRef="#br0" timeOffset="102986.12">20174 3252 371 0,'0'0'59'0,"0"0"74"16,0 0-11-16,0 0-3 15,0 0-7-15,50 33 2 16,-32-14-30-16,2 1-12 16,-4-1-3-16,1 4-19 15,-5 0-1-15,-2 2-9 16,-4-1-7-16,-5 1-10 15,-1-1-7-15,0-1-5 16,0-3-5-16,0-2-3 16,-6-3 0-16,-4-4-3 15,0-4-12-15,1-3-33 16,2-1-61-16,-1-3-81 16,0 0-132-16,5-7-264 15</inkml:trace>
  <inkml:trace contextRef="#ctx0" brushRef="#br0" timeOffset="103603.1">20320 3043 496 0,'0'0'130'16,"0"0"17"-16,0 0-10 16,0 0-8-16,92 76-35 15,-62-48-21-15,-1 4-22 16,-3 3 1-16,-4 1 3 16,-6 2-16-16,-3-1-10 15,-3 2 2-15,-3-2-9 16,-4-2-7-16,-1-4 0 15,-2 0-6-15,0-2-4 16,0-3-3-16,-3-1 1 16,-10-2 0-16,-2 0-7 15,-2-4-30-15,-2-2-40 16,-4-5-71-16,2-4-107 16,0-5-119-16</inkml:trace>
  <inkml:trace contextRef="#ctx0" brushRef="#br0" timeOffset="104353.74">19475 3127 454 0,'0'0'176'16,"0"0"-48"-16,0 0-25 15,0 0-29-15,-35 32 6 16,15-3 17-16,-6 10-19 16,-1 7-17-16,-4 6-10 15,2 5-16-15,2 0-7 16,7-1-14-16,5-3-5 15,8-5-3-15,7-5-4 16,0-7-1-16,23-6-7 16,13-8-2-16,6-10-28 15,10-8-32-15,0-4-101 16,3 0-166-16,-2-15-401 16</inkml:trace>
  <inkml:trace contextRef="#ctx0" brushRef="#br0" timeOffset="105190.51">20567 3052 586 0,'0'0'157'0,"0"0"15"0,0 0-25 15,0 69-26-15,0-51-39 16,0-1-28-16,1-2-9 16,-1-2-18-16,2-3-6 15,-1-6-3-15,-1 0-4 16,2-3-4-16,-1-1-3 16,2 0 0-16,0-1 1 15,1-12 2-15,3-5-7 16,0-2-2-16,-1-3 0 15,2-2-5-15,0 4 0 16,-1 1-6-16,1 5-2 16,-1 3 6-16,3 8 1 15,0 4 3-15,2 0-1 16,0 8 2-16,0 13 1 16,-2 3 4-16,2 3 8 15,-3 2 0-15,-2-3-7 16,0-3-2-16,-3-5-2 15,2-4 0-15,0-2-11 16,1-7-42-16,-1-2-101 16,2-3-188-16,1 0-352 15</inkml:trace>
  <inkml:trace contextRef="#ctx0" brushRef="#br0" timeOffset="106122.33">20769 2889 496 0,'0'0'178'0,"0"0"-29"15,88-26-39 1,-48 18-12-16,2 0-24 16,2 3-20-16,-3 2-7 15,-1 3-13-15,-9 0-8 16,-2 0-11-16,-9 12-4 0,-5 7-3 15,-3 5-2-15,-5 9 6 16,-6 6 13 0,-1 5-2-16,0 6 0 15,0 3-7-15,0 1 3 0,0 6-1 16,0-2-8-16,0 9 1 16,0-2-4-16,3 2-3 15,4-2 11-15,2 0 9 16,2-8-13-16,0-7 5 15,0-6-1-15,-1-7-2 16,-1-6-8-16,-2-7 7 16,-1-4-5-16,-2-5-1 15,-1-6 0-15,-3-2 4 16,0-6 9-16,0 2 3 16,0-3 6-16,0 0 4 15,0 0 0-15,-10 0-2 16,-5 0-13-16,-6 2-14 15,-5 0-2-15,-6 2 0 16,-2 0-1-16,0 2 0 16,1-2-1-16,4-1-4 15,6-3-10-15,4 0-20 16,6 0-22-16,5 0-16 16,5-4-14-16,3-9-47 15,0-3-153-15,1-4-297 16</inkml:trace>
  <inkml:trace contextRef="#ctx0" brushRef="#br0" timeOffset="106588.14">21409 2979 568 0,'0'0'154'15,"0"0"117"-15,0 0-71 16,0 0-76-16,32-33-18 15,-11 12-40-15,4-1-25 16,2-2-10-16,-1 1-14 16,3 1-12-16,-3 2-4 15,0 3-28-15,-3 0-61 16,-8 3-132-16,-9 1-324 0</inkml:trace>
  <inkml:trace contextRef="#ctx0" brushRef="#br0" timeOffset="109705.75">21764 3542 766 0,'20'0'116'0,"9"0"58"15,10-1-57-15,7-7-45 0,5 0-22 16,1-3-11-16,-2 3-22 15,-2-2-12 1,-12 3-4-16,-9 0-6 0,-10 4-45 16,-12 2-65-16,-5-2-95 15,-7 2-52-15,-16 1-236 16</inkml:trace>
  <inkml:trace contextRef="#ctx0" brushRef="#br0" timeOffset="109934.43">21762 3411 826 0,'0'0'95'0,"0"0"5"15,0 0-1-15,0 0 10 16,91-20-30-16,-53 13-39 15,3 2-28-15,-1-2-9 16,2 1-9-16,-2 0-70 16,-2-5-107-16,-1 0-146 15</inkml:trace>
  <inkml:trace contextRef="#ctx0" brushRef="#br0" timeOffset="111144.96">22903 3324 742 0,'0'0'67'15,"0"0"66"-15,0 0-21 16,45 71-21-16,-28-43 15 16,-3 2-34-16,-2-1-31 15,-1-2-8-15,-4-7-5 16,-1-3-7-16,-2-6-8 16,-1-2-2-16,-2-5-5 15,1-3-1-15,-2-1 0 16,0 0 2-16,0 0 1 15,0-9 0-15,0-7-4 16,0-9-5-16,0-1 1 0,0-3-1 16,4 1-4-16,5-1-1 15,3 3-6-15,6 4-3 16,4 4 2-16,2 3 8 16,3 7 3-16,1 2 1 15,1 6 2-15,-3 0-1 16,-1 5 1-16,-4 10 2 15,-5 7-2-15,-2 1 5 16,-5 0 6-16,-3 2 1 16,0-3-2-16,-3 2-2 15,-2-5-3-15,-1-4-3 16,0-3 0-16,0-2-2 16,0-5-1-16,0-2-7 15,0-2-14-15,0-1-30 16,0 0-57-16,-3 0-124 15,-1 0-203-15</inkml:trace>
  <inkml:trace contextRef="#ctx0" brushRef="#br0" timeOffset="111545.4">23594 3401 1130 0,'0'0'108'0,"0"0"8"16,0 0-57-16,0 0-7 16,0 0-15-16,-2 0-17 15,-3 0-13-15,-3 0-5 16,1 0-1-16,2 1-11 15,-1-1-43-15,1 0-62 16,2 0-115-16,3 0-168 16</inkml:trace>
  <inkml:trace contextRef="#ctx0" brushRef="#br0" timeOffset="112535.93">24088 3373 454 0,'0'0'109'0,"0"0"39"15,0 0-33-15,0 0 4 16,0 0-16-16,26 0-30 16,-23-1-7-16,0-5-18 15,0 0-10-15,-3-2-8 16,0-3-7-16,0-2-12 15,0 1-4-15,-9-2 0 16,-4 0-4-16,-7 3 0 16,-3 3-6-16,-3 4-3 15,-5 4-4-15,-2 0-12 16,-2 12 0-16,1 8 7 16,0 4 3-16,7 4 5 15,5-1 3-15,9-1 3 16,7-3-1-16,6-4 0 15,0-4-1-15,8-7 4 16,13-4 2-16,7-4 1 16,-1 0 0-16,9-4-1 15,-1-10 1-15,-2-5 1 0,-3-1-2 16,-7-2-2 0,-3 2 1-16,-6 0-2 0,-5 3 2 15,-4 3 1-15,-2 3 0 16,-1 5 0-16,-2 2 2 15,0 1 2-15,0 3 2 16,0 0-9-16,0 7-9 16,0 12 9-16,0 5 6 15,0 9 12-15,10 10 22 16,6 0 23-16,5 8 1 16,7 2 4-16,2 2-7 15,2-1-24-15,0-6-3 16,-7-5 9-16,-3-6-13 15,-6-9-11-15,-9-7-8 16,-5-4-4-16,-2-5 8 16,-10 0 5-16,-18-1 9 15,-5-3-11-15,-9-1-11 16,-1-5-5-16,-5-2-3 16,1 0-4-16,1 0-16 15,3-9-28-15,6-5-30 16,8-3-17-16,7-3-15 15,11-5-41-15,8-4-155 16,3-4-193-16</inkml:trace>
  <inkml:trace contextRef="#ctx0" brushRef="#br0" timeOffset="113081.56">24416 3125 521 0,'0'0'150'0,"0"0"-21"15,0 0-53-15,0 0-7 16,0 21 16-16,0-1-17 16,-10 6-3-16,-1 3-6 15,0 3-16-15,-1 0-12 16,1 3-4-16,3-2-5 16,3-2-9-16,5-2-4 15,0-4 1-15,0-4-1 16,7-2-3-16,8-6-1 15,3-2-2-15,0-3-1 16,2-3-5-16,-2-5-16 16,-4 0-41-16,-3 0-43 15,-7 0-44-15,-4-1-62 16,0-7-146-16</inkml:trace>
  <inkml:trace contextRef="#ctx0" brushRef="#br0" timeOffset="113478.75">24506 3301 765 0,'0'0'114'16,"0"0"35"-16,0 0-48 15,0 0-18-15,0 0-18 16,67 19-20-16,-52-6-8 16,2 1-2-16,-3 2-2 15,4-1-9-15,-5-2-8 16,1 1-3-16,-2-5-2 15,-3 1-6-15,-1-4-2 16,-2-2-2-16,-3 0-1 16,0-3-7-16,-3-1-19 15,0 0-21-15,0 0-25 16,0 0-26-16,0-5-98 16,0-5-61-16,0-3-41 15</inkml:trace>
  <inkml:trace contextRef="#ctx0" brushRef="#br0" timeOffset="113716.67">24690 3305 574 0,'0'0'127'0,"0"0"-34"0,0 0 5 16,0 0 31-16,0 0-33 15,-81 60-31-15,58-38-17 16,0 0-18-16,0-1-9 15,1-2-10-15,2-1-8 16,6-3-2-16,5-4-7 16,3-4-27-16,3-2-49 15,3-5-66-15,0 0-70 16,7 0 23-16,6-10-212 16</inkml:trace>
  <inkml:trace contextRef="#ctx0" brushRef="#br0" timeOffset="114100.34">24716 3045 777 0,'0'0'51'0,"0"0"91"16,0 0-38-16,46 89-9 15,-26-52-12 1,1 3-21-16,-3 2-7 0,2 2-4 16,-6 0-10-1,-3-2-10-15,1-2-2 0,-6-3 5 16,-4-2-8-16,-2-3-11 15,0-4-7-15,0-2-6 16,0-6 0-16,-8-1-2 16,-9-5-14-16,-3-1-23 15,-2-4-39-15,-4-5-78 16,-2-4-146-16,1 0-183 16</inkml:trace>
  <inkml:trace contextRef="#ctx0" brushRef="#br0" timeOffset="116595.57">24937 2953 464 0,'0'0'100'0,"0"0"7"15,0 0-5-15,0 2-2 16,0 8 9-16,3 3-8 16,1 1-19-16,1 2-13 15,-1 0-25-15,0 1 6 16,2-5-13-16,-2 1-15 15,-1-4-4-15,-1-1-4 16,1-6-7-16,-3 0-2 16,1-1-1-16,0-1-1 15,-1 0 0-15,3 0 1 16,0-8 1-16,2-6-2 16,3-3-3-16,-1-1 0 15,1-3-1-15,3 2-4 16,-1-1-1-16,0 2 0 15,1 3 2-15,3 2-1 16,-2 2 2-16,-3 4 2 16,0 4 0-16,-1 2 1 15,-3 1 0-15,2 0-2 16,-2 12 0-16,1 3 5 16,-1 4 0-16,-2 1 2 15,2-4 5-15,-2 1-2 16,1-3-1-16,-1-5 1 15,0-1-5-15,-2-4-1 0,0-2-1 16,-1-2-1-16,2 0-11 16,-2 0-31-1,1 0-52-15,2 0-74 16,-1 0-131-16,1-4-258 16</inkml:trace>
  <inkml:trace contextRef="#ctx0" brushRef="#br0" timeOffset="116879.28">25366 2960 938 0,'0'0'91'16,"0"0"84"-16,0 0-64 16,0 0-27-16,0 0-29 15,81 0-26-15,-67 0-20 16,-4 0-7-16,1 0-1 16,-2 0-18-16,-1 0-50 15,-2-1-76-15,-3-6-103 16,1-4-199-16</inkml:trace>
  <inkml:trace contextRef="#ctx0" brushRef="#br0" timeOffset="117110.23">25616 2813 832 0,'0'0'113'0,"0"0"63"15,3 79-53-15,4-48-25 0,2 1-27 16,1-2-23-16,-3-3-18 16,2-5-18-16,-2-4-7 15,0-5-5-15,-1-3-16 16,0-2-48-16,-3-6-69 16,-3-2-136-16,0 0-195 15</inkml:trace>
  <inkml:trace contextRef="#ctx0" brushRef="#br0" timeOffset="121716.95">1913 8900 265 0,'3'0'77'0,"0"0"57"0,0 0-5 16,-2 0-32-16,2 0-3 15,-3 0-6-15,0 0-11 16,1 0-6-16,-1 0 3 15,0-8-5-15,0-6-35 16,0-3-21-16,-5-5-8 16,-4-2-3-16,-4 0 0 15,-3 1-4-15,-1 2-4 16,-2 2-5-16,-1 6 1 16,-2 6 1-16,-1 7-11 15,0 4-9-15,0 16 12 16,4 8 14-16,2 5 4 15,7 6 0-15,7 3 7 16,3 2 4-16,0 2 11 16,14 2 15-16,5 0-6 15,4-1 4-15,0 0-6 16,0-4 0-16,0 1-1 16,-6-4-10-16,-3-5-6 15,-7-1-4-15,-3-6 5 16,-2 1-7-16,-2-10-4 15,0 1-3-15,-3-5 4 16,-9-2-2-16,-2-5-4 16,-2 0-10-16,-4-2-32 15,-3-3-35-15,-1-3-48 16,0 0-94-16,-5 0-122 0</inkml:trace>
  <inkml:trace contextRef="#ctx0" brushRef="#br0" timeOffset="121950.76">1623 9244 903 0,'0'0'143'16,"0"0"11"-16,92-29-82 15,-56 20-29-15,-1 3-26 16,0-1-14-16,-5 4-15 16,0-3-68-16,-5 2-95 15,-9-2-118-15,1-1-319 16</inkml:trace>
  <inkml:trace contextRef="#ctx0" brushRef="#br0" timeOffset="122247.88">2193 8954 832 0,'0'0'8'0,"0"0"67"0,-27 96 33 15,21-55-29 1,3-1-26-16,3 0-4 0,0-2-18 16,3-5-11-1,10-3-3-15,0-2-12 0,4-5-8 16,1-7-19-16,0-5-60 16,-1-7-70-16,-2-4-151 15,-3 0-253-15</inkml:trace>
  <inkml:trace contextRef="#ctx0" brushRef="#br0" timeOffset="122496.35">2342 9172 817 0,'0'0'52'0,"0"0"101"15,0 0-8-15,0 0-49 16,0 0-22-16,88 61-25 16,-68-53-24-16,-4 0-14 15,0 1-6-15,-3-4-9 16,-1 0-23-16,-2-1-56 16,-3-1-56-16,-3-3-81 15,-4 0-100-15,0 0-200 16</inkml:trace>
  <inkml:trace contextRef="#ctx0" brushRef="#br0" timeOffset="122708.74">2472 9135 817 0,'0'0'121'0,"0"0"22"0,-52 75-65 15,35-52-34-15,2-4-20 16,2-3-16-16,6-5-7 16,1-4-12-16,6-4-84 15,-1-3-113-15,1 0-123 16,0-6-260-16</inkml:trace>
  <inkml:trace contextRef="#ctx0" brushRef="#br0" timeOffset="123081.46">2489 8842 923 0,'0'0'43'15,"0"0"135"-15,0 0-64 16,88 90-36-16,-56-58-7 16,3 4-15-16,-2-1-15 15,-1 1-6-15,-5-2-1 16,-5 0-5-16,-5-2-6 0,-6-2-4 16,-3 1-9-1,-7-4-5-15,-1-1 0 0,0-5 0 16,0-3-3-1,-11-1-8-15,-3-7-3 0,-5 0-20 16,-2-4-32 0,0-5-31-16,-2-1-73 0,5 0-124 15,1-3-221-15</inkml:trace>
  <inkml:trace contextRef="#ctx0" brushRef="#br0" timeOffset="123278.21">2904 9193 913 0,'0'0'92'0,"0"0"77"16,94-28-59-16,-65 22-51 16,-6-2-25-16,-5 4-23 15,-4-4-9-15,-9 2-26 16,-3-1-48-16,-2-1-66 15,-2 0-118-15,-14 1-210 16</inkml:trace>
  <inkml:trace contextRef="#ctx0" brushRef="#br0" timeOffset="123467.01">2842 9057 988 0,'0'0'97'15,"0"0"64"-15,0 0-77 16,0 0-39-16,0 0-4 0,0 0-29 16,104-21-10-16,-73 17-25 15,-2-2-89 1,2-1-149-16,-1-3-279 0</inkml:trace>
  <inkml:trace contextRef="#ctx0" brushRef="#br0" timeOffset="124231.76">3587 9087 658 0,'0'0'77'0,"0"0"64"0,0 0 6 15,0 0-48-15,0 0 1 16,26-16-21-16,-6 0-37 15,6 0-16-15,-1 1-3 16,-1 3-6-16,-1 1-6 16,-1 7-5-16,-4 4-5 15,-4 0-3-15,-2 8 0 16,0 10 2-16,-1 2 4 16,-3 5 3-16,6 0 1 15,-2-1-2-15,4-2-1 16,1 0 2-16,1-5 1 15,-1-2-6-15,2-4 0 16,-1-2-2-16,-3-4-1 16,-2-2-8-16,0-3-22 15,-1 0-36-15,-1 0-26 16,-1-4-45-16,-1-7-59 16,-5 1-81-16,-1-4-270 15</inkml:trace>
  <inkml:trace contextRef="#ctx0" brushRef="#br0" timeOffset="124499.78">4007 8925 877 0,'0'0'80'0,"0"0"82"0,-42 76-32 16,21-38-51-16,-1 5-31 16,0-3-19-16,-1-1-12 15,0-3-11-15,7-5-4 16,0-8-3-16,6-6-21 16,3-4-50-16,3-9-60 15,2-4-102-15,2-2-122 16</inkml:trace>
  <inkml:trace contextRef="#ctx0" brushRef="#br0" timeOffset="125019.88">4055 8574 877 0,'0'0'26'0,"0"0"61"0,0 0 65 15,0 70-43-15,0-53-37 16,0 0-11-16,1-4-21 15,4 0-12-15,-5-5-5 16,3-3-6-16,-2-2-6 16,0-1-4-16,-1-2-3 15,2 0-1-15,1 0 1 16,-2-10-3-16,2-5-3 16,4-1-9-16,-2-4 0 15,0 0-6-15,1 4 2 16,-1 6 6-16,-1 5 3 15,1 4 5-15,-2 1-2 16,3 1-4-16,0 14 4 16,3 5 6-16,1 3 12 15,0 2-2-15,0 1-4 16,1-4-4-16,-2-2-3 16,3-5-1-16,-1 0-2 15,1-5-17-15,1-4-46 16,1-2-81-16,-3-1-193 15,-2-2-373-15</inkml:trace>
  <inkml:trace contextRef="#ctx0" brushRef="#br0" timeOffset="126785.99">1951 10274 735 0,'0'0'91'0,"3"-16"65"0,-3 7-8 16,0-1-55-16,0-3-45 15,0-1-28-15,0-1-5 16,-8-1-8-16,-5 3-3 16,-4 1-4-16,-2 4-4 15,-2 5-2-15,-1 3-2 16,4 0-4-16,-2 15 2 16,7 14 0-16,0 8 8 15,6 8 2-15,3 6 0 16,4 5 6-16,0-1-1 15,0 1 6-15,7-5 18 16,5-1 7-16,0-7-8 16,0-5-7-16,-1-4 0 15,-3-2-14-15,-4-5-3 16,-1-2-3-16,-3-4-1 16,0-2 1-16,-3-1-4 15,-9-3-5-15,-3-3-24 16,-5-8-43-16,-1 1-53 15,-3-5-150-15,-2 0-173 16</inkml:trace>
  <inkml:trace contextRef="#ctx0" brushRef="#br0" timeOffset="126956.56">1725 10595 849 0,'0'0'182'0,"78"-28"-50"16,-36 12-86-16,-6 4-35 16,-4-3-11-16,-6 3-75 15,-6-1-135-15,-7-4-209 16</inkml:trace>
  <inkml:trace contextRef="#ctx0" brushRef="#br0" timeOffset="127176.73">2268 10144 1004 0,'0'0'-4'0,"0"0"9"15,0 0-2-15,-38 89-8 16,24-63-65-16,3-2-158 16,-1-4-398-16</inkml:trace>
  <inkml:trace contextRef="#ctx0" brushRef="#br0" timeOffset="127485.07">2515 10294 930 0,'0'0'23'0,"-41"71"15"0,20-26 83 16,-2 0-46-16,5 3-44 15,3-4-14-15,2 3-14 16,10-5-2-16,3-2 1 16,0-2-6-16,11-7 1 15,7-1-8-15,4-6-22 16,2-9-1-16,0-6-110 16,-6-9-76-16,-2 0-158 15</inkml:trace>
  <inkml:trace contextRef="#ctx0" brushRef="#br0" timeOffset="127890.62">2697 10418 962 0,'0'0'23'0,"0"0"77"15,0 71 17 1,0-42-37-16,0-1-21 0,0-2-13 16,5-3-13-16,6-3-11 15,5-2-6-15,-3-2-10 16,3-6-3-16,0-4-7 16,0 0-15-16,-3-6-44 15,-2 0-62-15,-2 0-82 16,-5-12-123-16,-4-1-249 15</inkml:trace>
  <inkml:trace contextRef="#ctx0" brushRef="#br0" timeOffset="128089.95">2824 10509 872 0,'0'0'136'0,"0"0"30"15,16 78-57-15,-10-48-35 16,-2-5-25-16,2-2-27 16,-6-6-17-16,0-3-2 15,0-5-19-15,0-4-56 16,-10-5-61-16,-6 0-234 16</inkml:trace>
  <inkml:trace contextRef="#ctx0" brushRef="#br0" timeOffset="128974.4">2686 10508 707 0,'0'0'46'16,"0"0"58"-16,0 0 19 15,0 0-2-15,23 15-9 16,-7-10-25-16,4 6-8 16,6 1-31-16,1 1-14 15,1 1-8-15,1 5 2 16,1-2 6-16,-1 1 5 16,-3 0-7-16,-1-4-4 15,-1-1-5-15,-4-4-3 16,-4-1-11-16,-3-2-6 15,-6-2 0-15,-1-3-2 16,-3-1-2-16,-3 0-13 16,0 0-13-16,0 0-13 15,0 0-20-15,0 0-21 16,0-1-74-16,-3-9-147 16,-3-2-137-16</inkml:trace>
  <inkml:trace contextRef="#ctx0" brushRef="#br0" timeOffset="129325.27">2980 10396 817 0,'0'0'109'0,"0"0"23"15,0 0-14-15,0 0-22 16,0 0-20-16,-52 59-6 16,29-32-24-16,0 3-9 15,-3 0-7-15,2 2-8 16,-2-3-8-16,3-3-10 15,2-2-1-15,4-6-2 16,4-4-21-16,2-3-26 16,5-6-39-16,3-1-86 15,1-4-131-15,2 0-137 16</inkml:trace>
  <inkml:trace contextRef="#ctx0" brushRef="#br0" timeOffset="129937.9">3077 10126 754 0,'0'0'27'0,"0"0"106"15,0 0 24-15,77 79-26 16,-38-45-26-16,1 2-25 16,-1 3-29-16,-1 4-15 15,-4 0 0-15,-9 1 0 16,-5-2-7-16,-10 0 1 16,-3-3-8-16,-7-3-7 15,0-4-5-15,-7-2-5 16,-10-1-2-16,-8-4-4 0,-2 0-13 15,-3-5-30-15,-1-2-32 16,4-4-40 0,5-6-84-16,5-8-162 0,8 0-249 15</inkml:trace>
  <inkml:trace contextRef="#ctx0" brushRef="#br0" timeOffset="130173.85">3672 10539 1120 0,'0'0'64'0,"0"0"70"15,0 0-87-15,0 0-23 16,77-36-12-16,-70 29-8 15,-4-2-13-15,-3 1-54 16,0 1-131-16,-7-1-199 16</inkml:trace>
  <inkml:trace contextRef="#ctx0" brushRef="#br0" timeOffset="130337.78">3567 10376 1018 0,'0'0'29'16,"0"0"84"-16,0 0-79 15,88-40-39-15,-62 26-72 0,-4 1-148 16,-4-2-252 0</inkml:trace>
  <inkml:trace contextRef="#ctx0" brushRef="#br0" timeOffset="130987.72">4095 10444 785 0,'0'0'128'0,"0"0"78"16,22 83-91-16,-15-59-44 15,-2-1-9-15,-2-7-24 16,-1-3-8-16,1-5 0 16,-1-2-9-16,-1-4-13 15,-1-2-3-15,4 0 0 0,-4 0 3 16,3-14 8-1,-1-8-13-15,1-6-4 0,1-4-3 16,2-6-10-16,3 2-18 16,0 1 1-16,3 3-1 15,1 7 8-15,0 5 17 16,-1 6 4-16,2 8 2 16,-1 4 0-16,1 2 1 15,-2 3-1-15,2 12 2 16,0 5 9-16,-3 3 10 15,-1 2 3-15,-3 0-5 16,-1-2-6-16,-1 0-2 16,-1-2-5-16,-3-6-3 15,1-3 0-15,0-4-6 16,0-3-21-16,-2-3-42 16,0-2-85-16,0 0-164 15,0 0-306-15</inkml:trace>
  <inkml:trace contextRef="#ctx0" brushRef="#br0" timeOffset="131443.67">4810 10464 1202 0,'0'0'63'0,"0"0"3"16,0 0 1-16,0 0-38 15,0-1-19-15,-1-2-10 16,-4 1-52-16,1-3-103 16,-5-2-128-16,2 1-339 15</inkml:trace>
  <inkml:trace contextRef="#ctx0" brushRef="#br0" timeOffset="132089.59">4895 10384 687 0,'0'0'73'0,"0"0"49"15,0 0-24-15,0 0-27 16,0 0-16-16,38-38-12 15,-15 31-6-15,4 3-4 16,2 4 1-16,3 0 6 16,-3 4-3-16,-2 11-13 15,0 6-12-15,-7 1-4 16,0 6 7-16,-3-2 2 16,1 0-5-16,-2-4 0 15,-1-2-3-15,-1-4-1 16,0-4-4-16,-3-1-2 15,2-2-1-15,-4-5-1 16,-2-1-1-16,1-2-9 0,-3-1-25 16,-1 0-24-16,-1-1-32 15,-1-9-60-15,-2-4-88 16,0-3-136-16</inkml:trace>
  <inkml:trace contextRef="#ctx0" brushRef="#br0" timeOffset="132334.21">5261 10274 832 0,'0'0'47'0,"0"0"104"15,-62 72-16-15,37-36-46 16,-2 1-35-16,-1 2-22 15,2-4-19-15,3 0-5 16,0-5-6-16,3-6-2 16,5-7-18-16,3-3-60 15,3-9-79-15,4-5-106 16,2 0-173-16</inkml:trace>
  <inkml:trace contextRef="#ctx0" brushRef="#br0" timeOffset="132877.31">5295 10019 747 0,'0'0'44'15,"0"0"115"-15,0 0-2 16,0 0-41-16,34 77-33 16,-28-60-32-16,-2-4-16 15,-1-3-7-15,1-5-5 16,-3-1-8-16,1-3-6 15,1-1-4-15,-3 0-1 16,3 0 0-16,0-6-1 16,1-9 0-16,0-4-3 15,5-2-2-15,-3-1-9 16,-1 1-1-16,3 5 3 16,-5 4 5-16,0 5 2 15,1 5-1-15,1 2 0 16,-2 0-1-16,5 2-1 15,0 13 4-15,4-2 8 16,-2 3 5-16,-1-2-2 16,1-1-1-16,-3 1-6 15,-1-5-1-15,-2 0-2 16,-1-5-1-16,-1 0-13 16,-1-1-22-16,-1-2-51 15,0-1-92-15,0 0-129 16,0 0-225-16</inkml:trace>
  <inkml:trace contextRef="#ctx0" brushRef="#br0" timeOffset="133093.79">5693 10039 1023 0,'0'0'148'0,"0"0"-25"0,0 0-84 16,0 0-20-16,0 0-14 16,68-17-5-16,-67 17-18 15,0-4-51-15,-1 0-116 16,0-3-159-16,2-1-358 16</inkml:trace>
  <inkml:trace contextRef="#ctx0" brushRef="#br0" timeOffset="133292.73">5829 9995 860 0,'0'0'52'0,"0"0"129"16,0 95-46-16,0-64-58 15,0-3-54-15,0-2-18 16,0-4-5-16,0-3-22 15,0-3-80-15,0-2-146 16,0-2-233-16</inkml:trace>
  <inkml:trace contextRef="#ctx0" brushRef="#br0" timeOffset="134771.79">5607 10046 638 0,'0'0'32'16,"0"0"69"-16,0 0 11 16,-5 0-21-16,5 0-6 15,0 0-17-15,0 0-11 16,0 0-14-16,0 0-6 15,1 0-2-15,9 0 6 16,5 0-6-16,1 0-9 16,4 0-5-16,0-4-3 15,0 1-7-15,0-1-4 16,-4 0-2-16,0-1-4 16,-3 5 0-16,-4-3 0 15,-3 2 0-15,-4 1 0 0,1 0-2 16,-3 0 2-1,0 0 0-15,0 0 1 16,0 0 0-16,0 0 2 0,-4 0 9 16,-6 0-9-16,-6 0-5 15,0 0 2-15,0 0-4 16,-2 4-2-16,3-4-5 16,-2 3-12-16,4-1-10 15,1-2-28-15,1 2-31 16,5 0-64-16,3-2-88 15,3 0-92-15</inkml:trace>
  <inkml:trace contextRef="#ctx0" brushRef="#br0" timeOffset="135726.72">5892 9829 733 0,'0'0'95'16,"0"0"32"-16,0 0-27 15,0 0-17-15,0 0-3 16,0 56-11-16,0-32-21 0,0 2-3 16,0 1-11-1,0 2-3-15,0-2-1 0,0 5-11 16,0-6-1-16,0-1-8 16,0-3-4-16,0-4-2 15,0-1-2-15,0-10 1 16,0-1-2-16,0-5-1 15,0-1 0-15,0 0 2 16,2-14 3-16,-1-4 0 16,-1-8-3-16,0-6-1 15,0 1-3-15,0-3 0 16,0 1-1-16,-4 3-5 16,-2 4 2-16,0 6 2 15,2 2-3-15,1 7 0 16,0 3 4-16,0 2 2 15,2 5 0-15,1 0 2 16,0 1-2-16,0 0 0 16,0 0-2-16,0 2 1 15,0 11 3-15,0 5 1 16,4 5 1-16,0 1 1 16,-2 5 5-16,-1 0-2 15,-1-2-3-15,0-2-1 16,0-7 0-16,0-3-2 15,0-5 1-15,0-5-1 16,0-2 0-16,1-3 1 16,-1 0 1-16,0 0 1 15,0-10 0-15,0-7-5 16,0-5-2-16,0-4-1 16,-1-2-9-16,-2-1 6 15,0 3-2-15,-1 4-4 0,4 5 5 16,-1 6 3-1,1 8 3-15,0 3 1 16,0 3-5-16,0 17-1 0,0 6 6 16,0 3 4-16,4 3 3 15,-1-2-2 1,0-2 2-16,-2-4 2 0,-1 0-3 16,0-1-2-16,0-3 0 15,0-3-1-15,-3 0-1 16,-4-4 1-16,3-5-2 15,1-5 2-15,0-3-4 16,0 0-1-16,2-1-6 16,-2-12-25-16,1-5-30 15,2-2-41-15,0-1-89 16,0 1-113-16,0 0-138 16</inkml:trace>
  <inkml:trace contextRef="#ctx0" brushRef="#br0" timeOffset="137645.18">2934 10404 227 0,'0'0'65'0,"17"-8"30"15,-9 6 1-15,-1-2-20 16,-3 2-2-16,-1 0 15 15,-2 2-1-15,1 0 7 16,-2-1-4-16,0 1-2 16,0 0-4-16,0 0-12 15,0 0-14-15,0 0-9 16,-2 1-7-16,-12 10-22 16,0 5-6-16,-6 4-3 0,-6 6 1 15,-5 4 1 1,1 5 2-16,-3 3-2 0,1-1-3 15,3-1 5-15,5-6-6 16,7-7-6-16,3-7-2 16,8-6 0-16,3-3-1 15,3-5 0-15,0 0 0 16,0-2 2-16,0 0 4 16,3 0-7-16,10-8 4 15,6-8 2-15,3-3 0 16,2-5-4-16,2-4 0 15,0 1-4-15,-3 0 1 16,0-2-3-16,-2 2 1 16,-4 3-2-16,-3 3 3 15,-2 4 1-15,-6 4 1 16,-3 5 0-16,-2 4 0 16,-1 4 0-16,0 0-4 15,-1 0 0-15,-14 15 1 16,-3 4 4-16,-7 5-4 15,-2 4 6-15,-1 3-1 16,-4 1-1-16,3-3 2 16,2-4-2-16,5-6 1 15,4-5-4-15,7-5 3 16,4-6 0-16,4-3-3 16,3 0-14-16,0 0-41 15,0-8-54-15,0-6-58 16,6-3-40-16,3 1-58 15,-3-3-214-15</inkml:trace>
  <inkml:trace contextRef="#ctx0" brushRef="#br0" timeOffset="138301.06">2681 10418 783 0,'0'0'112'0,"0"0"48"16,0 0-46-16,0 0-35 16,-10 0-25-16,10 8-13 15,3 3 5-15,12 1 0 16,3 4-9-16,5 0-3 15,-1 2-5-15,6-5-10 16,-2 2-2-16,1-3 5 16,-1-1-2-16,1-3-9 15,-1 2-5-15,-1-3-3 16,-3-2 1-16,-4 1-2 16,-3-2-1-16,-6-3 0 15,-4 2 0-15,-2-2 0 16,-3-1 0-16,0 2-1 15,0-2-2-15,-7 0 2 16,-6 0 2-16,-3 0-4 16,-6-10-1-16,-2-3-4 15,-3-6-5-15,1 3-2 16,0-5-4-16,4 2 1 16,0-1 11-16,6 5 3 0,2 3-2 15,4 2 1 1,1 5 1-16,5 1 3 0,4 4-2 15,0 0 1-15,0 0-7 16,7 9 1 0,7 7 11-16,5 3 2 0,2 3 7 15,2-2 5-15,1 0 7 16,-2-1-7-16,-2-3-8 16,-3-4-4-16,-2-3-3 15,-4-1-2-15,-4-4-1 16,-2-2-4-16,-2-1-18 15,-2 0-30-15,-1-1-11 16,0 0-52-16,0 0-103 16,-3 0-188-16</inkml:trace>
  <inkml:trace contextRef="#ctx0" brushRef="#br0" timeOffset="145019.01">25981 3383 558 0,'0'0'56'16,"0"0"56"-16,0 0-33 16,0 0-21-16,0 0 11 15,0 0-10-15,0 0-12 16,0 0-12-16,0 0-11 15,0 0-10-15,0 0-8 16,0 0 2-16,0 0-6 16,0 1 5-16,-1-1-4 15,1 3 0-15,-2-3 1 16,2 0 0-16,0 0 2 16,0 0 22-16,0 0-1 15,0 0-16-15,4-2-3 16,4 0 8-16,-2-1 6 15,0 2 0-15,-4 1-4 16,1 0-9-16,-3 0-2 16,0 0 0-16,0 0-4 15,0 0 1-15,0 1 10 16,-1 6 4-16,-3-3-7 16,-2 2-4-16,0-2-8 15,-2-3-20-15,6-1-63 0,-4 0-111 16,2 0-146-1,4-7-344-15</inkml:trace>
  <inkml:trace contextRef="#ctx0" brushRef="#br0" timeOffset="146207.53">26744 3323 299 0,'0'0'99'16,"0"0"25"-16,0 0-27 15,0 0-6-15,16 0-13 16,-14-6 0-16,1-1-8 16,-1-3-22-16,-2-5-11 15,0 3-14-15,0-4-8 16,0 1-9-16,-3 0 0 16,-9-1-3-16,-3 3-2 15,-3 2-4-15,-4 6-4 16,-1 5-3-16,-4 0 3 15,0 9-3-15,-2 14 8 16,-1 5-3-16,6 4 3 16,5-2 2-16,8-1 1 15,8-3-5-15,3-7 2 16,0-5 10-16,12-3-4 0,6-5-1 16,3-5-2-1,3-1 4-15,2 0-2 16,0-12 0-16,0-7 1 0,-3 0-2 15,-1-3 0-15,-6 0-1 16,-5-1 0-16,-3 4 1 16,-4 1-1-16,-1 3-1 15,-3 5 1-15,0 2 2 16,0 4 0-16,0 2 4 16,0 2 2-16,0 2-9 15,4 14-6-15,-1 6 13 16,1 9 12-16,2 5 23 15,1 6 6-15,2 7 6 16,1 6 3-16,2-2 4 16,-4 2-16-16,1-3 14 15,0-6-31-15,-5-7-2 16,-1-4 8-16,-3-11-3 16,0-5-11-16,0-6-1 15,-4-4-2-15,-11-3 7 16,-5 0 1-16,-6-4-13 15,-3-2-6-15,-3 0-5 16,-1-8-12-16,0-6-21 16,2-4-28-16,5-5-28 15,7-3-47-15,4-3-158 16,5-2-213-16</inkml:trace>
  <inkml:trace contextRef="#ctx0" brushRef="#br0" timeOffset="146957.56">27140 2906 708 0,'0'0'85'0,"0"0"52"15,0 0-48-15,0 0-21 16,4-4-9-16,-4 4-8 16,0 0-11-16,0 0 3 15,0 0-3-15,0 0-5 16,0 0-8-16,0 0-4 16,0 0 0-16,0 0 1 15,0 0 0-15,0 0-2 16,0 0-3-16,0 0-3 15,0-2-1-15,0 2-4 16,0-2-3-16,0 2-4 16,0 0-1-16,0 0 1 0,0 0-4 15,0 0 1 1,0 0-1-16,0 0 1 16,0 0-1-16,0 0 1 15,0 0-1-15,0 0 0 0,0 0 0 16,0 0-1-16,0 0-1 15,0 0-2-15,0 0-3 16,-2 13 0-16,-6 5 4 16,-4 2 4-16,-2 8 1 15,-5 0 1-15,-3 2 2 16,-1 0 0-16,0-3 0 16,3 0 0-16,0-4 1 15,5-5-4-15,4-3 2 16,2-5-3-16,4-4 1 15,5-2-1-15,0-4-3 16,0 0-15-16,0 0-30 16,0-13-31-16,11-3-106 15,-4-6-219-15,6-2-309 16</inkml:trace>
  <inkml:trace contextRef="#ctx0" brushRef="#br0" timeOffset="148286.21">27300 3117 380 0,'0'0'69'0,"0"0"25"0,-21 8 4 16,10 1 14-16,1 5 3 16,0 1-41-16,-3 4 0 15,0 1-8-15,-1 1-20 16,2 6 3-16,-1 4-12 15,0 0-6-15,4 0-9 16,2 2-11-16,2-2-2 16,3-2-3-16,2-2-2 15,0-6-3-15,0-3-1 16,5-6 4-16,3-5-4 16,-1 1 0-16,2-7-3 15,1-1-11-15,-3 0-32 16,2 0-47-16,2 0-38 15,-5-3-57-15,0-7-55 16,0 0-171-16</inkml:trace>
  <inkml:trace contextRef="#ctx0" brushRef="#br0" timeOffset="148616.67">27305 3312 712 0,'0'0'88'0,"0"0"78"0,0 0-34 16,0 0-47-1,76 67-11-15,-56-49-13 0,-4-1-17 16,0-3-18-16,-2-2-11 15,-1-1-7-15,-1-3-6 16,-4-1 1-16,1-3-3 16,-3 0-7-16,-2-3-21 15,2-1-32-15,-3 0-20 16,-2 0-37-16,2 0-47 16,-1-6-35-16,-1-4-70 15,3-3-107-15</inkml:trace>
  <inkml:trace contextRef="#ctx0" brushRef="#br0" timeOffset="148837.84">27490 3331 558 0,'0'0'89'0,"0"0"48"15,0 0-23-15,0 0-6 16,-78 70-16-16,61-48-41 15,-3-3-26-15,3-2-15 16,2-2-6-16,4-4-3 16,2-1-3-16,5-3-22 15,1-4-62-15,3-3-90 16,0 0-86-16,0 0-162 16</inkml:trace>
  <inkml:trace contextRef="#ctx0" brushRef="#br0" timeOffset="149199.43">27570 3052 746 0,'0'0'134'0,"0"0"19"16,62 72-45-16,-33-37-21 15,1 0-12-15,-1 2-17 16,-2 5-21-16,-5-3-3 16,-10 2-2-16,-9 3-5 15,-3-5 0-15,-2-2-6 16,-18-4-4-16,0-4-13 15,-5-5-2-15,2-5 0 16,3-5-11-16,1-5-31 16,3-2-41-16,5-3-79 15,-1-4-133-15,2 0-265 16</inkml:trace>
  <inkml:trace contextRef="#ctx0" brushRef="#br0" timeOffset="154769.21">18428 2816 457 0,'0'0'26'0,"0"0"-1"16,0 11-12-16,0 2 25 15,0 9 17-15,-1 3-31 16,1 3 16-16,0 6 5 16,0 5-2-16,0 0-4 0,0 2-15 15,0 0-5 1,0 1-5-16,0 1-9 0,0-2 1 16,0 3-1-1,0 1-3-15,0-1-2 0,0 1 1 16,0-2-1-16,0 1 0 15,0-3 1-15,0 0-1 16,0 1 2-16,0-1-3 16,4-1 25-16,1-2 3 15,1 1-22-15,2-6 13 16,-1 0 2-16,1-3-13 16,1 0-6-16,1-1 1 15,-1-2-2-15,2 0 3 16,1-4-5-16,1-3 1 15,0-4 2-15,1 0-3 16,1-4-3-16,2-2 1 16,-1-2-1-16,1-2 6 15,1 2 2-15,0-4-4 16,1-1-5-16,3-3 1 16,1 4 2-16,3-4 5 15,1 2 2-15,2 0-3 16,4-2-1-16,2 2 1 15,4-2 4-15,5 0-6 16,2 0 3-16,4 0 3 16,0 0 3-16,1 0 2 15,3-2-6-15,-3-2 1 16,0 2-3-16,1-2-2 16,-1 3 3-16,-1-2-2 15,2 2 0-15,-1-3-2 16,2 4 3-16,-1-4-3 0,1 4 1 15,1 0 0-15,1 0 1 16,1 0-1-16,-2 0 3 16,2 0-1-16,-1 0-2 15,0 0 0 1,-3 0 0-16,-3 0 0 0,3 0-4 16,-1 0 4-16,2 0 0 15,-1 4 0-15,3-3-1 16,-1 2 2-16,0-3-1 15,1 0 2-15,0 0-1 16,0 0 1-16,-3 0 0 16,-2-1 3-16,-2-2-1 15,-2-1-1-15,-1 2 1 16,-2 0-1-16,-1-1 1 16,3 1 0-16,-2 1-1 15,1-2 0-15,2 1 1 16,-1 0-2-16,4-1-1 15,0-1 0-15,0 1-1 16,0 1 2-16,-1-1-2 16,2 0 2-16,-2 2-2 15,0-2 2-15,-1 3-2 16,0-4 0-16,-1 4-2 16,0-3 1-16,0 2 1 15,-1-1 0-15,-1 2 0 16,2 0-1-16,-3 0 1 15,3 0 1-15,0 0-1 0,3-1 0 16,-1-1 0 0,4-1 0-16,0 0 1 15,-3-1 1-15,2 3-4 0,-4-4 4 16,-3 5-2-16,-1 0 0 16,0 0 0-16,-1 0 1 15,-3 0-1-15,4 0-1 16,0 0 2-16,1 0-1 15,0 0 0-15,4 0 1 16,0 0-1-16,1 0 0 16,1 0 3-16,0 0-3 15,2 0-1-15,-1 0 1 16,2 0 1-16,0 0-3 16,4 0 1-16,0-2 1 15,-1 2 0-15,3 0 0 16,-2 0 0-16,3 0 0 15,0 0 0-15,-1 0 1 16,-1 0-1-16,0 0 1 16,0 0-1-16,1 0 1 15,-2 0 0-15,3 0 0 16,1 0 1-16,2-2 3 16,-1 0 3-16,5 1-1 15,-4-2-1-15,-1 3-3 16,-1-1 3-16,-3 1-1 15,0 0 0-15,-1-2-2 16,3 1-2-16,-3-2-2 16,5 0 1-16,2-1 0 15,1-1 1-15,2-1 1 16,2 2 3-16,-1-3-1 0,-3 2 2 16,0 2-1-16,0-1 0 15,-5 3-3 1,-1-2-1-16,-1 2 0 15,0-1-1-15,0 2 1 0,-3-1-1 16,3-1 1-16,1 1 0 16,3 0 0-16,-3-2 0 15,2 2 1-15,1 0 2 16,0-1-3-16,0 1 5 16,-1 1 0-16,2 0-1 15,1 0-4-15,-2-1-1 16,3-2 0-16,1 0 1 15,2 0 1-15,0-1-1 16,3-1 1-16,1 1-1 16,-3-1 3-16,1 2-1 15,-5-1-3-15,0 3 1 16,-3-3 0-16,-4 2 0 16,-1 0 0-16,-1-2-1 15,-1 1 0-15,-4 0 1 16,1 1 0-16,-5-2 3 15,-3 1-7-15,-4-1 7 16,-2 4-5-16,-5-1 2 16,-8-2 0-16,-2 3-1 15,-6 0-1-15,-4 0 1 16,-4 0 0-16,1 0-1 16,-4 0 1-16,-2 0-1 15,2 0 2-15,-3-1 0 16,4-1 0-16,0 1 0 15,-1-3-1-15,3 1 0 16,0-1 0-16,2-1 0 0,-4-3 1 16,3 1 0-1,-4-3 9-15,-2-3 11 0,-2 0 1 16,-2-5-5-16,0 0 0 16,0-5-2-16,0-2-4 15,-2 0-5-15,-2-7-1 16,-2-2-4-16,2-5-2 15,0-6 1-15,1-1 0 16,3-4-5-16,0-2 0 16,0 1 1-16,0 3-5 15,0 0 8-15,0 3 0 16,0 4 1-16,0 3 0 16,1 1 1-16,-1 2-1 15,0-1-1-15,0 4-6 16,0 1-5-16,0-1 5 15,-1 1 3-15,-2-1 2 16,-3 5-5-16,-3-2-5 16,2 3 4-16,0 3 6 15,1 1 0-15,-1 3 1 16,1 0-1-16,-1-1-6 16,1 1 3-16,3-1 5 15,-1 1-4-15,1-2 0 16,0-3 0-16,0 4 5 15,-4-2-15-15,0 2 4 16,-1 1 9-16,0 2 1 16,-2 4-18-16,1-1 17 15,-1 4 1-15,-2 0 1 0,1 2-3 16,-1 0 1 0,-2 3 3-16,-1-1-3 15,-2 0 1-15,0 0-1 0,-1 2 1 16,0 1-1-16,0 0 0 15,-2 0 2-15,4 3-1 16,-3-2-1-16,-1 2 0 16,0 0 3-16,-2 0-2 15,-2 0-1-15,-5 0 1 16,-3 0 1-16,-3 0-1 16,-5 0 0-16,-3 2 1 15,-2-2-1-15,-6 4-1 16,-1 0 1-16,-4-1 0 15,-2 1 0-15,-3-3 1 16,-2 2-1-16,-2-2 0 16,-2 2 1-16,-2 1-1 15,-2 0 0-15,1 3 0 16,-2 0 3-16,-2 2-3 16,0-1 0-16,1-2 0 15,-1 1 0-15,2-3-1 16,1 0-1-16,2-1 1 15,1-1 1-15,1 1-1 16,0 1 1-16,2-1 1 16,-1-1-1-16,1 1 0 15,0 0-1-15,0-2 2 16,2 1 0-16,-2-1-1 16,3-1 1-16,0 0-1 15,2 0 1-15,3 0-1 16,-1 0 0-16,3 0 1 15,-1 0 0-15,4 0 0 0,-3 0-2 16,1 0 3-16,0 0-2 16,-3 0 0-1,2 0 0-15,-1 0-1 0,0 0-2 16,-1 0 3-16,1 0 0 16,1 0-1-16,-3 0 1 15,1 0-1-15,-1 3 2 16,0-2-2-16,-3 1 2 15,1 0-1-15,-2 1 0 16,-2 0 1-16,1-1-2 16,0 1 2-16,1 0-1 15,0-1 1-15,2 0-1 16,2 0 1-16,-1-1-1 16,2 0 0-16,1 1 2 15,0-2-3-15,-4 0 3 16,1 0-1-16,-1 1-1 15,-3-1-2-15,1 2 0 16,-3-2 2-16,2 3-2 16,-5-1 2-16,2 1 0 15,-4-1-1-15,2 1 1 16,-5 0-1-16,-1-1 2 16,2-1 0-16,-3 2-1 15,0-2 0-15,1 1 1 16,0-1-1-16,3 2 1 15,-2-3-1-15,4 0 1 16,1 3 1-16,-2-2-4 16,1 2 4-16,1-2-2 15,0 2 1-15,3-3-4 16,0 0 2-16,3 0 1 0,1 0-1 16,2 0 0-16,2 0 1 15,0 0 0-15,3 0 1 16,0 0-1-16,-1 0 0 15,0 0 1 1,-3 0-1-16,-1 0-1 0,2 0 1 16,-4 0 1-16,0 4-1 15,3 0 0-15,-1-1 0 16,1 0 1-16,-1 1-1 16,0 0 0-16,1-1 0 15,-1 2 0-15,1-2 1 16,2 1-1-16,1-1 2 15,0 0-2-15,3-1-3 16,-3 0 3-16,3 0-1 16,0 0 1-16,0-2 0 15,3 2 0-15,0-2 0 16,3 0 0-16,1 0 0 16,3 0 1-16,-1 0-1 15,5 0-1-15,2 0 2 16,1 2-1-16,5 0 0 15,-2 0 0-15,6 0 1 16,1 1-1-16,0 0-2 16,3-2 2-16,-1 3 1 15,3 0-2-15,4-1 2 16,0 0-1-16,3 1 0 0,0 0 0 16,3-2 1-1,-2 2-1-15,-2 0 0 0,1-1 0 16,-4-1 0-1,-2 0-1-15,-1 2 0 16,-3-4 0-16,-3 4 0 0,1-1 0 16,-4 1 1-16,-3 0 0 15,2 2 0 1,-3 2 0-16,-2-2 1 0,6 2-1 16,0 1 1-16,5-3-1 15,4 0 0-15,5-2 2 16,2 0-2-16,6-1 1 15,1 0-3-15,-1-2 2 16,0 0 0-16,0 0 0 16,-1 1 1-16,-1-1 0 15,-2 2-1-15,2-3-2 16,-1 1 0-16,0-1-2 16,3 2-15-16,1-2-48 15,2 0-19-15,2 0-55 16,2 0-28-16,0 0-100 15,0 0-143-15</inkml:trace>
  <inkml:trace contextRef="#ctx0" brushRef="#br0" timeOffset="156375.75">6444 9792 501 0,'1'-10'87'15,"1"5"47"-15,-1 1-29 16,-1 4-18-16,0 0-24 15,0 5-24-15,-6 18 7 16,-5 9-3-16,-2 10 4 16,-2 11 6-16,0 9-19 15,0 5-5-15,1-1-5 16,5 0-8-16,4-5-9 16,5-2 3-16,0-7 10 15,12-3-3-15,11-6 5 0,5-3 5 16,0-5 1-16,3-4-19 15,-5-7-5-15,-3-4-1 16,-6-8 0-16,-3-1-2 16,-6-5 0-1,-5-3 0-15,-3-1-12 0,0 0-12 16,0 1-23-16,-11 1-12 16,-4-4-61-16,-1 0-116 15,-3 0-156-15</inkml:trace>
  <inkml:trace contextRef="#ctx0" brushRef="#br0" timeOffset="157661.87">6811 10258 271 0,'0'0'51'16,"0"0"45"-16,0 0 18 15,-3 0-20-15,1 0-5 16,2 0-8-16,0 0-13 16,0 0-10-16,0 0-6 15,0 0-10-15,0 0-10 16,0-3-3-16,0 1-8 15,0-4-10-15,0 2-9 16,0 0 0-16,7-4 0 16,5 1 1-16,-1 3 6 15,1 0 8-15,4 4 8 16,-1 0-6-16,0 0 2 16,0 7-2-16,-1 5-5 15,1 4 0-15,-1 1-3 16,-4 1-2-16,2 3 1 15,1-2 1-15,1 1-2 0,0-1-2 16,3 6 0-16,-2-5 1 16,-2 2-2-16,0-2-2 15,-1-3-3-15,-3 0 1 16,-2-3 0-16,-3-2-3 16,0-4 1-16,-1 1-7 15,-1 1-11-15,-2-7-25 16,0 1-32-16,0-3-31 15,0-1-52-15,0 0-47 16,0-5-179-16</inkml:trace>
  <inkml:trace contextRef="#ctx0" brushRef="#br0" timeOffset="157979.01">7125 10190 580 0,'0'0'60'0,"0"0"53"15,0 0 9-15,0 0 1 16,-75 97-10-16,52-66-49 15,0 4-19-15,1-4-20 16,2-1-12-16,5-3-7 0,3-5-5 16,4-6-3-1,3-6-25-15,3-5-48 0,1-5-26 16,1 0-53-16,0-1-104 16,0-15-324-1</inkml:trace>
  <inkml:trace contextRef="#ctx0" brushRef="#br0" timeOffset="158424.15">7143 9813 677 0,'0'0'43'16,"0"0"75"-16,0 0 8 15,62 102-25-15,-36-62-22 16,0 8-11-16,-1 2-21 15,-1 3-15-15,-5 1 8 16,-3-1-2-16,-4 1 0 16,-6-3-8-16,-3-4-8 15,-3-2-7-15,0-3-5 16,0-3-1-16,0-3-3 16,-7-5 1-16,-4-6-2 15,0-3-3-15,0-6-1 16,-2-5-7-16,1-4-12 0,0-7-23 15,1 0-36-15,1 0-68 16,0-13-106-16,3-6-156 16</inkml:trace>
  <inkml:trace contextRef="#ctx0" brushRef="#br0" timeOffset="158874.84">7475 9828 635 0,'0'0'33'0,"0"0"95"15,0 0 42-15,0 0-9 16,0 0-56-16,10-29-25 15,6 8-33-15,1 0-9 16,2-5-8-16,-2 2-7 16,1 3-10-16,-2 0-6 15,-4 3-4-15,-1 6-3 0,-4 0-3 16,0 2-21-16,-6 5-48 16,-1 0-71-16,0 2-163 15,0 3-252-15</inkml:trace>
  <inkml:trace contextRef="#ctx0" brushRef="#br0" timeOffset="160422.97">4722 10400 44 0,'0'0'23'15,"0"0"87"-15,-33 72-26 16,29-44-16-16,4 1-15 15,0 4 7-15,0-2 6 16,15-1-29-16,3 4-10 16,5-5 6-16,4-4-6 15,2-3-15-15,1-3-10 16,4-6-1-16,0-3 0 16,1-4 0-16,0-2 0 15,0-4-1-15,-1 0 3 16,2 0-4-16,-1-8 1 15,-3-6-6-15,-1-4-4 16,3-1 0-16,-4-4 3 16,-1-2 8-16,-3-2-1 15,-4-2 4-15,-2-2 10 16,-2-1 15-16,-4 1 9 16,-4 0-6-16,-2-1-6 15,-5 0 4-15,-1 3 9 0,-2 0-4 16,0 0-18-1,-3 0-12-15,-12 3-1 16,2-1-2-16,-2 2-1 0,-2 2-1 16,-3 1 1-1,3 5 0-15,-3 1-1 0,-3 4 0 16,-3 5-1-16,-2 5-3 16,2 2 0-16,-6 0 1 15,-2 0-2-15,-1 8-12 16,-1 3 6-16,-2 2 0 15,4 0 7-15,-3 2 0 16,4 0 3-16,-1-2 2 16,4 5-2-16,-1-2 2 15,6 2-1-15,1 1 1 16,2 3 1-16,6-1-1 16,4 8 0-16,6-4-2 15,1 2 3-15,5-1-2 16,0 2-1-16,0-4-9 15,11-5-41-15,3-3-74 16,0-5-110-16</inkml:trace>
  <inkml:trace contextRef="#ctx0" brushRef="#br0" timeOffset="164231.45">6491 10786 382 0,'0'-3'85'16,"0"3"-3"-16,0-1 13 16,0 0-13-16,0 1-24 15,0 0-13-15,0 0-24 16,0 0-12-16,2 0 1 0,-1 8 12 15,1 6-2 1,1 2-6-16,1 4 6 0,2-1 18 16,1 1-22-1,0 1 4-15,5-3 3 16,0-2-4-16,3-3-7 0,5-2-4 16,-1-3-3-1,4-4-2-15,2 0 1 0,1-4-2 16,0 0-1-16,-2 0 0 15,2-1 0-15,-1-9 0 16,-4 1-1-16,0-1 2 16,-1-3-4-16,0 1 2 15,1 1 2-15,-1-1-2 16,0 3 1-16,-3 1-1 16,2 2 1-16,-5 2-2 15,-1 3 1-15,-3 1 0 16,-1 0-1-16,0 0-1 15,-4 0 2-15,0 7 0 16,-1 1 4-16,1 0 5 16,-2-3 1-16,0 1 1 15,2 0-3-15,-2-4-3 16,0-1-1-16,1 0-1 16,1-1-2-16,2 0 3 15,1 0-2-15,1 0 0 16,3 0-2-16,1-8 1 15,1 0-3-15,0 0-1 16,2-1-7-16,2 3-1 16,-2-2 2-16,1 2 7 15,-2 1 1-15,-1 2 0 16,-1 3 0-16,1 0 0 16,-1 0-1-16,1 0 2 15,3 0-2-15,0 5-1 16,0-1-2-16,2 1 3 15,-1-4-2-15,2 1 4 16,-2-1-1-16,1-1-1 16,-2 0-2-16,1 0 4 0,-2 0-1 15,0 0 1 1,-1 0 0-16,-1-4 1 0,1-5 1 16,0-3 5-16,-1 0 3 15,-1-5 5-15,2 2 4 16,-5-5 6-16,-1 3 2 15,-5-1 6-15,1 1-5 16,-2 1-6-16,-3 2-13 16,0 2-6-16,0 2-2 15,0 0-3-15,-8 3-26 16,1 2-65-16,-4 1-67 16,2 1-117-16,0 2-257 15</inkml:trace>
  <inkml:trace contextRef="#ctx0" brushRef="#br0" timeOffset="164884.68">6836 11533 574 0,'0'0'76'15,"0"0"33"-15,0 0 18 16,43-3 14-16,-20-1-44 16,2-1-27-16,0-1-30 15,-5 2-15-15,-2 0-10 16,-4 4-12-16,-4-4-3 16,-3 4-16-16,-4-2-61 0,-3 2-65 15,0 0-75 1,0 0-82-16,-4 0-227 0</inkml:trace>
  <inkml:trace contextRef="#ctx0" brushRef="#br0" timeOffset="165116.64">6885 11393 817 0,'0'0'91'0,"0"0"20"16,0 0-29-16,0 0-32 16,0 0-38-16,15-3-12 15,-5 3 1-15,5 0-17 16,-2 0-42-16,4 0-79 16,0 0-67-16,2 1-119 15</inkml:trace>
  <inkml:trace contextRef="#ctx0" brushRef="#br0" timeOffset="165550.25">7299 11368 687 0,'0'0'58'16,"0"0"86"-16,0 0-9 0,0 0-74 15,30-88-6 1,-26 69-23-16,1 3-16 0,-2 1-4 16,0 6 1-16,-3 3-2 15,4 2 1-15,-4 4-6 16,0 0-4-16,0 0-3 15,4 0-2-15,-4 6-7 16,3 7 9-16,-2 3 0 16,4 7 6-16,-2 2-5 15,0 2 2-15,4 1-2 16,0 5 1-16,2-1-4 16,-2 1-2-16,2-2-6 15,1 0-14-15,0-5-15 16,-1-3-15-16,-1-4-57 15,-2-2-15-15,-3-6-14 16,-3-1-31-16,0-2-52 16</inkml:trace>
  <inkml:trace contextRef="#ctx0" brushRef="#br0" timeOffset="165805.69">7261 11700 644 0,'0'0'79'0,"0"0"103"15,77-3-17-15,-40-4-55 0,4 0-19 16,2 0-33-16,-1 3-22 16,-3-1-15-16,-3 2-15 15,-7 2-4-15,-5 0-3 16,-3 1-9-16,-3 0-32 15,-3 0-60-15,-1 0-46 16,-2 2-57-16,-2 2-60 16,-4 3-147-16</inkml:trace>
  <inkml:trace contextRef="#ctx0" brushRef="#br0" timeOffset="169586.47">12291 8203 766 0,'3'0'33'16,"-1"-7"32"-16,6-3 16 15,2-4-39-15,5-4-8 16,4-1 5-16,4-1-3 15,0-2-14-15,2 4-11 16,-1 4-4-16,-2 7-2 16,-3 7 7-16,-1 0 5 15,-3 20-3-15,3 6 19 16,-2 5-3-16,5 1-5 16,3-4-1-16,6-4 0 15,5-1 1-15,7-7-1 16,3-1-8-16,0-3-9 15,1 0-3-15,-6 1-4 16,-7-1 1-16,-7-1-2 16,-6-2-16-16,-9 1-37 15,-7-2-43-15,-4-4-64 16,0-3-47-16,-6-1-102 16</inkml:trace>
  <inkml:trace contextRef="#ctx0" brushRef="#br0" timeOffset="169849.44">12785 7977 825 0,'0'0'94'0,"-59"75"58"15,27-27-56-15,-1 2-16 16,1-1-46-16,3-6-25 16,4-7-8-16,7-5-1 15,4-11-13-15,6-5-63 16,4-13-110-16,4-2-115 16,0-6-229-16</inkml:trace>
  <inkml:trace contextRef="#ctx0" brushRef="#br0" timeOffset="170132.86">12987 7619 940 0,'0'0'34'0,"0"0"48"16,-7 74 38-16,2-35-38 0,2 2-21 15,1 2-16-15,1-4-30 16,1-2-11-16,0-4-2 16,0-4-20-16,0-2-83 15,0-6-97-15,0-1-106 16,0-4-250-16</inkml:trace>
  <inkml:trace contextRef="#ctx0" brushRef="#br0" timeOffset="171504.01">12896 7706 254 0,'0'0'43'0,"0"0"-4"15,0 0-38-15,-68-39 24 16,42 29 12-16,-4 0-22 15,-2-2-6-15,-5-1-1 16,1 1 1-16,-2-2-7 16,2 2 0-16,0 2-2 15,1 1-4-15,5 4 3 0,1 0-2 16,3 5-3-16,3 0 1 16,3 0 1-16,1 10-1 15,3 5-5 1,0 4 8-16,-1 4 2 0,2 5-2 15,0 6 2-15,-1 4 1 16,-3 1-2-16,-1 4 4 16,2-4-3-16,1 0 1 15,3-7 0-15,3-8 0 16,0-5 1-16,5-3-2 16,3-7-3-16,0-5-14 15,0-4-38-15,-1 0-5 16,0 0-74-16</inkml:trace>
  <inkml:trace contextRef="#ctx0" brushRef="#br0" timeOffset="171820.38">12044 7839 157 0,'0'0'66'0,"0"0"35"15,0 0-32-15,0 0-2 16,0 0-1-16,-23 56-8 16,23-44-9-16,0-4 11 15,0-1-19-15,10-4-9 16,-1 1-3-16,0-2-7 16,-2-1 4-16,4-1 1 15,-3 1-11-15,2-1-8 16,3 0 2-16,-2 0 7 15,5 2-14-15,-3 1-6 0,4-1-25 16,0 0-31-16,3-2-19 16,0 3-75-1,0-3-117-15</inkml:trace>
  <inkml:trace contextRef="#ctx0" brushRef="#br0" timeOffset="172649.48">13565 8271 634 0,'0'0'124'16,"0"0"33"-16,0 0-18 16,0 0-45-16,87-33-17 15,-63 26-14-15,-2 1-25 16,-4 3-18-16,-6-1-14 16,-2 1-8-16,-4 3-4 15,-3 0-38-15,-1 0-54 16,-2 0-63-16,0 0-72 0,0 0-89 15,0 0-164-15</inkml:trace>
  <inkml:trace contextRef="#ctx0" brushRef="#br0" timeOffset="173507.76">13633 8122 440 0,'0'0'76'16,"0"0"27"-16,0 0-44 16,0 0 6-16,23-12 26 15,-4 12 4-15,2 0-23 16,0 9 0-16,3 3-15 16,-2 2 6-16,-1 1-17 15,-1-1-19-15,-2 3-9 16,-5-1-1-16,0 2 3 15,-6-1 1-15,-2 0-2 16,-5 2 7-16,0 0-3 16,0 2-2-16,-8-2-2 15,-7 0-12-15,0-2-4 16,-1-4 0-16,2 1-14 16,0-6-31-16,3 0-38 15,4-2-42-15,1-4-74 16,2-2-108-16,4 0-245 0</inkml:trace>
  <inkml:trace contextRef="#ctx0" brushRef="#br0" timeOffset="174046.62">14196 7974 796 0,'0'0'66'0,"0"0"103"16,12 74-50-16,-4-33-18 0,1 6-19 16,-2 4-25-16,2 0-14 15,4-7-11 1,-4-1-10-16,-2-5-9 0,0-8-6 16,-4-4-4-16,0-6-3 15,-2-6 1-15,-1-4-8 16,0-5-25-16,0-1-34 15,0-4-51-15,0 0-85 16,0 0-139-16,2-12-397 16</inkml:trace>
  <inkml:trace contextRef="#ctx0" brushRef="#br0" timeOffset="174285.6">14601 8258 1205 0,'0'0'68'0,"0"0"22"16,0 0-55-16,0 0-6 15,0 0-11-15,0 0-13 16,0-3-4-16,0 1-48 15,-6-1-90-15,0-1-146 16,2 0-267-16</inkml:trace>
  <inkml:trace contextRef="#ctx0" brushRef="#br0" timeOffset="174708.66">14819 8191 615 0,'0'0'66'0,"0"0"33"0,0 0-7 16,0 0-25-16,58-79 15 15,-38 71-20-15,-1 3-23 16,1 5 8-16,-2 0-20 16,-2 5-3-16,2 11-2 15,-5 7-3-15,-2 4 0 16,1 2-2-16,-1 3 0 16,2-2 1-16,0 1-3 15,7-5-2-15,2-3-5 16,6-5-2-16,1-3 1 15,1-4-4-15,0-3-1 16,-2-2-3-16,-5-2-12 16,-4-3-33-16,-4-1-29 15,-4 0-57-15,-4 0-85 16,-5-11-162-16</inkml:trace>
  <inkml:trace contextRef="#ctx0" brushRef="#br0" timeOffset="174947.74">15278 8147 815 0,'0'0'72'0,"0"0"96"0,-109 107-72 15,68-60-13 1,0 0-28-16,4-5-26 0,3-3-15 15,6-5-10-15,6-10-3 16,6-8-5-16,9-6-40 16,6-9-65-16,1-1-96 15,0-8-158-15</inkml:trace>
  <inkml:trace contextRef="#ctx0" brushRef="#br0" timeOffset="175559.23">15386 7735 624 0,'0'0'64'0,"0"0"48"16,0 0-7-16,0 0-10 16,0 0-10-16,2 13-13 15,1 6 28-15,-2 6-30 16,0 3-15-16,1 3-12 16,1 1-12-16,0-1-14 15,0-3-6-15,3-3-6 16,-3-2-2-16,3-4-3 15,-1-6-9-15,-2-6-42 16,3-1-63-16,-2-6-65 16,0 0-117-16,2-6-119 15</inkml:trace>
  <inkml:trace contextRef="#ctx0" brushRef="#br0" timeOffset="175774.96">15626 7857 916 0,'0'0'174'0,"0"0"-31"16,0 0-97-16,78-6-21 16,-63 2-21-16,-3 0-6 15,2 2-27-15,-3-4-45 16,-1 0-65-16,0 0-111 15,2-5-148-15</inkml:trace>
  <inkml:trace contextRef="#ctx0" brushRef="#br0" timeOffset="175988.66">15906 7713 809 0,'0'0'166'16,"0"0"-24"-16,0 86-39 16,0-53-31-16,0 2-26 15,0-3-32-15,0-4-10 16,3-1-4-16,-2-4-15 16,4-3-74-16,-2-6-99 15,0-6-164-15</inkml:trace>
  <inkml:trace contextRef="#ctx0" brushRef="#br0" timeOffset="176649.04">16298 8250 834 0,'0'0'158'0,"0"0"-10"0,0 0-74 16,94 0-35-16,-71 0-22 16,-5 0-14-16,-5-4-7 15,-4-4-34-15,-4 1-58 16,-5-2-84-16,0-3-134 15,-2 1-310-15</inkml:trace>
  <inkml:trace contextRef="#ctx0" brushRef="#br0" timeOffset="176809.14">16283 8093 864 0,'0'0'123'0,"0"0"17"15,0 0-108-15,0 0-30 16,0 0-6-16,94-44-85 16,-61 36-128-16,-1-1-142 15</inkml:trace>
  <inkml:trace contextRef="#ctx0" brushRef="#br0" timeOffset="177185.01">16868 7959 1000 0,'0'0'146'0,"6"97"-29"15,0-40-51-15,1 2-14 16,3 0-10-16,2-4-19 16,-2 0-13-16,3-7-5 15,-3-6-3-15,-3-6-2 16,-1-10 0-16,-4-6-9 15,-2-7-23-15,0-6-38 16,0-7-40-16,0 0-67 16,0-7-82-16,0-12-264 15</inkml:trace>
  <inkml:trace contextRef="#ctx0" brushRef="#br0" timeOffset="177568.52">17257 8186 1174 0,'0'0'127'16,"0"0"-30"-16,0 0-47 15,0 0-15-15,0 0-17 16,0-7-12-16,0 4-12 16,0-1-66-16,0 0-128 15,-3-3-254-15</inkml:trace>
  <inkml:trace contextRef="#ctx0" brushRef="#br0" timeOffset="178028.47">17371 8299 720 0,'0'0'109'0,"0"0"107"16,0 0-105-16,89-41-29 0,-57 21-20 16,0 4-31-1,-5-3-18-15,-2 6-6 0,-8 2-2 16,-3 4 3-16,-6 5 4 16,-2 2-1-16,-2 0-7 15,-1 10 0-15,4 9 22 16,-1 4-7-16,4 2 3 15,6-1-4-15,0 1-7 16,5-4 1-16,4-1 2 16,2-5-2-16,1-3-4 15,1-1-4-15,0-3-3 16,-2-1 1-16,-1-2-4 16,-3-3-7-16,-4 1-15 15,-3-2-19-15,-6 1-27 16,0-2-69-16,-6 0-73 15,-4 0-71-15,0 0-144 16</inkml:trace>
  <inkml:trace contextRef="#ctx0" brushRef="#br0" timeOffset="178268.64">17868 8164 896 0,'0'0'150'16,"0"0"-15"-16,-114 97-43 15,70-54-27-15,5 1-26 16,3 0-25-16,4-5-9 16,9-6-5-16,9-7-3 15,5-9-34-15,6-6-63 16,3-7-99-16,0-4-110 0,2-12-272 15</inkml:trace>
  <inkml:trace contextRef="#ctx0" brushRef="#br0" timeOffset="178673.04">18002 7893 1126 0,'0'0'20'16,"0"0"17"-16,0 85-7 16,0-53 8-16,0-2-7 15,10-6-15-15,6-5-6 16,4-5 0-16,2-7-2 15,-2-3 1-15,3-4-5 16,-1 0 2-16,-5-7-3 16,-1-8 0-16,-6-4 1 15,-4-3-1-15,-5-4-1 16,-1 0 3-16,0 2 10 16,-8 2 2-16,-8 4 0 15,-7 4-3-15,-6 9-6 16,-6 5-6-16,-4 0-7 15,-7 3-28-15,-2 13-49 16,-2 4-95-16,-1-2-195 16</inkml:trace>
  <inkml:trace contextRef="#ctx0" brushRef="#br0" timeOffset="179158.44">18858 8317 984 0,'0'0'178'0,"0"0"-79"16,0 0-59-16,91-21-15 15,-75 15-19 1,-6 0-5-16,-4 0-32 15,-4 2-65-15,-2-1-89 0,-6-1-141 16</inkml:trace>
  <inkml:trace contextRef="#ctx0" brushRef="#br0" timeOffset="179358.76">18776 8157 1002 0,'0'0'115'0,"0"0"15"16,0 0-90-16,110-2-25 15,-74 2-11-15,4-4-8 16,-2 0-54-16,-2-1-107 16,-4-5-127-16,-2 1-233 15</inkml:trace>
  <inkml:trace contextRef="#ctx0" brushRef="#br0" timeOffset="179609.81">19342 7982 897 0,'0'0'115'0,"3"89"64"15,3-36-82-15,4 2-11 16,0-3-35 0,0-2-27-16,3-6-18 0,-6-5-3 15,1-3-10-15,-4-7-30 16,-1-4-38-16,1-7-43 16,-3-4-108-16,-1-9-124 15</inkml:trace>
  <inkml:trace contextRef="#ctx0" brushRef="#br0" timeOffset="179817.7">19665 8267 1203 0,'0'0'45'16,"0"0"-13"-16,0 0-29 16,0 0-27-16,0 0-108 15,3-25-220-15</inkml:trace>
  <inkml:trace contextRef="#ctx0" brushRef="#br0" timeOffset="180129.41">19915 8014 752 0,'0'0'97'0,"0"0"103"0,0 0-79 16,0 0-16-16,0 0-25 15,0 0-21-15,38 106-12 16,-38-55 1-16,0 0-16 16,0-2-5-16,0 1-2 15,0-7-18-15,0-3-4 16,0-8-2-16,0-4-8 16,0-9-33-16,0-3-32 15,0-9-57-15,0-6-138 16,0-1-291-16</inkml:trace>
  <inkml:trace contextRef="#ctx0" brushRef="#br0" timeOffset="180570.65">20398 8375 1104 0,'0'0'160'16,"0"0"-63"-16,82-19-61 15,-55 9-24-15,-5 1-8 16,-3 0-17-16,-6-1-72 16,-7 1-83-16,-6 0-112 15,0 1-247-15</inkml:trace>
  <inkml:trace contextRef="#ctx0" brushRef="#br0" timeOffset="180766.26">20366 8241 1062 0,'0'0'148'0,"0"0"-110"16,0 0-34-16,81-34-5 16,-46 22-51-16,-1 0-87 15,0-3-128-15,0-2-238 16</inkml:trace>
  <inkml:trace contextRef="#ctx0" brushRef="#br0" timeOffset="180937.44">20848 8191 841 0,'0'0'212'0,"5"95"-36"15,2-44-67-15,0-1-35 16,0-2-40-16,-1-9-24 15,0-2-6-15,-3-6-7 16,0-6-24-16,-3-6-67 16,0-5-124-16,0-4-226 15</inkml:trace>
  <inkml:trace contextRef="#ctx0" brushRef="#br0" timeOffset="196472.33">26035 3466 216 0,'0'0'18'16,"0"0"-16"-16,0 0-4 16,0 0-105-16</inkml:trace>
  <inkml:trace contextRef="#ctx0" brushRef="#br0" timeOffset="198738.78">19413 3753 184 0,'0'0'41'0,"-6"-2"16"16,5 1-11-16,-1 1-19 15,2 0-4-15,0-2-11 16,0 1 1-16,0 1-6 16,0 0-4-16,0 0-3 15,0 0 3-15,0 0 21 16,0 0 6-16,0 0 3 16,0 0-3-16,2 0-5 15,8 0 1-15,7 0-12 16,3 0-5-16,5 0 4 15,4 0-7-15,8 0-4 16,-1 0-2-16,5 0-3 16,1 0-6-16,4 0-6 15,3 0-2-15,0 0-3 16,0 0 0-16,0 0 4 0,-1 0-4 16,-6 4 9-1,-2 1-1-15,-8 2-15 16,-6-3-20-16,-3 0 1 0,-6-1-17 15,-5-2-2 1,-2-1 28-16,0 0 37 0,-3 0 25 16,1 0 17-16,-2-2-19 15,1-5-17-15,-5 4-15 16,-2-5-3-16,0 3-11 16,0 1-18-16,0-2 3 15,-8 2-49-15</inkml:trace>
  <inkml:trace contextRef="#ctx0" brushRef="#br0" timeOffset="199087.07">19323 3865 295 0,'0'0'27'0,"0"0"53"15,117-19-1-15,-60 13-35 16,3-1 6-16,7 3-1 16,-1 0 4-16,-1 2-1 15,1 2-31-15,-5 0-18 16,-4 0 0-16,-7 0-2 15,-4 0-7-15,-4 0-4 16,-9 2-11-16,-4-2-12 0,-10 0-14 16,-5 0-2-16,-5 0-24 15,-4 0-17-15,-5 0-9 16,0 0-70-16</inkml:trace>
  <inkml:trace contextRef="#ctx0" brushRef="#br0" timeOffset="203379.16">12431 10377 620 0,'0'0'64'0,"0"0"37"15,0 0 6-15,0 0-18 16,0 9-16-16,0 10-5 16,0 9-8-16,-1 4-8 15,1 7-21-15,0 2-10 16,0-2-9-16,9-1-10 15,7-5 5-15,8-4 4 16,6-8 6-16,7-3 1 16,6-8-7-16,2-3-3 15,5-7-8-15,-2 0-1 16,-1 0-2-16,-4-11-27 16,-6 1-50-16,-11-4-65 15,-7 3-88-15,-9-5-74 16,-9 2-259-16</inkml:trace>
  <inkml:trace contextRef="#ctx0" brushRef="#br0" timeOffset="203692.78">12540 10197 941 0,'0'0'92'15,"118"-52"-19"-15,-62 32-59 16,-9 4-11-16,-11 7-18 16,-16 6-96-16,-9 3-101 15,-11 3-131-15</inkml:trace>
  <inkml:trace contextRef="#ctx0" brushRef="#br0" timeOffset="204050.2">12431 10494 933 0,'0'0'92'0,"77"-26"40"0,-28 11-41 16,0-2-37-16,0-1-25 15,-2 3-22-15,-6 4-6 16,-5 4 0-16,-5 6-1 15,-7 1-3-15,-5 1-1 16,0 15 2-16,-1 5 1 16,0 3 2-16,2 4 2 15,5 2-1-15,0-2-1 16,5 2-1-16,-1-2 2 16,2-4 0-16,-2-1 1 15,0-5-2-15,-4-2-1 16,-5-6-1-16,-4-3-27 15,-3-5-65-15,-5-2-42 16,-5 0-35-16,-3-6-76 16,0-9-213-16</inkml:trace>
  <inkml:trace contextRef="#ctx0" brushRef="#br0" timeOffset="204282.59">13070 10414 849 0,'0'0'43'0,"0"0"74"16,-107 102-11-16,72-64-41 16,8 2-31-16,2-4-28 0,8-2-4 15,5-6-5-15,10-6-38 16,2-3-80-16,0-8-114 15,7-6-75-15,11-5-202 16</inkml:trace>
  <inkml:trace contextRef="#ctx0" brushRef="#br0" timeOffset="204850.26">13426 10512 831 0,'0'0'26'16,"0"0"90"-16,-10-72-33 16,-5 50-28-16,-3 5-10 15,-4 6-23-15,-1 5-14 16,-2 6 1-16,-4 0-7 15,0 17-2-15,2 8-1 16,3 5 1-16,2 3 1 16,8-2 0-16,5-1-3 15,7-4 0-15,2-5 1 16,2-7-2-16,14-3 2 16,7-7 2-16,3-4 4 15,0 0-3-15,3 0-2 16,-1-11-1-16,-2-5-9 15,-5 0-11-15,-2-3-10 16,-3 0-17-16,-4-2 8 16,-7 5 13-16,0-1 18 15,-1 5 8-15,-4 4 2 0,0 4 8 16,0 4 30-16,0 0 7 16,0 5-40-16,0 12 8 15,0 4 9-15,0 4 10 16,1-1-4-16,7 1-7 15,2 0 3-15,4-5 9 16,1-3-12-16,2-5-11 16,-1-5-6-16,3-1-8 15,0-5-18-15,-4-1-50 16,0 0-80-16,-2-10-120 16,-5-3-177-16</inkml:trace>
  <inkml:trace contextRef="#ctx0" brushRef="#br0" timeOffset="205417.3">13608 10562 731 0,'0'0'126'0,"0"0"18"15,0 0-56-15,22 71-30 16,-15-62-10-16,1-2-24 15,2-6-15-15,0-1 4 16,1 0-2-16,0-11-9 16,3-7-8-16,-2-6-10 15,-3 1-16-15,0-4-7 16,-2 0 9-16,1 4 10 0,-4 3 15 16,3 5 4-16,-3 5 3 15,-1 6 2-15,0 4 2 16,2 0 0-16,-2 5 20 15,1 10 13-15,1 0-11 16,1 2-8-16,-1-3-6 16,1-1-4-16,1-4-3 15,3-3-7-15,1-5 0 16,1-1 1-16,7 0 1 16,1-4-5-16,0-11-10 15,5-1-7-15,-4-3-4 16,-2 1-23-16,-1 2 9 15,-5 3 18-15,-3 4 12 16,-6 5 8-16,-1 2 1 16,-3 2 7-16,0 2 1 15,0 10 19-15,0 5-5 16,0 2-5-16,0 3-5 16,0-2-3-16,0 0-5 15,0-4-5-15,6 1-4 16,1-3-7-16,3-5-49 15,0-5-62-15,0-4-105 16,3 0-138-16</inkml:trace>
  <inkml:trace contextRef="#ctx0" brushRef="#br0" timeOffset="205899.04">14269 10721 721 0,'0'0'128'0,"15"83"58"15,-4-48-80-15,-6-6-26 16,1-7-17-16,-3-5-47 16,-3-10-7-16,0-3 0 15,0-4 6-15,-2 0 7 16,-8-9-17-16,0-11-6 15,0-10-10-15,-1-5-19 16,2-8-7-16,0-6-23 16,1-5-3-16,3-1 11 15,4 4-17-15,1 1-15 16,1 5 39-16,18 8 37 16,4 4 7-16,3 8 12 15,5 4 16-15,-2 10 24 16,-2 3 35-16,-3 8-9 15,-1 0 0-15,-5 7-9 16,-2 9-8-16,-11 7 3 16,-5 3-18-16,0 5-9 15,-18 2-12-15,-12-1-12 16,-7 0-7-16,-2-3-3 16,2-6-8-16,-1-4-32 15,2-6-57-15,10-6 1 16,3-5-160-16,7-2-356 15</inkml:trace>
  <inkml:trace contextRef="#ctx0" brushRef="#br0" timeOffset="206565.15">14484 10039 774 0,'0'0'111'15,"0"0"41"-15,0 0-70 16,0 0-5-16,0 0-18 16,36-22-41-16,-32 42-2 15,2 8 17-15,0 8-7 16,0 7-9-16,-2 2-7 16,4 2-2-16,3 0-1 15,0-1-3-15,5-4-2 16,3-4-1-16,1-6 0 15,3-6-2-15,1-6 2 16,3-6-1-16,-1-7 0 16,0-6 1-16,0-1 0 15,0 0 1-15,-3-10-2 16,-3-8-2-16,-1 0 3 16,-6-5 0-16,-3-2-1 15,-6 0 0-15,-4 0 1 0,0 2-1 16,0 0 2-1,-13 7-2-15,-1 4 0 16,-3 4 4-16,-1 7-1 16,1 1 1-16,1 1-3 0,0 17 5 15,4 3 11-15,5 3 2 16,3 5-4-16,4-4-3 16,0 1-2-16,5-3 0 15,9-4-2-15,3-2-6 16,3-5-2-16,3-6-5 15,5-5-24-15,-2-1-33 16,0-1-79-16,-5-15-145 16,1-3-192-16</inkml:trace>
  <inkml:trace contextRef="#ctx0" brushRef="#br0" timeOffset="206722.84">15098 10216 917 0,'0'0'4'0,"0"0"1"16,0 0-33-16,0 0-96 16,0 0-170-16</inkml:trace>
  <inkml:trace contextRef="#ctx0" brushRef="#br0" timeOffset="206881.68">15160 10365 872 0,'0'0'229'15,"0"0"-49"-15,0 0-79 0,0 0-41 16,0 0-38-16,0 0-17 16,7 10-14-1,-10-10-78-15,-13-4-187 0,-6-4-365 16</inkml:trace>
  <inkml:trace contextRef="#ctx0" brushRef="#br0" timeOffset="207626.97">12717 10878 703 0,'0'0'186'0,"93"-10"2"15,-27 1-69-15,15 1-31 16,14 0-19-16,15-3-22 16,15-1-19-16,13 2-6 15,6 0-10-15,8-1 0 16,-1 3-3-16,-3 2-6 15,-4-2-3-15,-13 3 2 16,-12-1-1-16,-13 2 0 16,-14 1-1-16,-12 0 0 15,-15 2 1-15,-13 1-5 16,-13 0-1-16,-12 0 0 16,-8 0-31-16,-8 0-54 15,-6 0-49-15,-5 0-54 16,0 0-154-16</inkml:trace>
  <inkml:trace contextRef="#ctx0" brushRef="#br0" timeOffset="209001.74">16139 10042 646 0,'0'0'96'15,"0"0"29"-15,0 0-22 16,21-51-24-16,-19 36-25 16,-2-2-20-16,0 1-12 15,0 1-1-15,-8 5-8 16,-7 0-11-16,-5 6-2 15,-1 4 0-15,-3 0-6 16,-1 0 3-16,1 12 0 16,5 7 1-16,3 5 2 15,6 7 0-15,4 5 4 16,5 7 5-16,1 3 5 16,0 3 14-16,1 2 12 15,8 1-12-15,0-5 4 16,0 0-7-16,0-3-1 15,-2-1-4-15,1-6-3 16,-1-4-11-16,-4-5-1 16,-2-7-4-16,-1-5 0 0,0-4 0 15,0-4-9 1,0-4-21-16,0-4-30 16,-10 0-40-16,-3-4-103 0,-4-8-78 15,-1-4-128 1</inkml:trace>
  <inkml:trace contextRef="#ctx0" brushRef="#br0" timeOffset="209186.83">15879 10421 865 0,'0'0'199'0,"0"0"-47"16,98-24-89-16,-62 15-35 15,2 1-20-15,-2 0-8 16,0 1-35-16,-5-1-90 16,0 0-84-16,-5-2-131 15</inkml:trace>
  <inkml:trace contextRef="#ctx0" brushRef="#br0" timeOffset="209585.8">16627 10003 630 0,'0'0'71'0,"0"0"67"0,-32 79 27 16,18-40-43-16,1 1-38 16,2 2-22-16,0-2-27 15,7 0 2-15,4-5-7 16,0-3-12-16,0-4-9 15,9-3-5-15,6-3-3 16,4-6 0-16,-3-2-8 16,4-4-22-16,-2-3-45 15,-1-2-77-15,-3-5-123 16,-2 0-192-16</inkml:trace>
  <inkml:trace contextRef="#ctx0" brushRef="#br0" timeOffset="209854.75">16821 10247 912 0,'0'0'151'16,"0"0"10"-16,0 0-81 15,0 0-16-15,79 85-19 16,-62-67-19-16,-1-3-17 16,-1-2-5-16,-4-1-3 0,-1-6-10 15,-2-2-37-15,-1-3-46 16,1-1-67-16,-3 0-116 16,-1-7-199-16</inkml:trace>
  <inkml:trace contextRef="#ctx0" brushRef="#br0" timeOffset="210036.81">16940 10274 772 0,'0'0'70'0,"0"0"75"16,-107 84-59-16,75-56-55 15,5-3-24-15,7-7-5 16,8-5-10-16,7-7-56 15,5-6-82-15,0 0-126 16,7-15-319-16</inkml:trace>
  <inkml:trace contextRef="#ctx0" brushRef="#br0" timeOffset="210372.57">17004 9978 792 0,'0'0'88'0,"0"0"81"15,61 100-63-15,-33-57-22 16,3-1-11-16,-4 0-17 15,1-1-18-15,-8 0-4 16,-3-2 0-16,-8-4-6 0,-6 1-11 16,-3-4-10-16,0 2-4 15,-16-6 0-15,-7-1-1 16,-3-5-14-16,0-3-36 16,1-3-52-16,2-8-91 15,6-8-161-15,5 0-243 16</inkml:trace>
  <inkml:trace contextRef="#ctx0" brushRef="#br0" timeOffset="210559.82">17574 10385 1009 0,'0'0'65'0,"0"0"20"15,0 0-63-15,0 0-15 16,0 0-4-16,54-22-43 16,-54 14-126-16,-10-5-164 15</inkml:trace>
  <inkml:trace contextRef="#ctx0" brushRef="#br0" timeOffset="210752.7">17417 10231 1103 0,'0'0'53'0,"0"0"91"0,0 0-93 16,101-15-41 0,-71 11-5-16,1 0-5 15,-3 1-44-15,-3-2-134 0,-6-2-185 16</inkml:trace>
  <inkml:trace contextRef="#ctx0" brushRef="#br0" timeOffset="212370.12">18336 9790 427 0,'0'0'112'15,"0"0"42"-15,0-2-34 16,0 2-10-16,0 0-8 15,-3 0-33-15,-9 11-22 16,-8 12-28-16,1 11 12 16,-4 9 17-16,0 9 4 15,5 8-8-15,3 5-8 16,4 0-9-16,8-1-14 16,3-2 3-16,0-7-5 15,14-4 1-15,7-6-3 16,5-4-2-16,3-7 0 15,-4-3-4-15,1-5-1 16,-2-4-1-16,-4-7-1 16,-5-3-1-16,-5-4-1 15,0-4-5-15,-7-1-10 16,-2-3-19-16,-1 0-21 16,0 0-14-16,0-3-62 15,0-7-116-15,0-4-125 16</inkml:trace>
  <inkml:trace contextRef="#ctx0" brushRef="#br0" timeOffset="213039">18533 10258 551 0,'0'0'134'0,"0"0"24"16,0 0-20-16,0 0-45 16,15-23-9-16,1 16-19 15,0-1-35-15,1 0-10 16,-1 4-5-16,2 1-8 16,-3 2-5-16,1 1 3 0,-3 0 0 15,0 6-3 1,-2 8 1-16,-3 1-1 0,3 4 7 15,-5 3 3-15,3 1-4 16,-1 3-1-16,1-1 0 16,1-1-4-16,0-2 0 15,3-3-2-15,0-2 0 16,0-4 0-16,-4-3-2 16,1-4-3-16,-2-2-21 15,0-2-28-15,-2-2-35 16,-2 0-48-16,0 0-56 15,2-4-45-15,-3-7-167 16</inkml:trace>
  <inkml:trace contextRef="#ctx0" brushRef="#br0" timeOffset="213299.67">18845 10164 808 0,'0'0'154'0,"0"0"5"16,-89 95-50-16,58-57-31 16,1 0-26-16,6 0-29 15,3-7-16-15,4-3-5 16,7-8-2-16,3-7-3 15,5-4-30-15,2-6-70 16,0-3-104-16,0 0-98 16,6-18-257-16</inkml:trace>
  <inkml:trace contextRef="#ctx0" brushRef="#br0" timeOffset="213738.27">18972 9919 883 0,'0'0'58'16,"0"0"85"-16,0 0-29 16,0 0-49-16,0 0-13 15,73-7-16-15,-62 7-22 16,-8 7-6-16,-3 6-2 16,0 2 3-16,-2 6 6 15,-10-1-5-15,1 2-4 16,1-3-3-16,4-2-1 15,4-2 0-15,2-3 0 16,0-3-2-16,0-1 2 16,17-4-2-16,3-4-1 15,4 0 2-15,4 0-17 16,3 0-32-16,-1 0-38 16,0 0-59-16,-2-6-95 0,-2 0-265 15</inkml:trace>
  <inkml:trace contextRef="#ctx0" brushRef="#br0" timeOffset="214234.62">19507 10161 578 0,'0'0'76'0,"0"0"42"16,0 0-1-16,0 0 27 15,0 0-26-15,11 49-20 16,-5-27-26-16,0-3-12 15,1 4-25-15,2-4-12 0,-4-2-7 16,0-1-10 0,-1-3-4-16,-4-2-2 15,0-2-8-15,0-3-18 0,0 2-41 16,-1-4-51-16,-8-4-85 16,-1 0-80-16,-2 0-100 15</inkml:trace>
  <inkml:trace contextRef="#ctx0" brushRef="#br0" timeOffset="214410.55">19427 10307 605 0,'0'0'193'0,"0"0"-32"16,0 0-38-16,0 0 15 16,0 0-39-16,0 0-54 15,85-19-34-15,-61 14-7 16,-3 0-5-16,2 2-30 15,-4-3-76-15,0 1-108 16,-3-1-121-16</inkml:trace>
  <inkml:trace contextRef="#ctx0" brushRef="#br0" timeOffset="-214616.51">20002 10018 823 0,'0'0'191'0,"7"72"-41"16,-2-29-53-16,0 1-21 16,4-2-22-16,0-3-15 15,-2-6-19-15,0-5-8 16,-1-5-8-16,-2-4-4 16,2-5-15-16,-2-7-52 15,1-7-56-15,-1 0-105 16,2-5-122-16</inkml:trace>
  <inkml:trace contextRef="#ctx0" brushRef="#br0" timeOffset="-214187.44">19979 9651 676 0,'0'0'61'0,"0"0"66"16,80 40 0-16,-36-5-5 15,1 10-8-15,2 2-53 16,-3 7-16-16,-1 2-12 15,-8 3-10-15,-5 0-8 16,-4-4-1-16,-7 2 3 16,-6-3-1-16,-9 1 3 15,-4-7 0-15,0-2-4 16,-17-2 0-16,-6-5-3 16,-3-6 2-16,-3-6-2 15,0-4-4-15,5-8-4 16,1-6-2-16,5-2-4 15,4-7-12-15,6 0-27 16,5-8-26-16,3-11-68 16,0-7-126-16,6-7-169 15</inkml:trace>
  <inkml:trace contextRef="#ctx0" brushRef="#br0" timeOffset="-213510.12">20395 9610 676 0,'0'0'64'0,"0"0"92"16,0 0 11-16,0 0-44 16,32 37-23-1,-19-20-16-15,-2 1-29 0,0-1-20 16,-2 2-12-16,-3 0-11 15,-1 1-4-15,-4-3-5 16,-1 1 0-16,0-4-1 16,0-2-3-16,0-1-6 15,0-3-18-15,0-3-24 16,0-2-32-16,0-3-60 16,0 0-115-16,0 0-123 15</inkml:trace>
  <inkml:trace contextRef="#ctx0" brushRef="#br0" timeOffset="-212954.94">20701 9653 591 0,'0'0'132'16,"0"0"15"-16,0 0-55 0,0 0-3 16,0 0-24-1,-45 73-9-15,45-57-19 16,0 3-7-16,0-3 2 0,9-3 2 16,8-3 4-16,2-3-11 15,1-4-8-15,2 0-4 16,-2-3-3-16,-3 0-6 15,-2 0-3-15,-4-7-1 16,-5-5 1-16,-3 0-1 16,-3-1-1-16,0-2 1 15,0-2-2-15,-6 2 0 16,-8-4 0-16,-2 7-4 16,-1-1 0-16,-1 7-2 15,-2 2-13-15,0 4-22 16,2 0-26-16,1 0-42 15,7 6-61-15,0 2-85 16,9-2-146-16</inkml:trace>
  <inkml:trace contextRef="#ctx0" brushRef="#br0" timeOffset="-212533.83">20936 9672 695 0,'0'0'48'16,"0"0"57"-16,0 0-24 16,0 0-10-16,0 0-12 15,14 51-29-15,-5-37 6 0,3 2 10 16,4-4 2-16,4 1-15 15,0-3-5-15,1-2-5 16,2-3-1-16,-2-5-7 16,-1 0-4-16,0 0-2 15,-5 0 2-15,-2-11 1 16,-4-2 8-16,-3-3 1 16,-6 1-10-16,0-5 2 15,0 1 0-15,-12 2-3 16,-4-1-4-16,-5 4-5 15,-4 2-4-15,-4 5-5 16,0 4-9-16,-1 3-22 16,-2 0-31-16,2 3-35 15,-2 8-61-15,3 1-78 16,1 4-133-16</inkml:trace>
  <inkml:trace contextRef="#ctx0" brushRef="#br0" timeOffset="-195890.58">21807 10104 801 0,'0'0'102'0,"0"0"-3"16,6 0-27-16,14 0 21 15,6 0-12-15,10-1-31 16,5-2-19-16,8-1-13 16,6-2 2-16,4 1-3 15,3-3-6-15,0 2-5 16,-4-2-2-16,-4 3-2 15,-11 0-2-15,-10 2-1 16,-13 2 0-16,-5-2-1 16,-10 3-4-16,-5 0-4 15,0 0 6-15,-5-1 5 16,-10-2 3-16,-1-2-4 16,-1-1 1-16,3-2 1 15,2 2-1-15,5-1-1 16,3 4 0-16,1-1-2 15,3 0-1-15,0 2-4 16,0 2-1-16,0 0 7 16,8 0 1-16,5 0-1 15,-3 6 1-15,-1 2 2 16,2 7 2-16,-2-2 0 16,-1 2 1-16,-3 2-1 15,-2 0 13-15,1 1-2 0,-4-1 1 16,0 2 1-1,0 0 3-15,-14 2 0 16,-4 1-4-16,-4 1-8 0,-4-1-4 16,1-3-3-16,4-4-1 15,4-4-27-15,6-6-59 16,5-5-102-16,6 0-312 16</inkml:trace>
  <inkml:trace contextRef="#ctx0" brushRef="#br0" timeOffset="-194890.09">23351 9761 612 0,'0'0'120'16,"0"0"23"-16,0 0-54 16,3-62-32-16,-3 43-22 15,0-2-23-15,-11 1-4 16,-4 4-2-16,1 2-3 16,-3 8-2-16,-4 3-2 15,0 3-4-15,-2 7 6 0,2 14-3 16,1 9 4-1,5 4 1-15,4 7 5 16,7 4 24-16,4 6 15 16,0 1-3-16,0-1-4 15,15 1 24-15,0-1 0 0,4-1-34 16,-3-6-3-16,1-5 3 16,-3-3 0-16,1-4-14 15,-7-4-10-15,-2-5-1 16,-1-3 2-16,-4-5-1 15,-1-2-4-15,0-6 1 16,0-3-2-16,0-4-4 16,0 0-7-16,-3 0-24 15,-4-4-33-15,-2-8-69 16,-1 0-100-16,0-3-113 16,-2-1-201-16</inkml:trace>
  <inkml:trace contextRef="#ctx0" brushRef="#br0" timeOffset="-194719.94">23098 10148 983 0,'0'0'101'16,"0"0"49"-16,0 0-99 15,99-21-39-15,-64 12-10 16,2-3-9-16,-3 0-81 15,-3-1-151-15,-6-3-260 16</inkml:trace>
  <inkml:trace contextRef="#ctx0" brushRef="#br0" timeOffset="-194190.12">23702 9647 779 0,'0'0'137'16,"0"0"29"-16,0 0-41 16,-56 99-33-16,34-60-34 15,-1 2-32-15,3-4-15 16,3-3-6-16,3-7-3 0,6-5-4 15,5-6-18 1,3-4-56-16,0-6-85 0,8-4-129 16,7-2-203-16</inkml:trace>
  <inkml:trace contextRef="#ctx0" brushRef="#br0" timeOffset="-193604.69">24050 9863 545 0,'0'0'153'0,"0"0"-25"16,0 0-25-16,0 0-1 16,-95 61-19-16,72-27-5 15,1 3-27-15,3 5-3 16,5 1-9-16,5-1-9 15,6-1-2-15,3-3-8 16,0-3 0-16,5-4-9 16,13-7 1-16,1-2-7 15,4-6-3-15,2-3-2 16,-5-6 0-16,2-5-9 16,-5-2-44-16,-4 0-72 15,-5 0-100-15,-3-9-100 16,-4-4-224-16</inkml:trace>
  <inkml:trace contextRef="#ctx0" brushRef="#br0" timeOffset="-193339.38">24118 10042 884 0,'0'0'80'15,"0"0"137"-15,0 0-120 16,82 59-32-16,-56-35-7 16,-2 0-18-16,2-2-12 15,-3-2-9-15,-2-2-10 16,-2-3-5-16,-2-3-2 16,-3-2-2-16,-2-2-6 15,-1-4-16-15,-3-4-32 16,1 0-39-16,-3-5-66 0,-1-12-78 15,0-7-77-15,-4-5-115 16</inkml:trace>
  <inkml:trace contextRef="#ctx0" brushRef="#br0" timeOffset="-193177.71">24371 10011 587 0,'0'0'100'0,"0"0"26"15,-98 58 11-15,64-26-55 16,1 3-13-16,6-6-36 15,7-3-27-15,7-5-6 16,5-6-10-16,8-9-56 16,0-6-90-16,0 0-89 15,15-15-126-15</inkml:trace>
  <inkml:trace contextRef="#ctx0" brushRef="#br0" timeOffset="-192838.01">24441 9690 1041 0,'0'0'68'16,"0"0"50"-16,76 107-31 15,-40-62-7-15,2 4-18 16,-4 2-15-16,-4 1-4 16,-9-1 9-16,-7-2-25 0,-13-1-8 15,-1-1 3-15,-15-1-7 16,-13-3-10-16,-3-3-2 16,-4-4-4-16,-1-5-9 15,1-6-36 1,5-9-30-16,5-9-28 0,4-7-94 15,7-4-142-15,7-20-288 16</inkml:trace>
  <inkml:trace contextRef="#ctx0" brushRef="#br0" timeOffset="-192349.16">24932 10088 955 0,'0'0'136'0,"0"0"43"15,0 0-109-15,102-6-22 16,-76 1-19-16,-4-1-20 16,-2-2-9-16,-9 2-1 15,-1-5-32-15,-8 4-53 16,-2-3-81-16,-2-1-112 15,-18 4-142-15</inkml:trace>
  <inkml:trace contextRef="#ctx0" brushRef="#br0" timeOffset="-192170.29">24904 9943 1054 0,'0'0'118'0,"0"0"-30"15,0 0-63-15,0 0-19 16,108-28-5-16,-75 21-6 16,1 2-50-16,-8 1-112 15,-9-2-178-15</inkml:trace>
  <inkml:trace contextRef="#ctx0" brushRef="#br0" timeOffset="-190534.87">21368 9726 90 0,'0'0'-11'16,"0"0"9"-16,0 0 15 15,-9-87-7-15,3 63 22 16,-2-2 27-16,-2 4-31 16,-6-4-20-16,-1 4-3 15,-8 0-3-15,-4 3 0 16,-4-1-10-16,-3 4-5 15,-3 0-1-15,-3 1 14 16,2 3 4-16,-2 4 12 16,-1 1 50-16,-2 5 50 15,-3 2-34-15,3 0-20 0,-2 0-21 16,-1 6-26 0,3 9-5-16,3 4-2 0,2 1 0 15,1 9 0-15,4-3 1 16,3 6-2-16,5 0-2 15,1 0-1 1,7-1 0-16,3-4 0 0,6 0-1 16,7 2 0-16,3-5 0 15,0 2 0-15,3-2 0 16,9 2-1-16,5 0 0 16,-1-3-21-16,7 0-10 15,2-2 6-15,5-5-12 16,6-4 11-16,6-1 26 15,4-5 1-15,2-4 1 16,2-2 5-16,-2 0-3 16,1 0-3-16,-7 0-59 15,1-2-88-15,-2-7 46 16,-2 0 38-16</inkml:trace>
  <inkml:trace contextRef="#ctx0" brushRef="#br0" timeOffset="-189326.53">25477 9886 880 0,'0'0'75'15,"0"0"14"-15,5 36 17 16,2-11-17-16,-2 6-21 16,4-2 2-1,1 3-18-15,2-2-16 0,-1-5-8 16,1-1-10-16,-4-3-7 16,0-5-6-16,-2-3-4 15,0-3-1-15,-3-2-7 16,0-1-23-16,-1-4-24 15,-2 0-41-15,0-3-59 16,0 0-111-16,0 0-96 16</inkml:trace>
  <inkml:trace contextRef="#ctx0" brushRef="#br0" timeOffset="-188932">25712 9978 631 0,'0'0'65'15,"0"0"30"-15,0 0-27 16,12 68-34-16,-1-51 16 16,1-2 6-16,5-3-1 15,2-1 0-15,3-3-4 16,1-6-11-16,-1 0-7 15,-1-2-7-15,-1 0-7 16,-2-3-2-16,-2-7-2 16,-6-2-6-16,0-5-2 0,-3-1-1 15,-5-4 0-15,-2-2 2 16,0-1-3-16,-13 2 0 16,-5 3 0-16,-6 5 0 15,-2 3 2-15,-3 7-8 16,-1 3 3-16,2 2-10 15,2 0-19-15,4 0-32 16,5 11-44-16,6-3-87 16,5 3-81-16,6-3-104 15</inkml:trace>
  <inkml:trace contextRef="#ctx0" brushRef="#br0" timeOffset="-188534.14">26090 9949 501 0,'0'0'43'16,"0"0"88"-16,0 0-39 15,0 0-14-15,17 77 1 16,-7-58-10-16,6-5-2 15,3 0 0-15,4-5-13 16,1-1-9-16,0-6 0 16,0 0-5-16,-1-2-9 15,-1 0 3-15,-3-4 0 16,-4-10 3-16,-3-3-12 16,-2-3-8-16,-7-4 1 15,-3-1 0-15,0-1-8 16,-12 1-6-16,-5 4-2 0,-9 3-4 15,-4 5-2-15,-5 8-10 16,-4 5-14-16,-3 0-23 16,0 4-38-16,2 11-51 15,4-1-90-15,7-1-91 16,10 1-210-16</inkml:trace>
  <inkml:trace contextRef="#ctx0" brushRef="#br0" timeOffset="-188249.91">26471 9912 1199 0,'0'0'108'15,"0"0"16"-15,0 0-88 16,0 0-21-16,0 0-12 16,4 0-4-16,-4 0-46 15,-3 0-112-15,-10-5-235 16</inkml:trace>
  <inkml:trace contextRef="#ctx0" brushRef="#br0" timeOffset="-187548.13">27017 9517 792 0,'0'0'101'0,"0"0"36"0,0 0-60 16,0 0-6-16,-94 72-17 16,64-29-23-16,2 8-13 15,8 3 16-15,4 3-1 16,10-3-5-16,6-1 1 16,0-3 3-16,12-6-8 15,11-3-6-15,3-6-6 16,1-9-6-16,2-4-3 15,0-5 0-15,-3-8-1 16,-4-5-4-16,-4-2-13 16,-4-2-63-16,-9 0-99 15,-5-12-208-15</inkml:trace>
  <inkml:trace contextRef="#ctx0" brushRef="#br0" timeOffset="-186790.36">27125 9810 545 0,'0'0'145'0,"0"0"57"0,0 0-26 16,0 0-14 0,86 73-51-16,-55-44-28 15,1 1-26-15,-1 0-11 16,0-1-8-16,-6-4-8 16,-2-1-3-16,-3-5-10 0,-4-4-9 15,-3-3-4-15,-5-4-3 16,-2-2-1-16,-3-2-2 15,-1-3-15-15,-1-1-21 16,-1 0-10-16,0 0-7 16,0-1-17-16,0-12-126 15,-6 0-151-15,-4-4-211 16</inkml:trace>
  <inkml:trace contextRef="#ctx0" brushRef="#br0" timeOffset="-186540.09">27375 9792 830 0,'0'0'83'15,"0"0"75"-15,-71 80-48 16,45-47-60-16,3-2-13 15,3-2-19-15,5-4-15 16,3-4-3-16,3-6-5 16,3-2-28-16,3-3-43 15,3-8-54-15,0-2-117 16,0 0-119-16</inkml:trace>
  <inkml:trace contextRef="#ctx0" brushRef="#br0" timeOffset="-186132.68">27557 9594 992 0,'0'0'142'16,"0"0"-10"-16,0 0-93 15,0 0-16-15,0 0-11 16,33 13-6-16,-33 3 0 16,0 0 2-16,0 0 3 15,-4 3 0-15,-2-3-4 16,-1-1 0-16,4-2-3 15,1 0 1-15,2-2-3 16,0 1-1-16,0-3 0 16,3-1 0-16,10-2-1 15,2-2 0-15,3-3-4 16,1-1-27-16,3 0-60 16,-2 0-90-16,-2 0-154 15,-1-1-368-15</inkml:trace>
  <inkml:trace contextRef="#ctx0" brushRef="#br0" timeOffset="-185780.91">27929 9853 835 0,'0'0'127'0,"0"0"56"15,0 0-61-15,14 69-43 16,-10-51-20-16,0 1-25 15,0-2-19-15,1-3-10 16,-2-1-3-16,0-5-4 16,-2-1-14-16,-1-3-33 15,0 0-45-15,0-4-82 16,-3 0-56-16,-10 0-182 16</inkml:trace>
  <inkml:trace contextRef="#ctx0" brushRef="#br0" timeOffset="-185610.94">27902 9943 920 0,'0'0'139'16,"0"0"-12"-16,87-16-95 16,-54 11-27-16,-4-1-5 15,0 2-41-15,-5-1-149 0,-2-2-141 16,-5-2-320-1</inkml:trace>
  <inkml:trace contextRef="#ctx0" brushRef="#br0" timeOffset="-185199.77">28355 9731 856 0,'0'0'182'16,"0"0"0"-16,18 87-88 16,-12-57-38-16,2-1-27 15,-2-5-20-15,0-3-6 16,-3-4-2-16,0-5-4 15,-3-4-37-15,0-3-53 16,0-5-98-16,0 0-127 16,0-5-300-16</inkml:trace>
  <inkml:trace contextRef="#ctx0" brushRef="#br0" timeOffset="-184796.82">28422 9320 817 0,'0'0'24'0,"0"0"150"15,59 75-68-15,-24-35-14 16,1 3-1-16,3 7-19 16,0-1-29-16,-3 2-14 15,-6 4-2-15,-7-1-3 16,-8 3 6-16,-9-2-2 16,-6 0-9-16,0-4 0 15,-12-3-4-15,-8-9-6 16,1-5-3-16,-1-6-4 15,0-7-3-15,2-6-9 16,3-7-19-16,0-7-25 16,-2-1-30-16,-1-7-125 15,1-16-233-15</inkml:trace>
  <inkml:trace contextRef="#ctx0" brushRef="#br0" timeOffset="-183737.76">28848 9372 376 0,'0'0'88'16,"0"0"40"-16,0 0-18 15,0 0-23-15,13-13 3 16,-10 9 19-16,3-1-8 16,-2-2-24-16,-1 0-17 15,-2 2-18-15,1-3-14 16,-2 0-16-16,0-1-5 15,0 0-4-15,-2 1-2 16,-6 2-2-16,-5 1-1 16,-3 4-5-16,0 1-3 15,-4 0-4-15,2 4 1 16,-2 8 2-16,7 4 5 16,-1 1 8-16,8-1-3 15,6 0-1-15,0-6 0 16,0 0-3-16,3-4 4 15,7 0 7-15,3-5 0 16,3-1 1-16,1 0-1 16,3 0 1-16,-2 0 1 15,2-3-1-15,-7-1 1 16,0 3 3-16,-3 1 5 0,-4 0-9 16,0 0-5-16,1 0 13 15,0 9 15-15,0 6 7 16,2 0-6-1,-2 4 0-15,0 1-6 0,2 1 0 16,-2 1-5-16,0-1-3 16,-1-5-5-16,0-1-6 15,-3-4-5-15,-2-3-2 16,1-4 0-16,-2-2-22 16,0-1-29-16,0-1-30 15,0 0-62-15,0 0-119 16,0-10-293-16</inkml:trace>
  <inkml:trace contextRef="#ctx0" brushRef="#br0" timeOffset="-183034.94">29251 9339 559 0,'0'0'93'0,"0"0"29"15,0 0-12-15,0 0-24 16,1-12-16-16,-1 8-9 15,0 0-8-15,0-3-4 16,0 1-13-16,0 0-15 16,0-1-4-16,0 0-7 0,-4 0-4 15,-4 2-4 1,-1-1 1-16,-2 2-2 0,-1 1-2 16,-3 3 0-16,1 0 0 15,-1 0-1-15,2 0 1 16,-1 0 0-16,5 10-1 15,-1 0 0-15,6-2 0 16,2 3 1-16,2-3-1 16,0 1-2-16,0 0 0 15,0-3 2-15,9 1-2 16,2 1 1-16,4-4 7 16,-2 3-1-16,2-4-2 15,-1 0 1-15,-1 0-2 16,-2-3 1-16,-2 0 2 15,-3 0-1-15,1 0 9 16,-1 0 5-16,1 0 5 16,-1 0-2-16,1 0 0 15,2 5-1-15,-1 1-4 16,0 3 2-16,-1 1 0 16,-3 4 1-16,-1 4 4 15,0 0 0-15,1 2-3 16,-4 1-4-16,0 0-3 15,0-2-5-15,0-3-4 16,0-2-2-16,0-4-3 16,0-1-13-16,0 0-36 15,0-2-33-15,0 1-46 16,0-4-93-16,-4-1-168 16</inkml:trace>
  <inkml:trace contextRef="#ctx0" brushRef="#br0" timeOffset="-181589.19">29577 9839 722 0,'0'0'117'16,"0"0"44"-16,0 0-48 15,0 0-25-15,0 0-21 16,0 1-26-16,-5 3-15 16,-4-2-2-16,0 1 3 15,1 1-11-15,2 1-5 16,0-4 1-16,3-1-1 15,3 0-3-15,0 0-3 16,0 0 1-16,0 0-1 0,0 0-3 16,0 0 1-16,0 0-2 15,0 0 0-15,0 0-1 16,0 0 0-16,0 0 1 16,0 0 1-16,0 0-2 15,0 0 1-15,0 0-16 16,0 0-51-16,0 0-53 15,0 0-190-15,-4-7-207 16</inkml:trace>
  <inkml:trace contextRef="#ctx0" brushRef="#br0" timeOffset="-176833.21">18527 10727 420 0,'0'0'106'0,"0"0"54"16,0 0-34-16,0 0-7 15,0-4-38-15,0-5-21 16,3-1-11-16,6-2-3 15,0 0-5-15,2-3-7 16,1 4-12-16,0 2-9 16,-1-1-8-16,-2 3-4 15,-1 1-1-15,1 5-1 16,-2 1 1-16,0 0-2 16,1 0-1-16,3 5 1 15,-2 5 2-15,1 0 1 16,0 1 3-16,0-3-2 15,2-1 0-15,1-4-1 0,-2-1 1 16,5-2 0 0,-1 0 0-16,2 0-3 0,0 0 3 15,3-6-3-15,-1-4 1 16,2 2 1-16,-3-3-1 16,-3 5-1-16,-2 2 1 15,-3 2 0-15,-3 2-2 16,0 0-1-16,2 0 0 15,-2 0 1-15,3 5 3 16,3 2 0-16,-1 0-1 16,3-2 2-16,0-2 0 15,4-2-2-15,-2-1 2 16,5 0-1-16,2 0 1 16,-2-4-2-16,3-5-1 15,-1 0 2-15,-2 2-2 16,-6 0 2-16,-2 4-1 15,-7 2-1-15,-2 1 0 16,-4 0 0-16,1 0-2 16,-1 0-1-16,2 0 1 15,0 0 4-15,1 3 0 16,0-2 0-16,2 3 0 16,3-4 0-16,-2 0-1 15,5 0 0-15,-1 0 1 16,2 0-1-16,0-4 0 15,3-1-1-15,-4-1-4 16,-1 2 0-16,2 0 2 16,-4 4 1-16,-2 0 0 15,3 0 0-15,-3 0-2 16,1 4 2-16,-1 2 0 16,3 2 2-16,-1 0 2 15,-1-2-1-15,1-2-2 0,4-1 3 16,-3-3-2-16,4 0 3 15,1 0-2-15,5 0 1 16,-1 0-2-16,3-9-2 16,-1 2 1-16,-3-2 0 15,-1 2-7-15,-4 2 6 16,-3 3-1-16,-4-2 3 16,-3 4 0-16,1 0-2 15,-2 0 0-15,2 0 0 16,-1 0 2-16,4 0 1 15,2 4 0-15,-2-2 0 16,3 0-1-16,0-2 1 16,3 2-1-16,0-2 0 15,0 0 2-15,4 0-3 16,-1-2 0-16,3-6 3 16,-3-1-2-16,0 1-2 15,-3 2 3-15,-2 1-2 16,-5 1 0-16,-3 2 0 15,-3 1 0-15,1 1 1 16,-1 0-1-16,2 0-4 16,1 0 0-16,3 0 4 15,1 0 0-15,4 0-3 16,4 1 3-16,1 1 0 16,0-2 1-16,2 0 0 15,1 0 1-15,-6 0 1 0,-1 0-2 16,-1 0 0-1,-5 0 0-15,-5 0 0 0,1 0 0 16,-1 0 2-16,1 0 2 16,1 0 5-16,1 0 2 15,3 0-1-15,-3 0-4 16,2 0-3-16,3 0-2 16,-3 0 1-16,2 0 0 15,1 0-2-15,0 2-2 16,-2 3-40-16,3-1-72 15,-6 1-50-15,-1-2-64 16,-3-2-299-16</inkml:trace>
  <inkml:trace contextRef="#ctx0" brushRef="#br0" timeOffset="-172034.35">29892 9324 565 0,'0'-4'124'15,"1"0"4"-15,-1 3-22 16,0-2-21-16,0 3-15 16,0 0-17-16,0 0-9 15,0 0-22-15,-6 10-16 16,-6 11-2-16,-3 10 14 15,-5 8 3-15,-3 9 10 0,-1 6-8 16,3 3 3-16,4 2-12 16,8-3 3-1,5-1-1-15,4-3-5 0,0-5 1 16,16-5 8-16,7-6 6 16,0-5-13-16,3-7-2 15,-3-7 3-15,0-1-3 16,-4-9-6-16,-7-2-2 15,-5-2-3-15,-3-3-1 16,-4 0 0-16,0 0-15 16,0 0-20-16,0-4-45 15,0-7-87-15,-4-2-66 16,-2-3-114-16</inkml:trace>
  <inkml:trace contextRef="#ctx0" brushRef="#br0" timeOffset="-171446.49">30099 9687 708 0,'0'0'89'0,"0"0"54"15,0 0-49-15,0 0-42 16,0 0 2-16,30-51-6 15,-7 41-10-15,0-1-12 16,5 3-7-16,-1 1-1 16,-5 3-6-16,1 4-3 15,-6 0-2-15,-4 1-4 16,-7 15-1-16,-3 6-1 16,-3 5 8-16,-3 5 5 15,-13 3 0-15,-4 1-7 16,1-4-3-16,3 0 2 15,2-3 0-15,7-4-2 16,2-3 3-16,5-4 2 16,0-2-3-16,2-6 3 15,12-4-2-15,2-2 0 16,3-4 4-16,1 0 1 16,3 0-3-16,0 0-6 15,-5-4-3-15,-3-2-2 16,-3 0-17-16,-4 2-27 15,-3 0-35-15,-1-2-48 16,-1 1-71-16,-3 1-105 16,0-3-214-16</inkml:trace>
  <inkml:trace contextRef="#ctx0" brushRef="#br0" timeOffset="-170761.98">30625 9672 670 0,'0'0'77'15,"0"0"65"-15,0 0-24 16,0 0-48-16,0 16 35 0,0-1-23 16,5 4-25-16,4 1-5 15,2 3-2-15,5-3-13 16,3 1-10-16,3-1 3 16,1-2-3-16,1 1-6 15,1-3-7-15,-2-2-4 16,0 1-7-16,-3-3-1 15,-4-1 0-15,-4-3-4 16,-1-4 2-16,-5 0-4 16,-3-1-20-16,-3-3-16 15,0 0-11-15,0 0-12 16,0 0-36-16,0-4-108 16,-3-6-102-16,-3-3-115 15</inkml:trace>
  <inkml:trace contextRef="#ctx0" brushRef="#br0" timeOffset="-170525.18">30821 9713 855 0,'0'0'103'0,"0"0"34"16,-82 52-25-16,51-23-41 15,-1-4-27-15,5 1-12 16,3-4-19-16,4-2-9 16,3-4-2-16,7-3-4 15,4-5-23-15,2-4-43 16,1-1-66-16,3-3-84 16,0 0-103-16</inkml:trace>
  <inkml:trace contextRef="#ctx0" brushRef="#br0" timeOffset="-170115.72">30848 9228 816 0,'0'0'39'15,"0"0"113"-15,52 101-46 16,-23-52-19-16,0 9-23 16,1 2-12-16,-2 0-7 15,-7 0-2-15,-3 0 5 16,-5-1-10-16,-9-4 1 15,-2-3 1-15,-2-4-14 16,0-6-3-16,0-3-8 16,-8-7-5-16,-3-9-7 15,2 0-1-15,-4-11-1 16,0 0-4-16,0-5-23 16,-3-6-21-16,2-1-31 15,-5 0-44-15,3-7-113 16,-3-10-168-16</inkml:trace>
  <inkml:trace contextRef="#ctx0" brushRef="#br0" timeOffset="-169230.98">30314 8965 695 0,'0'0'151'0,"0"0"48"15,0 0-44-15,0 0-41 16,-1-2-22-16,-5-12-41 15,-2-2-15-15,0-8-12 16,-4-7-12-16,2-5-8 16,-4-10-2-16,1-3 0 15,-3-5 0-15,1-2 1 16,2 0-2-16,2 4 0 16,4 7 0-16,4 7 1 15,3 5-1-15,0 7 2 16,17 4 0-16,12 6 1 15,13 4-5-15,6 3 1 16,9 3 3-16,4 5-2 16,1 1 1-16,0 0-1 15,-10 0 0-15,-7 1 0 16,-12 6-2-16,-10-3-3 16,-10 0-18-16,-9 0-28 15,-4 3-28-15,-3-1-68 16,-17-2-110-16,-7-4-243 15</inkml:trace>
  <inkml:trace contextRef="#ctx0" brushRef="#br0" timeOffset="-167710.22">30896 7992 516 0,'0'0'126'16,"0"0"38"-16,0 0-36 16,30-31-41-16,-27 16-20 15,-1-2-14-15,-2 1-10 16,0 2-11-16,-8 1-8 15,-5 1-8-15,-7 8-7 16,-3 2-8-16,-6 2-6 16,0 6 1-16,-1 11 3 15,4 5 1-15,1 3 3 16,5-2-3-16,10 2-2 16,4-5 1-16,6-1 0 15,0-3-1-15,12-3 1 16,6-6 18-16,4-3-4 15,7-4 0-15,-1 0 1 16,2-8-3-16,-3-12-3 16,1-4 0-16,-4-7 0 15,-3-1-5-15,-4-8-3 16,-5-2 1-16,-7-4-1 16,-2-1-2-16,-3 1 0 15,0 7-9-15,-10 2 7 0,-3 9-3 16,-3 9 0-16,0 8-6 15,-1 9 7-15,2 2 0 16,0 13 3-16,3 12 2 16,3 11 3-16,5 3 10 15,4 9 8-15,0-2 16 16,10-1 3-16,8-3-7 16,2-2-15-16,1-6-12 15,1-9-4-15,-3-1-1 16,-2-9-9-16,-2-4-57 15,-5-6-85-15,-3-5-151 16,-6 0-189-16</inkml:trace>
  <inkml:trace contextRef="#ctx0" brushRef="#br0" timeOffset="-166975.17">31144 7951 790 0,'0'0'86'16,"0"0"67"-16,0 0-79 15,0 0-7-15,0 0-10 16,80-45-27-16,-73 34-10 16,-3-1 0-16,-2 1-2 15,-2-1-7-15,0-1-5 0,0 1-1 16,0 1-4-1,-12 2-2-15,-4 2-4 16,-1 4-8-16,-5 3 0 16,-1 0-3-16,1 11 7 0,1 8 5 15,5 0 0-15,6 1 3 16,4 5-3-16,6-6 0 16,0 1-1-16,2-3 0 15,12-1 3-15,3-5 1 16,5 0 4-16,0-7-3 15,2-1 3-15,2-3 0 16,0 0-2-16,-3 0 2 16,-1-8-2-16,-2-2 1 15,0-1-1-15,-5 1 0 16,-1 0 0-16,-1 1-1 16,-4 5 0-16,1-1 0 15,-3 4-2-15,-1 1-1 16,-2 0 1-16,2 1-1 15,-3 8 0-15,1 4 3 16,-1 1 0-16,0-2 3 16,0 0 2-16,0 0 13 15,0-6 6-15,-2 0 2 16,2-2-2-16,-3-3-1 16,2-1-1-16,-1 0 6 15,-1 0 4-15,2 0 0 16,-1-12-1-16,1-5-23 15,0-2-7-15,1-1-1 16,4 1 2-16,2-2-2 16,8 2-2-16,1 0 0 15,5 3 0-15,1-1-1 16,2 2 1-16,-4 3-4 16,-3 4-2-16,-5 0-14 15,-2 3-21-15,-5 2-38 0,-4 3-44 16,-3 0-69-16,0 0-104 15,0 0-209-15</inkml:trace>
  <inkml:trace contextRef="#ctx0" brushRef="#br0" timeOffset="-166796.72">31678 7828 579 0,'0'0'166'0,"0"0"59"15,0 0-53-15,0 0-47 16,25 63-44-16,-15-47-34 15,-4 2-29-15,1-1-13 16,-4-2-5-16,0 2-1 16,0-3-43-16,-3-2-74 15,0-2-146-15,0-6-197 16</inkml:trace>
  <inkml:trace contextRef="#ctx0" brushRef="#br0" timeOffset="-166629.2">31859 7741 1149 0,'0'0'-2'0,"0"0"13"16,0 0 10-16,0 0-34 16,-16-72-58-16,10 72-77 15,2 0-147-15,-1 1-312 16</inkml:trace>
  <inkml:trace contextRef="#ctx0" brushRef="#br0" timeOffset="-165623.99">31931 7860 616 0,'0'0'184'0,"0"0"-5"15,0 0-49-15,0 0-39 16,32 76-31-16,-22-62-19 15,-1-1-11-15,2-2-10 16,1 1-5-16,-1-6-2 16,0-1-4-16,-3-2-5 15,1-3-1-15,1 0 1 16,-1 0 2-16,-2-12 0 16,0-3 0-16,-1-7-5 15,-2 0 1-15,-4-4-3 16,3 2-1-16,-1-1-9 15,2 3-6-15,-1 5-10 16,7 3 13-16,2 5-14 16,2 4-11-16,3 4 8 15,3 1 11-15,1 0 10 16,0 0 4-16,-2 7 0 16,-1 1 5-16,-4-1 2 15,-5 0 0-15,-3-3-1 16,-2-3 3-16,-3 2 2 15,-1-3 5-15,0 0 3 16,0 1 5-16,0 0 1 16,-10 5-7-16,-10 2-14 0,2 3 1 15,-2 2-3-15,0 2 1 16,7-1-4-16,6 1 2 16,5 0-5-16,2-2 3 15,0-1 6-15,3-2 0 16,9 0 1-16,4-4 3 15,-2-4-2-15,3 0-2 16,0-2 2-16,-2 0-8 16,-2-4 0-16,0-8-8 15,-4 2-3-15,-2-3 4 16,-4 2 8-16,0 2 0 16,-3 1-1-16,0 1 1 15,0 3 4-15,0 4-2 16,0 0-3-16,0 0-13 15,0 4-1-15,0 4 20 16,3 6 2-16,5-1 7 16,1 3 15-16,4-3 4 15,5-6 13-15,2 0-8 16,2-6 4-16,2-1-1 16,5 0-11-16,1-8-6 15,1-11-13-15,-1-3-3 16,-1-5-2-16,-3-5-4 15,-6-3-18-15,-1-5-11 16,-8-4-16-16,-4-2-20 16,-7-2 13-16,0 5 28 15,-3 5 6-15,-14 9 16 16,-1 9 10-16,-3 9-4 16,1 11 0-16,0 0 1 15,4 15 6-15,3 11 5 0,1 8 14 16,10 4 12-1,2 6 20-15,0 1 2 0,0 1-3 16,4-1-18-16,7-1-21 16,1-6-3-16,-2-2-6 15,1-8-8-15,-5-3 2 16,0-4-5-16,-4-8-1 16,-2-2-39-16,0-4-71 15,-2-7-91-15,-12 0-106 16</inkml:trace>
  <inkml:trace contextRef="#ctx0" brushRef="#br0" timeOffset="-165445.99">32466 7710 1055 0,'0'0'32'16,"0"0"83"-16,98-26-81 15,-65 23-32-15,-1 3-6 16,-4 0-75-16,-3 0-131 16,-4 5-164-16</inkml:trace>
  <inkml:trace contextRef="#ctx0" brushRef="#br0" timeOffset="-165269.39">32841 7891 843 0,'0'0'160'0,"0"0"29"16,0 0-56-16,0 86-51 16,0-73-48-16,0-1-25 0,0-4-5 15,0-4-4-15,-3-4-51 16,-2 0-91-16,-3 0-195 16,2-17-525-16</inkml:trace>
  <inkml:trace contextRef="#ctx0" brushRef="#br0" timeOffset="-165122.91">32893 7674 1213 0,'0'0'2'0,"0"0"4"16,0 0-11-16,0 0-75 15,0 0-102-15,0 0-253 16</inkml:trace>
  <inkml:trace contextRef="#ctx0" brushRef="#br0" timeOffset="-164504.73">33010 7907 779 0,'0'0'160'0,"0"0"-19"16,0 0-70-16,0 0-25 15,0 0-21-15,59 74-14 16,-50-69 0-16,1-5 3 16,0 0 4-16,-2 0-4 0,0 0 6 15,1-12 3 1,-1-3-10-16,1-6-8 16,-3-3-3-16,2 0-1 0,-3-2-1 15,-1 1 1-15,-1 6 0 16,-1 3 3-1,-2 5 12-15,1 5-3 0,1 4-6 16,0 2-3 0,4 0-9-16,3 0-6 0,2 7 8 15,7 2 5-15,1 5 1 16,4-2 2-16,3-3 4 16,-1 0 0-16,0-3 9 15,1-2 1-15,-3-1-8 16,-1-3-4-16,-3 0 3 15,-3 0 3-15,-2-4 5 16,0-7-4-16,-3-1-7 16,-3-3-1-16,-5-1-2 15,0 1-1-15,-3-2 3 16,0 4-2-16,-3 2-1 16,-13 4-4-16,-4 6-4 15,-2 1-10-15,-4 0 5 16,0 14 6-16,3 6 2 15,12 5 1-15,5 0 1 16,6 2 0-16,0 2 3 16,17 0 0-16,12-2-1 15,3-2-2-15,4-4-3 16,-1-2-30-16,-5-3-64 16,-11-8-155-16,-12-6-363 15</inkml:trace>
  <inkml:trace contextRef="#ctx0" brushRef="#br0" timeOffset="-163204.97">30964 8451 592 0,'0'0'139'0,"0"0"-13"15,0 0-50-15,-48 12-39 16,25 4 1-16,3 2-2 15,1 3-2-15,5-1-22 16,5 0-3-16,6-5 2 16,3-4-2-16,0-2 0 15,4-2 13-15,12-4 6 16,0-3-6-16,1 0-1 16,1 0-7-16,-1-7-7 15,-2-7-4-15,-4 1 0 16,-4-5-2-16,-7 2-1 15,0-1-9-15,0 0-12 16,-3 2-21-16,-8 1-5 16,-1 6 24-16,5 1 14 15,3 4-8-15,1 0 9 16,3 3 6-16,0 0-18 16,1 0-10-16,12-1 23 15,6-2 12-15,3 1 2 16,4-4 2-16,1-2 7 15,-1-3-11-15,-3-4-1 16,-1-3-2-16,-5-4 0 0,-2-2-1 16,-4-4 2-16,-3-3-1 15,-7-1-7-15,-1 4-12 16,0-1-2-16,0 8 4 16,0 3 11-16,-9 7 2 15,-2 7-16-15,-1 4 10 16,2 7 0-16,-3 15 0 15,3 13 6-15,4 7 5 16,3 9 11-16,3 7 8 16,0 4-3-16,9 4 20 15,8-1 9-15,4 1 21 16,-1-6 9-16,-3-5-8 16,-4-4-2-16,-3-8-18 15,-4-4-13-15,-6-8-5 16,0-6-6-16,0-5-5 15,-9-5-6-15,-7-7 7 16,-7-5-3-16,-6-3-1 16,-1 0-6-16,0-7-7 15,1-10-2-15,3-4-2 16,8 0 0-16,4-2-5 16,11 0-5-16,3 1-11 15,0-1-16-15,6 0-14 16,14 0-9-16,5-1-28 15,2 0-66-15,-1 1-117 16,6-3-105-16</inkml:trace>
  <inkml:trace contextRef="#ctx0" brushRef="#br0" timeOffset="-162436.64">31525 8205 519 0,'0'0'101'0,"0"0"55"0,-54 75-40 16,34-40-8-16,2 4-21 16,2 0-12-16,6 0-15 15,4 0-21-15,6-3 1 16,0-1-4-16,0-4-5 16,9-4-8-16,4-2-9 15,3-5-6-15,-3-2-4 16,1-4-3-16,-2-5 0 15,-3-2-1-15,-1-3-31 16,-2-4-62-16,-5 0-90 16,-1 0-125-16,0-4-270 15</inkml:trace>
  <inkml:trace contextRef="#ctx0" brushRef="#br0" timeOffset="-162062.22">31670 8419 855 0,'0'0'64'16,"0"0"109"-16,0 0-29 16,0 0-37-16,0 0-37 15,88 84-19-15,-62-62-18 16,-3-1-6-16,0-6-2 16,-4 2-11-16,-3-5-7 15,-6-1-3-15,0-3 0 16,-5-4-4-16,-3 0-14 15,0-3-37-15,-2-1-20 16,0 0-40-16,0 0-60 16,0-5-125-16,-2-11-276 15</inkml:trace>
  <inkml:trace contextRef="#ctx0" brushRef="#br0" timeOffset="-161854.73">31866 8438 845 0,'0'0'100'0,"0"0"91"15,0 0-91-15,-97 88-59 16,74-67-24-16,6-1-12 16,4-9-5-16,4 1-5 15,2-5-52-15,7-5-99 16,0-2-109-16,2-2-190 0</inkml:trace>
  <inkml:trace contextRef="#ctx0" brushRef="#br0" timeOffset="-161470.77">31993 8247 948 0,'0'0'87'16,"0"0"65"-16,0 0-47 16,0 0-71-16,0 0-22 15,58-9-7-15,-55 20-4 16,-3 1 1-16,0 4 5 15,0 0 8-15,-7 1-1 16,-6-2-6-16,4 1-2 16,2-3-2-16,1-4-2 15,5-1-1-15,1-1 0 16,0-2-3-16,0-1 0 16,14-2 5-16,4-1-1 15,3-1-2-15,2 0-19 16,0 0-54-16,-4 0-79 15,-2 0-115-15,-2-3-151 16</inkml:trace>
  <inkml:trace contextRef="#ctx0" brushRef="#br0" timeOffset="-161216.31">32328 8424 785 0,'0'0'122'0,"0"0"50"15,0 0-57-15,0 0-35 16,26 79-35-16,-20-60-29 16,-3-5-12-16,0 1-3 15,-3 1-1-15,0-5-24 16,0 1-39-16,-9-2-65 15,-1-4-90-15,0-6-102 16</inkml:trace>
  <inkml:trace contextRef="#ctx0" brushRef="#br0" timeOffset="-161008.8">32281 8487 829 0,'0'0'70'16,"0"0"77"-16,0 0-31 16,76-13-42-16,-51 11-33 15,-5 1-28-15,0-2-14 16,-6 3-11-16,-6 0-65 16,-1-1-79-16,-4-2-88 0,0-1-124 15</inkml:trace>
  <inkml:trace contextRef="#ctx0" brushRef="#br0" timeOffset="-160767.1">32643 8349 795 0,'0'0'116'0,"0"0"43"0,0 0-29 16,23 79-52-16,-15-57-47 16,-2-2-22-16,1-4-7 15,0-3-2-15,-3-2-25 16,-1-6-74-16,-1-2-95 16,-2-3-121-16,0 0-345 15</inkml:trace>
  <inkml:trace contextRef="#ctx0" brushRef="#br0" timeOffset="-160435.93">32773 8160 892 0,'0'0'23'0,"0"0"132"16,96 35-61-16,-66-7-13 16,-7 7-21-1,-3 4-16-15,-10 5 9 0,-4 0-15 16,-3 2 2-16,-3-3 0 16,0 0-11-1,0-3-4-15,-6-7-8 0,1-1-13 16,-3-6-2-16,1-6-7 15,-1-2-30-15,-6-3-26 16,0-1-34-16,-2-5-84 16,-1-4-163-16,2-2-191 15</inkml:trace>
  <inkml:trace contextRef="#ctx0" brushRef="#br0" timeOffset="-159184.14">31383 8855 557 0,'0'0'81'0,"0"0"30"16,0 0 13-16,43 6 15 16,-3-6-34-16,16 0-13 15,15 0-25-15,16 0-27 16,11 0-2-16,11 0-7 15,12 0-13-15,6 0-7 16,6 0-4-16,0 0 1 16,-5 0-4-16,-11 0-2 15,-14 0 0-15,-19 0-2 0,-24 0-1 16,-18 0 1 0,-16 0 0-16,-12 0 0 15,-11 0 1-15,-3 0 0 0,-7 0-3 16,-17 0-8-16,-7 0-31 15,-8 0-55-15,-10 0-43 16,-6 0-44-16,-4 0-63 16,-6 0-145-16</inkml:trace>
  <inkml:trace contextRef="#ctx0" brushRef="#br0" timeOffset="-158801.1">31475 8932 539 0,'0'0'62'16,"0"0"32"-16,0 0-10 16,0 0 1-16,0 0-25 15,-32 5-16-15,60-2 51 16,9-1-1-16,15 1 2 15,10 0-14-15,14-2-22 16,12 2-14-16,11-1-15 16,14 0-6-16,8 0-4 15,3 0-6-15,3-2-8 16,-2 0-1-16,-10 1-3 16,-12-1 0-16,-18 0 1 15,-22 0 2-15,-19 0 1 16,-17 0-5-16,-12 0 1 15,-10 0-3-15,-5 0 1 16,0 0-6-16,-2 0-19 0,-13 2-30 16,-4-1-65-1,-1 2-135-15,-3-2-145 0</inkml:trace>
  <inkml:trace contextRef="#ctx0" brushRef="#br0" timeOffset="-156415">30093 8881 426 0,'0'0'65'0,"-3"0"74"16,3 0-17-16,0-1-40 16,1-1-22-16,8 2 22 15,5 0 18-15,1 0-16 16,-1 0-8-16,1 0-23 15,-1 3-22-15,1 6-9 16,-2-2-6-16,-2 5 0 16,1-3-2-16,-1 1-2 15,0-1 12-15,-4 0-14 16,1-1-4-16,-2-1-3 16,0-1 0-16,-2 0-2 15,-1-2 0-15,0-2 0 16,-3 0 0-16,2-2-2 15,-2 0-4-15,0 1-9 16,0-1-17-16,0 0-23 16,1 0-18-16,2 0-42 0,2-1-61 15,3-9-94 1,2 0 10-16,4-2 33 0,1-1 98 16,2-1 74-16,-1 1 78 15,0-3 75-15,0 1 27 16,0-2-11-16,-5 6 12 15,-2-1-2-15,1 0 1 16,-6 5-17-16,-1 3-9 16,-3 4-20-16,0-1-22 15,0 1-2-15,0 0-20 16,0 0-20-16,0 1-11 16,-10 10 2-16,-3 5 8 15,-3 3 1-15,-1 1-7 16,-1 0-2-16,0 1-3 15,2-2-2-15,0 1-3 16,4 0 2-16,1-4-18 16,2 0-46-16,5-2-40 15,2-6-29-15,2-2-66 16,0-5-136-16</inkml:trace>
  <inkml:trace contextRef="#ctx0" brushRef="#br0" timeOffset="-153544.03">25051 11340 816 0,'23'0'73'0,"5"-7"95"0,2 1-68 16,3 1-55-16,-1 1-21 15,-3 0-15-15,-5 0-8 16,-4 1-1-16,-5 0-16 16,-5 0-58-16,-4-1-47 15,-6-1-112-15,0-1-212 16</inkml:trace>
  <inkml:trace contextRef="#ctx0" brushRef="#br0" timeOffset="-153323.97">25053 11168 828 0,'0'0'142'0,"0"0"-7"16,0 0-46-16,0 0-53 15,0 0-31-15,0 0 9 16,66-4-11-16,-29 4-13 15,4 0-80-15,4-10-147 16,0-1-252-16</inkml:trace>
  <inkml:trace contextRef="#ctx0" brushRef="#br0" timeOffset="-152290.56">25561 10318 352 0,'0'0'24'0,"0"0"16"16,0 0 24-16,0 0 14 16,18 12-8-16,2-9-11 15,8 1-6-15,9-2 22 16,9 1-40-16,8-3-20 15,7 0-10-15,5 0 1 16,4 0-6-16,4 0-2 16,1 0 1-16,-3 0 1 15,-4 0-6-15,-4 0 7 16,-11 0-16-16,-10-5 4 0,-11 3 12 16,-13 2-3-1,-8-2 2-15,-8-1-1 16,-3 3-1-16,0 0 2 0,-10 0 5 15,-7 0-14-15,-6 0 1 16,-3 0-5-16,-5 0-17 16,-3 0-58-16,-4 0-104 15,-1 5-76-15</inkml:trace>
  <inkml:trace contextRef="#ctx0" brushRef="#br0" timeOffset="-151974.14">25513 10483 299 0,'0'0'122'0,"0"0"-14"15,0 0-35-15,0 0-60 16,0 0 78-16,57 0-4 15,-20 0-7-15,9 0 3 16,5-1-9-16,4 0-10 16,10 1-18-16,0-2-21 15,3 2-13-15,0 0 3 16,-3 0-7-16,-2 0-6 16,-7 0-2-16,-5 0-4 15,-9 0-31-15,-6 0-57 16,-4 0-83-16,-8 0-58 15,-2 0-163-15</inkml:trace>
  <inkml:trace contextRef="#ctx0" brushRef="#br0" timeOffset="-150835.08">30120 10177 485 0,'0'0'85'0,"0"0"33"0,0 0-19 16,19-2-27-16,-3 2 13 15,10 0-5-15,10 0-26 16,12 0-7-16,8-1 8 15,9-1-25-15,4-1-19 16,5 2-7-16,0-3-3 16,-4 1 0-16,-4 0 0 15,-9-2 0-15,-12 1 0 16,-9 0-1-16,-14 1 0 16,-8 2 1-16,-11-1-1 15,-3 0 0-15,0 2-21 16,-9 0-25-16,-11 0-52 15,-6 0-70-15,-4 0-56 16,-5 0-146-16</inkml:trace>
  <inkml:trace contextRef="#ctx0" brushRef="#br0" timeOffset="-150582.11">30097 10245 513 0,'0'0'60'16,"0"0"52"-16,0 0-15 15,117 0 46-15,-49 0-14 16,10-3-49-16,2 0-24 16,-1 3-27-16,-7 0-8 15,-8 0-9-15,-11 0-10 0,-12 0-2 16,-11 0-13-1,-8 0-53-15,-8 0-31 0,-8 0-80 16,-6-4-156-16</inkml:trace>
  <inkml:trace contextRef="#ctx0" brushRef="#br0" timeOffset="-149072.2">25701 11197 696 0,'0'0'106'0,"0"0"21"15,0 0-63-15,26-15-18 16,-1 6 3-16,2 0-25 0,0 3-6 16,1 3 2-16,-5 3-6 15,-4 0-9-15,-6 13-1 16,-6 6 1-16,-7 8 10 16,0 5 4-16,-10 4-4 15,-13 3-4-15,-3-1-3 16,-3-2 0-16,3-4-2 15,4-6 2-15,6-7 1 16,6-5 2-16,3-6-3 16,6-5-3-16,1-3-4 15,1 0 0-15,18 0 11 16,4 0 23-16,9-3-6 16,1-9-8-16,2 5-12 15,-2-3-7-15,-4 4-4 16,-6 1-2-16,-7 2-36 15,-2 2-51-15,-5 1-55 16,-3 0-80-16,-3 0-103 16,-2 0-206-16</inkml:trace>
  <inkml:trace contextRef="#ctx0" brushRef="#br0" timeOffset="-148604.16">26172 11310 712 0,'0'0'103'15,"0"0"20"-15,0 0-71 16,0 0-29-16,0 0 10 15,-22 27 2-15,22-12 0 16,0 0 3-16,2-1 8 16,15-1-8-16,2-3 1 15,5 0 0-15,1-4-7 16,1-2-8-16,-3-1-7 16,-1-3-5-16,-1 0-5 15,-1-1-3-15,-2-9 1 16,-4-2-2-16,-2-2 0 15,-6-1-1-15,-3-4 1 16,-3 0-1-16,0 0 1 16,-9 0-2-16,-10 4 0 15,-3 2-2-15,-5 4 0 16,-1 6-5-16,0 3-17 16,0 0-24-16,7 0-18 15,5 6-28-15,3 5-70 16,8-2-71-16,5 0-84 15</inkml:trace>
  <inkml:trace contextRef="#ctx0" brushRef="#br0" timeOffset="-148187.98">26558 11242 698 0,'0'0'45'0,"0"0"40"0,0 0-1 15,0 0-22-15,0 0-11 16,-6 66-16-16,6-49-15 16,4-2 3-16,13-2 18 15,5-2-10-15,3-3-7 16,5-4-3-16,2-1-3 15,-2-3-5-15,-2 0-5 16,-4 0-2-16,-5-1 1 16,-6-8 10-16,-6 0 10 15,-4-3 0-15,-3-3-6 16,0-3-8-16,-4 0 2 16,-14-1-3-16,-5 2-9 15,-4 2-4-15,-5 2-5 16,-1 6-8-16,-2 2-22 15,2 5-32-15,-1 0-32 16,6 5-30-16,3 6-63 16,9-2-61-16,11 3-215 15</inkml:trace>
  <inkml:trace contextRef="#ctx0" brushRef="#br0" timeOffset="-147620.05">27001 11258 754 0,'0'0'130'15,"0"0"54"-15,0 0-44 16,0 0-85-16,0 0-11 15,16-69-13-15,-13 56-21 16,0 4-7-16,1 1-1 16,0 3-2-16,2 2 1 15,3 3-1-15,2 0-1 16,1 3 7-16,6 11 8 16,0 4 4-16,5 3 4 15,1 0-2-15,1 2-3 16,3 1 0-16,2-5-2 15,2 2 2-15,-3-4-6 16,-2-4 1-16,-1 0-7 16,-3-4-3-16,-7-1-2 15,-2-2 0-15,-5-2-4 16,-3 0-17-16,-3-3-19 16,0-1-25-16,1 0-48 15,-4 0-65-15,1-5-89 16,-1-8-190-16</inkml:trace>
  <inkml:trace contextRef="#ctx0" brushRef="#br0" timeOffset="-147417.62">27337 11228 822 0,'0'0'171'16,"0"0"-13"-16,-111 85-59 15,75-57-47-15,0 0-24 16,5-2-22-16,4-2-5 16,6-4-12-16,3-4-81 15,4-6-140-15,5-4-247 16</inkml:trace>
  <inkml:trace contextRef="#ctx0" brushRef="#br0" timeOffset="-146798.06">28205 10749 752 0,'0'0'62'0,"0"0"77"15,-76 90 11-15,41-42-34 16,0 10-38-16,1 1-19 16,2 1-21-16,6-1-12 15,6-4-7-15,13-3-2 16,7-5 4-16,0-2-9 16,20-7-1-16,6-3-4 15,5-6-3-15,3-3-2 16,-1-8-1-16,-1-4-1 15,-5-5-7-15,-4-3-34 16,-5-6-44-16,-11 0-100 16,-7 0-194-16,0-10-437 15</inkml:trace>
  <inkml:trace contextRef="#ctx0" brushRef="#br0" timeOffset="-145854.35">28384 11108 663 0,'0'0'160'0,"0"0"13"15,0 0-34-15,0 0-41 16,15-4-24-16,3 8-15 16,7 8-11-16,3 7-8 15,4-3-5-15,2 7-11 16,2 0 1-16,-1-2-5 15,-3 2-5-15,-2-6-1 16,-4 1-7-16,-6-4-6 16,-4-3 2-16,-4-1-2 15,-4-4-2-15,-5-2-7 16,-3-2-17-16,0-2-10 0,0 2-16 16,0-2-17-16,-3 0-24 15,-8 0-42 1,-1 0-113-16,-4-7-90 0,0-5-242 15</inkml:trace>
  <inkml:trace contextRef="#ctx0" brushRef="#br0" timeOffset="-145592.97">28672 11072 802 0,'0'0'131'0,"0"0"10"16,-58 78-48-16,31-42-6 15,-2-1-46-15,0 2-5 16,2-5-19-16,2-3-13 16,5-7 0-16,5-4-5 15,4-8-11-15,6-4-55 16,5-6-56-16,0 0-60 15,0-6-65-15,5-12-246 16</inkml:trace>
  <inkml:trace contextRef="#ctx0" brushRef="#br0" timeOffset="-144933.64">28843 10824 616 0,'0'0'112'16,"0"0"27"-16,0 0-5 15,0 0-42-15,86-8-33 16,-66 6-14-16,-3 2-14 16,-2 0-11-16,-6 0-5 15,-1 4-6-15,-7 5-3 16,-1 3 1-16,0-1 5 15,0 6 2-15,-2-1-7 16,-10 0 3-16,2 2-4 16,-3-2-1-16,3-3-4 15,4-2-1-15,2-3 3 16,1-2-2-16,3-2-1 0,0-2-2 16,0 1 3-1,9-1 2-15,5 0 4 0,5-1 0 16,2-1-4-16,0 0-1 15,-1 0-5-15,-4 0-36 16,-5 0-59-16,-2 0-87 16,-6 0-109-16,0 1-152 15</inkml:trace>
  <inkml:trace contextRef="#ctx0" brushRef="#br0" timeOffset="-144565.61">29283 11041 680 0,'0'0'85'0,"0"0"73"15,0 0 5-15,10 75-59 16,-4-52-20-16,2-3-27 16,-1 1-23-16,1-2-13 0,-1-3-11 15,-3-1-6 1,-1-6-1-16,-3 1-3 15,0-6-16-15,0-2-38 16,0-2-31-16,-13 0-58 0,0 0-105 16,-4-5-128-16</inkml:trace>
  <inkml:trace contextRef="#ctx0" brushRef="#br0" timeOffset="-144374.02">29154 11178 661 0,'0'0'111'0,"0"0"38"16,0 0 26-16,0 0-39 16,94-14-65-16,-61 9-44 15,-1 0-20-15,-5 1-5 16,-3 0-2-16,-4 1-22 16,-3-1-68-16,-7 0-95 15,-1-2-123-15,-3-3-236 16</inkml:trace>
  <inkml:trace contextRef="#ctx0" brushRef="#br0" timeOffset="-144096.87">29657 10946 775 0,'0'0'101'0,"0"0"103"0,10 75-72 16,-3-44-44-16,-1 2-22 15,-2-2-25-15,2-4-20 16,0-1-14-16,0-5-6 16,-1-4 0-16,-2-7-7 15,0-3-56-15,0-5-61 16,-3-2-101-16,0-4-127 15,0-13-320-15</inkml:trace>
  <inkml:trace contextRef="#ctx0" brushRef="#br0" timeOffset="-143714.3">29777 10622 772 0,'0'0'75'0,"0"0"117"16,82 75-75-16,-43-35-20 15,3 5-32-15,2 5-20 16,0 4-6-16,-5-1-7 15,1 2-1-15,-8-1 2 16,-7-1 1-16,-8-3-1 16,-11-4-4-16,-6 0-2 15,-3-4-5-15,-20-4-6 16,-6-2-6-16,-7-6-6 16,-2-5-3-16,-1-3-3 15,3-8-28-15,2-6-29 0,7-7-24 16,6-1-34-16,5-8-61 15,10-16-146-15,5-8-273 16</inkml:trace>
  <inkml:trace contextRef="#ctx0" brushRef="#br0" timeOffset="-142679.37">30373 10668 715 0,'0'0'122'0,"0"0"33"16,0 0-75-16,0 0-12 15,5-10-10-15,-4 5-14 16,-1-3-16-16,0 0 2 16,0-1-15-16,0-1-5 15,0 1-5-15,-9-1-5 16,-1 2-3-16,-3 0-4 15,-3 3-3-15,-1 5-8 16,1 0-1-16,0 0 6 16,2 4 10-16,1 4 1 15,7 1 1-15,3 2 0 16,3-3-4-16,0 2 2 16,0-3 0-16,7-3 7 15,8-1 0-15,-1 0 0 0,3-3-2 16,1 0 1-16,1 0 1 15,-5 0-3 1,-1 0-1-16,-4 0 1 0,-3 0-1 16,-1 0 0-16,-2 0-1 15,0 8 0-15,1 4 4 16,-1 8 12-16,0 0 10 16,0 4 6-16,0-1 0 15,1 0 2-15,3-4-10 16,-2-1-13-16,-1-4-6 15,0-1-3-15,-1-6-1 16,-1-3-21-16,-1-4-51 16,-1 0-56-16,0 0-86 15,0-7-120-15</inkml:trace>
  <inkml:trace contextRef="#ctx0" brushRef="#br0" timeOffset="-142110.84">30633 10613 519 0,'0'0'106'0,"0"0"30"16,0 0-45-16,0 0-28 16,0 0-22-16,4-44-4 0,-4 34 3 15,0 0 0 1,0 1-10-16,-6 0-16 0,-3 2 0 16,-3 5 1-16,-4 2-16 15,0 0-2-15,-1 1 4 16,-1 11 0-16,4 3 0 15,5-1 0-15,5 0-1 16,4-2-1-16,0-3-3 16,3 1 1-16,10-5 2 15,7-1 3-15,0 0 5 16,2 0 3-16,-2-4-5 16,-1 3-2-16,-3-2 0 15,-5 4 0-15,-2-1 6 16,-5 2 4-16,-1 2 4 15,0 3 4-15,0 2 12 16,-3 4 1-16,0 2 5 16,0 0-12-16,0 0-4 15,0-2-6-15,0 0-4 16,0-5-6-16,0-2-8 16,3-3-2-16,0-2-43 15,1-2-57-15,-4-3-79 16,0 0-155-16,0 0-414 15</inkml:trace>
  <inkml:trace contextRef="#ctx0" brushRef="#br0" timeOffset="-140597.29">23653 11036 574 0,'0'0'144'15,"0"0"-6"-15,2-26-35 16,-2 17-13-16,0 2-51 15,-6-1-18-15,-5 4-6 16,-4 3-6-16,-4 1-6 16,0 0-2-16,-2 8-3 15,1 11 2-15,0 6 1 16,3 4-2-16,9 3 4 16,5 5-2-16,3 1 8 15,0 3 15-15,11-1 18 16,9-2-6-16,3 0 3 15,3 0-5-15,-4-2-3 16,0-3-6-16,-4-1-4 16,-4-3-5-16,-6-3-6 0,-5-1-3 15,-3-5-4-15,0-1 0 16,-4-6 0-16,-9 0-5 16,-4-4-12-16,-1-5-25 15,-3-2-42-15,-1-2-66 16,0 0-108-16,-2-7-142 15</inkml:trace>
  <inkml:trace contextRef="#ctx0" brushRef="#br0" timeOffset="-140421.75">23527 11423 859 0,'0'0'146'15,"0"0"-54"-15,84-20-55 16,-54 12-20-16,-5-1-14 16,1-1-24-16,-3-3-89 15,-4-5-137-15,-5-1-265 16</inkml:trace>
  <inkml:trace contextRef="#ctx0" brushRef="#br0" timeOffset="-140212.97">24062 11056 807 0,'0'0'92'0,"0"0"-25"15,-52 76-61-15,32-49-3 16,2-1-12-16,4-4-55 15,4-3-81-15,1-6-174 16</inkml:trace>
  <inkml:trace contextRef="#ctx0" brushRef="#br0" timeOffset="-139891.17">24417 11126 800 0,'0'0'24'16,"0"0"111"-16,-73 79-32 15,48-42-29-15,5 3-12 16,3 3-24-16,6-3-6 15,7 3-11-15,4-5-2 16,0-2-10-16,4-5-6 16,13-4-2-16,0-5-1 15,3-7-3-15,-3-6-34 16,0-6-52-16,-1-3-74 0,-4-1-98 16,-4-15-163-1</inkml:trace>
  <inkml:trace contextRef="#ctx0" brushRef="#br0" timeOffset="-139646.7">24475 11337 812 0,'0'0'96'15,"0"0"85"-15,0 0-48 16,85 73-28-16,-54-52-33 15,3-3-29-15,-2-2-23 16,-1-5-14-16,-6-2-2 16,1-5-4-16,-3-4-13 15,-4 0-39-15,-4 0-43 16,-3-14-115-16,-4-3-125 16,-5-8-79-16</inkml:trace>
  <inkml:trace contextRef="#ctx0" brushRef="#br0" timeOffset="-139485.11">24644 11345 693 0,'0'0'96'0,"0"0"42"16,-78 75-57-16,58-52-49 16,6-7-23-16,5 0-9 15,6-5-17-15,3-10-92 16,0-1-100-16,3 0-121 15</inkml:trace>
  <inkml:trace contextRef="#ctx0" brushRef="#br0" timeOffset="-139163.12">24765 10989 868 0,'0'0'42'0,"0"0"108"16,52 94-52-16,-33-53 12 16,0 6-27-16,-1-1-23 15,-3 1-19-15,-2-3-7 16,-7-3-8-16,-4 0-13 15,-2-5-9-15,-2-3-2 16,-19-1 0-16,-9-2-15 16,-7-1-33-16,-7-6-55 15,2-6-114-15,-1-6-176 16</inkml:trace>
  <inkml:trace contextRef="#ctx0" brushRef="#br0" timeOffset="-133723.72">23127 10820 449 0,'0'0'106'0,"0"0"-7"16,0 0-37-16,0 0-4 16,0 39 61-16,3-11-36 15,5 2-14-15,4 2-3 16,0 4-16-16,-2 4-3 15,2 0-18-15,-7 3-5 16,1 3-6-16,-3 1-7 16,0 2 0-16,0 0-1 15,3 1-2-15,-5 5-4 16,0-1-1-16,2-2-3 16,-1-3 2-16,-1-3 1 15,-1 0-4-15,3-8 2 16,-3-3-1-16,2-1 0 15,-2-1 1-15,1-3-1 16,2-1 0-16,2-3-2 16,1-5-5-16,2-1 4 15,3-5 3-15,1-3-3 16,1-4-2-16,0-3 3 16,1 0-2-16,2-4-3 15,2-1-5-15,0 0-2 0,3 0 5 16,6 0 3-16,3 0 4 15,4-4 2-15,3 0-1 16,3-1 4-16,5 3-3 16,3-1 0-16,0 2 1 15,4 1-1-15,1 0 0 16,-2 0 1-16,1 0-1 16,-1 0 0-16,-3 0 0 15,0 0 0-15,1 0 1 16,4 0-1-16,4-3 0 15,5 2 3-15,4-2 13 16,7 2-8-16,5 0-6 16,-3 1 0-16,4 0-1 15,0 0 0-15,0 0 4 16,0 0-4-16,-1 0 1 16,0 0-4-16,-1 0 2 15,0 0 0-15,-1 0 0 16,-3 0 0-16,-1 0 0 15,2 0 1-15,0-3 0 16,-4 0 1-16,1 0 1 16,0 0 1-16,-6 1-2 15,-2 0-1-15,0 1 1 16,-4-2-1-16,-2 1 0 16,0 0 3-16,-1 1 5 15,1-1-4-15,-4 2 0 16,2-1-2-16,-3-1-2 15,3 1-1-15,-3-2-1 0,0 2 1 16,3-2 0-16,-2 2-1 16,2-1 2-16,0-2-2 15,0 2 1 1,0-1 1-16,1 0 0 0,-1 2-2 16,1 1 2-16,-5 0-1 15,1 0 0-15,-4 0 1 16,2 0 0-1,-1 0-1-15,-1 0 1 0,2 0 1 16,2 0 1-16,-4 0-2 16,4 0 1-16,0 0 0 15,3 0-2-15,-2-1 1 16,2-2-1-16,1 1 1 16,-1 0 1-16,0-2-2 15,3 3 0-15,0-2 0 16,1 0-2-16,0 2 2 15,3-3-1-15,2 1 2 16,1 0-1-16,1 1 0 16,1-1 1-16,-1 0 0 15,0 0-1-15,1-2 1 16,-5 0 0-16,0 1 0 16,0 0 1-16,-4 0 0 15,2 1-1-15,1-1 0 16,-3 2 0-16,3-2 0 15,0 0-1-15,-2-2 1 16,0 4 0-16,-1-1-1 16,-2-1 1-16,-3 0 0 15,2 3-1-15,0-4-1 16,0 2 1-16,1-1-1 16,0 0 2-16,-2 1 0 15,1-1-1-15,0 1 0 0,-2-1 0 16,-2 3 1-16,1-3-2 15,-2 1 2-15,-2-1 0 16,0-3-1-16,-2 3 0 16,0-1 1-16,-1 0-1 15,1-1 2-15,-1 2-1 16,1 0 1-16,-4 0-1 16,0-1 0-16,-2 0-1 15,-1 1 1-15,-4 0-1 16,0 0 0-16,-4 1 1 15,-2-1 0-15,0 1-2 16,-4 0 2-16,-4 1-2 16,-5-1 2-16,-2 2-1 15,-5 0 0-15,-3 1-1 16,-3-2 3-16,0 1 0 16,0-1 0-16,1-2-1 15,3 0 1-15,1 0-2 16,0 0 0-16,4-1 1 15,-4-1 1-15,1 1 1 16,1 1 1-16,-3-2-1 16,-1 0 0-16,0 2 1 15,-2-1 3-15,3-2-2 16,-1-2 2-16,-3-2-2 16,0 0 2-16,-1-1 0 15,-2-1 2-15,0-2-3 16,0 0-1-16,0-2-1 0,0-1-3 15,-5-3-1-15,-1 2 0 16,-2-2 0 0,1-3-1-16,-1 1 2 0,-1-1-2 15,1-2 1-15,-1 0-2 16,5-4-4-16,-2 0 5 16,3 0-3-16,0 0-14 15,-1-2 15-15,1 3 4 16,0-2-1-16,-1 4-1 15,0 0-2-15,-1 1 1 16,-2-1 1-16,0 2-1 16,4 0-2-16,-3 0-6 15,3-1-7-15,-1 4 9 16,2 2 7-16,1 2 2 16,-2 3-2-16,3 1 1 15,-4 3-1-15,4 0 0 16,-3 3-1-16,0-1-1 15,2 0 0-15,-1 3 2 16,-1-2 0-16,2-1-1 16,-1 1 1-16,1 0 1 15,-2-2-1-15,0 1 0 16,3-2 0-16,-3 3 1 16,2-3 1-16,-1 1-1 15,1-1 0-15,1 0 0 16,-3 1 0-16,3-1 0 15,0 0 0-15,0-2 1 16,-1 1-1-16,1 1 0 16,0-1-1-16,0-1 1 15,0 2 1-15,0 1-4 16,0-2-11-16,0 2 14 0,0-1 0 16,0 2 1-16,0-2-1 15,0 0-1-15,0 0 2 16,0 0 0-1,-3 0-2-15,1 0 1 0,0 1 0 16,0-2 0-16,-1 3 0 16,0-3 0-16,0 3 1 15,0 2-1-15,-1-1 0 16,-3 0-2-16,4 1 3 16,-3 1-2-16,2 3 2 15,1-3-1-15,0 4 1 16,0-2 0-16,2 0 0 15,-1 2-1-15,-2 0 3 16,3-1-2-16,-2 0 1 16,0-1 1-16,0-1-3 15,-1 1 2-15,-1 0-5 16,-1 2 2-16,-1-1-1 16,3 0 0-16,-2 0 1 15,0 2 1-15,0 1 0 16,-2-3 0-16,1 3-1 15,-2-1 1-15,0 1-1 16,-5 0 0-16,2 0 1 16,-2 0-2-16,-1 0-2 15,1 0 2-15,0 0 1 16,-1 0-1-16,4 1 2 16,-3 2 0-16,3 0-3 15,-1 0 3-15,0-1 1 16,0 0 0-16,-3 0-1 15,1-2-1-15,1 3-1 16,-4-2 1-16,1-1 1 0,-3 3 0 16,-1-3 0-16,1 0 0 15,-3 1 0-15,2-1 0 16,1 2 0-16,1-2 0 16,0 0-1-16,1 1-1 15,1-1 2-15,0 0-1 16,3 0 1-1,0 0-1-15,3 0 1 0,1 0 0 16,1 0-1-16,1 2-1 16,-1-1-1-16,1 2-2 15,-3 0 0-15,4 0-4 16,-1 1 4-16,0 0 0 16,-2 0 1-16,0 0 0 15,1 1 1-15,-5-1 0 16,1 2-3-16,2-2-2 15,-1 0 5-15,-1-2 2 16,-1 1 0-16,1 1 2 16,-2-3-1-16,-2 2 0 15,0 0 0-15,-4-2 1 16,1 1-1-16,2-1 0 16,1 1 0-16,0-1 0 15,0 0 1-15,3-1-1 16,-1 0-1-16,2 0 1 15,2 0 1-15,-3 0-1 16,6 0 0-16,0 0 0 16,-2 0 1-16,5 0-3 15,1 0 1-15,1 0 2 16,1 0-1-16,0 0 0 16,-1 0-1-16,-1 2 1 15,-1-2 0-15,-1 0-1 0,-2 3-2 16,0-3-1-1,0 4-2-15,-2-1-1 0,-7-2 3 16,0 2 3-16,-5-2 1 16,-5 2 0-16,-3-2 1 15,-3 2-2-15,0-3 3 16,-4 0-2-16,1 2 0 16,-1 0 0-16,-1-2 1 15,1 0-2-15,-2 0 0 16,2 0 1-16,0 0-1 15,0 0 2-15,0 0-2 16,3 0 1-16,-1 0 0 16,1 0 0-16,1 0 0 15,2 0 0-15,0 3 0 16,1-2 1-16,1-1-3 16,1 2 4-16,-2-2-4 15,3 1 3-15,-2 0 0 16,1 1-2-16,-2-2 1 15,2 0 0-15,-3 1 1 16,-2 0-1-16,-2 0-1 16,0-1 1-16,-5 3-1 15,1-2 1-15,-1-1 0 16,-1 2 1-16,-3-1-1 16,-1 0 1-16,0 1-1 15,0-2-1-15,1 2 2 0,-2-2-1 16,2 0 0-1,-2 0 1-15,2 0-1 16,-2 0 0-16,0 0 0 0,-1 0 2 16,1 0-4-16,2 0 3 15,-3 0-2-15,4 0 0 16,0 0 1-16,1-4 0 16,1 3-2-16,2 0 3 15,1-1-1-15,-1 1-1 16,2 0 2-16,0-1-1 15,1 2 0-15,-1-1 0 16,2 1 0-16,-1 0 0 16,2 0-1-16,1 0 1 15,0 0 0-15,0 0 1 16,1 0-1-16,-4 0 1 16,-1 0-1-16,0 0 0 15,-3 1 0-15,-3-1 0 16,0 0 1-16,-4 2-1 15,1-2 0-15,-1 2 0 16,-2 0 0-16,0-1-2 16,1 0 5-16,1 1-4 15,-2 0 1-15,2 0 0 16,-3 0 0-16,-2 0 2 16,1-2-3-16,-4 0 1 15,0 0 1-15,1 0-2 16,-2 0-1-16,1 0 1 15,-1 0 0-15,0 0 2 16,0 1-2-16,0-1 1 16,2 2 0-16,3-1 0 15,0-1-1-15,3 0 2 16,0 0 0-16,2 1 0 0,-1-1-2 16,3 3 2-1,-3-2-1-15,1 3 0 0,-1-3 0 16,2 2-1-16,0-1 2 15,2 1-1-15,-1 0 0 16,3-2 0-16,4 2 0 16,3-3 0-16,4 1 0 15,-1-1 1-15,2 1 0 16,2 1-3-16,3-2 2 16,-3 3 0-16,-1-2 1 15,1 3-3-15,0-2 4 16,0 0-2-16,2 1 0 15,1-1-1-15,2 0 2 16,3-1-2-16,3 2 1 16,-1-2 0-16,0 1-1 15,3 1 1-15,-4-1-1 16,-3 2 0-16,-3 0 1 16,-5 0 0-16,-3 3 0 15,-3-1 0-15,-7 0-1 16,1 0-1-16,-1 1 0 15,0-3 0-15,2 2 3 16,2-1-1-16,4-1-1 16,3-1 2-16,2-2-1 15,4 0 1-15,3-1-1 16,4 0 0-16,3 0 0 16,-1 0 1-16,4 0-1 15,0 0 0-15,-3 0 0 16,3 0-1-16,-7 0 0 15,1 0-3-15,-2 0-6 0,-1 1 5 16,0 1 0-16,-2-1-2 16,1 0 6-16,-2 1 1 15,1-2 0-15,-1 0 1 16,-2 1-3-16,-2 2 3 16,-4-3-1-16,0 1 1 15,-3 2-2-15,-3 0 1 16,-2 0 1-16,-3-1-2 15,0 2 1-15,1 0 1 16,3-1 0-16,3 0-1 16,6 0 1-16,3-3-1 15,9 0 1-15,3 0 1 16,5 0 1-16,1 0-2 16,4 0 4-16,0 0-2 15,-2 0-2-15,3 0-1 16,-3 0 1-16,3 0 0 15,-2 0-2-15,0 0 2 16,-5-1-3-16,2 1 0 16,-3 0 2-16,-1-2-2 15,1 2 3-15,3 0 0 16,-2 0-1-16,2 0 0 16,1 0 0-16,-2 0 0 15,2 0 0-15,-1 0-2 16,-3 0 2-16,0 0 0 15,2 0-1-15,1 6 2 16,0 1-2-16,1 5 2 16,4 1-2-16,0 2-1 15,3 6 8-15,0 2-1 16,-2 1-1-16,-6 4-1 0,-5-1-1 16,-4 4 1-16,-8 0-2 15,0-6-3-15,3 0-28 16,4-9-106-16,8-7-96 15,10-9-271-15</inkml:trace>
  <inkml:trace contextRef="#ctx0" brushRef="#br0" timeOffset="-83754.01">12530 2819 599 0,'0'-3'48'15,"0"1"16"-15,0 2-35 16,2 0 5-16,0 3-12 16,-1 14-11-16,4 8 34 15,-2 10 26-15,1 4-42 16,0 7 9-16,-2 3-7 16,0 2 8-16,-2-1 5 15,0 3-20-15,0 3 2 0,0-1 0 16,0 1-9-16,0 1 3 15,0-3-6 1,0-3-2-16,0-3-2 0,0-3-2 16,0-6-1-16,0-4-1 15,3-4 0-15,2-1 1 16,-1-2 2-16,1 0 3 16,-1-2 1-16,0 3-2 15,0-2-1-15,-1-3-4 16,-1-1-4-16,-1-4 0 15,2-2-2-15,-1-6 0 16,-1-3 0-16,2-3-1 16,-2-2 1-16,2-1 0 15,-3 0 1-15,3 2 2 16,-1-4-1-16,2 1-1 16,0 2 0-16,3 0-1 15,4-2 1-15,4 1 0 16,3-1 8-16,6-1 2 15,2 0-5-15,6 0 3 16,1 0-5-16,2 0 3 16,1 0 2-16,3-4-5 15,-3 1 2-15,0-1-4 16,2 4 2-16,-3-4-3 16,2 2 1-16,-1 1-1 15,0 1-1-15,2 0 0 16,2 0 2-16,1-1-2 15,1 1 0-15,1-3 1 16,5-1 1-16,1-1-2 16,1-1 2-16,2-2 0 0,3 0 0 15,-4 0 1-15,2-2-1 16,-1 2 1-16,-3 1-1 16,0-1-4-16,-1 1 1 15,-2 2 1-15,0 0-1 16,-2-1 2-16,-1-1-1 15,0 3-1-15,-2-1 2 16,-2 1-1-16,-4 0-1 16,0-1 0-16,-4 4 2 15,-2-2-2-15,-3 2 1 16,0-2 1-16,-3 1-1 16,0-2 1-16,-3 0-1 15,0 0 0-15,1 3 1 16,-4-3-1-16,-1 1 0 15,-2 2 0-15,1-1-1 16,-5-2 1-16,-1 0 0 16,1 2 1-16,-3-1 0 15,0-1-1-15,-1 1 0 16,-2-2 1-16,2 1 0 16,0 1 1-16,-3-3 4 15,1-1 4-15,0-5 2 16,1 1-3-16,-2-5-1 15,4-3-4-15,-3-4 4 16,0-3 0-16,1-6-3 16,-2-3-3-16,0-7-1 15,0-3 1-15,-3-1-2 16,0-1 1-16,0-2-1 16,0-2 2-16,0 2-2 15,0 1 1-15,0 1-1 16,-3 1 2-16,-2 0-2 0,-1 3 1 15,1-1 1-15,-7 4-1 16,3 2-1-16,-1 0 0 16,-1 2 1-16,2 4 0 15,0-1-1-15,4 5 1 16,-2-1-2-16,1 3 2 16,1 4-1-16,1 5 1 15,3 2-1-15,-2 3 0 16,0 4 1-16,-2 2-1 15,1 2 0-15,1 0 1 16,-1 0-1-16,-2 1 2 16,-3 0-2-16,-2 2-1 15,-1-2-2-15,-2 2-1 16,-3 1 0-16,-4 0 0 16,1 0 3-16,-3 0 1 15,-3 0 1-15,-1 0-1 16,-5 0 2-16,-3 0-3 15,-3 0 1-15,-2 4-1 16,-2 1 1-16,0-1 1 16,-2 2 0-16,2-2 0 15,1 0 0-15,-2 0-2 16,2-3 2-16,-3 2 0 16,0-2 0-16,-1 2-1 15,-3-2 1-15,-3 3-3 16,2 1 0-16,-2-1 1 15,2 1-1-15,0 0 2 16,3-1-1-16,4-2 1 16,2 1 1-16,-2 0-1 0,3-2 1 15,1 2-2-15,0-3 2 16,4 4-1 0,3-4 2-16,1 0-1 0,7 3 1 15,0-3-1-15,7 0 3 16,0 1 0-16,5 1-2 15,-1-1-3-15,2-1 2 16,3 1 0-16,-2 1-2 16,-1-1 2-16,1 0-2 15,-5 2 2-15,2-1-1 16,-1 1-1-16,-4 2 1 16,5-1 0-16,-5-1-1 15,4 0 1-15,-3 1-1 16,2-1 2-16,-2 1-2 15,4-1 1-15,-5 0 0 16,1-1 1-16,0 2 0 16,0-2-2-16,2 0 1 15,1 0 0-15,0 1 1 16,6-3-1-16,-2 0 1 16,3 1-2-16,-1-1 1 15,2 0 0-15,0 0 1 16,1 0-1-16,-1 0 0 15,2 0 0-15,0 0 0 16,3 0-1-16,-1 0-2 16,0 0 0-16,-2 0-2 15,0 0-4-15,2 0-6 16,-2 0-4-16,0 0-10 16,0 0-28-16,-2 0-64 0,-2 0-100 15,-3 0-156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24:26.37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11828 5253 395 0,'-6'2'63'0,"1"-2"15"15,4 0 22-15,0 0-14 16,-1 0-10-16,2 0 22 15,0 0-17-15,0 0-20 16,0 0-11-16,0 0 5 16,0 0 4-16,0 0-12 15,0 0-13-15,0 0-6 16,0 0-4-16,0 0-7 16,0 0-4-16,0 0-2 15,0 0 1-15,2 0 8 16,3 0 0-16,3 0-4 15,1 0 5-15,2 0 3 16,1-4-1-16,3-1-1 16,1-3 2-16,7 1-6 15,3-3-2-15,3-1 0 16,4-3 2-16,1 4 0 0,0-1 0 16,-2 0-6-16,-2 4-2 15,-5 1-3-15,-5 4-3 16,-4 0 2-16,-3 1-3 15,-3 1-2-15,-4-1 0 16,-3 1 0-16,-2 0-13 16,-1 0-11-16,0-2-32 15,0-2-26-15,0-1-19 16,0-1-100-16,0-3-208 16,0-2-314-16</inkml:trace>
  <inkml:trace contextRef="#ctx0" brushRef="#br0" timeOffset="469.18">11855 5070 574 0,'0'0'153'0,"0"0"5"0,0 0 13 16,0 0-38-16,-6 0-22 15,6 0-33-15,5 0-30 16,11-4-14-16,5-2 14 16,5-2 4-16,5-2-15 15,-1 1-18-15,0-1-11 16,1 1-7-16,2-3-7 15,0-1-33 1,3 2-38-16,0-1-50 0,-7-1-164 16,-3 4-311-16</inkml:trace>
  <inkml:trace contextRef="#ctx0" brushRef="#br0" timeOffset="3269.64">13001 4539 550 0,'0'0'105'15,"0"0"-3"-15,-9 4-20 16,-4 9 17-16,-2 6 4 16,0 7-24-16,-3 7-35 15,2 4 2-15,2 10 1 16,3 5-3-16,3 3-6 15,4 3-10-15,4 1 1 16,0-2-3-16,0-3-3 16,12-1-9-16,6-3 7 15,5-7 4-15,4-4-14 16,-1-4-3-16,3-6 4 16,-4-4 7-16,0-4 2 15,-4-3-11-15,-6-2-2 16,0-5 4-16,-6-3-3 15,-3-1-2-15,-1-3-4 16,-2-2 0-16,-3-2-1 16,0 0 2-16,0 0-1 15,0 0 2-15,0 0-6 16,0-5-24-16,0-3-28 16,0-1-23-16,0-5-45 15,0 0-107-15,0 0-141 0,0-5-233 16</inkml:trace>
  <inkml:trace contextRef="#ctx0" brushRef="#br0" timeOffset="4490.08">13275 4879 565 0,'0'0'131'0,"0"0"8"15,0 0-20-15,-2 0-27 16,5-2-25-16,14-7-10 15,3-2-1-15,4 1-11 16,3 1-16-16,-1 2-14 16,-1 4-1-16,-5 3-8 15,-3 0-2-15,-9 9-3 16,-7 9-2-16,-1 4-1 16,-1 4 2-16,-12 3 0 15,-3 2-1-15,3-5 0 16,3-4-1-16,5-2-1 15,5-6 1-15,0-2-3 16,0 1 2-16,13-2 2 16,2 0 1-16,6 1 1 15,-2 0 0-15,2 1 5 16,-3 1 3-16,-5 0 5 16,0 1 4-16,-9 0 14 15,-2 0 7-15,-2-3-7 16,0 2-6-16,-8 0-7 15,-7-5-5-15,-2 3-6 16,-1-5-7-16,-2 0-2 16,3-2-14-16,-1-1-19 15,2-4-23-15,4 0-47 16,1 0-77-16,5-8-105 16,2-5-193-16</inkml:trace>
  <inkml:trace contextRef="#ctx0" brushRef="#br0" timeOffset="4897.29">13684 4946 707 0,'0'0'80'0,"0"0"68"15,0 0-20-15,0 0-24 16,0 0-15-16,62 73-19 16,-45-46-18-16,4 2-10 15,-1-2-7-15,4-1-8 16,0-1-3-16,-1-2 1 15,1-4-6-15,-3-3-4 16,-2 0-5-16,-4-5-4 16,-4 1-4-16,-1-5-2 15,-4-1 0-15,-3-3-16 16,-2 0-26-16,-1-3-21 16,0 0-15-16,0 0-37 15,-2-3-113-15,-6-10-146 16,-3-2-242-16</inkml:trace>
  <inkml:trace contextRef="#ctx0" brushRef="#br0" timeOffset="5179.22">13890 4927 941 0,'0'0'100'0,"0"0"26"16,-61 91-50-16,43-53-15 16,0-2-27-16,3-1-23 15,1-3-9-15,3-4-3 16,-1-5-22-16,2-5-56 15,3-3-48-15,-1-7-115 16,-3-6-201-16</inkml:trace>
  <inkml:trace contextRef="#ctx0" brushRef="#br0" timeOffset="5605.96">14026 4656 833 0,'0'0'86'15,"0"0"57"-15,0 0-54 16,0 0-20-16,0 0-12 0,14-3-29 16,-14 13-5-16,0 5-3 15,0 3-1-15,0 1-5 16,0 3-4-16,0-3-3 16,0-1-2-16,0-3-4 15,0 0-1-15,0-4 1 16,8-2-1-16,2-3 1 15,3-1-1-15,0-3 1 16,4 0 0-16,-2-2-2 16,0 0-7-16,1 0-23 15,-1 0-52-15,-4-6-90 16,-3 0-154-16,-2 0-247 16</inkml:trace>
  <inkml:trace contextRef="#ctx0" brushRef="#br0" timeOffset="6638.08">13946 4721 343 0,'0'0'101'16,"0"0"11"-16,0 0-15 15,2 0-21-15,1-2-21 16,3-3 3-16,-1-3 3 15,2 0 3-15,2-1 3 16,-2 2-14-16,2-1-20 16,0 0-16-16,-4 1-7 15,0 1-6-15,-2 3-3 16,-2 1-2-16,2 0-12 16,0 2-51-16,-1 0-83 15,2 0-111-15,-3 0-238 16</inkml:trace>
  <inkml:trace contextRef="#ctx0" brushRef="#br0" timeOffset="7829.41">14536 4934 543 0,'0'0'109'0,"0"0"16"16,0 0-17-16,0-2-33 16,3 2-27-16,2 14-25 15,4 3 28-15,0 5 1 16,2 3 9-16,1-1-18 16,-4-1-18-16,3 1 8 15,-6-5-24-15,2-1-6 16,-4-5-2-16,2-2 0 15,-4-4-10-15,-1-2-36 16,0-3-51-16,0-2-46 16,0 0-49-16,-10 0-120 15</inkml:trace>
  <inkml:trace contextRef="#ctx0" brushRef="#br0" timeOffset="8057.16">14463 5078 716 0,'0'0'93'0,"0"0"81"16,0 0-59-16,0 0-48 16,91-21-27-16,-70 17-27 15,-3 1-12-15,0-2-3 0,1 1-46 16,-4 0-58-1,-2-2-102-15,-1 0-85 16,-1-2-193-16</inkml:trace>
  <inkml:trace contextRef="#ctx0" brushRef="#br0" timeOffset="8374.12">15045 4634 984 0,'0'0'43'0,"0"0"51"15,0 0 1-15,38 103-20 16,-25-55-9-16,-2 10-21 15,-3 0-20-15,-2 0-11 16,-2-2-3-16,-4-5-8 16,0-8-1-16,0-6-4 15,0-7-23-15,-2-7-33 16,-6-8-51-16,-5-11-78 16,-2-4-115-16,1-4-298 15</inkml:trace>
  <inkml:trace contextRef="#ctx0" brushRef="#br0" timeOffset="8824.53">14998 4351 754 0,'0'0'6'0,"0"0"116"16,92 74 8-16,-38-35-33 15,5 6-25-15,3 6-16 16,0 3-17-16,-1 3-11 15,-9 3-3-15,-8 2-7 16,-10-2 0-16,-11 0 4 16,-12-3 7-16,-11-2-7 15,0-3-2-15,-8-5 2 16,-14-3-3-16,-4-5-6 16,-3-2-7-16,0-8-3 15,1-3-2-15,-1-6-2 16,7-6-11-16,-1-6-24 15,7-8-13-15,6 0-65 16,7-4-80-16,1-19-132 16,2-9-201-16</inkml:trace>
  <inkml:trace contextRef="#ctx0" brushRef="#br0" timeOffset="9163.11">15552 4557 878 0,'0'0'86'15,"0"0"33"-15,0 0-30 16,0 0-22-16,88-5-35 16,-63 2-26-16,-2 1-5 15,2 2-20-15,-4-2-71 16,-5-1-91-16,0-2-159 15,-6-1-302-15</inkml:trace>
  <inkml:trace contextRef="#ctx0" brushRef="#br0" timeOffset="9560.79">15918 4385 964 0,'0'0'99'0,"0"0"17"0,0 0-44 16,0 0-11-16,0 0-27 16,85-15-19-1,-72 15-6-15,-3 4-7 0,-4 8-1 16,-5 8 3-16,-1 5-1 15,0 0 1-15,-8 1 0 16,-4 0-1-16,2-1 0 16,3-5-2-16,4-3 0 15,3-2-1-15,0-1 0 16,3-3 0-16,13 0-1 16,1-1 2-16,8-7 1 15,2 1-1-15,3-4 1 16,1 0-2-16,-1 0-7 15,-3 0-30-15,1-6-75 16,-11 1-120-16,-2-2-164 16</inkml:trace>
  <inkml:trace contextRef="#ctx0" brushRef="#br0" timeOffset="13314.64">18926 1121 564 0,'1'-4'112'16,"1"2"1"-16,-1-1-8 15,-1 3-11-15,0 0-10 16,2 0-17-16,1 0-8 0,0 13-25 16,1 5 9-1,-1 8 15-15,3 5-17 0,-2 6-17 16,3 2-13-16,-1 1-7 16,1-4-3-16,2 0-2 15,1-5 0-15,-1-4-24 16,1-6-30-16,1-5-36 15,1-6-102-15,-2-5-91 16,3-5-184-16</inkml:trace>
  <inkml:trace contextRef="#ctx0" brushRef="#br0" timeOffset="13765.86">18416 1719 779 0,'0'0'78'16,"0"0"115"-16,123 0-46 15,-49-7-40-15,18-3-33 16,18-4-23-16,7-1-19 15,7-2-11-15,-1 3-5 16,-9 0-8-16,-10 5-2 0,-19 1 0 16,-19 4-5-16,-19 3 0 15,-17 1 0-15,-13 0-16 16,-14 0-16-16,-3 0-10 16,-7 0-19-16,-16 10-48 15,-3 2-101-15,-1-1-127 16</inkml:trace>
  <inkml:trace contextRef="#ctx0" brushRef="#br0" timeOffset="14532.89">18930 2017 585 0,'0'0'113'0,"0"0"36"16,0 0-33-16,0 0-22 15,15-2-29-15,-5 8 1 16,6 8 9-16,4 6-16 16,2 2-11-16,2 3-7 15,2 2-7-15,0 0-4 16,2-3-4-16,-5 1-5 15,2-3-4-15,-5-3-7 16,-4-3-3-16,-1-3-4 16,-4-1-2-16,-3-3 1 15,-4-3-2-15,-1-2-3 16,-1-2-10-16,-1 0-16 16,-1-2-5-16,0 0-10 15,0 0-21-15,0 0-31 16,0-3-67-16,0-6-146 15,-3-2-130-15</inkml:trace>
  <inkml:trace contextRef="#ctx0" brushRef="#br0" timeOffset="14851.05">19280 1947 906 0,'0'0'108'0,"0"0"-7"16,0 0 6-16,-91 105-17 16,61-61-33-16,-1 2-21 15,4 0-11-15,4-4-6 16,5-2-12-16,3-8-4 15,6-7-3-15,3-6 0 16,2-3-10-16,1-5-23 16,1-6-45-16,2-4-51 15,0-1-76-15,0-2-87 16,0-19-275-16</inkml:trace>
  <inkml:trace contextRef="#ctx0" brushRef="#br0" timeOffset="15453.03">19392 1820 735 0,'0'0'36'0,"0"0"81"16,0 0 17-16,0 0-41 15,31 75-19-15,-22-54-6 16,-2-2-10-16,0-3-12 15,0-1-14-15,-3-3-6 16,-1-3-5-16,-1-2-6 16,-1-3-3-16,1 0-4 15,-2-4-4-15,0 0-1 16,0 0 2-16,0 0 5 16,0-15-4-16,0-3-12 15,0-7 0-15,0 1-2 16,1-1-1-16,4-1-2 15,-1 6 0-15,3 5 3 16,-3 2 5-16,4 8-1 16,-1 2 2-16,6 3-3 15,-2 0 2-15,4 14 11 16,1 5 5-16,1 2 1 0,-1 1 2 16,1 0 1-16,-2 2-4 15,-1-4-1 1,-4-1-4-16,1-4-6 0,-4-1 0 15,1-4-2 1,-2 0-21-16,1-6-40 0,1 0-58 16,0-4-96-16,-4 0-170 15</inkml:trace>
  <inkml:trace contextRef="#ctx0" brushRef="#br0" timeOffset="16054.18">20240 1655 792 0,'0'0'120'16,"0"0"7"-16,0 0-23 15,0 0 3-15,74 0-23 16,-44 0-38-16,-1 0-18 16,-4 0-13-16,-1 0-10 15,-4 0-3-15,-5 0-2 16,-5 0-33-16,-4 0-52 15,-5-7-67-15,-1 1-73 16,0-4-165-16</inkml:trace>
  <inkml:trace contextRef="#ctx0" brushRef="#br0" timeOffset="16263.92">20216 1504 1021 0,'0'0'80'0,"0"0"23"15,0 0-37-15,96-19-46 16,-58 15-17-16,3 0-3 0,-1 0-40 16,-3-2-123-1,-2 1-200-15</inkml:trace>
  <inkml:trace contextRef="#ctx0" brushRef="#br0" timeOffset="16998.4">21095 1601 720 0,'0'0'141'15,"0"0"46"-15,0 0-86 16,0 0-34-16,0 0-16 16,14-41-17-16,-3 23-14 0,-1 0 1 15,0 2-8-15,2 1-7 16,-5 3 1-16,0 4 2 16,-4 2-1-16,0 5 1 15,-3 1-1-15,4 0-4 16,0 0-3-16,2 8-4 15,0 9 8-15,4 2-1 16,5 5 0-16,-1 2-1 16,3-1 1-16,2 1 1 15,0 2 6-15,3-4 4 16,1 0-1-16,-1-1 0 16,2-4-5-16,2-2-2 15,1-1-1-15,2-1-1 16,-1-1-2-16,-1-5 0 15,-2-1-2-15,-4 0 1 16,-3-4-1-16,-5-1-5 16,-6-2-13-16,-3-1-21 15,0 0-27-15,-4 0-24 16,0 0-43-16,0-12-124 16,0-3-102-16,-9-3-180 15</inkml:trace>
  <inkml:trace contextRef="#ctx0" brushRef="#br0" timeOffset="17328.33">21452 1466 749 0,'0'0'90'0,"0"0"52"16,0 0-37-16,0 0-4 16,-101 71-11-16,75-39-31 15,1 2-22-15,2 2-15 16,-3-1 2-16,5 1-4 16,0-4-3-16,4-1-10 15,3-4-3-15,1-6-3 16,4-1 1-16,5-8-10 15,1-3-28-15,3-3-41 16,0-6-53-16,0 0-58 16,1-8-82-16,12-14-241 15</inkml:trace>
  <inkml:trace contextRef="#ctx0" brushRef="#br0" timeOffset="17917.47">21682 1288 802 0,'0'0'136'16,"0"0"5"-16,0 0-35 16,0 0 2-16,33 0-28 15,-16 0-30-15,-1 0-22 16,1 0-18-16,-5 0-7 16,1 0-1-16,-4 0-9 15,-1 0-27-15,1 0-41 16,-2 0-59-16,0-1-97 15,1-10-137-15</inkml:trace>
  <inkml:trace contextRef="#ctx0" brushRef="#br0" timeOffset="18399.73">21942 1115 811 0,'0'0'148'0,"0"0"12"0,0 0-64 15,40 70-16-15,-30-45-18 16,-1 0-17-16,-1-1-4 16,-2 0-11-16,-1-2-11 15,-1-3-5-15,0-3-9 16,-1-4-2-16,0-2-3 15,1-5 2-15,-2-2-3 16,2-3-3-16,3 0-4 16,2-5-1-16,2-12 5 15,4-3-4-15,-1-5-7 16,1 0 0-16,-1 0-2 16,-4 3 8-16,-1 5 7 15,-1 5 2-15,-4 6 0 16,-2 6 0-16,0 0 3 15,-1 0 2-15,2 12 0 16,0 4 11-16,2 5-1 16,2 0 0-16,1 1-6 15,1 0-5-15,3-2-3 16,1-2-1-16,1-3 1 16,3-3-18-16,1 0-51 15,-1-7-87-15,-4-3-172 16,-5 0-292-16</inkml:trace>
  <inkml:trace contextRef="#ctx0" brushRef="#br0" timeOffset="21736.24">21998 1179 167 0,'-3'-1'23'0,"0"-2"40"0,2 2-18 15,-1-2 48-15,2 2 6 16,0 0-3-16,0 1-2 15,0-2-23-15,0 1-6 16,0 1-7-16,0 0-12 16,0 0 1-16,0 0-4 15,0 0-4-15,0 0-5 16,0 0 1-16,0 0-1 16,0 0-2-16,0 0-14 15,0 3-6-15,0 6 16 16,3 2 3-16,5 2-11 15,1 2 1-15,-3-1-2 16,0 0 6-16,-1 3-7 16,-1-1-2-16,-3 0 0 15,2-3 0-15,-3 0 1 16,0-1-5-16,0-2-2 16,0-1-1-16,3-1-3 15,-2-1-1-15,1-2 0 16,-1 2-1-16,1-2-1 15,-1 0-2-15,-1-1 1 16,2 0 0-16,-1-2-2 16,-1 2 2-16,2-3-2 15,-2 0 1-15,1 1-1 0,-1-2-1 16,1 0 3-16,-1 0-1 16,0 0 0-16,0 0 1 15,0 0 0 1,0 0-1-16,0 0 4 0,0 0-2 15,0 0-1-15,0 0-1 16,0 0 0-16,0 0-1 16,0 0 0-16,0 0 0 15,0 0 1-15,0 0-1 16,0 0 2-16,0 0 1 16,3 0 1-16,-3 0 2 15,3-8 0-15,0-2-2 16,0-3-3-16,3 0-1 15,-1-1 1-15,0 1-1 16,-1 2 0-16,1 0 1 16,-1 3-1-16,0 1 0 15,0 0-2-15,-1 3 3 16,0 0-1-16,-1 1 0 16,-1 1-1-16,1 0 3 15,-1 0-3-15,2-1 1 16,-2 1-2-16,4-2 3 15,-2 1-2-15,2 1 2 16,-2-2-2-16,0 1 1 16,1-1 0-16,2 3 0 15,-3-4 0-15,0 3 0 16,2-2 1-16,-1 1 0 16,-2 0-2-16,0 1 2 15,-1-1-1-15,2 3 0 16,-3-2 0-16,2 2 1 15,-2-1-2-15,0 1 1 16,0 0 0-16,0 0 1 0,0 0-2 16,1 0 1-16,-1 0 0 15,0 0-1-15,0 0 1 16,0 0-1-16,0 0 0 16,0 0-2-16,3 0-2 15,0 1-3-15,3 5 12 16,-2 2-3-16,5-1 1 15,-3 4-1-15,-1-5 1 16,1 3-1-16,0 0-1 16,1-1 3-16,-1-1-1 15,-2 0-1-15,2 0 1 16,-3-2-1-16,1 1 2 16,2-1-2-16,-5-1 1 15,2-1 0-15,0 1-1 16,-3-3-1-16,0 1 1 15,0-2-2-15,0 0 2 16,0 0-11-16,0 0-14 16,0 0-23-16,0 0-26 15,0 0-76-15,-10 0-191 16,-4-4-379-16</inkml:trace>
  <inkml:trace contextRef="#ctx0" brushRef="#br0" timeOffset="24605.36">19352 2278 73 0,'3'0'40'0,"1"1"9"16,2-1-23 0,0 0 8-16,3 0-6 15,2 0-13-15,-1 0 4 0,2-5 4 16,5-2 6-16,-4 0-9 15,4-1 4-15,0 0 13 16,1 0 12-16,-1-1-17 16,-1-1-2-16,3-1-5 15,-3 0-1-15,3 0-3 16,-3 2-7-16,2-2-5 16,1 3-3-16,-3 0-5 15,1-1 0-15,-2 3-1 16,2-3 0-16,-1 1 1 15,0 0-1-15,0-2 1 16,1 1-1-16,1-2 0 16,-1-1 1-16,0-1 1 15,2-1-1-15,-2 0 8 16,-2-1 3-16,-1-1-6 16,-2 3-2-16,-2-1-1 15,0 2-2-15,-6-3 0 16,2 2-1-16,-6-1-3 15,0 2-17-15,0 0-1 16,0 1 3-16,0-2 3 16,0 0-18-16,0-2 22 15,0-2 8-15,0-2-6 16,2 1-10-16,-1 0 11 16,0-1 6-16,-1 2 2 15,0 0-1-15,0 3 0 16,0-1 0-16,0 2 1 15,0 2-9-15,-4-1 1 16,-2 0 8-16,0 0-1 16,-1-4 3-16,3 4 0 0,0-3 1 15,-1 2 1 1,-1 2 0-16,2-2 0 0,-1 3 8 16,0 1-8-16,1 1 7 15,-2-2 5-15,0 2-2 16,-4 1 0-16,0-1-14 15,-2 2-4-15,-2-1-5 16,1-1 9-16,-3 2 3 16,0-1 7-16,0 0 3 15,3 2-4-15,-1-3-3 16,1 2 9-16,1-2-11 16,-1 3-4-16,3 1 0 15,1 0 1-15,0 0-2 16,1 0 2-16,2 2 1 15,3 1-2-15,0-1 2 16,2 1 9-16,1 0 12 16,0-1-11-16,0 1-1 15,0-2-5-15,0-1-1 16,0 0 1-16,0-2 2 16,0 1-9-16,0-1 3 15,0 1 0-15,0 0-1 16,0-1 1-16,0 2-1 15,0 0 1-15,0 0 0 16,0 0 0-16,0 0-4 16,0 0 2-16,0 1-1 15,0 0 2-15,0 2-1 16,0-1 4-16,0 2-2 16,0 0 1-16,0 0 3 15,0 0 1-15,0 0 1 0,-1 0-3 16,-5 0-5-16,-3 0-14 15,2 0 16 1,-6 6-10-16,0 2 5 0,0 1 1 16,-1 1 3-16,2 1-1 15,-1 0 0-15,3-3 1 16,1 2 1-16,1-2-1 16,2 0-1-16,3-1 0 15,2-2-1-15,-1-1-1 16,2-1-5-16,0-3 4 15,0 0 4-15,0 0 2 16,0 0 2-16,5 0 2 16,0 0-2-16,1 0-2 15,0 0-3-15,-2 0-1 16,5 0 0-16,-2 0 1 16,4 2-1-16,1 4 2 15,2 0 0-15,-2-1 1 16,0-1 1-16,1 0 6 15,-5-3 6-15,1 2 4 16,-2-3 6-16,-3 2-5 16,-1-2-11-16,-1 0-1 15,-1 0-4-15,1 0 0 16,-1 0 0-16,1 0 1 16,-1 0 3-16,-1-6 12 15,0-7-2-15,0-3-2 16,0-1-13-16,0-1 0 15,0-1-1-15,-6-1-1 16,-1 0 3-16,-1-1-3 16,0 3 0-16,1 4-2 0,1 3 3 15,2 1-2 1,0 7 1-16,1 0 0 0,3 2-1 16,-2 1 0-16,2 0-2 15,0 0-3-15,0 0 2 16,0 0-2-16,0 0-1 15,5 0 5-15,6 0 2 16,1 4-1-16,3-1 1 16,6 0 0-16,2-2-4 15,3-1-83-15,-2 0-62 16,-3 0-191-16</inkml:trace>
  <inkml:trace contextRef="#ctx0" brushRef="#br0" timeOffset="27194.7">24960 1637 555 0,'4'0'114'0,"-1"-7"-4"16,2-3 7-16,-2-1-30 15,-1 1-18-15,1 2-24 16,-1 0-2-16,-2 3-4 16,0 1-6-16,0 2-14 15,0 2-9-15,0 0-6 16,-3 0-7-16,-7 2-3 15,-7 12-5-15,-1 5 6 16,-2 3 1-16,3 0 4 16,4-2-1-16,7-3-1 15,3-3-3-15,3-6 1 16,0-3-7-16,3-3 7 16,7-2 5-16,3 0 1 15,-2 0 0-15,3-6-1 16,-3-3 0-16,-2-4-2 15,-3 3-3-15,-4 2-9 16,0 3-8-16,-2 2-1 16,0 2-6-16,0 1 10 15,0 0 6-15,1 0-1 16,5 8-2-16,3 3 12 16,1 2 3-16,6 1 6 0,3-3 12 15,2-1 3-15,2-5 6 16,2-2 10-16,-3-3-4 15,3 0-9-15,3-12-2 16,1-9-3-16,-3-9-9 16,1-7-8-16,-4-6 0 15,0-6 0-15,-8-4-4 16,-5-5-2-16,-4 1-1 16,-5 1-6-16,-1 4-3 15,0 9 1-15,-7 8 7 16,-5 9 2-16,-5 13 1 15,-2 13-1-15,-1 0-4 16,-3 22-4-16,0 12 5 16,2 14 5-16,3 3 0 15,8 5 3-15,3 2 0 16,7-5 2-16,0-4 5 16,12-7 5-16,8-6 7 15,1-8-7-15,3-8 1 16,4-3-6-16,1-9-4 15,1-5 7-15,0-3-1 16,2 0-1-16,-2-14 0 16,-5-3 1-16,-2-4-6 15,-3-2-1-15,-5 1-2 16,-2 2-3-16,-4 2 0 16,-2 5 3-16,-2 4-1 15,0 3 0-15,-5 4 1 16,3 2 0-16,-3 0 1 15,3 8-3-15,0 9 6 0,1 5 11 16,2 3 8-16,1 0 10 16,-1 1 8-1,-2-2-9-15,0-5-6 0,-2-3-7 16,1-3-11-16,-3-3 0 16,0-2-4-16,0-4-2 15,-5-3-1-15,-9-1 3 16,-3 0-9-16,-5 0-30 15,2 0-20-15,-2-7-42 16,6-3-94-16,5-1-124 16,5-4-112-16</inkml:trace>
  <inkml:trace contextRef="#ctx0" brushRef="#br0" timeOffset="27557.7">25738 1552 505 0,'0'0'58'0,"0"0"28"15,0 0 16-15,0 0-25 16,-4 51-27-16,-3-30-12 16,4-1-13-16,3-2 4 15,0-3 13-15,9-4 11 16,10-1 1-16,7-6 7 15,4 0-21-15,0-4-15 16,1 0-4-16,-7 0-8 16,-5 0-4-16,-6-3 6 15,-4-2 16-15,-9-6 11 0,0-2-6 16,-3-2-16-16,-16-2-9 16,-6 0-10-16,-9 1-15 15,-4 2-20-15,-2 6-20 16,-2 4-29-16,0 4-60 15,1 0-72-15,5 0-94 16,3 2-275-16</inkml:trace>
  <inkml:trace contextRef="#ctx0" brushRef="#br0" timeOffset="29742.74">27294 1610 565 0,'0'0'106'0,"0"0"30"16,0-1-3-16,3-7-40 15,0-6-38-15,7-2-12 16,-3-6-22-16,6-1 4 16,3-2-8-16,0-1-1 15,3 0-2-15,-5 4-11 16,-2 5 0-16,-2 5 3 15,-4 3 0-15,-2 5-3 16,-3 4 0-16,1 0 0 16,1 13-4-16,1 6 0 0,2 6 8 15,1 6 2 1,6 0-2-16,0 3 2 16,7-1 3-16,3-3 2 0,5-2 13 15,2-2 2 1,6-4-7-16,-1-1-5 0,-1-8-7 15,0 1-2-15,-4-4-2 16,-4-2-4-16,-7 0-1 16,-2-4-2-16,-5-1-18 15,-4-2-29-15,-2-1-28 16,-6 0-62-16,0-3-85 16,0-11-208-16</inkml:trace>
  <inkml:trace contextRef="#ctx0" brushRef="#br0" timeOffset="30005.7">27674 1446 903 0,'0'0'90'0,"0"0"52"15,-87 103-58-15,55-58-28 16,2-4-18-16,1-2-17 16,2-3-6-16,5-8-9 15,3-4-5-15,5-3-6 16,5-6-40-16,3-5-43 16,3-6-82-16,2-4-128 15,1 0-258-15</inkml:trace>
  <inkml:trace contextRef="#ctx0" brushRef="#br0" timeOffset="30558.15">27789 1272 534 0,'0'0'96'15,"0"0"14"-15,0 0-21 16,0 0-17-16,0 0-3 15,0 0-11-15,0 0-21 16,2 0 2-16,5 0 19 16,3 0-2-16,5 0-17 15,2 0-6-15,4 0-9 0,0 0-17 16,2-1-3 0,0-2-1-16,-5 0-2 0,-4-1-1 15,-4 2-11-15,-4-1-13 16,-6 2-18-16,0-2-29 15,0 0-57-15,-5-1-114 16,-6 1-91-16</inkml:trace>
  <inkml:trace contextRef="#ctx0" brushRef="#br0" timeOffset="33112.26">27880 1281 248 0,'0'-1'104'16,"0"0"-28"-16,0 0 1 16,0-1-6-16,0 2-17 15,0-1-16-15,0 1-13 16,0 0-4-16,0 0 6 16,0 0 4-16,0 0-1 15,0 0 1-15,0 0 6 16,0 0 9-16,0 0 4 15,0 0-4-15,0 0-8 16,0-1-3-16,0 1-9 16,0 0-11-16,0 0-1 15,0 0-4-15,0 0-4 16,0 0-2-16,0 0-1 16,0 0-3-16,0 0 1 15,0 0-1-15,0 0 1 16,0 0-1-16,0 0 0 15,0 0 1-15,0 0-1 16,0 0 0-16,0 0-1 16,0 0-6-16,0 0-16 15,0 0-19-15,0-2-54 16,0 1-112-16,0-1-39 0,0 1-49 16</inkml:trace>
  <inkml:trace contextRef="#ctx0" brushRef="#br0" timeOffset="34155.62">28113 1151 513 0,'0'0'111'0,"0"0"-6"15,0 0-30-15,13 18 33 16,-2-2 6-16,-1 1-25 16,2 2-13-16,1 1-18 15,-4-2-20-15,0-1-13 16,-1-2-2-16,-4-3-6 16,-1-4-3-16,0 0-5 15,-1-4-5-15,-2-2-2 16,0-1-1-16,0-1 1 0,0 0-2 15,1 0 3 1,-1 0 1-16,3-6-3 0,0-5-6 16,0-4-1-16,4-4 2 15,-4 0-7-15,3 1-3 16,-2 1 0-16,2 2 6 16,-2 5-3-16,3 1 7 15,-1 3 3-15,-3 3-1 16,3 3 0-16,0 0-1 15,-2 0-1-15,4 3 3 16,0 7 12-16,2 1 4 16,-1 3 0-16,-1 1-7 15,1-1 0-15,0 1-5 16,-1-1 1-16,-1-1-4 16,1-2 0-16,2-2-14 15,0-2-52-15,1-1-73 16,0-5-97-16,0-1-249 15</inkml:trace>
  <inkml:trace contextRef="#ctx0" brushRef="#br0" timeOffset="36258.69">28624 1734 492 0,'19'0'185'0,"4"0"-22"16,6 0-20-16,1 0-41 15,-1 0-28-15,0 0-29 16,-4 0-18-16,-4 0-14 16,-2 0-9-16,-9 0-2 15,-4 0-1-15,0 0-8 16,-6-1-42-16,0-2-52 16,0-1-45-16,-9-3-77 15,-6-1-306-15</inkml:trace>
  <inkml:trace contextRef="#ctx0" brushRef="#br0" timeOffset="36456.83">28689 1585 772 0,'0'0'66'0,"0"0"68"16,0 0-12-16,0 0-51 15,87-9-43-15,-64 8-24 16,3-2-5-16,0 2-45 16,-2-3-96-16,-3-2-100 15,-1-3-274-15</inkml:trace>
  <inkml:trace contextRef="#ctx0" brushRef="#br0" timeOffset="38176.96">29732 1269 777 0,'0'0'40'16,"0"0"20"-16,4 38 60 15,-3-10-29-15,1 2-38 16,2 1-15-16,-1 2 1 16,0-3-17-16,0-2-11 15,0-2-8-15,-3-4-2 16,0-1-27-16,0-6-67 15,0-3-105-15,-3-3-128 16,-7-2-278-16</inkml:trace>
  <inkml:trace contextRef="#ctx0" brushRef="#br0" timeOffset="38506.54">29332 1748 653 0,'0'0'66'0,"0"0"21"16,0 0 50-16,94 1 28 15,-35-1-52-15,11 0-43 16,10 0-14-16,7 0-14 15,4 0-6-15,0 0-6 16,-6 0-17-16,-8 0-8 16,-14 0-2-16,-8 0-1 15,-16 0-6-15,-10 0-21 16,-9 0-44-16,-11 0-61 16,-8 0-93-16,-1 0-165 15</inkml:trace>
  <inkml:trace contextRef="#ctx0" brushRef="#br0" timeOffset="39633.06">28367 1575 7 0,'0'0'28'0,"0"0"7"15,0 0 5-15,-7 0 29 16,7 0-29-16,0 0-21 15,0 0 41-15,0 0-37 16,0 0 38-16,10 6 8 16,1 4-21-16,1 5 23 15,1 2-22-15,3 4 37 16,-3 4-43-16,0 0-10 16,-1 0-5-16,-4 2-15 15,-1-3-10-15,-4 2 0 16,-3-2-2-16,0 2 0 15,0 0-1-15,-11-1-5 0,-5 1 1 16,-6-3-4-16,2 0 4 16,1-4 2-16,2-1-3 15,4-1-3-15,4-6-3 16,2 1-18-16,6-7-41 16,1-1-53-16,0-4-61 15,8 0-28-15</inkml:trace>
  <inkml:trace contextRef="#ctx0" brushRef="#br0" timeOffset="40304.39">27222 1967 359 0,'0'0'49'15,"0"0"39"-15,0 0 30 16,114-8-20-16,-66 4-26 15,5 4-11-15,8 0-21 16,2-3-15-16,1 2-8 16,-5 1-7-16,-3 0-6 15,-8 0-2-15,-6 0-2 16,-9 0 0-16,-11 0 0 16,-8 0-8-16,-5 0-15 15,-6 0-24-15,-3 0-11 16,0 0 12-16,-3 1-1 15,-10 2-78-15,-3-2-54 16,0 2-22-16</inkml:trace>
  <inkml:trace contextRef="#ctx0" brushRef="#br0" timeOffset="40593.25">27584 2085 439 0,'0'0'106'16,"0"0"74"-16,0 0-53 16,0 0-26-16,41 90-7 15,-38-62-37-15,0 4 17 16,-2-1-44-16,0-1-19 15,1-3-5-15,-2-7-4 16,0-3-1-16,0-3-11 16,1-7-79-16,1-5-72 15,-1-2-58-15,2 0-186 16</inkml:trace>
  <inkml:trace contextRef="#ctx0" brushRef="#br0" timeOffset="42066.6">29609 2033 633 0,'0'0'99'16,"0"0"-1"-16,0 0 8 16,0 0-32-16,4 4-5 15,8 5 12-15,3 6-13 16,5 3-3-16,1 1-8 15,1 4-16-15,3 1 0 16,-1-1-22-16,1 1-6 16,-2-2 0-16,-3 0-5 15,0-3-3-15,-4-1-1 16,0-3-2-16,-4-3-1 16,-4-2-1-16,-2-3-2 15,-2-1-11-15,-1-2-7 16,-3-2-22-16,0-2-20 15,0 0-23-15,0 0-31 16,0 0-14-16,0-12-121 16,0-2-83-16</inkml:trace>
  <inkml:trace contextRef="#ctx0" brushRef="#br0" timeOffset="42298.15">29912 2049 566 0,'0'0'83'0,"0"0"33"15,0 0-3-15,-95 65 6 16,63-36-43-16,-1 1-34 16,3 0-20-16,4-3-16 15,4-2-5-15,2-5-17 16,7-4-48-16,6-5-63 15,4-6-44-15,3-5-125 16</inkml:trace>
  <inkml:trace contextRef="#ctx0" brushRef="#br0" timeOffset="43062.84">30102 1955 560 0,'0'0'69'16,"0"0"62"-16,0 0-21 15,0 0 4-15,0 0-11 16,8 55-30-16,-5-42-13 16,0-3-9-16,0-1-10 15,-2-5-16-15,1 1-10 16,-1-3-8-16,2-2-4 16,0 0 0-16,2 0 3 15,3 0 17-15,-1-11-12 16,5-2-9-16,1-3 1 15,-2 1-4-15,2-2 0 16,-4 3-1-16,-2 6 1 16,-2-2 1-16,-2 7-3 15,-1 1 4-15,2 2-3 16,-1 0-2-16,3 0-6 0,2 8 10 16,-1 5 2-16,4 0-1 15,-1 3 1 1,-1-4 0-16,4-1-2 0,-3-1-4 15,2-4-63-15,-1-5-94 16,-2-1-135-16,-3 0-315 16</inkml:trace>
  <inkml:trace contextRef="#ctx0" brushRef="#br0" timeOffset="44094.02">28325 1962 607 0,'0'0'128'0,"0"0"-32"0,0 0-29 16,0 12 5-16,-6 1-7 15,-5 4 6-15,-2 2-39 16,0 0-11-16,1 1 6 16,2-4-5-16,2-2-11 15,2-2-5-15,3-4-3 16,3 0-1-16,0-2-2 16,0-2 0-16,10 0 5 15,10-1 14-15,3-1 3 16,3 0-9-16,-1-2-10 15,1 0-3-15,-3 0-2 16,-6 0-45-16,-2 0-65 16,-5 1-90-16,-5 0-59 15,-3 1-127-15</inkml:trace>
  <inkml:trace contextRef="#ctx0" brushRef="#br0" timeOffset="60570.88">13393 5460 338 0,'0'0'93'0,"0"-1"9"16,0 1-14 0,0 0-11-16,0 0-23 15,0 0-13-15,0 0 14 0,0 0-36 16,0 0-3-16,0 0 2 16,2 0-1-16,-1 0 8 15,1 0 15-15,1 4-3 16,-1 1-4-16,0 3-20 15,-1-1-1-15,2 1 9 16,-1 0-12-16,2-1-6 16,-3 0 1-16,2-1-3 15,2 2 2-15,-3-1-1 16,1-1 10-16,0 1-4 16,2-1-5-16,-1 0-1 15,2 2 0-15,-4-5 0 16,4 4 1-16,-1-2-1 15,-2-1-1-15,3-1-1 16,-2-1 0-16,1 0 1 16,1 0 0-16,2 1 0 15,-1-2-1-15,1 1 3 16,2-2-1-16,-1 0 3 16,5 0 6-16,-3 0-2 15,0 0-2-15,4 0-2 16,-1 0 1-16,2 0-1 15,2 0-2-15,-3-2-1 16,5-2 0-16,-1-2 5 16,0 3 0-16,-1-4-3 15,-1 2-1-15,-3 1-1 16,2 1-2-16,-1-1 1 16,-1 0 0-16,0 0 0 0,2 0 3 15,-1 0 0 1,0 0-1-16,-3 3-3 15,1-3 1-15,-3 4-1 0,-1 0 0 16,1 0 1-16,-1 0-2 16,-2 0 2-16,0 0-1 15,2 0 0-15,-2 0 0 16,0 4 1-16,3-3-1 16,-1 2 1-16,1 1 0 15,-1-3 1-15,2 1-1 16,-1 2 2-16,1 0-2 15,1-2 1-15,0-2-1 16,0 4 0-16,1-4 3 16,-2 0 1-16,1 0 2 15,-4 3 0-15,-2-3-2 16,-1 1-3-16,-2 2 1 16,-2-3-3-16,0 1 2 15,-1 1-1-15,0-2 4 16,0 0-1-16,0 1-2 15,2-1-2-15,-2 0 1 16,0 0 0-16,0 0 3 16,0 0-2-16,2 0 1 15,0 0-1-15,1 0 4 16,0 0 1-16,1 0 0 16,1-4-2-16,-1 0-3 15,0 1 0-15,2-1-2 16,0-2-1-16,1 4 1 15,0-1 0-15,6-1-1 16,-1-1 2-16,5 0-2 16,0-1 2-16,3-1-2 15,0 0 2-15,-2 3-2 0,-2 0 2 16,-2 1-1-16,-2 1-1 16,-1 0 1-16,0 2 0 15,0-1-1-15,4 1 1 16,-1-1-1-16,3-1 0 15,3-1 0-15,-2 2-2 16,1-3-1-16,-3 0 0 16,1 1-1-16,-5 2 5 15,-1 0-2-15,-4-1 2 16,1 2-1-16,-1 0 0 16,1 0 1-16,0 0 0 15,0 0 0-15,3 0 0 16,1 0 0-16,2 0 0 15,-2 0 0-15,3 0 0 16,1 0-1-16,1 0 1 16,0 0 0-16,2-1 0 15,1-2 0-15,1-1 1 16,-4 2-1-16,2 0 0 16,-5-1-1-16,2 2 1 15,-3-2 0-15,0 2 0 16,-3-2 0-16,0 2 0 15,0-1 0-15,1-1 1 16,-4 2-1-16,3-2 0 16,0 2 0-16,-1-2 0 0,1 2 0 15,0 0 0 1,1-1-1-16,-1 1 2 0,1 0-2 16,-1-1 2-1,3 2-1-15,-5-3 0 0,3 2 0 16,1-1 0-16,0 1 0 15,2-3 0 1,-1 1 1-16,1 2 0 0,-3-3 0 16,-1 2 0-16,-2-3 2 15,-2 4 1-15,-1-2 0 16,-2 2 3-16,0-1 4 16,-2 0 5-16,1 2 0 15,-1-3 0-15,-1 2-5 16,1-3-1-16,2 0 0 15,-1-2-2-15,-1 2-4 16,1-1-3-16,-2 1 1 16,0-1-1-16,0 0 0 15,0 0-1-15,0 1 2 16,0-1-2-16,0 2 1 16,0 1-1-16,0-1 1 15,0 0-1-15,0 2 1 16,0 0-3-16,0-2-8 15,-6 1-46-15,-4 2-56 16,-6-4-92-16,-2 2-144 16,-5 2-389-16</inkml:trace>
  <inkml:trace contextRef="#ctx0" brushRef="#br0" timeOffset="61687.67">13929 5891 521 0,'10'0'115'0,"-3"0"36"16,-1 0-43-16,2 0-29 0,-6 0-6 15,1 0-19-15,0 0-17 16,-2 0 5-16,-1-3 4 15,0-3-8 1,0-3-23-16,0-1-7 0,-5-3-3 16,-5 1-4-16,-4 2-1 15,-1 1-5-15,-3 4-3 16,-2 5-3-16,-1 0-1 16,-4 1-2-16,5 15 11 15,0 0 1-15,0 4 0 16,6-1-1-16,6-4 1 15,5-2 1-15,3-2-3 16,0-4 3-16,0-2 1 16,13 0 0-16,2-2 2 15,3-3-2-15,2 0 0 16,-1 0-1-16,0 0 1 16,-1-4 0-16,-2-4 1 15,-3-4-1-15,-3 5 1 16,-1-2-1-16,-1 0 1 15,-2 2 0-15,-3 1-1 16,2 5 4-16,-1 1 1 16,2 0-2-16,1 0-3 15,2 0 4-15,1 13 11 16,0 6 2-16,4 3-2 16,-2 3 4-16,1 6 6 15,-1-2-1-15,-1 3 0 16,1-2 5-16,-5-2-5 15,0-1 2-15,-4-2-4 16,-3-6 1-16,0-1 1 16,0-3-2-16,0-1-5 0,-9-5-1 15,-5 3-3-15,-8-6-4 16,-4-1-4-16,-3-2-3 16,-2-3-7-16,0 0-15 15,2 0-22-15,7-8-18 16,2-4-32-16,8-3-28 15,4-4-55-15,8-5-85 16,0 1-103-16</inkml:trace>
  <inkml:trace contextRef="#ctx0" brushRef="#br0" timeOffset="62256.99">14254 5970 824 0,'0'0'139'0,"0"0"-3"15,0 0-64-15,78 0-9 16,-61 0-25-16,-3 1-24 16,-8 1-8-16,-1-2-5 15,-4 0 0-15,-1 0-8 16,0 0-19-16,0 0-35 16,-12 0-105-16,-5 0-157 15,-4-2-181-15</inkml:trace>
  <inkml:trace contextRef="#ctx0" brushRef="#br0" timeOffset="62421.14">14254 5970 792 0,'-38'-101'90'16,"53"99"59"-16,5-2-57 15,3 4-40-15,2 0-40 16,2-4-10-16,1 2-45 15,-2-5-130-15,-3-3-175 16</inkml:trace>
  <inkml:trace contextRef="#ctx0" brushRef="#br0" timeOffset="63404.96">14544 5780 589 0,'0'0'143'16,"0"0"-23"-16,0 0-26 15,0 0-21-15,32-20-6 16,-10 16-11-16,-1-1-11 16,0 4-13-16,-1 1-16 15,-3 0-11-15,-7 0-4 16,-2 1-1-16,-8 11-18 15,0 1-4-15,0 3-6 16,-2 2 0-16,-5 0 9 16,2 1 18-16,4 1-1 15,1-5-5-15,0 2 2 16,4 1 4-16,11-2 0 16,1 1 2-16,1-3 1 15,0 3 1-15,-1-1 4 16,-1-2 15-16,-8-4 17 15,-4 0 10-15,-3-2 0 0,0-1-1 16,-3-2-7-16,-13 0-11 16,-4-1-12-16,-3 0-13 15,-5 0-3-15,4-3-5 16,1 0-18-16,0-1-13 16,4 0-33-16,6 0-42 15,5 0-79-15,6-9-133 16,2-5-273-16</inkml:trace>
  <inkml:trace contextRef="#ctx0" brushRef="#br0" timeOffset="63707.29">14930 5842 768 0,'0'0'93'16,"0"0"54"-16,0 0-34 15,49 75-17-15,-24-55-22 16,1 2-16-16,2-3-19 16,1-1-6-16,-1-2-7 15,-5-1-11-15,-4-3-9 16,-1-2-4-16,-6-3-1 15,-3 0-6-15,-2-2-14 0,-4-4-37 16,-3 0-43-16,0-1-46 16,0 0-62-1,0 0-104-15</inkml:trace>
  <inkml:trace contextRef="#ctx0" brushRef="#br0" timeOffset="63929.04">15138 5870 710 0,'0'0'84'0,"0"0"72"16,-84 80-40-16,57-51-42 16,-1 0-39-16,5-3-23 15,6-3-10-15,1-5-5 16,4-4-39-16,6-4-70 15,1-6-91-15,2-4-70 16,3 0-192-16</inkml:trace>
  <inkml:trace contextRef="#ctx0" brushRef="#br0" timeOffset="64289.9">15220 5602 945 0,'0'0'62'0,"0"0"55"15,0 0-59-15,0 0-9 16,0 0-12-16,23 72-12 0,-23-47 4 15,0 0-8-15,0-2-7 16,-1-2-6-16,1-2-2 16,0-4-3-16,0-3 0 15,4-2-2-15,9-3 3 16,6-4 1-16,3-3 1 16,-2 0-1-16,3 0-9 15,0-2-28-15,-1-6-83 16,-6-2-109-16,-4 2-153 15</inkml:trace>
  <inkml:trace contextRef="#ctx0" brushRef="#br0" timeOffset="64547.35">15635 5859 894 0,'0'0'92'0,"0"0"75"15,0 0-81-15,10 79-36 16,-4-58-23-16,-3-2-20 16,-2-1-4-16,1-3-2 15,-2-2-17-15,0-2-46 16,0-3-43-16,-8-2-91 0,-6-4-95 15,-2-2-145 1</inkml:trace>
  <inkml:trace contextRef="#ctx0" brushRef="#br0" timeOffset="64728.42">15561 5956 835 0,'0'0'122'0,"0"0"74"0,0 0-90 15,93-12-34-15,-69 12-32 16,-4 0-29-16,-4 0-8 16,-3 0-15-16,-1 0-47 15,-5 0-58-15,-3-7-107 16,3-1-142-16</inkml:trace>
  <inkml:trace contextRef="#ctx0" brushRef="#br0" timeOffset="64973.11">15921 5799 997 0,'0'0'144'0,"0"0"-27"15,16 83-23-15,-9-52-32 16,-1-3-19-16,-1 1-17 15,0-4-13-15,-2-4-9 16,-3-3-3-16,0-3-15 16,0-1-41-16,0-7-47 0,-9-2-94 15,-1-5-161 1,-6 0-362-16</inkml:trace>
  <inkml:trace contextRef="#ctx0" brushRef="#br0" timeOffset="65602.67">15115 5688 602 0,'0'0'163'0,"0"0"-23"0,0 0-22 15,0 0-25-15,6-5-25 16,-2-1-20-16,2-2-13 15,4-1-13-15,-5 1-14 16,3 1-6-16,1-1-5 16,2 4-30-16,1-4-76 15,3 4-79-15,1-2-81 16,3-3-198-16</inkml:trace>
  <inkml:trace contextRef="#ctx0" brushRef="#br0" timeOffset="70480.97">10337 12953 325 0,'-7'0'89'0,"4"0"40"15,3 0-9-15,0 0-26 16,2-6-12-16,18-6-37 16,10-5 12-16,14-8 5 15,12-2 0-15,10-6-14 16,14-1-18-16,6-3-15 0,5-1 1 16,2 1-8-16,1-1-5 15,1 1-1-15,-3 1-1 16,-5 6-1-16,-12 2 1 15,-10 6-1-15,-16 5 1 16,-17 3-1-16,-12 8-1 16,-13 5-10-16,-7 1-22 15,-9 0 2-15,-16 15 20 16,-9 4-30-16,-10 4-17 16,-7 3-31-16,-1 5-19 15,-7 4 18-15,-3 3-3 16,-6 4 38-16,-7 7-16 15,-6 6 30-15,-6 3-5 16,-2 1 39-16,-2-1 10 16,3-6 41-16,11-4 34 15,10-10 4-15,20-12-15 16,21-10-19-16,22-10 10 16,13-6 16-16,44-21-46 15,24-16 38-15,23-14 11 16,20-10-11-16,9-1-20 15,4-2-24-15,-5 4-8 16,-9 10-6-16,-18 9-4 16,-17 11-3-16,-21 6 0 15,-21 12-1-15,-16 6-1 16,-19 6-12-16,-7 0-29 16,-21 18 21-16,-17 9 5 15,-12 6-19-15,-11 5 3 16,-7 4-11-16,-3 6-8 15,-4 2 20-15,4 2 1 16,2-2 0-16,10-4 23 16,13-6 7-16,18-12 1 15,21-11-1-15,8-12-2 0,43-5-7 16,25-16 9-16,20-16 0 16,16-13 0-16,7-7 0 15,1 2-2-15,-3 1-4 16,-17 7 3-16,-14 9 5 15,-22 13-2-15,-18 9 1 16,-24 11-1-16,-15 5-4 16,-19 21 13-16,-20 12-7 15,-12 9-2-15,-8 3 1 16,4-2 0-16,9-3 0 16,13-8 1-16,18-11 0 15,15-8 4-15,15-13 0 16,35-5 14-16,18 0-9 15,10-10-5-15,5-3 2 16,-3 1 30-16,-9 2-11 16,-14 5-18-16,-17 2-5 15,-12 3-4-15,-14 0-1 16,-10-1-107-16,-4-5-260 16</inkml:trace>
  <inkml:trace contextRef="#ctx0" brushRef="#br0" timeOffset="76169.85">10509 9128 445 0,'0'0'35'0,"0"0"45"16,-4-2-4-16,1-2-4 16,-1 0-22-16,-2-3-29 15,-4 3 1-15,1 0 3 16,-4 0-4-16,0 0-7 15,-2 2 1-15,0 0-8 16,0 2 3-16,-3 0-1 16,0 0 6-16,-2 0 0 15,-2 4-6-15,2 7 0 16,3 1-7-16,0 5 2 16,5 1-1-16,3 3-3 15,3 6 0-15,1 5 4 16,3 6 2-16,2 3 4 15,0 6 6-15,0 3 1 16,0 2 11-16,0 0 6 16,2-4-1-16,6 3-6 0,-1-4-4 15,1 1-1-15,-1-2-1 16,1-2-5-16,-2 3-4 16,0 2 4-16,0 0 3 15,-3 0 2-15,0-1 15 16,1 1 12-16,-4-4-37 15,3-6-6-15,-3-4 3 16,3-3 1-16,-2-7-3 16,1-3-1-16,-1-5 0 15,-1-6-2-15,2-3 2 16,-1-4-3-16,1-1 0 16,-2-2-1-16,2-1 2 15,1 0 9-15,3 0 7 16,1 0-5-16,-1 0 4 15,1 0 1-15,2 0-7 16,1 0-5-16,0 0-3 16,2 0-1-16,4 0 1 15,1 0 1-15,5 0 1 16,2 0-2-16,1 0-1 16,2-4-2-16,2 0-1 15,1 0-13-15,2-1-36 16,3-1-32-16,-2-6-84 15,2 4-180-15,-2-5-343 16</inkml:trace>
  <inkml:trace contextRef="#ctx0" brushRef="#br0" timeOffset="78222.8">13845 8949 242 0,'0'0'36'0,"0"0"35"15,-5 0-13-15,3 0-6 16,2 0 6-16,-1 0 17 16,1 0 19-16,0 0-6 15,0 0-9-15,0 0 3 16,0 0-11-16,0 0-10 15,0 0-15-15,0 0-13 16,0 0-9-16,0 0-8 16,0 0-7-16,0 0-3 15,0 0-1-15,10 0 8 16,1 0 4-16,3-3 4 16,6 1-2-16,-3 0-7 15,2 1-1-15,2 1 1 16,1 0-1-16,0 0-2 15,-1 0-1-15,2 0-2 16,-4 0-3-16,1 0-2 16,-1 1 1-16,-6 2-1 15,1-3 0-15,-2 1 1 16,-3 1 1-16,-2-1 5 16,0 2-2-16,-2-1-2 15,-1 2 2-15,0-1 2 16,-1 4-2-16,-3 3 1 15,2 1 2-15,-1 4-2 16,-1 1-2-16,0 5-2 16,0 1-1-16,0 2 1 15,0 3 0-15,0 1 0 16,-3 4 0-16,-1 0 0 16,-1 3 1-16,0 1 0 15,3-3 3-15,-1 3-2 16,2 0 2-16,1-1-1 15,0-1-2-15,0 1-2 0,-3 1 1 16,3-2-1-16,0 3-1 16,0-2-2-16,0 1 3 15,0-1 7-15,0-2 8 16,0 0-14-16,4-6 0 16,1-1 0-16,-2-3-1 15,1-4 0-15,-1-2-1 16,-2-3 0-16,1 0-1 15,-2-1 2-15,0-3-2 16,0 1 2-16,0-1 1 16,0-1 2-16,0-3 3 15,0-2-6-15,0 0 0 16,0-2-1-16,0 0 0 16,1 0-1-16,-1 2 1 15,0 0 0-15,2 0-1 16,-1 1 0-16,1 3 1 15,1 2-1-15,-1-1 2 16,0 4 0-16,2 1-1 16,-1-2 1-16,1 5-1 15,1-1 3-15,1 0 11 16,-2 0-12-16,3-1-1 16,-1 0 0-16,-2 1 1 15,0 1-1-15,-1-3-1 16,0-1 0-16,0-1 0 15,-1-1 0-15,2 0-1 16,-4-2 1-16,3-1 0 16,-2-3-1-16,0-1 0 15,-1-2 0-15,0-2 0 16,2 0 0-16,-2 0 1 0,0 0 2 16,0 0-1-1,0 0 3-15,0 0 4 0,0 0 7 16,0 0-2-16,0 0 3 15,0 0-1-15,0 0-4 16,0 0-4-16,-3-3 2 16,-10 0 3-16,0-1-3 15,-7 4-1-15,-4-1-4 16,0 1-3-16,-2 0 0 16,2 0 0-16,1 0 1 15,2 0-2-15,3 0-2 16,-2 0-9-16,1 0-14 15,0-3-14-15,1 1-13 16,1-2-14-16,5 1-18 16,0-2-20-16,4-3-72 15,5-3-114-15,3-8-141 16</inkml:trace>
  <inkml:trace contextRef="#ctx0" brushRef="#br0" timeOffset="78778.32">14468 9064 672 0,'0'0'126'0,"0"0"53"16,-6 0-50-16,6 0-21 15,1 0-23-15,14-7-17 16,6-7-1-16,8-5-11 16,8-4-7-16,2-3-14 15,7-4-4-15,-1 0-10 16,-2 0-12-16,-4 2-6 16,-5 2-5-16,-5 5-29 15,-6 4-34-15,-9 8-46 16,-13 4-140-16,-1 5-306 15</inkml:trace>
  <inkml:trace contextRef="#ctx0" brushRef="#br0" timeOffset="83617.27">10922 10142 352 0,'0'-2'35'0,"0"-1"17"15,0-1-5-15,2-2-18 16,3 2-8-16,3-2 3 15,0 0 7-15,2 1 6 16,-2 2 1-16,-1 0-5 0,-3 3-13 16,3 0 2-1,-4 0-4-15,-1 0-17 0,1 0 7 16,-1 0-3-16,0 0-4 16,1 3 2-16,1 0-3 15,-1 0 0-15,2-2 2 16,0 0 0-16,2 1 0 15,-1-1-4-15,3-1 4 16,2 0-2-16,1 0 1 16,1 0 0-16,0 0-1 15,3-5-6-15,-2 0-4 16,-1 1-2-16,0 1-2 16,-4 2 8-16,0 1 0 15,-2 0 1-15,0 0-5 16,0 0 9-16,-1 1 2 15,1 3-1-15,3 4 1 16,-1-3 1-16,1-1-1 16,0 0 0-16,-1-1 0 15,3-3 3-15,-1 0 0 16,-2 0 2-16,0 0 3 16,0 0-2-16,-1 0-1 15,-1-2-5-15,-1 0 0 16,0-2-1-16,-1 0 0 15,-2 1 1-15,0 0 0 16,1 0 0-16,2 0-2 16,0-1 1-16,1 1 0 15,3-1 0-15,0-2-1 16,5 2-1-16,-5 0 0 16,2 2 2-16,-1 1-1 15,-1-1 1-15,-2 2-2 16,-2 0 1-16,0 0 1 0,0 0 0 15,0 0 0 1,-2 0 0-16,2 0-1 16,1 0 3-16,0 0 0 0,2 0-1 15,1 0 0-15,0 0 0 16,1 0-1-16,1 0-1 16,-3 0 1-16,1 0 0 15,0 0 0-15,0 0-1 16,-1 0-2-16,-1 0 1 15,1 0-1-15,-1 3-8 16,-1 0-4-16,0 1-4 16,0 0 6-16,2-1 7 15,-2-1 4-15,5-2 0 16,-1 0 1-16,2 0 3 16,3 0-2-16,0-2 0 15,1-5 0-15,-3 0-1 16,0 2-4-16,-4-1 0 15,-3 4-6-15,-1-1-1 16,-3 2 7-16,0 1 3 16,-2 0 0-16,2 0 2 15,-3 0-1-15,3 0-3 16,1 0-1-16,-1 0-8 16,0 0 11-16,3 0 1 15,1 2 2-15,0 0-1 16,2 2 0-16,2-4 0 0,0 0 1 15,0 3-1 1,1-3 0-16,-1 0 0 16,0 0 1-16,-2 0-1 0,0 0 0 15,-3 0-1 1,-2 0 1-16,2 0 0 0,-3 0-1 16,1 0 1-16,1 1 0 15,2 3 0-15,0-1 1 16,3 1-1-16,3-2 0 15,1 1 1-15,3-2-1 16,0 1 1-16,0-2-1 16,3 0 0-16,-4 0 0 15,3 0 0-15,-3 0 0 16,-3 0 0-16,-3 0 0 16,1 0-1-16,-5 0 2 15,-1 0-1-15,-2 0-1 16,0 0 1-16,-2 0-1 15,3 0 2-15,0 0-1 16,1 0 2-16,1 0-1 16,-1 0 1-16,3 0-2 15,-1 0 2-15,0-3-1 16,0-1 3-16,1 1 1 16,-1 1 0-16,1 0-2 15,1 0-1-15,-2 1 0 16,3-1-3-16,-1 2 2 15,0 0-1-15,-2 0-1 16,0 0 1-16,2 0 1 16,-3 0-1-16,0 0 0 15,-1 0 0-15,2 0 0 16,-1 0 1-16,0 0 8 16,4 0-1-16,0-4-3 15,0 2-4-15,1-2 0 16,1 2 0-16,-1-2-2 0,1 2 2 15,-3 1-2 1,1 1 1-16,2 0 0 0,-1 0 0 16,1 0 0-16,4 0 1 15,0 0 0-15,1 0-2 16,1 0 2-16,2 0-1 16,-2 0 0-16,1 1 0 15,-2 1 0-15,-3-1 0 16,1 0 0-16,-3 1 0 15,1-2 0-15,-2 0 2 16,0 0 0-16,0 0 6 16,-2 0-5-16,0 0-2 15,0 0 0-15,0-3-1 16,-3 0 0-16,1 2 0 16,2 1 1-16,-2 0 0 15,0 0-1-15,4 0 0 16,0 0 1-16,1 0-2 15,0 0 2-15,0 0 0 16,0 0-2-16,-1 0 2 16,-1 0-1-16,1 0 4 15,-2 0-3-15,-1 0 2 16,1 0 11-16,-1 0 0 16,2 0-8-16,2 0 2 15,-1-4-2-15,1-2-2 16,-3 1 2-16,-1 3-4 15,-1 0 0-15,-4 2 1 16,0 0 4-16,0 0-4 16,-1 0 0-16,1 0-1 15,-2 0-6-15,0 0-5 16,1 2-26-16,-2 1-51 0,0 0-70 16,0 0-98-16</inkml:trace>
  <inkml:trace contextRef="#ctx0" brushRef="#br0" timeOffset="87660.93">9172 11771 344 0,'0'0'38'16,"0"0"18"-16,0 0-17 15,0 0 0-15,1 0-21 16,8-4-1-16,4-1-13 16,1-2-3-16,3 3-1 15,1-1 1-15,1 2-1 16,-3-1 1-16,2 0 0 16,-1 4-1-16,-2 0 0 15,0 0-2-15,1 0 2 16,-2 1 0-16,-1 6 0 15,0 1 0-15,-2 0-1 16,1 1 1-16,-2-5-1 16,5 0 1-16,-1-4 0 15,6 0-2-15,2 0 1 16,0 0 1-16,1 0 1 16,-2-4 1-16,-2 1-2 15,-3 2 0-15,-4 1-3 16,-1 0 3-16,-2 0-1 15,-2 0 0-15,2 0-3 16,2 0-17-16,-1 0-2 0,8 0 15 16,1 0-20-1,5 0-7-15,1-5 28 16,2 0 0-16,2-2-22 0,-2 2-9 16,-2 2-3-16,-2 3 28 15,-1 0 7-15,-2 0-18 16,-4 0 2-16,2 0 15 15,-1 0 6-15,-2 0 7 16,1 0 6-16,3 0-4 16,-1 3-6-16,2-3-2 15,1 0 0-15,4 0 0 16,-1 0 1-16,2 0-4 16,0-3-22-16,0 0-4 15,0 2 7-15,-4-2-2 16,-2 3 0-16,0 0-58 15</inkml:trace>
  <inkml:trace contextRef="#ctx0" brushRef="#br0" timeOffset="88823.15">10869 11724 204 0,'0'0'26'0,"0"0"5"15,0 0-20-15,78 0-10 0,-54 0 1 16,1 0-2-16,-1 0-14 15,2 0-5-15,-1 2 17 16,3-2-13-16,-1 0 12 16,5 0 4-16,0 0 0 15,-1 0 1-15,1-6 6 16,0 2-7-16,0 0-3 16,-3 0-3-16,-2 1 5 15,0-1 4-15,-2 0-3 16,-4 0 0-16,-2 0 24 15,1 0 25-15,-1 2-31 16,-1 1-13-16,-1 1-3 16,-1 0 4-16,1 0 21 15,1 0 5-15,2 0-6 16,0 0 24-16,-1 1-39 16,1 1-10-16,-4-1-1 15,3 0-1-15,-1 1 1 16,0-2-1-16,0 0 2 15,5 0 4-15,2 0 24 16,4 0 11-16,1 0 22 16,4-6-60-16,0-1-2 15,1 2 1-15,1-2-2 16,-3 1-8-16,0-1 5 16,-1 1 5-16,-2 2-10 15,-4 0 8-15,-1 4 0 16,-5-1 0-16,2 1 0 15,-1 0 0-15,1 0 0 16,6 0-1-16,2-4 3 16,6 1 3-16,4-1-5 15,-2 0 16-15,1 1 9 16,-3 2-24-16,-2 1 1 0,-4 0 2 16,-3 0-4-16,-5 0 0 15,-2 0 3-15,-4 0-2 16,1 1 0-16,-2 2 0 15,3 1 2-15,1 0 0 16,9-3 0-16,4 2 18 16,6-1-19-16,4-1 12 15,0-1 9-15,3 0-22 16,-3 0 0-16,-6 0 0 16,-6 0-1-16,-4 0-1 15,-6-1 2-15,-5-1-3 16,-4 1 3-16,-5 1 3 15,0-2 15-15,0 2 3 16,-2 0-13-16,2 0-6 16,-2 0-3-16,1 0 0 15,2 0 0-15,3 3-1 16,4 1 0-16,4-1 1 16,3-3 2-16,5 0 0 15,-1 0-2-15,-2 0 1 16,-6 0 0-16,-1 0-2 15,-4 0 0-15,-5 0 2 16,-2 0-1-16,-3 0 1 16,1 0 4-16,-2 0 5 15,1 0 0-15,-1 0-5 16,1 0-2-16,1 0-2 16,-2 0 1-16,2 0-1 15,-3 0 1-15,3 0 0 0,-1 0-1 16,-2 0 0-16,0 0 1 15,0 0 1-15,0 0-13 16,-15-3-113-16,-10-4-348 16</inkml:trace>
  <inkml:trace contextRef="#ctx0" brushRef="#br0" timeOffset="89822.45">10317 11755 257 0,'0'0'31'16,"0"0"-18"-16,0 0 17 16,0 0 25-16,0 0 19 15,9 0 18-15,5 0-15 16,2 0-15-16,6 0-21 15,2 0-22-15,2 0-12 16,4 0-2-16,1-1-2 16,-1-2-1-16,2 2-2 15,0 0 0-15,-1-1-1 16,3 0-3-16,-3 0-2 16,4-1 3-16,-2-1 1 0,2-1-1 15,-3 1 0-15,1-1-11 16,-7 2-10-16,-3 0 11 15,-4 1 9-15,-2 2 1 16,-6 0 0-16,1 0-8 16,-3 0-1-16,-3 4 6 15,1 1 4-15,2 0 7 16,-2-1 3-16,0-1-5 16,2-2 1-16,2 2-2 15,0-3 14-15,1 0 7 16,0 0-18-16,0 0 1 15,-1 0-5-15,-1 0-1 16,1 0-34-16,-5 0-103 16,-1 0-148-16</inkml:trace>
  <inkml:trace contextRef="#ctx0" brushRef="#br0" timeOffset="92746.2">13519 9028 94 0,'-7'-1'0'0,"-5"-2"17"16,4 3-9-16,-6 0-2 15,0 0-5-15,-1 0 0 16,-3 5 17-16,2 2 35 16,-1 3-4-16,3-1 28 0,-3 3-41 15,0 4-27-15,3 2-5 16,-1 7 7-16,-2 0-5 16,-2 9-6-16,4 3 4 15,-2 1-4-15,4 3-1 16,4 1-2-16,1-2-7 15,7-1 1-15,1-7 2 16,0-4 7-16,15-4 5 16,7-2 5-16,3-5-5 15,4 1 0-15,1-3 7 16,0 0-3-16,5-1-8 16,-2-2-1-16,1-4-1 15,3-3-3-15,-4-1 2 16,2-4 1-16,-2 0 2 15,2-1-3-15,-1-11 10 16,2-3 14-16,0-2 0 16,-1-3-6-16,1 0-13 15,-3-2-1-15,-1-3-1 16,-2 1-2-16,-4-2 3 16,-3 1-3-16,-5-1 1 15,-7 3 2-15,-3 1 25 16,-7 0 15-16,-1 2-4 15,0-2-13-15,-6-1-23 16,-5 0-1-16,1-3 2 16,-1 1-2-16,-1 1 0 15,0 0 0-15,-1 1-4 16,-2 0 0-16,0 4-14 16,-1 2-6-16,-1 1 9 15,-5 4 7-15,-6 0-10 0,-1 4 0 16,-4 4-11-16,-6 1 24 15,2 3 3 1,1 0 12-16,-2 0 4 0,3 0-4 16,5 4-15-16,0 2-7 15,2 0-14-15,2 2 7 16,3-1-48-16,4 1-21 16,4-2-102-16</inkml:trace>
  <inkml:trace contextRef="#ctx0" brushRef="#br0" timeOffset="97108.27">13237 9067 92 0,'-7'-7'36'0,"-1"-2"5"16,0 4-13-16,1-5-17 15,-2 3 30-15,1 1 14 16,-1-2-17-16,-1-1-3 16,-3 2-17-16,1-2 23 15,0 0-19-15,-3 1 8 16,-2-1-16-16,1 1 8 0,-2-2-17 16,-1 1 2-1,1 1-1-15,-2 0 15 16,2 0 6-16,-2-1-7 0,5 2-16 15,0 2 6-15,-1-2 1 16,1 0 8-16,-1 0-12 16,-2 1-6-16,-1-2 3 15,-3 1-6-15,1-1 6 16,-2 1 8-16,2-2 1 16,-2 5-9-16,3-4-2 15,1 1-1-15,0 1 0 16,2-2 1-16,0 3-1 15,0-1 5-15,3-2 0 16,-3 4-7-16,3-2-1 16,-4 2-10-16,1-1 3 15,-5 5-7-15,-4 0-7 16,-4 0 0-16,-5 0 3 16,-4 3 21-16,-5 4-13 15,-3 0 14-15,-2 0-5 16,1 1-6-16,1-4 18 15,6 0-7-15,2-2 2 16,5 0-2-16,5-2-1 16,4 0 2-16,5 2-2 15,4 0 2-15,-1-2-4 16,4 2-1-16,-3 0 1 16,-1 2-6-16,-5 0-20 15,-4 3-4-15,-4 0 6 16,-5 3 4-16,-4 0 25 15,-3 0-2-15,2 2-2 16,-1-1 5-16,1 0 8 16,5-3-6-16,4 2 6 15,3-3-3-15,8 0-4 16,3-3-4-16,3 0-2 0,5-1-4 16,3-2-3-16,-2 1-9 15,1 0 4-15,-3 2 3 16,-2 3-5-16,-5 2 4 15,-9 5 3-15,-1 2-5 16,-7 1 14-16,-4 3 1 16,-3 1 0-16,0-2-6 15,3 3 4-15,0-5-2 16,5-1 4-16,6 0-4 16,5-5 3-16,3 0-2 15,9-5 2-15,0 0-1 16,3-1-2-16,2-1 1 15,-1 0-2-15,0 0-7 16,0 0-14-16,0 2 10 16,-2-2 10-16,1 1 4 15,-1 0-2-15,-3-1 0 16,1 3-1-16,-4 1-1 16,-2 0-3-16,0 3 4 15,-3-2 0-15,-1 2 3 16,0 0 6-16,1-1 0 15,3 0-6-15,0-1-1 16,2-1 0-16,2 0 1 16,0-1 8-16,1 1 9 15,0 0-17-15,-2-1 2 16,1 2 3-16,2-2 0 0,-3 1-1 16,4-3-3-1,2-1-1-15,0-2 8 16,4 0-6-16,-4-2 4 15,4 2 3-15,1 0-3 16,0-2-5-16,-1 4-3 0,0-4 2 16,1 0-1-1,-2 2 0-15,0 0 1 0,1-2-2 16,-3 3 1-16,3-2-1 16,-3 2-1-16,2-2 1 15,0 2 1-15,1-2 2 16,-1 2-2-16,1-3 0 15,1 4 0-15,-1-4 0 16,2 0 2-16,-2 0-1 16,3 3 5-16,-3-1 15 15,1-2-6-15,-2 0-11 16,3 2 1-16,-3-2 5 16,2 0 0-16,1 0-4 15,-1 0-1-15,2 0 7 16,0 0-2-16,0 0 10 15,0 0-3-15,0 0-10 16,0 0-4-16,0 0-6 16,0-4-6-16,0-3-2 15,3-4 5-15,6 3 0 16,-1-5 4-16,3-3 0 16,0 0 2-16,1 0 1 15,-4 2-8-15,2 2-2 16,-5 4 10-16,-1 4 0 15,-3 3 4-15,-1 1 1 16,0 0 1-16,0 0 1 16,0 0 4-16,0 9 0 0,-1 7 9 15,-5 2-9 1,-1 4-5-16,0-3 2 0,1 1 1 16,3-5 21-16,0 1-13 15,3-4-5 1,0-1-3-16,0-1-4 0,0-3-3 15,3 1-6-15,13-1 4 16,7-1-3-16,9-2 6 16,8-1-4-16,10 1-2 15,4-4-97-15,1 0-135 16,-3 0-204-16</inkml:trace>
  <inkml:trace contextRef="#ctx0" brushRef="#br0" timeOffset="98450.69">14738 9919 526 0,'-4'0'103'0,"4"0"24"16,0 0-45-16,0 0-19 15,0 0-31-15,10 0-18 16,6 0 31-16,5 0 17 16,8 0-6-16,9 0-4 15,5 0-7-15,8 0-6 16,3 0-11-16,4 3-17 16,1-1-7-16,-5-2-3 15,-5 3 1-15,-7-3-2 16,-10 0 0-16,-6 1-3 15,-11-1-16-15,-4 0-37 16,-6 0-32-16,-2 0-33 16,-3 0-76-16,0 0-100 15</inkml:trace>
  <inkml:trace contextRef="#ctx0" brushRef="#br0" timeOffset="98989.21">15196 9765 517 0,'0'0'66'0,"0"0"58"15,0 0-41-15,0 0 5 16,0 0-6-16,98 64-18 16,-73-48-13-16,1-2-9 15,-2 2 3-15,-2-1-7 16,-6 2-2-16,-4 0-2 16,-4 5-6-16,-8 0 0 15,0 1-5-15,0 0-5 16,-6 0-4-16,-11-1 2 15,-2-1-5-15,-1-2-3 16,-3-3-6-16,1 1-3 16,3-4-9-16,2-2-19 15,5-3-31-15,2-1-30 16,3-6-49-16,4-1-83 16,3 0-150-16</inkml:trace>
  <inkml:trace contextRef="#ctx0" brushRef="#br0" timeOffset="101584.79">16282 9861 354 0,'-2'0'93'15,"1"0"18"-15,1 0 47 16,0 0-23-16,0 0 2 16,0 0-38-16,0 0-29 15,0 0-10-15,0 0-3 16,0 0-10-16,0 0-17 16,0 2-11-16,7 2 6 15,8-3 2-15,3 3-8 16,5-1-5-16,1-1-3 15,5-1 4-15,1-1-3 16,0 0-2-16,-1 0-4 16,-2 0-2-16,-2 0 0 15,-4 0-2-15,-4 0-1 16,-3 0 0-16,-7 1-1 16,-3-1-1-16,1 0 2 15,-5 0-2-15,0 0-1 16,0 0-3-16,0 0-3 15,0 0-12-15,0 0-16 16,0 0-32-16,0 0-41 16,0 0-89-16,0-4-76 15,0-4-183-15</inkml:trace>
  <inkml:trace contextRef="#ctx0" brushRef="#br0" timeOffset="102254.17">16887 9668 680 0,'0'0'95'0,"0"0"42"0,0 0-37 15,0 0-24-15,0 0-10 16,-13 0-8-16,13 0-22 16,0-4-15-16,10-5-17 15,3-1 1-15,1 0 2 16,7-1 2-16,-1 0 2 15,2 2-3-15,-1 2-7 16,1 1 1-16,-5 4-2 16,-1 2 0-16,-6 0-1 15,-3 7 1-15,-4 9 1 16,-3 7 3-16,0 3 3 16,-5 5-3-16,-10 3-1 15,-4 5 1-15,-1-1 1 16,1 0 0-16,1 0-1 15,3-2-1-15,2-5-1 16,7-5-2-16,5-4 0 16,1-5 0-16,0-5 2 15,7-2 1-15,9-4 7 16,3-5 11-16,4-1 10 16,3 0 0-16,1-1-5 0,4-7-8 15,-3-1-10 1,-2 4-1-16,-5 1 0 0,-3 1-1 15,-4 3-3-15,-3 0-2 16,-5 0 0-16,0 0-2 16,-2 0-7-16,2 0-19 15,1 0-26-15,0 0-43 16,3 3-37-16,3-1-46 16,-1 0-78-16,1-2-192 15</inkml:trace>
  <inkml:trace contextRef="#ctx0" brushRef="#br0" timeOffset="103254.65">17730 9320 114 0,'0'0'64'16,"0"0"22"-16,0 0 32 0,30-38 11 15,-25 33-20-15,-2 0-9 16,-3 1-14-16,0 3 13 16,0 1 4-1,0 0-24-15,-12 14-19 0,-9 13-34 16,-7 8 8-16,-2 12-2 15,-5 5-4 1,2 9 9-16,3 0-2 0,7 2-4 16,9-3-11-16,9-1-9 15,5-5-1-15,8-3-1 16,16-5 5-16,3-4 3 16,6-5-2-16,-1-3 1 15,2-5 2-15,-6-3 3 16,0-5-3-16,-7-3-7 15,-5-4-5-15,-6-3-4 16,-4-4 0-16,-3-3-2 16,-3-3-12-16,0-1-20 15,0 0-5-15,-6 0-54 16,-4-8-96-16,-3-7-185 16,3-9-310-16</inkml:trace>
  <inkml:trace contextRef="#ctx0" brushRef="#br0" timeOffset="104142.04">18025 9615 425 0,'0'0'66'0,"0"0"32"16,0 0-19-16,0 0-5 15,-36 0 14-15,31 0-14 16,1 0-26-16,4 0 2 15,0 0-3-15,0 0-5 16,2 0-9-16,12-2-2 16,9-4 18-16,6-2 8 15,7-2-18-15,2 0-16 0,3 2-11 16,-3 1-4 0,-3 4-5-16,-6 3-1 15,-6 0-1-15,-10 0-2 0,-9 11 0 16,-4 6-7-16,0 3 1 15,-17 3-8-15,-5 3-3 16,2-1-2-16,4-1 5 16,6-5-14-16,4 0 6 15,6-3 2-15,0-1 9 16,16-1 9-16,7-3 4 16,3 2 1-16,-1 1-1 15,-1-1-1-15,-4 4 3 16,-5-3 7-16,-9 3 21 15,-6-2 17-15,0 1 3 16,-10-1 8-16,-15-3 0 16,-2 0-20-16,-1-3-18 15,-5-3-13-15,5-2-6 16,2-4-1-16,2 0-22 16,2 0-43-16,2 0-86 15,0-4-129-15,4-8-265 16</inkml:trace>
  <inkml:trace contextRef="#ctx0" brushRef="#br0" timeOffset="105321.3">18591 9713 772 0,'0'0'85'0,"0"0"95"16,0 0-71-1,46 52-33-15,-24-31-24 0,1 3-19 16,-1-1-8-16,2 0 3 15,1 0-7-15,-1-3-5 16,-3-1-4-16,0-4-7 16,-2 1-1-16,-3-4-2 15,-3-1 0-15,-3-3-3 16,-3-1 2-16,-2-3-11 16,-2-1-19-16,-2-2-14 15,-1-1-10-15,0 0-4 16,0 0-13-16,0 0-49 15,-7-9-10-15,-1-3-3 16,1-3-44-16,-3-1-88 16,4-3-74-16</inkml:trace>
  <inkml:trace contextRef="#ctx0" brushRef="#br0" timeOffset="105567.01">18839 9710 603 0,'0'0'125'15,"0"0"19"-15,-98 72-13 16,61-40-19-16,5-1-37 16,3 1-25-16,7-4-34 15,7-5-12-15,4-4-3 16,8-4-3-16,3-6-18 0,0-4-34 15,0-5-46 1,0 0-88-16,0 0-106 0,8-17-288 16</inkml:trace>
  <inkml:trace contextRef="#ctx0" brushRef="#br0" timeOffset="105972.18">19036 9418 961 0,'0'0'35'0,"0"0"86"15,0 0-58-15,85-8-11 16,-70 8-14-16,-6 5-26 16,-6 13-8-16,-3 4 5 15,-1 4 0-15,-16 3-2 16,-1 1-4-16,0-3 1 16,2-5 3-16,4-3 0 15,6-4 0-15,6-3-3 16,0-5 0-16,5-2 0 15,15-2 3-15,3-3 6 16,8 0-5-16,0 0-6 16,5-5-14-16,-3-1-37 0,-2-4-49 15,-5 4-96 1,-6-1-141-16</inkml:trace>
  <inkml:trace contextRef="#ctx0" brushRef="#br0" timeOffset="106572.62">19537 9758 744 0,'0'0'106'0,"0"0"59"0,0 0-66 15,29 71-23-15,-18-48-20 16,0 2-9-16,-1-1-19 16,1-2-15-16,-5-3-6 15,0-3-7-15,-2-2 1 16,-1-4-9-16,-3-5-27 15,0-1-31-15,0-1-32 16,0-3-35-16,-6 0-75 16,-7 0-163-16</inkml:trace>
  <inkml:trace contextRef="#ctx0" brushRef="#br0" timeOffset="106755.01">19495 9897 537 0,'0'0'112'16,"0"0"65"-16,0 0-30 16,97-16-49-16,-71 14-34 15,-3 2-38-15,-4-1-23 16,-3 1-3-16,-3-1-30 16,0-1-76-16,-3-1-114 15,0-5-152-15</inkml:trace>
  <inkml:trace contextRef="#ctx0" brushRef="#br0" timeOffset="107055.08">20107 9635 733 0,'0'0'146'0,"0"0"10"15,0 70-66-15,0-40-32 16,0 0-18-16,2-1-24 16,1-1-10-16,0-2-3 15,1-6-3-15,-1-3-25 16,3-3-43-16,-2-8-57 15,0-4-76-15,2-2-82 16,-1-3-222-16</inkml:trace>
  <inkml:trace contextRef="#ctx0" brushRef="#br0" timeOffset="107513.19">20103 9218 667 0,'0'0'37'16,"0"0"-1"-16,0 0 37 0,0 0 35 15,113 38 1-15,-68-9-33 16,2 6-13 0,2 4-9-16,0 5-12 0,-4 0-2 15,-6 2-4-15,0 0-9 16,-7-2-5-16,-7-3-3 16,-5 3 0-16,-8-2 2 15,-7 1 2 1,-5-2 2-16,0-2-3 0,-16 0-2 15,-7-1-1-15,-3-2-6 16,-2-6-5-16,3-3-4 16,0-4-3-16,2-3 0 15,6-8-16-15,2-5-21 16,5-1-19-16,1-6-35 16,4 0-62-16,2-16-124 15,3-8-251-15</inkml:trace>
  <inkml:trace contextRef="#ctx0" brushRef="#br0" timeOffset="109157.51">20419 9201 559 0,'0'0'72'0,"3"0"55"0,3 0-8 15,3 0-20-15,1 0-4 16,3 0-27-16,4 0-5 16,1-1-12-16,3-2-19 15,-2 0-10-15,-2 1-13 16,2 0-6-16,0 2-4 16,-5-4-5-16,2 3-31 15,-3 0-48-15,0-1-73 16,0-2-103-16,-3-1-147 15</inkml:trace>
  <inkml:trace contextRef="#ctx0" brushRef="#br0" timeOffset="109594.3">20840 9072 681 0,'0'0'71'15,"0"0"70"-15,0 0-62 16,76-7-16-16,-53 7-24 15,-3 0-21-15,-5 0-4 16,-5 2 1-16,-7 7 13 16,-3 6 3-16,0 1 2 0,-4 3-4 15,-11 4 7 1,1 2-22-16,-1-2-9 0,5 2-3 16,2-2-1-16,3-3-1 15,5-2 0-15,0-2 1 16,3-5-1-16,14-2-1 15,5-6 1-15,4-2 2 16,3-1-2-16,-1 0-7 16,-1-6-24-16,-1-5-67 15,-6 1-122-15,-4-5-173 16</inkml:trace>
  <inkml:trace contextRef="#ctx0" brushRef="#br0" timeOffset="109855.91">21342 9150 840 0,'0'0'51'0,"0"0"118"16,0 0-96-16,88-4-51 16,-70 3-11-16,1 1-8 15,-6-3-47-15,-2 3-80 16,-4-4-109-16,-1-3-223 16</inkml:trace>
  <inkml:trace contextRef="#ctx0" brushRef="#br0" timeOffset="110108.13">21712 8999 785 0,'0'0'76'0,"0"0"82"16,10 75-65-16,-4-40-16 15,-2-2-9-15,2 1-29 16,1-4-26-16,1-3-10 16,1-2-2-16,-1-4-17 15,1-1-72-15,-1-3-50 16,-1-1-123-16,-2-2-162 16</inkml:trace>
  <inkml:trace contextRef="#ctx0" brushRef="#br0" timeOffset="116270.68">11130 10104 96 0,'16'-3'-26'0,"-4"3"19"16,-2 0-9-16,-2 0 9 16,-2 0 5-16,0 0 5 15,0 0-2-15,-1 3 28 16,0 2-28-16,-1-3-24 16,1 1 6-16,-1 1 7 15,3 0 3-15,0 0 1 16,2-3-3-16</inkml:trace>
  <inkml:trace contextRef="#ctx0" brushRef="#br0" timeOffset="117930.09">22103 9742 475 0,'0'0'44'0,"0"0"37"0,-1 9 25 16,-5-6-14 0,1 1-3-16,-1-1-23 0,0-3-26 15,1 4 6-15,1-4 1 16,1 0-10-16,3 0-7 16,0 0-5-16,0-2-5 15,0-4-16-15,7-1-3 16,5-1-2-16,-2 5 1 15,3 0 1-15,-1 3 0 16,-2 0-1-16,-4 0 3 16,-1 0 6-16,-5 3 0 15,0 4 3-15,0-2 6 16,0 1 4-16,-3-2-1 16,-2-2-8-16,0 0-6 15,-2 1-5-15,4-3-3 16,-2 0-19-16,0 0-41 15,-1 0-97-15,-4 0-118 16,2-7-246-16</inkml:trace>
  <inkml:trace contextRef="#ctx0" brushRef="#br0" timeOffset="120067.4">18060 10148 64 0,'0'0'31'0,"0"0"22"15,0 0 8-15,-3 1-7 16,3-1 25-16,0 0-3 15,0 0-19-15,0 0 2 16,0 0-4-16,0 0-8 16,0-1-2-16,0-2-21 15,7-2-11-15,3-2-4 16,3 3-3-16,3-2 2 16,0 1 9-16,0 0 2 15,0 2 0-15,-2 0-9 16,-4 2-6-16,-1 1-3 15,-2 0-1-15,-1 0-1 16,-2 3 7-16,2 5 4 16,0 1-8-16,2 1-4 15,1-1 0-15,4-2 2 16,4-1 0-16,5-5-1 16,1-1-7-16,5 0 0 15,2 0-6-15,-1 0 6 16,0-3 5-16,-2-4 1 15,-1 3 2-15,-7 1 1 16,-5 2-1-16,-2 1-1 16,-2 0-2-16,-3 0 1 15,-1 0 1-15,3 0 1 16,2 4 0-16,1 0 0 0,3-1 1 16,0 0-1-1,5 0-1-15,1-3-1 0,2 0-4 16,1 0 0-1,5 0 2-15,3 0-6 16,-2-5-2-16,2 0 3 0,-2-2 9 16,-4 3 0-16,-5 0-2 15,-4 4 2-15,-3 0 0 16,-4 0 2-16,-1 0-2 16,0 0 3-16,2 4 2 15,4 1-2-15,3-2-2 16,5 0 2-16,5-3-1 15,8 0-2-15,3 0 0 16,0 0 0-16,2-6 0 16,-1 3 0-16,-4 0-1 15,-9 3 1-15,-4 0 0 16,-5 0 0-16,-5 0-1 16,-3 0-1-16,-1 0 4 15,2 3-2-15,2-1 0 16,6-2 0-16,1 3 1 15,5-3-2-15,4 0-1 16,-2 0 0-16,2 0-4 16,-2 0 1-16,-1 0-6 15,-5 0-20-15,-3 0 10 16,-3 0 8-16,-1 0 8 16,-2 0 3-16,2 0 2 15,-1 0 0-15,6 0 1 16,1 0-1-16,6-4 2 15,2-3 1-15,2 1 3 16,0 0 0-16,1 0 1 0,-4 1-3 16,-1 1 0-16,-7-1-4 15,-2 1 2-15,-2 4 1 16,-1-3-3-16,-4 3 1 16,5-2-2-1,-2 2 2-15,2-2 9 0,0 2 11 16,4 0-12-16,-2-2-2 15,3 0-3-15,-2 1 4 16,-1 1 3-16,-1-1-5 16,0 1 3-16,-3 0 9 15,1 0 9-15,-1 0 9 16,3 0-5-16,-3 0-1 16,1 0 2-16,1 0-15 15,-2 0-10-15,-3 0-3 16,-1 0-2-16,-3 0-2 15,-2 0-2-15,-4 0-40 16,0 0-83-16,0 0-98 16,-7 0-271-16</inkml:trace>
  <inkml:trace contextRef="#ctx0" brushRef="#br0" timeOffset="121427.81">22707 9255 376 0,'0'0'67'0,"0"0"19"0,0 0-8 16,-3 10 22-16,-10 10-7 15,-3 5-19-15,-3 7-3 16,-1 4-28-16,0 8 18 16,0 1-12-16,1 2-6 15,5 2-4-15,2-2 6 16,8-2-30-16,4-1-4 15,0-1 1-15,3-4-5 16,12-3 1-16,4-4 1 16,0 0 5-16,-3-6-5 15,1-5-6-15,-3-2-1 16,-2-7-1-16,-4 0 0 16,-3-7 0-16,1-3-6 15,0-2-19-15,0 0-16 16,-1 0-14-16,4-2-38 15,0-10-59-15,-1-3-55 16,-2-3-232-16</inkml:trace>
  <inkml:trace contextRef="#ctx0" brushRef="#br0" timeOffset="122028.34">23036 9454 672 0,'0'0'78'15,"0"0"13"-15,0 0-25 16,0 0-16-16,0 0 7 16,-54 74 8-16,40-44-27 15,2 2-16-15,3 2-5 16,3 1 0-16,5 1-2 16,1-2-3-16,2-2 0 15,16-3 0-15,5-4 0 16,7-3 0-16,2-6 5 15,3-5-6-15,1-3-6 16,0-5-2-16,-4-3-1 16,-4 0 0-16,-2 0 0 15,-7-11-1-15,-4-1-1 16,-7-3-1-16,-5-3 4 16,-3-1-1-16,0 0 0 15,0-1-1-15,-11 4 0 16,-4 2 0-16,-4 5-1 15,-4 4 1-15,-4 5 0 16,-2 0-1-16,0 5-1 16,-3 9 1-16,5 3 0 15,3-1-2-15,6-1 2 16,4-2-13-16,7-1-28 16,7-4-28-16,0-3-37 0,0-1-42 15,17-4-24-15,2 0-102 16,5 0-202-16</inkml:trace>
  <inkml:trace contextRef="#ctx0" brushRef="#br0" timeOffset="122472.64">23480 9553 702 0,'0'0'31'0,"0"0"85"15,0 0-15-15,0 0-22 16,0 0 5-16,24 71-12 16,-2-52 3-16,5 2-10 15,2 1-17-15,4-1-9 16,-1-2-12-16,-1 1-11 16,-3-1-6-16,0-2-4 0,-8-2-2 15,0-2-2 1,-6-2-1-16,-2-3-2 0,-4-1-9 15,-3-3-13-15,-2-3-20 16,0-1-12-16,-1 0-38 16,0 0-34-16,0-1-36 15,1-11-130-15,0-5-138 16</inkml:trace>
  <inkml:trace contextRef="#ctx0" brushRef="#br0" timeOffset="122686.81">23754 9654 691 0,'0'0'105'0,"0"0"38"16,-98 64-41-16,63-40-19 16,1 2-33-16,5-4-31 15,6-5-16-15,5-2-2 16,5-4-11-16,6-5-36 15,4-4-50-15,3 1-69 16,0-3-54-16,0 0-130 16</inkml:trace>
  <inkml:trace contextRef="#ctx0" brushRef="#br0" timeOffset="123146.96">23816 9099 624 0,'0'0'113'0,"0"0"23"16,31 102-34-16,-5-54 2 15,4 3-34-15,3 2-18 16,3 1-17-16,-4 2-7 16,-3-1 13-16,-6-1 0 15,-7-2-14-15,-10 2-4 16,-6-6-1-16,0 3 1 15,-18-6-3-15,-4 0 1 16,-6-4-4-16,-3-6-6 16,0 0-4-16,2-10-6 15,3-2 2-15,4-7-7 16,5-4-26-16,2-8-32 16,7-4-21-16,0 0-93 15,4-13-167-15,4-10-305 16</inkml:trace>
  <inkml:trace contextRef="#ctx0" brushRef="#br0" timeOffset="124046.78">23119 8813 704 0,'0'0'184'15,"0"0"-46"-15,0 0-48 16,0 0-11-16,-10-35-29 15,4 8-23-15,0-4-15 16,-1-6-10-16,-2-6-1 16,1-4 1-16,0 1-2 15,-3-2 1-15,1 0 0 16,-1 2-1-16,4 5 1 16,0 5 0-16,4 4-1 15,3 3 0-15,0 8 1 16,0 0 0-16,15 5 0 15,8 2 1-15,8 2 3 16,7 1 0-16,5 3 6 16,6-1 8-16,2 1 8 15,3 3-8-15,-6-1-9 16,-3 5-6-16,-2-3-5 16,-6 1 1-16,-6 3 0 15,-8 0-7-15,-8 0-30 16,-6 0-40-16,-8 0-39 15,-1 0-83-15,-4 0-147 16</inkml:trace>
  <inkml:trace contextRef="#ctx0" brushRef="#br0" timeOffset="124680.51">22925 8746 308 0,'0'0'79'0,"0"0"56"16,0 0 1-16,0 0-19 15,0-7-8-15,3 7-13 16,1 0-35-16,4 0-27 16,2 4 42-16,3 7 3 15,3 3-20-15,1 1-8 16,-1-1-12-16,1 0-6 0,-2 1-6 15,-3-3-7-15,-1-4-2 16,-2-3-3 0,-1-2-2-16,-1-3 3 0,3 0 6 15,3 0 0-15,3-12 1 16,1-8-12-16,2-3-8 16,0-2-3-16,-3-2-12 15,-2 4-27-15,1 3-28 16,-1 5-39-16,5 0-92 15,1 2-134-15,6 1-265 16</inkml:trace>
  <inkml:trace contextRef="#ctx0" brushRef="#br0" timeOffset="125683.99">24200 8021 478 0,'0'0'100'16,"0"0"60"-16,0 0-59 16,0 0-32-16,0-24-8 15,-8 20-20-15,-7 1-17 16,-3 1-5-16,-4 2-10 15,-6 2 1-15,-6 21-8 16,-5 1-4-16,1 7 3 16,4 2 2-16,3-2-3 15,11-2-1-15,11-6 1 16,9-4 4-16,0-7 2 16,15-2 13-16,8-6 22 15,6-4-5-15,3 0-14 16,3-4-3-16,-3-11 4 15,2-4-10-15,-6-4-6 16,-1-9-4-16,-6-3-1 16,-1-6-1-16,-9-6-8 15,-3-5-5-15,-4-6 0 0,-4 2-5 16,0 4-4-16,0 5 10 16,-7 8 5-16,-4 7 6 15,0 10-1-15,-1 9 0 16,1 9 5-16,-1 4 4 15,1 0-1-15,1 25-7 16,4 8 2-16,1 8 10 16,5 7 11-16,0 3 2 15,0 3 1-15,8-4 6 16,5 0 0-16,3-5-15 16,-3-5-8-16,2-6-6 15,-7-4-4-15,3-5-1 16,-6-5-14-16,2-4-43 15,-2-5-50-15,-4-4-66 16,-1-3-115-16,0-4-222 16</inkml:trace>
  <inkml:trace contextRef="#ctx0" brushRef="#br0" timeOffset="126386.07">24439 8141 807 0,'0'0'60'15,"0"0"78"-15,0 0-53 0,93-18-42 16,-74 11 17 0,-1-1-12-16,-4-3-21 0,-2 1-6 15,-4-2 0-15,-2-2-3 16,-4 2-8-16,-2 0-4 15,0 0 1-15,0 4-3 16,-9 1-3-16,-8 3-6 16,-2 4-7-16,-7 0-12 15,-2 9 7-15,0 9 9 16,-1 5-3-16,4 0 2 16,6 2-1-16,6-4 6 15,6 0 2-15,6-4-2 16,1-6 1-16,3 1 1 15,14-5 3-15,3-1 3 16,5-5 3-16,1 2 2 16,2-3-2-16,1 0-2 15,2 0-4-15,-3 0 0 16,0-4-1-16,1-3-1 16,-7 5-4-16,1-1 4 15,-5 3 1-15,-2 0 0 16,-5 0-1-16,-2 0 1 15,-4 0 4-15,-1 4 3 16,1 4 8-16,-2-2 0 16,0-1-1-16,-2-1-3 15,0-1 0-15,-1-2-1 16,0-1-2-16,0 0 15 16,0 0 19-16,0-1-12 15,-4-11-25-15,-3-2-3 16,1-3-1-16,4-3 2 15,1 1-2-15,1 0-1 16,0 0-2-16,6 3-3 16,8 0 0-16,4 3-14 15,0 1-7-15,1 1-24 0,1 1-46 16,2 4-70-16,-3-2-124 16,2 2-161-16</inkml:trace>
  <inkml:trace contextRef="#ctx0" brushRef="#br0" timeOffset="126561.02">25022 8070 713 0,'0'0'151'15,"0"0"69"-15,0 0-79 16,12 69-35-16,-6-53-37 16,1 0-19-16,3-3-25 15,-2-2-17-15,-2-1-5 16,2-4-8-16,-4-2-25 15,1-1-27-15,-3-3-51 16,-1 0-123-16,-1 0-139 16</inkml:trace>
  <inkml:trace contextRef="#ctx0" brushRef="#br0" timeOffset="126712.76">25082 7874 867 0,'0'0'118'0,"0"0"-80"16,0 0-38-16,0 0-33 15,0 0-118-15,0 0-155 0</inkml:trace>
  <inkml:trace contextRef="#ctx0" brushRef="#br0" timeOffset="127567.55">25244 8119 851 0,'0'0'127'0,"0"0"23"0,0 0-65 16,48 72-33-16,-33-56-17 15,-4-1-15-15,4-4-6 16,-2-2-4-16,-3-1 4 15,3-4-2-15,-5-3-5 16,1-1-2-16,0 0 2 16,-2-8 7-16,-1-8-8 15,0-4-4-15,0-3-1 16,0-1-3-16,2-1-4 16,-2-1-8-16,1 5-10 15,3 0-11-15,0 6-21 16,0 3 0-16,2 4-20 15,1 1 4-15,-2 7 15 16,5 0 10-16,-1 0 18 16,0 0 10-16,2 0 13 15,0 7 6-15,1-2 1 16,-2-2 1-16,2-1 18 16,-4 0 20-16,-3-1 13 15,-2-1 1-15,-4 0-12 16,-2 0-1-16,-3 0-3 15,0 0-1-15,0 0 0 16,-6 0-22-16,-11 5-15 0,-5 2-14 16,-4 9 5-16,0 2 2 15,1 0-29-15,8 1 15 16,5-1 16-16,12-3 2 16,0-1 3-16,3-3 6 15,14-2 2-15,3-3 4 16,3-1-4-16,-2-4-5 15,1-1-1-15,0 0 0 16,-4 0-5-16,-3-5 1 16,0-8-3-16,-4-1-2 15,-5-1 3-15,0-2-2 16,-6 5-5-16,0-3-7 16,0 5-11-16,0 3 3 15,0 1 10-15,-1 6 7 16,-4 0-13-16,2 0 5 15,0 3 3-15,3 7 11 16,0 3 2-16,0 0 2 16,10 2 7-16,3-2 20 15,8-1-5-15,3-2 10 16,3-5-11-16,1-1-13 16,-1-4-4-16,2 0-3 15,-6 0-7-15,-3-12-9 16,-1-7-21-16,-3-4-12 15,-6-6-81-15,-4-2-29 16,0-8-23-16,-5-3-42 16,-1-5-11-16</inkml:trace>
  <inkml:trace contextRef="#ctx0" brushRef="#br0" timeOffset="127776.63">25915 7754 430 0,'0'0'121'0,"-3"81"24"0,3-29 8 16,0 3-7-16,7-2-55 16,2 0-25-16,-2-4-20 15,-1-7-24-15,1-5-18 16,-4-7-2-16,-3-7-5 16,0-6-32-16,0-9-25 15,0-4-72-15,0-4-77 16,-3 0-98-16</inkml:trace>
  <inkml:trace contextRef="#ctx0" brushRef="#br0" timeOffset="128035.55">25834 7951 775 0,'0'0'95'0,"0"0"84"15,105 2-76-15,-63 12-17 16,-6 5-21-16,-4 5-26 16,-3 2-8-16,-9 2 1 15,-3 1 0-15,-6-2-11 16,-1 0-8-16,-6-3-3 16,-3-3-7-16,-1-3-2 15,0-6-11-15,0-3-22 0,0-5-50 16,-3-4-99-16,-2-4-178 15</inkml:trace>
  <inkml:trace contextRef="#ctx0" brushRef="#br0" timeOffset="128211.56">26158 7931 927 0,'0'0'5'0,"0"0"13"15,0 0-6-15,0 0-16 16,0 0-43-16,0 0-12 16,17 2-75-16,-11 7-160 15,-1 2-84-15</inkml:trace>
  <inkml:trace contextRef="#ctx0" brushRef="#br0" timeOffset="128852.04">26286 8087 462 0,'0'0'185'0,"0"0"-16"16,0 0-44-16,8 77-18 15,-3-58-32-15,1-3-20 16,0-2-8-16,3-2-15 16,2-4-14-16,-1-3-6 15,4-2-1-15,-2-3-3 16,1 0 3-16,0-3-6 15,-2-7-5-15,-1-4 0 16,-2-1-3-16,-1-6 0 16,-1-2-1-16,-1-1-5 0,-3-1 3 15,1 2-10-15,0 4 0 16,-3 3 8-16,0 5 6 16,1 3 1-16,0 8 0 15,1 0-1-15,4 0-10 16,0 0-1-16,1 9 14 15,1 2-1-15,3 0 4 16,-1 0 9-16,1 0 9 16,1-1 0-16,1-3 1 15,-2-2-8-15,3-3 6 16,3 0 3-16,3-2-9 16,-3 0-1-16,5-3 2 15,-2-7-12-15,-3-4 0 16,1-3-2-16,-8-2 0 15,-1 3-1-15,-6 1 1 16,-3 1 0-16,0 6 1 16,0 6 14-16,-17 2-5 15,-1 0-10-15,-4 12-2 16,-1 8 2-16,0 2 4 16,7 1 2-16,4 2 3 15,7-2 1-15,5-2 3 16,0 0 0-16,8-4-5 15,14 0-7-15,7-3-2 16,6-5-13-16,4-1-29 16,2-4-35-16,3-4-85 15,-2 0-142-15,1 0-227 16</inkml:trace>
  <inkml:trace contextRef="#ctx0" brushRef="#br0" timeOffset="129769.61">27300 7942 542 0,'0'0'124'0,"0"0"-10"16,0 0-44-16,-81 39 3 15,64-21 3-15,2 1-26 16,8-2-11-16,3 0-6 15,4-2-3-15,0-1-8 16,4-2 1-16,12-5 0 16,1-3-6-16,2-3-7 0,3-1 0 15,-2 0-3-15,0-10-5 16,0-8-1-16,-2-3-7 16,-4-6-7-16,-1-3-8 15,0-4 2 1,-4-4-4-16,-2-3 1 0,0-4 1 15,-1 1-7-15,-2 3-7 16,1 3-4-16,-3 6 5 16,1 3-10-16,-1 12 21 15,1 8 5-15,1 7 13 16,3 2-8-16,2 11-7 16,1 16 20-16,6 11 7 15,-3 6 18-15,4 12 13 16,-1 9 12-16,0 3 2 15,-4 0-1-15,-1 3-1 16,-7-1 0-16,-2-2-3 16,-2-2-3-16,0-5 4 15,0-4-4-15,0-9 8 16,-5-4 8-16,-3-7-35 16,-2-10-18-16,-9-8 1 15,-1-5 4-15,-3-7-1 16,-3-7-2-16,1 0-1 15,3-9 5-15,4-16 10 16,3-7-12-16,7-6-6 16,2-3-5-16,6-1-6 0,0 2-13 15,0 5-7 1,14 3-14-16,5 9-18 16,6 2-31-16,2 2-63 0,3 3-101 15,1-3-121-15</inkml:trace>
  <inkml:trace contextRef="#ctx0" brushRef="#br0" timeOffset="131052.98">28139 7824 456 0,'0'0'92'0,"0"0"35"15,-7 0-17-15,7 0 10 16,2 0 8-16,14-1-53 16,7-4-43-16,5-1 15 15,5-1 2-15,0 5-17 16,-4 2-19-16,-3 0-5 15,-8 0-6-15,-7 1-4 16,-8 13-4-16,-3 3-3 16,0 3-5-16,-16 4 5 15,-3 0-4-15,-1 0 2 16,3-2 0-16,5-2 5 16,8-3 5-16,4-1 0 15,0-1 0-15,4 0 0 16,11-1 3-16,4 1-2 15,-4 3 1-15,-3-4 7 16,-6-2 10-16,-5-1 16 16,-1 0 6-16,-1-3-6 15,-17-1-5-15,-3-2-5 16,-2-1-14-16,-2 0-7 16,2-4-2-16,1 0-10 15,4 0-18-15,0 0-25 16,4 0-53-16,5-4-66 15,3-4-97-15,5-3-173 0</inkml:trace>
  <inkml:trace contextRef="#ctx0" brushRef="#br0" timeOffset="131404.74">28523 7965 746 0,'0'0'113'16,"0"0"59"-16,0 0-61 15,91 54-22-15,-65-33-12 16,1-1-21-16,1 1-4 15,-4-2-13-15,-2 0-12 16,0-6-14-16,-9 1-9 16,1-5-2-16,-5-1-1 15,-3-3-1-15,-3-1-12 16,1-2-16-16,-3-2-13 16,-1 0-16-16,0 0-21 15,0 0-32-15,0-2-120 16,-7-10-147-16,3-2-191 15</inkml:trace>
  <inkml:trace contextRef="#ctx0" brushRef="#br0" timeOffset="131634.84">28797 7957 840 0,'0'0'86'0,"0"0"83"15,0 0-62-15,-102 88-39 16,74-62-21-16,2-1-17 16,5-6-19-16,5-3-11 15,3-4 0-15,4-4-10 16,5-4-38-16,2-1-64 16,2-3-78-16,0 0-96 15,0-3-200-15</inkml:trace>
  <inkml:trace contextRef="#ctx0" brushRef="#br0" timeOffset="132021.24">28923 7729 919 0,'0'0'73'0,"0"0"83"16,0 0-41-16,0 0-59 15,0 0-16-15,68 8-24 16,-68 7-7-16,0 3-1 16,0 4 1-16,-7 1-2 15,-3 0-4-15,-2-1 0 0,5 0 0 16,1-5-2-1,3-2-2-15,3-2 2 0,0-5-1 16,0-3 0-16,9-3 1 16,7-2 0-1,0 0-2-15,1 0-10 0,0 0-19 16,-1-4-42-16,-3 1-40 16,-1 0-50-16,-5 0-85 15,-3 1-138-15</inkml:trace>
  <inkml:trace contextRef="#ctx0" brushRef="#br0" timeOffset="132249.47">29181 7980 734 0,'0'0'138'16,"0"0"25"-16,0 0-47 15,8 91-35-15,-2-69-16 16,1 0-29-16,-1-6-29 16,-1-1-4-16,1-6-4 15,-3 0-18-15,-2-5-50 16,-1-2-55-16,0-2-93 16,0 0-67-16,-7-2-261 15</inkml:trace>
  <inkml:trace contextRef="#ctx0" brushRef="#br0" timeOffset="132426.01">29128 8068 802 0,'0'0'123'0,"0"0"63"0,0 0-83 16,94 0-51-16,-65 0-33 15,-3 0-15-15,-3-3-7 16,0-1-41-16,-3-2-80 15,-2-5-93-15,-1-4-116 16</inkml:trace>
  <inkml:trace contextRef="#ctx0" brushRef="#br0" timeOffset="132662.44">29540 7839 765 0,'0'0'102'0,"0"0"97"15,0 107-63-15,1-67-46 16,5-1-28-16,1-4-30 16,-1-2-23-16,-2-6-8 15,-1-6-11-15,-1-4-44 16,-2-7-55-16,0-8-87 15,0-2-181-15</inkml:trace>
  <inkml:trace contextRef="#ctx0" brushRef="#br0" timeOffset="133004.71">29668 7543 810 0,'0'0'92'0,"0"0"92"0,84 106-95 15,-51-58-17-15,-1 9-15 16,-3-2-14-16,-6 3-18 15,-7-3 3-15,-5 0-8 16,-8-4-3-16,-3-5-8 16,0-4-5-16,-15-7-4 15,-9-3-12-15,-8-4-29 16,-5-4-57-16,-5-8-110 16,0-6-138-16,-2-4-358 15</inkml:trace>
  <inkml:trace contextRef="#ctx0" brushRef="#br0" timeOffset="133673.94">28184 7555 618 0,'0'0'154'0,"0"0"16"15,-117 91-46-15,75-42-26 16,4 8-18-16,8 3-34 16,11 4-4-16,12 0-14 15,7-4-4-15,0-4-5 16,20-7-8-16,5-3-9 0,7-7-6 16,3-7 2-1,3-4-21-15,-2-5-47 0,0-8-77 16,-7-6-149-1,-7-5-342-15</inkml:trace>
  <inkml:trace contextRef="#ctx0" brushRef="#br0" timeOffset="137007.56">22932 10065 470 0,'0'0'55'0,"0"0"34"15,0 3-27-15,13-2-28 16,10-1 48-16,11 0 7 16,9 2-27-16,8-2-13 15,3 0-5-15,6 2-10 16,2-1-19-16,1 2-11 16,4-2-4-16,-2 1 0 15,0-1-1-15,-3-1 1 16,-7 0 0-16,-7 0-2 15,-10 0-1-15,-9 0-4 16,-10 0-6-16,-5 0 11 16,-6 0 2-16,-4-1 1 15,-4-1-2-15,0 2-25 16,0 0-28-16,-12 0-36 16,-11 0-59-16,-5 0-94 15,-7 0-128-15</inkml:trace>
  <inkml:trace contextRef="#ctx0" brushRef="#br0" timeOffset="137293.12">22977 10220 525 0,'0'0'92'0,"0"0"41"16,87 0 9-16,-30 0-26 16,14 0-29-16,9-4-13 15,7 0-18-15,-1 0-30 16,-1 3-17-16,-11-2-9 16,-9 3 0-16,-14 0-27 15,-15 0-63-15,-13 0-60 16,-14 0-108-16,-9 0-202 15</inkml:trace>
  <inkml:trace contextRef="#ctx0" brushRef="#br0" timeOffset="138576.32">16295 10258 615 0,'0'0'34'0,"0"0"53"16,0 0 30-16,69 0-22 15,-20 0 4-15,12-4-30 0,13-3-26 16,11-1-12-1,4 0-17-15,2 1-4 0,-1 3-8 16,-2-1 0-16,-4 0-3 16,-6 2-1-16,-8-1 1 15,-4 1 0-15,-9 0-4 16,-8 2-6-16,-10 1-5 16,-10 0-2-16,-9 0-8 15,-8 0-14-15,-6 0-17 16,-6 0-26-16,0 0 18 15,0 0 14-15,-15 0 12 16,-3 1-71-16,-7 2-117 16,-4 0-69-16</inkml:trace>
  <inkml:trace contextRef="#ctx0" brushRef="#br0" timeOffset="138893.03">16448 10339 407 0,'0'0'59'0,"0"0"39"16,0 0 11-16,0 0-54 15,0 0-33-15,6 3 49 16,23-3 39-16,10 4 0 15,8-4-15-15,11 0 5 16,7 3-28-16,3-3-26 0,1 0-17 16,0 1-11-1,-5-1-9-15,-5 0-9 16,-7 0-1-16,-7 0-2 0,-7 0-27 16,-5 0-38-1,-10 0-85-15,-7-1-118 0,-9-2-115 16</inkml:trace>
  <inkml:trace contextRef="#ctx0" brushRef="#br0" timeOffset="140121.66">24629 9731 456 0,'0'0'107'16,"0"0"33"-16,0 0-45 15,0-3-4-15,13 1 34 16,6 2-23-16,3-4-22 15,5 4-25-15,1-4-17 16,1 0-14-16,-3 3-16 16,-5-1-6-16,-5 1-3 15,-3 1-11-15,-6-1-49 16,-2-1-60-16,-5-2-64 0,0-2-74 16,0 0-260-1</inkml:trace>
  <inkml:trace contextRef="#ctx0" brushRef="#br0" timeOffset="140360.15">24623 9623 887 0,'0'0'108'0,"0"0"-17"0,0 0-36 15,0 0-39-15,82-32-13 16,-57 27-2-16,4 2-3 16,-1 1-29-16,1 2-64 15,-1 0-97-15,0 0-94 16,-5 0-261-16</inkml:trace>
  <inkml:trace contextRef="#ctx0" brushRef="#br0" timeOffset="140800.82">25247 9757 826 0,'0'0'88'0,"0"0"52"15,0 0-28-15,93 0-43 16,-61 0-19-16,-2 0-22 16,-1-3-21-16,-5 3-8 15,-5 0-5-15,-2-1-38 16,-6-1-48-16,-2-3-48 15,-1 1-87-15,1-1-124 16</inkml:trace>
  <inkml:trace contextRef="#ctx0" brushRef="#br0" timeOffset="155917.23">25702 9565 255 0,'0'0'81'0,"0"0"-30"15,0-10 26-15,0 7-33 16,0 0 21-16,0 2 12 15,0-2-12-15,0 2-12 16,0-2 23-16,0 3 1 16,0-1 2-16,0 1-1 15,0-1-17-15,0 1-14 16,-1 0-12-16,1 0-9 16,0 0-9-16,0 0 9 15,0 5-16-15,0 10 8 16,0 7 24-16,3 5-1 15,1 4-8-15,0 2-7 16,1 5-4-16,1 1-3 16,-2-3-8-16,2-2 9 15,-1-2 3-15,3-6-15 16,-2-4-4-16,-3-6-1 16,1-5-1-16,0-5-3 15,-1-2-6-15,-2-4-31 16,4 0-23-16,-1-7-58 0,0-9-144 15,1-4-136 1</inkml:trace>
  <inkml:trace contextRef="#ctx0" brushRef="#br0" timeOffset="156453.17">25905 9627 673 0,'0'0'100'15,"0"0"73"-15,0 0-58 16,0 0-54-16,0 0-12 16,39-20 0-16,-16 14-19 15,3 2-6-15,1 0-5 16,-2 4 2-16,-2 0-10 16,-4 0-5-16,-6 1-6 15,-6 13 0-15,-7 2 0 16,0 7 10-16,-7 2 15 15,-12 6-1-15,-6 1-12 16,-2 1-2-16,1-1-1 16,5 0-6-16,4-6 1 15,6-2-4-15,8-2 3 16,3-6-1-16,0-3 4 16,16 0 2-16,10-4 3 15,6 0 5-15,4-5-4 16,0-3-6-16,1-1-4 0,-7 0-2 15,-6 0-6 1,-6-1-39-16,-4-3-46 0,-8-2-41 16,-3-1-84-16,-3-2-144 15</inkml:trace>
  <inkml:trace contextRef="#ctx0" brushRef="#br0" timeOffset="156876.01">26384 9667 905 0,'0'0'50'0,"0"0"98"16,0 0-21-16,0 0-31 16,68 70-30-16,-42-46-13 15,3 3-15-15,1-1-3 16,-1 0-7-16,1-2-7 0,-3-3-7 15,-3-2-8-15,-1-3 1 16,-4-4-6-16,-5-2 0 16,-3-5 0-16,-3-1-7 15,-4-1-28-15,-1-3-22 16,-3 0-23-16,0-3-48 16,0-8-187-16,-4-2-204 15</inkml:trace>
  <inkml:trace contextRef="#ctx0" brushRef="#br0" timeOffset="157145.81">26640 9674 1021 0,'0'0'40'0,"0"0"69"16,-87 52-5-16,54-25-44 16,0 1-14-16,-2 1-13 15,6-2-16-15,5-1-10 16,5-3-6-16,6-2-3 16,4-5-30-16,9-4-65 15,0-7-72-15,0-2-101 16,6-3-121-16</inkml:trace>
  <inkml:trace contextRef="#ctx0" brushRef="#br0" timeOffset="158567.07">27225 9236 727 0,'0'0'44'0,"0"0"50"16,0 0-7-16,-87 95-3 16,60-52-22-16,3 5-10 15,1 4 4-15,8 0-4 16,6 0-2-16,6-2-12 15,3-2-4-15,0-2 0 16,12 1-2-16,5-3 4 16,2-4-15-16,1 0-5 15,0-5 4-15,-3-1-3 16,1-5-3-16,-8-6-5 16,0-2-6-16,-4-6-1 0,-4-7-2 15,0-1-6-15,-2-7-26 16,0 0-27-1,0 0-31-15,0 0-69 16,0-14-194-16,0-5-223 16</inkml:trace>
  <inkml:trace contextRef="#ctx0" brushRef="#br0" timeOffset="159934.19">27405 9535 329 0,'0'0'65'16,"0"0"44"-16,0 0 0 16,-10 0-22-16,7 0-18 15,2 0-15-15,-1 0-9 16,1 0 2-16,1 0 0 15,0 0-9-15,0 0 5 16,0 0 3-16,0 0 0 16,13 0 3-16,3 0-3 15,7 0-6-15,1 0-15 16,4-2-10-16,-5 2-6 16,2 0-7-16,-4 0-1 15,-6 0-3-15,-7 0 0 16,-6 8-4-16,-2 4-8 15,-2 0-2-15,-14 4 16 16,-1-3-8-16,-3 3 1 16,1-2 4-16,6-2 1 15,6 1 1-15,5-1-2 16,2-1-8-16,2 3 7 16,14-3-1-16,5 2 5 15,4-1 0-15,-3 1 2 16,1-2 0-16,-6 1-1 15,-4-1 2-15,-4 0 7 16,-5-1 13-16,-4-1 14 0,0 1 8 16,-4-2 7-16,-12 0-8 15,-6 0-13 1,-2 0-17-16,-5 0-9 0,3-2-3 16,0-1-1-16,4-1-7 15,6-4-28-15,5 0-27 16,5 0-48-16,6 0-84 15,0-11-107-15,0-5-217 16</inkml:trace>
  <inkml:trace contextRef="#ctx0" brushRef="#br0" timeOffset="160292.88">27801 9568 769 0,'0'0'47'0,"0"0"144"15,0 0-76-15,0 0-20 16,77 87-13-16,-52-59-21 15,3-2-15-15,2 1 0 16,-1-2-14-16,0 0-5 16,-3-2-2-16,-4-4-7 15,-4-5-8-15,-3-3-8 16,-5-3 0-16,-4-2-2 16,-5-4-5-16,-1 0-24 0,0-2-22 15,0 0-4-15,0-3-28 16,-4-7-115-1,-9-7-123-15,-2-5-141 0</inkml:trace>
  <inkml:trace contextRef="#ctx0" brushRef="#br0" timeOffset="160537.07">28016 9639 929 0,'0'0'154'16,"0"0"-27"-16,-79 79-59 15,56-51-26-15,1-1-15 16,5-3-19-16,2-4-6 16,5-4-1-16,3-4-17 15,4-4-63-15,3-5-86 16,0-3-115-16,0 0-214 15</inkml:trace>
  <inkml:trace contextRef="#ctx0" brushRef="#br0" timeOffset="160905.76">28165 9353 1035 0,'0'0'60'16,"0"0"87"-16,0 0-81 16,0 0-19-16,81 1-22 15,-77 13-11-15,-4 5-11 16,0 1 2-16,-1 4 5 15,-11-1-1-15,-1-3-4 16,4-1-1-16,4-3-2 16,3-6-2-16,2 0-3 15,0-3 2-15,0-3-2 16,6 1 1-16,7-3 4 16,1-1-2-16,5-1-7 15,0 0-41-15,1 0-84 16,-2-8-203-16,-4-4-361 15</inkml:trace>
  <inkml:trace contextRef="#ctx0" brushRef="#br0" timeOffset="161581.76">28593 9590 768 0,'0'0'153'0,"0"0"3"15,0 0-52-15,0 0-4 16,50 84-24-16,-41-59-20 16,2 2-20-16,-5-3-16 15,0-3-8-15,-2-4-9 16,-1-4 0-16,-2-1-5 15,1-7-16-15,-2 0-30 0,0-3-41 16,0-2-54 0,-3 0-58-16,-7 0-168 0,-6-11-209 15</inkml:trace>
  <inkml:trace contextRef="#ctx0" brushRef="#br0" timeOffset="161772.6">28561 9722 865 0,'0'0'164'16,"0"0"1"-16,76-4-80 15,-43 4-28-15,-1-1-30 16,-2-2-20-16,-2 0-6 16,-4-1-18-16,-2-4-60 15,-2 0-98-15,-5-1-126 16,-1-5-260-16</inkml:trace>
  <inkml:trace contextRef="#ctx0" brushRef="#br0" timeOffset="162325.92">29069 9454 741 0,'0'0'133'15,"0"0"35"-15,4 79-53 16,2-48-15-16,0 1-24 16,4-4-29-16,-3-2-14 15,2-4-16-15,-3-4-12 16,-2-5-4-16,-1-2 0 15,-2-3-11-15,-1-1-45 16,0-5-50-16,0-2-85 16,-4 0-126-16,-5-8-413 15</inkml:trace>
  <inkml:trace contextRef="#ctx0" brushRef="#br0" timeOffset="162738.73">29014 9036 633 0,'0'0'57'16,"87"59"97"-16,-34-15-42 16,6 5-28-16,-2 4-12 15,-4 5-23-15,-2-2 13 16,-11 3 3-16,-8-1-1 16,-12-1-18-16,-13-1-14 15,-7-2-4-15,-1-2 0 16,-18-4-11-16,-4-5-1 15,-5-4-1-15,1-9-4 16,1-6-8-16,3-8-1 16,4-4-4-16,2-10-24 15,4-2-28-15,3-1-49 16,3-20-117-16,2-9-171 16</inkml:trace>
  <inkml:trace contextRef="#ctx0" brushRef="#br0" timeOffset="163109.46">29577 9218 873 0,'0'0'125'0,"0"0"54"15,0 0-71-15,0 0-37 16,97 4-37-16,-77-4-25 16,2 0-6-16,-2 0-4 15,-4 0-31-15,1 0-68 16,-5-8-118-16,-5-2-181 16</inkml:trace>
  <inkml:trace contextRef="#ctx0" brushRef="#br0" timeOffset="163671.39">29892 9105 640 0,'0'0'103'0,"0"0"46"15,0 0-33-15,0 0-41 16,0 0-22-16,18 0-12 16,-6 0-3-16,3 0-2 15,5 0-4-15,-1-2-8 16,4 2-10-16,-3 0-7 15,-4 0-6-15,-3 0-1 16,-4 0-1-16,-5 0-2 16,-1 3-4-16,-3 2-4 15,0 3-2-15,0 4 9 16,-4-1 7-16,-2 1-1 16,1-1 1-16,4 2-2 15,1 1-4-15,0-2 0 16,7 1 0-16,8-1 3 15,2 3-1-15,-1-1 5 16,-2 0-3-16,-2 0 2 16,-4 0 9-16,-5-2 12 15,-3 0 3-15,0-1 7 16,-3 0-9-16,-12-3-3 16,-4-1-8-16,-1 0-11 15,-5-3-1-15,-1-2-37 16,-1 2-45-16,-2-4-64 15,2 0-127-15,-1 0-221 16</inkml:trace>
  <inkml:trace contextRef="#ctx0" brushRef="#br0" timeOffset="172467.54">26984 9986 181 0,'5'9'31'0,"4"1"4"16,0-1 39-16,2-1-37 16,2 2-3-16,-1-2 6 15,3 2-8-15,-1-3 0 16,-1 1 0-16,1-1-16 0,1-1-7 16,-1 2-1-1,2-2-3-15,0-1-3 16,0-1 4-16,4 1 5 0,-2-2 5 15,0-1-2-15,1 1-12 16,-2 1-1-16,2 0 0 16,-2 0 0-16,-1-1-2 15,3 1 3-15,-2-1-3 16,2 1 1-16,-3-3 4 16,0 2-3-16,0-1-2 15,-2 1 1-15,-2 1 0 16,2 1 1-16,-1-2-2 15,3 0 2-15,-3 0-1 16,4 1 1-16,-1 0-2 16,0 0 0-16,0 0 0 15,-2 2 1-15,1-2 1 16,0-1-1-16,2 0 0 16,1-2 0-16,3-1 2 15,2 1-10-15,0-1 10 16,-2 0-8-16,0 0 4 15,0 0 0-15,1 0-17 16,-3 0 2-16,-1 0 3 16,4 0 9-16,-3 0 8 15,4 0 0-15,0 0-6 16,-1 0 10-16,2 0-2 16,-1 0-10-16,-1 0-3 15,0 0 16-15,-1 0-11 16,0 0 0-16,-2 0 3 0,1 0-3 15,-2 0 6-15,0 0-2 16,-3 0-1 0,0 0-3-16,1 0 1 15,0 0-3-15,1 0 3 0,-2 0 1 16,0 0 2-16,0 0-1 16,1 0 1-1,-2 0-1-15,5 0 0 0,1 0 1 16,5 0-3-1,1 0 3-15,0 0-5 0,0 0-2 16,-6 2-7-16,0-2 8 16,-1 1-6-16,-3-1 13 15,1 1-7-15,2 1 11 16,4-1 0-16,2 0-4 16,2 0 8-16,3 1-11 15,1-1 3-15,-1 1 1 16,-1-1-5-16,-2-1 3 15,-3 0-5-15,0 0 3 16,-1 0 5-16,-4 0 1 16,-3 0 26-16,-2 0-16 15,-2 0-12-15,-2 0 0 16,-3 0 5-16,3 0 10 16,-1 0-4-16,1 0-2 15,3 0 4-15,0 0 3 16,6 0-12-16,1 0-7 15,3-1-1-15,5-1 2 16,2 2-2-16,3-1 2 16,2 1-5-16,-3 0-7 15,1 0 12-15,-6 0-18 16,1 0 12-16,-7 0 5 16,-2 0-9-16,-6 0 11 15,-1 0 1-15,-1 0-3 16,-4 0 6-16,1-2 14 0,2-1 3 15,0-1 0-15,3 0-6 16,4-2-13-16,-1 2-3 16,6 0-1-16,1 0 0 15,4 0 2-15,6-1-2 16,5 0 2-16,1-1-1 16,4 3 12-16,-2-3-2 15,-5 2-12-15,-7 1 6 16,-8 2-8-16,-6-2 3 15,-5 3 0-15,-6 0-2 16,2-2 3-16,0-1 6 16,0 0 10-16,5-1 3 15,-2 0-11-15,4 0-8 16,0 1-2-16,0-1 3 16,1 0-4-16,-2 0 5 15,0-1-1-15,-1 1 0 16,2 1 0-16,-2-3-1 15,1 0-2-15,0 1 0 16,2-1 1-16,-1-2-3 16,1 2 2-16,-2-2-2 15,4 1-13-15,0-3-9 16,1 1 10-16,-4 0 7 16,4 0-30-16,-2-1 26 15,2-1 4-15,-5 1 6 16,4-2 2-16,-2 0-1 15,2 1 2-15,-3 0-2 16,4 1-2-16,1-1-26 16,-1 0-39-16,-4 1 41 0,1 1 29 15,-2 0-51-15,-6 1 51 16,-2 0-1-16,2 0 2 16,1-1-2-16,-1-1 2 15,4-1 17-15,1-2 11 16,1 2-13-16,1-3-18 15,0-1 5-15,0 4 5 16,-1-2-8-16,-4-1 0 16,1 2 7-16,-3 0 5 15,2 0 2-15,-2-1-7 16,2-2-3-16,-3 2 2 16,5-2-1-16,-1 0-6 15,0-1-3-15,0-1 0 16,-1-1 2-16,-1 2-9 15,-1-1 14-15,-3-1-1 16,0-2-2-16,-3 2 8 16,0-3 11-16,0-1-6 15,0-1 2-15,0 0-7 16,0 0-6-16,-3 0-1 16,-1-1-2-16,-2 3 4 15,0 0-2-15,-2 2-3 16,2 0 10-16,-2 0 3 15,3 1-8-15,-1-1-3 16,-1-1-2-16,1 1 1 16,0-1 2-16,0-3 1 15,3 2-5-15,-3-2 0 16,1 3 0-16,-1 0 2 0,-1 1-3 16,-1 1 0-16,0 1-8 15,-2 5 8 1,3-1 3-16,-2-1-1 0,-1 2 0 15,3-2 1-15,-2 0 0 16,-2 1 0 0,-1-2 0-16,-4 3-5 0,0-2 3 15,-4 0 0-15,-3 3 1 16,-2-1-4-16,-4 0 3 16,2 1-1-16,1 0 2 15,0 0 0-15,0 0 2 16,3 0 0-16,-2 2-1 15,2-1-2-15,-4 2 2 16,-2 0-1-16,0 2-1 16,-4 1-1-16,-2 1 2 15,-1 0 1-15,-3-1-1 16,0 4 0-16,1-2 1 16,4 2 0-16,2-1-4 15,3 0 6-15,0 0-3 16,2 2 1-16,-2 0-3 15,-1-2 0-15,-5 1 3 16,0-1-2-16,-1-1 2 16,-3 1-1-16,-3 2 1 15,2-3-2-15,-2 2-1 16,-3 1 1-16,2 0-4 16,-5 0-2-16,2 0 7 15,0 0 0-15,4 0-3 0,1 0 6 16,5 0-1-1,6 0-1-15,7-3 1 0,1 2 0 16,2 0-3 0,1-1 0-16,-4 2-1 0,-7 0-7 15,-1 0-10-15,0 0 9 16,-1 3 8 0,-1 1 2-16,1 0 0 0,6-3 0 15,3 3 0-15,0-2 0 16,2 1 2-16,1-3 1 15,-1 2 1-15,0 0 4 16,-3 0-5-16,-7 1-3 16,-3-1-1-16,-4 1 1 15,-2 2-2-15,1-3-3 16,-3 0 6-16,3 0-1 16,3 0-1-16,4-1 3 15,2 2 0-15,1-1-2 16,3 0-2-16,4-2 2 15,2 0 0-15,4 0 2 16,2 0-2-16,1 0-2 16,0 0 4-16,0 0-4 15,-3 0-1-15,-3 4 1 16,-7-1-1-16,-1 1 1 16,-7 0 2-16,-2 0-1 15,-4 0 2-15,1 0 2 16,4 0 0-16,2 0 6 15,3-1 3-15,4-1-9 16,7 1-2-16,0 1-1 16,5 1 0-16,4 0-2 15,-1-1-2-15,0 1 4 16,-2 0-4-16,-4 3-1 16,-2-2 2-16,-4 3 3 15,0-1 2-15,-3 0-2 0,-2 3 4 16,2 1-4-16,0-2-1 15,2 0 2-15,-1 6-1 16,5-3-1-16,-2 0 1 16,5 0 0-16,1 3 0 15,-1-3 0-15,2 2 0 16,-2-1 3-16,1-1 0 16,-1 2 4-16,1-1-1 15,0 1 8-15,3 0-3 16,-2 0-1-16,5 1-3 15,3-2-1-15,-1 2-3 16,5-1 4-16,0 0 12 16,-2 2-4-16,1-1-8 15,-2 2 1-15,-1-2 5 16,-3 0-2-16,0 1-3 16,-3 1-1-16,3-2 0 15,1-1-3-15,0 1 2 16,4 0-3-16,2 0 7 15,3 0-4-15,0 0 1 16,0 1-2-16,0 1-3 16,0-1 3-16,0 1 4 15,0 0-4-15,0 1 4 16,-2-2-4-16,2-2 0 16,-1 0-4-16,-1 2 1 0,-1-2-4 15,-1 1 6 1,0-1-4-16,-2 2 0 15,2-1 2-15,1 0-2 0,0-1 0 16,3-1 1-16,0-1-1 16,0-1-2-16,1-5 0 15,9 2 1-15,2-2 3 16,0 0-2-16,0-1 0 16,2 2 2-16,-3 3-1 15,1-2-1-15,-5 2-1 16,3 1 1-16,-3-1-1 15,-1 1 2-15,-3 1-3 16,0-3 1-16,0 0-2 16,-3-2 3-16,0 2 2 15,1-3 0-15,1-1-1 16,-1 2-1-16,1 1 0 16,1-2 1-16,2 3-1 15,1 0 1-15,3 1-1 16,2-3 0-16,-1 1 3 15,-1 1 2-15,1-2 3 16,0 0-3-16,-4 0-3 16,-3-1-1-16,-3-2 0 15,1 3-3-15,1-4 1 16,-2-1 2-16,0 1 2 16,0-4-1-16,3 4-2 15,-3 0 3-15,1-3 0 16,1 3-3-16,-1-1-1 15,3 0 2-15,-4 3-1 16,3-2 1-16,-2 2-1 0,1-1 0 16,-1 0 1-1,1 1 0-15,-2-2-1 16,3 0-1-16,-3-2 1 0,1 1 0 16,1 1 1-1,1 1-2-15,-2 1 1 0,2-2 1 16,-2 4-1-16,1-3 0 15,1 1 0-15,-3-2 0 16,2 0 0-16,-2-2-11 16,0-2-38-16,0 0-75 15,0 0-92-15,-11 0-268 16</inkml:trace>
  <inkml:trace contextRef="#ctx0" brushRef="#br0" timeOffset="175470.24">24881 11795 753 0,'10'0'28'0,"6"0"63"0,4-1 4 15,5-4-30-15,0-2-20 16,3 3-14-16,-4-1-21 15,-2 0-9-15,-5 2 1 16,-5 0-5-16,-4-1-23 16,-5 1-58-16,-3-1-74 15,0-1-85-15,-4-2-205 16</inkml:trace>
  <inkml:trace contextRef="#ctx0" brushRef="#br0" timeOffset="175665.05">24873 11621 807 0,'0'0'69'16,"0"0"44"-16,0 0-70 15,94-11-39-15,-63 11-11 16,-3-3-112-16,-1 0-160 15,-1-2-278-15</inkml:trace>
  <inkml:trace contextRef="#ctx0" brushRef="#br0" timeOffset="176000.17">25576 11710 1098 0,'0'0'47'16,"0"0"97"-16,79 0-77 16,-52-2-38-16,1 1-19 15,-5-1-7-15,-4 1-28 16,-4-2-70-16,-3 0-99 16,-3-2-141-16,-6-3-308 15</inkml:trace>
  <inkml:trace contextRef="#ctx0" brushRef="#br0" timeOffset="176268.42">26061 11530 846 0,'0'0'27'0,"0"0"116"16,1 67-36-16,4-34-24 0,-3 1-25 16,5 0-21-1,1 0-20-15,-2-4-10 0,-1-3-5 16,2-5-4 0,-1-3-10-16,0-6-62 0,0-5-79 15,0-6-68-15,-2-2-176 16</inkml:trace>
  <inkml:trace contextRef="#ctx0" brushRef="#br0" timeOffset="176651.38">26302 11514 942 0,'0'0'21'16,"0"0"111"-16,0 0-21 16,94-11-61-16,-77 11-13 15,-4 6-24-15,-4 6-12 16,-2 6 0-16,-7 1 3 16,0 4 5-16,-2 1 9 15,-12 4-2-15,-2-1-6 16,2 0-6-16,2 0-1 15,8-5-2-15,0 0 1 16,4-2 0-16,0-3-2 16,8-1 1-16,8-5 1 15,3-3 1-15,2-2-2 16,3-3-2-16,-1-3-11 16,3 0-50-16,-3-4-97 15,-7-9-152-15,-2 0-289 16</inkml:trace>
  <inkml:trace contextRef="#ctx0" brushRef="#br0" timeOffset="177150.2">26787 11610 795 0,'0'0'132'15,"0"0"36"-15,0 0-62 16,0 0-19-16,103 73-22 15,-70-53-20-15,-1 1-12 16,1-2-12-16,-4 0-9 16,-3-3-6-16,-3-3-3 15,-6 1-2-15,-1-5 1 16,-3-1-3-16,0 0-4 0,-4-6-20 16,1-1-37-16,-3-1-49 15,-1 0-58-15,-5-5-89 16,-1-8-233-16</inkml:trace>
  <inkml:trace contextRef="#ctx0" brushRef="#br0" timeOffset="177333.93">26970 11652 642 0,'0'0'66'0,"0"0"77"15,-102 70-50-15,72-45-55 16,5-1-34-16,2-4-10 16,3 0-58-16,4-5-69 15,0-4-121-15</inkml:trace>
  <inkml:trace contextRef="#ctx0" brushRef="#br0" timeOffset="178233.76">25499 12043 447 0,'0'0'78'0,"0"0"60"0,0 0-49 15,0 0-10-15,0 0-4 16,-10 6-20-16,12-4-14 16,18 1 38-1,8 0-7-15,17-2 3 0,20 0 7 16,20-1-25-16,21 0-19 15,16 0-14-15,20 0-12 16,7-4-6-16,11 3-1 16,2-2-2-16,-3 1-4 15,-8 0 0-15,-9 2 5 16,-18 0 1-16,-20 0 5 16,-23 0-6-16,-22 0 2 15,-23 0 7-15,-15 0 6 16,-10 0 2-16,-8 0 4 15,-3 0-1-15,0 0-7 16,0 0-7-16,0-1-8 16,-9-2-16-16,-5 3-40 15,-1 0-29-15,-5 0-47 16,-1 0-113-16,-1 0-174 16</inkml:trace>
  <inkml:trace contextRef="#ctx0" brushRef="#br0" timeOffset="179401.89">25798 12465 446 0,'0'0'99'15,"0"0"25"-15,0 0-28 16,0 0-10-16,-9 0-23 15,-1 14-18-15,-3 1 18 16,-6 8 10-16,-2 3-7 16,-1 6-1-16,-4 4-23 0,-3 4-10 15,2 8-2-15,-1 3-8 16,4 2-5 0,8 3-6-16,3-3-3 0,8-3 0 15,5-1 0 1,0-6-3-16,18-6 6 0,-1-6-4 15,5-5 1-15,-4-3 0 16,0-7 3-16,-2-2-2 16,-6-4-6-16,2-5 2 15,-4-1-6-15,-1-4-2 16,2 0 0-16,2 0-34 16,-1-12-46-16,4-3-99 15,-3-6-121-15,1 1-206 16</inkml:trace>
  <inkml:trace contextRef="#ctx0" brushRef="#br0" timeOffset="180102.62">25890 12784 496 0,'0'0'114'0,"0"0"36"16,0 0-48-16,0 0-19 16,0 0 10-16,-13 0-22 15,13 0-21-15,2-3-9 16,15 1-10-16,9-4 13 15,4-1-9-15,8-1-6 16,1 3-17-16,0 1-7 16,-3 1-4-16,-10 3 0 15,-6 0-2-15,-10 3-3 16,-7 10-3-16,-3 5-1 16,-5 2 4-16,-12 3 1 15,-1 2 0-15,2-2-3 16,1-1 4-16,10-3-2 15,2-3 1-15,3 1-1 16,0-5-1-16,7 0 3 16,9 1 4-16,0-2 3 15,-2-1 1-15,-1 1 7 16,-4 0 1-16,-2 1-2 16,-7-3 7-16,0 3 9 15,0-2 4-15,-10-1-5 16,-8 1-7-16,-3-2-10 15,-4-2-7-15,0 0-1 16,3-2-3-16,-1-1-15 16,4-3-29-16,9 0-32 0,4 0-50 15,6-2-100 1,0-9-99-16,3-2-281 16</inkml:trace>
  <inkml:trace contextRef="#ctx0" brushRef="#br0" timeOffset="180443.88">26373 12841 735 0,'0'0'164'0,"0"0"-4"15,0 0-38-15,46 68-29 16,-30-44-26-16,5 2-20 16,2-3-3-16,2 4-13 15,-3-4-6-15,4-1-7 16,-3-4-3-16,0-1-8 16,-4-2-3-16,-2-2-2 15,-4-4-4-15,-3-2 4 16,-4-3-11-16,-3-1-22 15,-3-3-23-15,0 0-27 16,0 0-44-16,-9-3-151 16,-2-9-150-16</inkml:trace>
  <inkml:trace contextRef="#ctx0" brushRef="#br0" timeOffset="180673.66">26592 12907 809 0,'0'0'145'15,"0"0"7"-15,-88 88-53 16,57-57-43-16,6-2-26 16,2-4-23-16,5-5-6 15,7-5-1-15,3-3-14 16,4-5-61-16,4-5-88 15,0-2-99-15,0 0-134 16</inkml:trace>
  <inkml:trace contextRef="#ctx0" brushRef="#br0" timeOffset="181037.08">26663 12666 985 0,'0'0'28'16,"0"0"99"-16,0 0-22 16,0 0-59-16,0 0 3 15,81 5-21-15,-74 6-15 16,-4 5-10-16,-3 0 6 15,0 3 2-15,0 1-4 16,-10 0-1-16,4-2-1 0,3-4-3 16,2-1 4-1,1-2-3-15,0-3 0 0,4-2 2 16,9-3-3-16,0-1 0 16,6-2-1-16,-2 0-21 15,3 0-75-15,-2 0-101 16,-1-3-151-16,-4-2-318 15</inkml:trace>
  <inkml:trace contextRef="#ctx0" brushRef="#br0" timeOffset="181294.92">27075 12920 918 0,'0'0'130'0,"0"0"7"15,0 0-56-15,0 87-33 16,0-64-19-16,-2 1-20 16,2-3-8-16,-1-4 2 15,-1-4-8-15,1 0-47 16,-2-5-54-16,-2-4-52 15,-2-4-73-15,-1 0-133 16</inkml:trace>
  <inkml:trace contextRef="#ctx0" brushRef="#br0" timeOffset="181487.26">26988 13005 893 0,'0'0'82'15,"0"0"30"-15,0 0-21 0,0 0-29 16,0 0-45-16,91-10-15 16,-65 5-11-1,-2-3-72-15,-2-1-78 0,-6-2-109 16,0 0-211-16</inkml:trace>
  <inkml:trace contextRef="#ctx0" brushRef="#br0" timeOffset="181741.48">27381 12733 670 0,'0'0'132'0,"0"0"45"16,3 72-64-16,0-40-13 15,1 2-31-15,0 2-26 16,0-4-17-16,1-3-16 16,-2-4-7-16,-2-5-3 15,2-3-8-15,-2-8-51 16,1-5-59-16,-2-4-99 16,0 0-119-16</inkml:trace>
  <inkml:trace contextRef="#ctx0" brushRef="#br0" timeOffset="182091.05">27475 12458 743 0,'0'0'141'0,"0"0"4"16,112 82-38-16,-68-41-5 15,2 4-45-15,-4 1-17 16,-3 4 17-16,-8 3-17 16,-3-2-8-16,-8-1-9 15,-11 0-2-15,-8-5-1 16,-1-4-3-16,-9-4-8 15,-14-6-6-15,-5-4-1 16,-4-7 0-16,0-4-18 16,2-7-44-16,1-6-61 15,4-3-94-15,6-11-183 16</inkml:trace>
  <inkml:trace contextRef="#ctx0" brushRef="#br0" timeOffset="182956.8">27843 12378 384 0,'0'0'98'16,"0"0"50"-16,0 0-34 16,0 0-23-16,0 0 28 15,-2-6-17-15,2 6-28 16,0-1-6-16,-1 1-22 16,1 0-15-16,0 0-9 15,0-2-3-15,0 2-5 16,0-1-4-16,6-1 0 0,6 1 0 15,3-1 2 1,5 1-2-16,1 1-4 16,-1 0-2-16,-3 0-2 0,-4 0-1 15,-3 0-1-15,-1 0-1 16,-8 0-2-16,-1 0-1 16,0 0-9-16,0 6-15 15,-4 4 11-15,-8 1 5 16,5 1 6-16,3 0 0 15,2-1 0-15,2 1 0 16,0 1 3-16,8-3 1 16,6 3 2-16,5-1 4 15,-2-1-2-15,-1-1 7 16,0 0 5-16,-7-2 5 16,-5-1 8-16,-4-1 0 15,0-2-5-15,-7 0-2 16,-12-2 3-16,-7 1-9 15,-3 0-13-15,-4-2-22 16,-2-1-41-16,1 0-68 16,-1 0-115-16,2 0-216 15</inkml:trace>
  <inkml:trace contextRef="#ctx0" brushRef="#br0" timeOffset="185812.89">27272 10140 213 0,'18'0'33'15,"-1"0"44"-15,2 0-41 16,4 0-20-16,-3 0-3 15,-1 0-3-15,1 0 4 16,0 0-7-16,-4 0-7 16,0 0-3-16,-1 0 7 15,-1 0-1-15,0 0 8 16,2 0 19-16,-1-3-2 16,2 2-5-16,-1-2-5 15,3 2-9-15,1-2-15 16,3 1 11-16,4 0-7 15,4-2 1-15,2 1-6 16,2-1-13-16,-2 0 10 16,2 0-1-16,-1-1 11 15,-6 3 2-15,1 0-4 16,0 1 8-16,-1-1-7 16,3 2 3-16,2 0-4 15,0-2 3-15,3 0-5 16,-1 0-10-16,-1-1 1 15,0-1-19-15,-4 1-2 16,0-1 25-16,-2 2 4 0,-6-1 7 16,1-1 1-16,-5 0 7 15,0 1 16-15,2 2 2 16,0-3-5-16,2 0-3 16,4 0-14-16,4-1-3 15,2 0-1-15,4 1-1 16,3-1-8-16,-3 1 11 15,-3 1 1-15,-2 2-7 16,-7 0 2-16,-6 1-6 16,-4 0 1-16,-4 0-1 15,-1 0-2-15,-1 0 6 16,1 0 2-16,1-2 2 16,6 1-1-16,3 1-3 15,10-4 7-15,3 1-5 16,8-1 8-16,2 0-6 15,1 0-1-15,0 0-6 16,-3 3 5-16,-7-2 1 16,-4 2-1-16,-6-2-14 15,-7 3 12-15,1-3 1 16,-5 1 3-16,2 2 14 16,2-4 6-16,5 1-14 15,7 0 7-15,5-1-3 16,6 1-1-16,4 1-3 15,1 1 0-15,-2 1-10 16,-1 0-1-16,-6 0-1 0,-6 0 2 16,-7 0-1-1,-8 0 9-15,-5 0-3 0,-2 0 24 16,-4 0 56 0,1 0-21-16,-1-3-26 0,0 3-22 15,0-1-11-15,-3 1-3 16,1 0-1-16,-1 0-2 15,0 0-18-15,-4 0-54 16,-13 0-65-16,-7 0-297 16</inkml:trace>
  <inkml:trace contextRef="#ctx0" brushRef="#br0" timeOffset="186419.79">28539 10354 300 0,'0'0'131'0,"0"0"8"15,0 0-26-15,0 0-30 16,0 5-14-16,1 11 13 16,4 3-23-16,-2 4-12 15,1 5-7-15,-1 1-13 16,3 1-8-16,1-1 11 15,0 0 1-15,-1 0-2 16,1-3-9-16,-1-1-4 16,-2-2 5-16,0-4-5 15,-2-3-5-15,1-3-3 16,-3-5-4-16,0-4-3 16,0-3-1-16,0-1 1 15,0 0-6-15,0 0-22 16,0-5-65-16,0-6-85 15,0-2-60-15,0-2-137 16</inkml:trace>
  <inkml:trace contextRef="#ctx0" brushRef="#br0" timeOffset="187960.58">29675 9623 187 0,'0'0'23'0,"0"0"38"16,0 0 23-16,16-3-1 16,-4 3-13-16,2 4-18 15,1 11-22-15,4-3 4 16,-1 8-16-16,1 1-1 15,0 5-3-15,-3 2-11 16,-2 4 1-16,-4 5-7 0,-5 1 3 16,-5 5 1-1,0 0 2-15,0 1-3 0,-15 2-1 16,-6-1 4-16,-7-1-1 16,-2-2-2-16,-5-1 1 15,-1-3-1-15,0-2 5 16,-2-2-6-16,4-4 3 15,2-4-2-15,10 1-2 16,2-6 1-16,7-5 0 16,3-4 1-16,4-2 1 15,3-3-1-15,2-2-2 16,-2-4 5-16,3 0 4 16,0-1 6-16,0 0 12 15,0 0 0-15,0 0 7 16,6 0 3-16,-2-3 1 15,-1-6-2-15,0 1-13 16,1-1-12-16,-3-2-4 16,1 0 3-16,-2-2-4 15,3 0-2-15,0 0-2 16,1-1 0-16,2 2 1 16,0 2-8-16,-2 0 13 15,3 3 0-15,-5 3-1 16,-2 4 2-16,0 0-8 15,0 0-9-15,0 3 1 16,-10 11 11-16,-3 5-3 16,-6 2 7-16,3-2-3 15,0 2 3-15,6-3-3 16,4 0 1-16,6-5 17 16,0 0 13-16,3-1 2 15,12-4 4-15,6-1 7 16,5-1 3-16,3-2-16 0,0-2-21 15,1-2-11-15,-4 3-6 16,-2-3-70-16,-7 0-93 16,-7 0-102-16,-7 0-327 15</inkml:trace>
  <inkml:trace contextRef="#ctx0" brushRef="#br0" timeOffset="191279.63">27115 11569 221 0,'3'0'52'16,"-2"-4"30"-16,0 4 19 16,1-3-22-16,-2 2-3 15,1 1-14-15,-1 0-20 16,0 0-12-16,0 0-8 15,0 0-7-15,0 0 5 16,-4 0 16-16,-10 0-26 16,-2 4-7-16,-10 8-1 15,-3 3-2-15,-1 1 3 16,-5 5-4-16,-1 1 2 16,0-1-1-16,4 2-3 15,3-2 2-15,6-5-36 16,3-5-103-16,7-4-286 15</inkml:trace>
  <inkml:trace contextRef="#ctx0" brushRef="#br0" timeOffset="196662.61">25197 11067 44 0,'0'-7'38'0,"0"0"8"0,-1 0 38 16,-4 2 3-16,-1 0-17 15,0-2-22-15,1 3-1 16,1 0 5-16,1 0 11 16,-2 1-13-16,2-1-2 15,2 4-18-15,-1-2-7 16,2 2-9-16,-2 0-2 16,2 0 0-16,0 0-2 15,0 0-8-15,0 6 1 16,0 6 16-16,0 5-7 15,0 3 2-15,0 3-4 16,0 3-5-16,0 5 0 16,0-1 41-16,-3 4-41 15,0 1-3-15,-1-1 0 16,4 3-2-16,0-2 0 16,0-1 1-16,0 0-2 15,0 1 1-15,0-1 0 16,7-4 1-16,-2 1 0 15,1 0-1-15,-1-3 1 16,1 0-2-16,0-2 2 16,-4 0-1-16,-2 1 1 15,0 0-1-15,0 1 1 16,0-2-1-16,-2-1 0 16,-6 3 2-16,-1-2-4 15,3-1 5-15,1 1-4 0,-2-1-1 16,4-2 2-1,3-1 2-15,0-3-2 0,0 0-3 16,0-1 3-16,0 1 0 16,0-1 1-16,0 3 2 15,0 0-3 1,0 1-1-16,0 3 2 0,0-2 0 16,-2 2 0-16,-1 1-1 15,3-3 1-15,0 0 0 16,0-2 1-16,0 0 5 15,2-1-7-15,4-1 1 16,1 2 0-16,-4 0-1 16,-3 2 1-16,1 1 11 15,-1-1 17-15,0 3-28 16,0 0-2-16,0-2 2 16,0 2 2-16,1 2 14 15,2 1-7-15,-1 3-10 16,-1-2 2-16,4 0 1 15,-2 0 14-15,-3 5-12 16,0-3-4-16,0 0 0 16,3 1 20-16,-3 3 6 15,0 2-24-15,0-1-2 16,0 0 3-16,0 1 7 16,0 1-9-16,-3-1 0 15,0 2 4-15,0 1-3 16,1 0 1-16,2-2 6 15,0 1-2-15,0-1-4 16,0 0-1-16,0-1 0 0,0-1 1 16,0 2 3-1,0-3 1-15,0-1-2 0,5-2-2 16,-2-1-1 0,0-4-3-16,3-4 2 0,0-3-2 15,5-4 0-15,-3-2-3 16,7-8 2-16,-2 0-2 15,4-3 7-15,0-2-2 16,4-2 1-16,0 0-2 16,4 0-1-16,1 0 2 15,8 0-2-15,2 0 2 16,6-2-3-16,9 0 3 16,3 2-3-16,8 0 1 15,7 0-1-15,7 0 1 16,10 0 0-16,4 0-1 15,9 0 1-15,3 0 1 16,4 0 0-16,2 2 0 16,3 4 0-16,2 0-1 15,1 3-3-15,6-1 4 16,0 1-4-16,3-1 6 16,1 1-2-16,1-1-1 15,1-1 1-15,1-2 3 16,0 1-3-16,-1-2 0 15,-4 0 1-15,-3 0 0 16,-3-1-3-16,-7-1 0 16,-3 1 0-16,-8 0 1 15,-7-1 0-15,-7 2 0 16,-9 0-2-16,-10-2 5 16,-10 0-3-16,-8-2 0 15,-6 0 0-15,-12 0 0 0,-8 0 2 16,-8 0-2-16,-4 0 2 15,-8 0 2-15,-1 0 9 16,0-4 12-16,0-4-23 16,-4 2 1-16,-3-1 2 15,-2-1-4-15,2-2 0 16,2-1 0-16,0-1-2 16,1-3 2-16,1-4-2 15,1-3 2-15,2-4-2 16,0-4 1-16,0-4-1 15,0-7 0-15,0-4 1 16,0-5-2-16,0 1 1 16,0-6-5-16,0-2 3 15,0-3 0-15,0 0 3 16,-4-2 0-16,-2-2 1 16,3-4-1-16,0-2 0 15,3-3 1-15,0-1 0 16,0-1-1-16,0 2 1 15,0 2-1-15,0 3 1 16,0 4-4-16,0 2-6 16,-3 1 2-16,1 0 2 15,-1 2-1-15,0 0-2 16,0 2 2-16,0-1 5 16,0 3-1-16,-1 0 0 15,-2 3-1-15,-1 1 3 16,-2 0 0-16,-3 4 0 15,-2 1-1-15,0 1-1 16,-4 0-1-16,2-1 1 0,-2 2 0 16,0 0 0-1,1 2 2-15,-3 1 0 16,1 5-1-16,-4 3 2 0,0 4-1 16,-3 2-3-16,0 4 3 15,-5 1 0-15,-1 3-3 16,-3 3 3-16,-3 2 0 15,0 1-2-15,-2 1 2 16,-3 5-1-16,-2-1 1 16,-6 2 0-16,-2 0-1 15,-2 0 0-15,-7-1 0 16,-7 4 1-16,-4-3-1 16,-4 1 2-16,-6 0-2 15,-5 1-1-15,-3-2 2 16,-3 0-1-16,-1-1 1 15,-5 0-1-15,-2 1 2 16,-2-3-2-16,-3 2 1 16,3-2 0-16,0 0-2 15,0 1 1-15,6-1 0 16,-1 1 0-16,5 0 0 16,2 0 1-16,3 1 3 15,-2 2-7-15,0 1 3 16,1 1-1-16,1 1 1 15,1 2 1-15,1 0-2 16,1 0 2-16,6 0 0 16,4 5-4-16,6-1 5 15,9-1-1-15,11-1 0 16,6 1 2-16,14-2-3 0,10 0 2 16,5 1-1-1,10-1 0-15,2-1-1 16,3 0-1-16,0 0-3 0,0 0-1 15,0 0 3 1,0 0 2-16,-3 2 1 0,1 0 1 16,-2 0 0-16,-1 1-1 15,-1 1 2-15,0-2-2 16,1 1 0-16,2-2 1 16,0 2-1-16,3-3 0 15,0 0 0-15,0 0-14 16,0-3-76-16,5-7-153 15,1-7-236-15</inkml:trace>
  <inkml:trace contextRef="#ctx0" brushRef="#br0" timeOffset="199352.1">30946 9515 642 0,'0'-5'72'0,"0"1"39"15,0 2 2-15,0-1-21 16,0 3-28-16,0 0-30 15,-3 3-22-15,-1 14-13 16,-3 3 19-16,1 6 24 16,0 0 9-16,2 1-16 15,1-4-9-15,3-7 5 16,0-1 0-16,0-5-2 16,3-4-2-16,10-6 3 15,7 0 13-15,6-12 31 16,9-16 5-16,8-17-30 15,17-20-25-15,14-26-15 16,20-26-7-16,13-18-24 16,16-16-69-16,-3 2-86 15,-16 12-175-15,-19 22-280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28:08.97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8559 3846 165 0,'0'0'32'16,"0"0"36"-16,0 0 1 16,0 0 1-16,0 0-9 15,0 0-18-15,0 0-13 16,0 0-15-16,0 0 14 15,0 0 3-15,0 0-12 16,0 0 10-16,0 0 18 16,0 0 9-16,0 0 11 15,0 0 11-15,0 0-4 16,0 0-10-16,0 0-23 16,0 0-9-16,0 0-2 15,0 0-2-15,0 0-2 0,0 0 6 16,0 0 9-1,0 0 0-15,0 0-3 0,0 0-4 16,0 0-3-16,0 0-5 16,-1 0-3-16,1 0 0 15,0 0-1-15,0 0-1 16,0 0-1-16,0 0-2 16,0 0-3-16,0 0-2 15,0 0 0-15,4-4-4 16,12 3-6-16,7-6 9 15,8 2 6-15,5-5-11 16,6 1-3-16,1 1 2 16,-1-2-1-16,-3 3-1 15,-3 0 1-15,-6 2-2 16,-7 2-1-16,-7-1-1 16,-4 4-2-16,-6 0 1 15,-4 0-2-15,0 0 2 16,-2-3 0-16,1 3-5 15,-1 0-7-15,0 0-14 16,0 0-22-16,0-4-17 16,0-2-18-16,0 1-66 15,-1-3-164-15,-11 0-289 16</inkml:trace>
  <inkml:trace contextRef="#ctx0" brushRef="#br0" timeOffset="473.85">8531 3703 822 0,'0'0'121'0,"0"0"12"15,0 0-33-15,0 0 5 16,40-8-2-16,-12 0-36 16,2-1-30-16,2-3 1 15,-1 3-12-15,0-1-14 16,-2 2-10-16,-2-1 0 15,-4 3-11-15,1 2-52 16,-3 1-44-16,-4 2-109 16,-5-1-252-16</inkml:trace>
  <inkml:trace contextRef="#ctx0" brushRef="#br0" timeOffset="1205.08">9588 3305 558 0,'0'0'159'0,"0"0"-7"0,0 0 4 16,0 0-47-16,-33 15-58 16,8 8-12-16,-1 10 7 15,-3 6 1-15,2 9-4 16,2 3-6-16,5 1-10 15,8 1-9-15,8-3 1 16,4-1 0-16,4-4-2 16,19-3-5-16,9-6-4 15,3 0 3-15,2-9-4 16,1-4-4-16,-3-4-2 16,-3-5 0-16,-8-6-4 15,-5-4-15-15,-9-1-18 16,-6-3-23-16,-2 0-37 15,-2 0-62-15,0-9-185 16,-12-4-324-16</inkml:trace>
  <inkml:trace contextRef="#ctx0" brushRef="#br0" timeOffset="1767.54">9920 3557 780 0,'0'0'122'0,"0"0"-23"0,0 0-48 16,0 0-7-16,-81 32-19 16,59-20-18-16,2 1 3 15,6-2-6-15,1-1 0 16,10 0-3-16,3-2-2 15,0 0 0-15,10 2 2 16,13-2 2-16,5 1-1 16,5-1 0-16,3 1 3 15,1-1 3-15,-4 0 7 16,-5 1 2-16,-8 0 5 16,-4-1 2-16,-10 4 7 15,-6-2 6-15,0 3 23 16,-7 0-11-16,-12 1-14 15,-6-2-19-15,1 1-10 16,-1-1-4-16,4-3-1 16,1-4-13-16,5-3-22 15,2-2-38-15,7 0-69 16,3-12-127-16,3-9-138 16</inkml:trace>
  <inkml:trace contextRef="#ctx0" brushRef="#br0" timeOffset="1963.57">10173 3637 779 0,'0'0'141'16,"0"0"25"-16,43 70-68 15,-31-47-42-15,-4-3-32 16,2-5-21-16,-5-5-6 15,-5-3-90-15,0-7-167 16,-3 0-219-16</inkml:trace>
  <inkml:trace contextRef="#ctx0" brushRef="#br0" timeOffset="2110.88">10154 3391 860 0,'0'0'55'16,"0"0"6"-16,0 0-52 16,0 0-61-16,0 0-120 15,0 0-177-15</inkml:trace>
  <inkml:trace contextRef="#ctx0" brushRef="#br0" timeOffset="2485.14">10346 3695 759 0,'0'0'177'0,"0"0"16"15,0 0-74-15,0 0-35 16,0 0-19-16,0 0-24 0,53 57-11 16,-48-57-11-1,1 0-4-15,1-6 6 0,3-10 0 16,-2-4-16-16,4-6-4 15,-2 2-11-15,0-2-15 16,-1 4-2-16,2 5 0 16,-2 3 12-16,0 6 10 15,0 6 2-15,0 2-3 16,0 0 0-16,-1 13 0 16,-1 4 8-16,4 6 4 15,-5 5 5-15,1-2-2 16,3-1 9-16,-4-1-11 15,0-1-6-15,3-7 0 16,0 0-13-16,0-7-52 16,3-7-94-16,2-2-139 15,-1 0-338-15</inkml:trace>
  <inkml:trace contextRef="#ctx0" brushRef="#br0" timeOffset="3032.41">10841 3542 727 0,'0'0'121'0,"0"0"6"15,0 0 41-15,0 0-37 16,88 49-44-16,-54-24-19 16,-1 2-13-16,5 2-10 15,-1 2-4-15,-1-2-9 16,-4-2-13-16,-5-7-9 15,-5-1-5-15,-6-6-1 16,-6-5-3-16,-6-2 0 16,-1-2-2-16,-3-4-15 15,0 0-26-15,0 0-18 16,-6 0-11-16,-4-8-74 16,-4-3-96-16,2-4-81 15,-2-2-228-15</inkml:trace>
  <inkml:trace contextRef="#ctx0" brushRef="#br0" timeOffset="3240.87">11104 3566 962 0,'0'0'96'15,"0"0"49"-15,-62 77-49 0,36-44-32 16,1 1-32-16,2-2-19 15,4-5-9-15,5-5-3 16,3-6-19-16,1-6-63 16,5-6-91-16,1-4-117 15,4 0-171-15</inkml:trace>
  <inkml:trace contextRef="#ctx0" brushRef="#br0" timeOffset="3652.89">11147 3080 869 0,'0'0'16'16,"0"0"104"-16,0 0 5 15,93 75-35-15,-58-28-11 16,2 3-21-16,2 8-14 16,-3 1-8-16,-4 2-7 15,-5-3 4-15,-6 0-10 16,-8-6 3-16,-8-1 0 15,-5-2 5-15,0-4-3 0,-8-3-13 16,-9-6-6 0,0-1-6-16,-3-6-3 0,2-6-3 15,0-4-18-15,1-5-32 16,5-6-37-16,-2-5-57 16,5-3-107-16,2-13-194 15</inkml:trace>
  <inkml:trace contextRef="#ctx0" brushRef="#br0" timeOffset="4489.26">11529 3182 576 0,'0'0'130'0,"0"0"-5"16,0 0-22-16,0 0 3 15,0-3-36-15,0 2-21 16,0 1-5-16,0 0-8 16,0 0-3-16,0-3-7 15,0 2-6-15,7-3-3 16,2 0 3-16,4 0-7 15,4 1-3-15,1-3-5 16,2 2-3-16,-2 2 0 16,-3 1-3-16,-2 1 3 15,-8 0-3-15,0 0-2 16,-5 0-15-16,0 3-8 16,0 8 15-16,0 0 9 15,-6 2-6-15,3 1 6 16,3-2-3-16,0-1 3 15,0-2-3-15,7 2 3 16,8 0 3-16,2-1 0 16,1-1 0-16,-1 1 7 15,-4 0 4-15,-2-1 24 16,-6-1 0-16,-4 1 12 16,-1 2-7-16,0-1-7 0,-12-1-2 15,-2 0-13 1,-5-2-12-16,1 1-5 15,-1-3-16-15,0-1-30 0,2 1-27 16,1 1-66-16,-1-2-77 16,0-2-128-16,3-2-310 15</inkml:trace>
  <inkml:trace contextRef="#ctx0" brushRef="#br0" timeOffset="7073.01">9872 4066 416 0,'0'0'109'0,"-2"0"20"0,2 0-31 15,0 0-6 1,0 0-6-16,0 0-21 0,0 0-7 16,0 0-12-1,0 0-7-15,8-6 8 0,-1 1-9 16,2-3-18-16,1 1-3 15,0 1-10-15,-1-1-3 16,4 0-2-16,-3 2 0 16,0 1 0-16,0 3 1 15,0 1-4-15,-2 0 3 16,-1 0-3-16,1 0 2 16,0 7 1-16,-1 0-1 15,0-1 0-15,-1-2-2 16,-1 1 2-16,3-2-1 15,1-2-1-15,2-1 2 16,2 0 0-16,4 0-2 16,2-4 3-16,4-5 0 15,0-1-1-15,-2 0-1 16,-1 1 0-16,-3 3 0 16,-5 2 0-16,-4 2-1 15,-3 2 0-15,2 0-1 16,-4 0 1-16,0 0 0 15,-1 3 0-15,3 3 1 16,1-2 1-16,0 0-1 16,2-1 0-16,2-3 1 15,2 0-1-15,7 0 0 16,1-2 4-16,0-4-4 16,0 0 0-16,-4-1 0 15,-1 3 0-15,-8 3-1 16,-1 1 0-16,-2 0 0 15,-1 0 0-15,-1 0-1 16,0 2 2-16,2 4-1 16,1 1 2-16,-1-2-2 15,2-1 1-15,2-1 0 16,3-3 1-16,4 0 0 0,1 0 1 16,6 0-1-16,-3-3 0 15,3-2 0-15,-5-1-1 16,-4 1-2-16,-4 3 2 15,-3 1-1-15,-3 1-2 16,-1 0 1-16,2 0-1 16,-2 0 1-16,2 3 1 15,1 1 0-15,2-3 1 16,3 2 1-16,1-3-1 16,7 0-1-16,1 0 3 15,2 0-2-15,-1-3-1 16,-2-1 2-16,-4 3-1 15,-4-1-2-15,-5 2 0 16,-4 0 2-16,1 0-8 16,-1 0-2-16,-1 3 8 15,3 3 2-15,1-3-1 16,3-2 1-16,5-1-1 16,7 0 3-16,6 0 4 15,6 0-1-15,4 0-1 16,-1-3-3-16,1-1 1 15,-5 1-5-15,-4 2 4 16,-10 1 0-16,-3 0-3 16,-6 0 1-16,-2 0-12 15,-4 0-14-15,2 0-13 16,0 0-3-16,4 0-16 16,3 0 7-16,0 0 18 0,6-4 9 15,2 0-5-15,3 0-51 16,-1 0-88-1,-1 2-117-15</inkml:trace>
  <inkml:trace contextRef="#ctx0" brushRef="#br0" timeOffset="8526.37">10366 4306 316 0,'0'0'99'0,"18"-4"12"16,-10 1-12-16,2-1-4 16,-4-2-4-16,0 1 19 15,-2 0-1-15,2-2-32 16,-2 1-18-16,-2 0-13 16,-1-2-11-16,-1-2-9 15,0 1-3-15,0-3-4 16,0 3-14-16,-10-1-13 15,-1 4 19-15,-4 3-16 16,-5 3-6-16,-2 0-14 16,-2 11-5-16,2 4 1 15,2 4 14-15,3 0 5 16,6-1 7-16,7-5-2 16,4 0 3-16,0-4 0 15,0-2 3-15,10-3 0 16,7-2 2-16,2-2-1 15,4 0 4-15,0 0-3 16,0-5 2-16,-2-3-2 16,-1 0 0-16,-4-2-2 15,-3 1 0-15,-3 1-3 16,0-1 3-16,-3 3-1 16,-2-1-1-16,-2 3 2 15,-1 2 0-15,1 0-2 0,-1 2 7 16,5 0-4-1,0 0-2-15,5 7 11 0,2 6 13 16,2 7-1-16,4 6 3 16,-4 5 5-16,3 2 5 15,-4 5 4-15,-3-5-8 16,-1 3 2-16,-6-2 4 16,1-1-3-16,-5-3-5 15,-1-3 16-15,0-2-9 16,-10-3-20-16,-7-1-3 15,-2-6-3-15,-4-3-8 16,0-4 2-16,-3-6-3 16,-1-2-11-16,1 0-18 15,1-5-22-15,2-10-19 16,6-5-20-16,5-3-57 16,8-5-107-16,4-4-177 15</inkml:trace>
  <inkml:trace contextRef="#ctx0" brushRef="#br0" timeOffset="9057.95">10704 4165 558 0,'0'0'149'0,"0"0"-18"16,0 0-1-16,0 0-23 16,0-3-26-16,-11 14-23 15,-1 5-21-15,-1 4-2 16,0 8-2-16,1-1-4 15,4 0-6-15,4 0-2 16,4 1-2-16,0-4-2 16,0-1-9-16,8-2-3 15,8-2-3-15,3-2-3 16,-2-7 1-16,2-4-3 16,-3-3-24-16,4-3-36 15,-1 0-51-15,-5-9-63 16,-2-5-72-16,-4-1-102 15</inkml:trace>
  <inkml:trace contextRef="#ctx0" brushRef="#br0" timeOffset="9309.1">10775 4261 723 0,'0'0'104'15,"0"0"79"-15,0 0-59 0,0 0-39 16,0 0-16-16,77 81-21 16,-59-64-13-16,-2-2-9 15,-1-1-17-15,-2-4-6 16,-1-2-4-16,-1-4-3 16,-3-3-23-16,2-1-37 15,-2 0-44-15,-1-4-66 16,-3-10-99-16,2-4-145 15</inkml:trace>
  <inkml:trace contextRef="#ctx0" brushRef="#br0" timeOffset="9482.99">10928 4282 769 0,'0'0'128'0,"0"0"-9"16,-64 84-42-16,47-58-42 15,5-4-28-15,4-7-6 16,2-3-11-16,6-7-54 16,0-5-68-16,0 0-90 15,2-9-133-15</inkml:trace>
  <inkml:trace contextRef="#ctx0" brushRef="#br0" timeOffset="9786.35">10976 4098 776 0,'0'0'72'0,"0"0"109"0,50 87-47 15,-30-52-12-15,-1 2-31 16,-3 1-32-16,-4-1-28 15,-6 1-6-15,-5-2-10 16,-1-4-4-16,0 0-1 16,-7-5-7-16,-8-3 0 15,-2-2-6-15,2-5-18 16,-2-5-24-16,2-1-41 16,1-7-63-16,3-4-108 15,2 0-115-15</inkml:trace>
  <inkml:trace contextRef="#ctx0" brushRef="#br0" timeOffset="12307.6">9425 3166 238 0,'0'0'47'16,"0"0"33"-16,0-34-7 15,0 22-23-15,0-1 17 16,-2 1-21-16,-1-1-19 16,3 0-14-16,-1 0-5 15,-1 2 4-15,2 0-4 16,0 1-1-16,0 0 2 15,0 1-3-15,0 1 3 16,0 2 5-16,0 0 3 0,0 2-8 16,0 1-6-16,0 0-1 15,3 1-2-15,3-1 0 16,1-1 0-16,3 3 1 16,0-2-1-16,2 1 0 15,1-1 1-15,0 2-1 16,4-2-1-16,1 2 1 15,5-1 0-15,0 2-3 16,3-1 5-16,1 1-2 16,1-3-1-16,2 3 1 15,2-4 1-15,1 1-1 16,0 1-2-16,-1-1-3 16,-2 2 4-16,1-2 1 15,-3 3 0-15,0-1 0 16,0 1 0-16,-2 0 1 15,1 0-1-15,-1 0 0 16,1 0-1-16,1 0 0 16,-1 0 1-16,-1-2 0 15,2 0-3-15,-1 0-5 16,-4 2-11-16,2 0 12 16,-3-2 5-16,-1 0 1 15,2 2 1-15,0-2 1 16,1 2-2-16,2-2 2 15,1 0 0-15,3-1 0 16,-2 0-1-16,0-1 1 16,0-1-1-16,-1 2 0 0,1-1 0 15,-5 1 1 1,2 3-2-16,-1-1 0 0,-1 1 0 16,-1 0-2-16,1 0-6 15,0 0 9-15,0 0-2 16,3-2 0-16,-4 1 3 15,5-1-3 1,-2-2 5-16,-1 1-4 16,-3 1 2-16,0-1 2 0,-2 0-2 15,-3 2-1-15,1 1 0 16,-2 0 0-16,-1 0-1 16,1 0 2-16,0 0-4 15,0 0 3-15,2 0-5 16,1 0-13-16,0 0 9 15,2 0 9-15,2 0 1 16,1 0-1-16,3 0 1 16,-1 0-1-16,-3 0 0 15,1 0-1-15,-3 0 2 16,-3 0-1-16,-3 0 1 16,0 0 0-16,-3 0-1 15,-1 0 0-15,-1 0 0 16,-2 0 0-16,-1 0 0 15,0 0 1-15,-2 0 2 16,2 0 6-16,0 0 6 16,1 0 1-16,0 0-7 15,2 0-3-15,0 0 7 16,0 0 1-16,-1 0-1 16,-2 0-4-16,1 1 0 15,-3 2-4-15,2 2 10 16,-2-1-3-16,2 4-3 15,-2 1 19-15,2 2-5 0,1 3 5 16,0 2-4 0,-2 0 9-16,2 4-6 0,-1-2-6 15,2-4 11-15,0 1-10 16,-4-2-13-16,-1-4-5 16,1-2-4-1,-1-3-3-15,-3 2-74 0,0-5-57 16,0-1-71-16,0 0-127 15</inkml:trace>
  <inkml:trace contextRef="#ctx0" brushRef="#br0" timeOffset="14529.89">10235 1833 644 0,'-2'-16'67'16,"-8"0"26"-16,-3-2-28 16,-4 1-10-16,1-1-14 15,-3 3-16-15,2 3-10 16,1 2 4-16,0 5-5 15,0 3-7-15,0 2-8 16,3 0-2-16,1 6 2 16,0 10 3-16,6 6 3 15,3 5 2-15,3 4 2 16,0 5 9-16,0 3 20 0,13 3 3 16,3 0-7-16,1-1 13 15,1-1-9-15,-4-1 3 16,0-4-31-16,-2-3-6 15,-5-6 1-15,2-3-3 16,-5-4-1-16,1-4-1 16,-5-4-2-16,0-2-15 15,0-5-37-15,0 0-45 16,-2-2-51-16,-14-2-103 16,-1 0-223-16</inkml:trace>
  <inkml:trace contextRef="#ctx0" brushRef="#br0" timeOffset="14719.47">10020 2102 950 0,'0'0'110'15,"0"0"-5"-15,76-21-71 16,-44 13-19-16,0-3-12 15,-1 4-4-15,0 0-48 16,-5 1-64-16,-6 1-131 0,-3 1-194 16</inkml:trace>
  <inkml:trace contextRef="#ctx0" brushRef="#br0" timeOffset="14914.08">10603 2066 979 0,'0'0'96'0,"0"0"-21"0,0 0-61 16,78-4-9-16,-68 3-9 16,-5-1-71-16,-5-2-134 15,0 2-150-15</inkml:trace>
  <inkml:trace contextRef="#ctx0" brushRef="#br0" timeOffset="15096.21">10603 2066 905 0,'-35'-72'34'16,"51"66"55"-16,0 0-66 15,4-1-19-15,-2 2-3 16,-1-2-45-16,-2 3-121 16,-3-6-154-16</inkml:trace>
  <inkml:trace contextRef="#ctx0" brushRef="#br0" timeOffset="15370.95">10870 1887 789 0,'0'0'158'0,"0"0"-10"0,0 0-42 16,100 79-26-16,-70-58-15 16,-1-1-26-16,-3 0-8 15,-1-1-14-15,-5-3-13 16,-3-3 0-16,-5 0-3 15,-1-3-3-15,-5 0-12 16,-2-2-36-16,-2-1-35 16,-2-1-36-16,0-4-56 15,0-2-68-15,-6 0-198 16</inkml:trace>
  <inkml:trace contextRef="#ctx0" brushRef="#br0" timeOffset="15586.91">11068 1917 740 0,'0'0'84'0,"0"0"91"16,-52 93-54-16,32-57-42 15,4-1-39-15,0-2-30 16,3-6-7-16,3-6-5 15,4-4-36-15,3-7-67 16,3-5-110-16,0-5-165 16</inkml:trace>
  <inkml:trace contextRef="#ctx0" brushRef="#br0" timeOffset="16201.17">11090 1644 446 0,'0'0'53'16,"0"0"22"-16,0 0-25 16,0 0 15-16,0 0 4 15,3-8-7-15,-3 8 3 16,0-1 6-16,0 1 2 16,1 0-14-16,-1 0-16 15,3-3-1-15,0 1-18 16,4 1-8-16,2-2-8 15,-1 1-3-15,4 1-3 16,-3-2-2-16,-1 2 0 16,-2 1-1-16,-3 0-8 15,0 0-27-15,-2 4-3 16,-1 6 9-16,2 4 21 16,0 1 4-16,3 1 3 15,2 0 4-15,5-2-2 16,4-1 2-16,4-1-1 0,-1 1 2 15,2-4 6 1,-6 1 12-16,-2-2 14 0,-6-2-2 16,-7 0 7-16,0 2 4 15,0-1 1 1,-12-1-10-16,-3 4-24 0,-3-5-6 16,1 1-4-16,1-2-25 15,-1-2-30-15,3-1-42 16,2-1-54-16,0 0-69 15,1 0-124-15</inkml:trace>
  <inkml:trace contextRef="#ctx0" brushRef="#br0" timeOffset="18487.98">14788 3479 636 0,'2'-9'75'16,"-1"-2"-4"-16,1-4-6 15,-2-1-5-15,0-3 33 16,0-3-23-16,0 0-14 15,0-1-4-15,-7 1-12 16,-8 0-10-16,-4 5-9 0,-4 6-9 16,-6 3-11-16,-2 6-2 15,-3 2-1-15,1 2 2 16,3 13-3 0,5 4 0-16,8 6 0 15,9 6-1-15,8 5-1 16,0 5 8-16,8 4-3 15,8 2 8-15,4 2 5 0,2-2 9 16,-3 1 4-16,-2-2-4 16,-1-2 0-16,-2-3 1 15,-4-3 0-15,2-2-5 16,-7-5-7-16,0-5-5 16,-2-4-4-16,0-5-1 15,-3-3-3-15,0-6 5 16,0-1-3-16,0-7-9 15,0 0-6-15,0 0-20 16,0 0-15-16,0-4-58 16,-8-8-131-16,-4-2-100 15,-2 1-268-15</inkml:trace>
  <inkml:trace contextRef="#ctx0" brushRef="#br0" timeOffset="18710.09">14482 3782 996 0,'0'0'69'0,"0"0"73"15,90-19-47-15,-50 9-50 0,3 4-26 16,-3-1-11-16,-6 1-13 15,-3 4-70-15,-10 0-142 16,-6 0-202-16</inkml:trace>
  <inkml:trace contextRef="#ctx0" brushRef="#br0" timeOffset="19236.45">15297 3293 705 0,'0'0'130'15,"0"0"49"-15,0 0-75 16,0 0-64-16,-55 72 26 15,29-27 6-15,0 5-19 16,5 5-18-16,3 3-9 16,8-3-6-16,4 2-1 15,6-2-6-15,0-2 0 0,17 0 5 16,5-10-3-16,1 2-5 16,2-8-4-16,-1-5 0 15,-4-5-3-15,-2-6-2 16,-2-5-1-16,-8-5-1 15,0-2-15-15,-1-5-26 16,-5-2-30-16,0-2-59 16,-2 0-70-16,0-4-70 15,0-11-277-15</inkml:trace>
  <inkml:trace contextRef="#ctx0" brushRef="#br0" timeOffset="20338.48">15697 3687 568 0,'0'0'150'16,"0"0"-33"-16,0 0-10 15,0 0-12-15,8-9-30 16,-8 4-21-16,0 0 5 16,0 1-4-16,0 0-10 15,0-1-18-15,-5 0-6 16,-10 4-7-16,1 1-7 15,-6 0 2-15,-3 0-8 16,-4 11 4-16,1 1 2 16,5 3-6-16,2-1 1 0,6-2-2 15,6-2 2-15,2-3-10 16,5 2-11-16,0-4 6 16,0-1-13-16,9-2 26 15,3-1 3-15,2-1 5 16,1 0 2-16,3 0-4 15,-2-3 1-15,3-3 4 16,-3-2 0-16,-2 1-1 16,-2-2-1-16,-1 5 7 15,-3 0 4-15,-1 0-1 16,-1 3 0-16,2 1 4 16,0 0 3-16,-1 2 7 15,2 11 19-15,-2 3-5 16,0 7 0-16,0-4 4 15,-1 5 7-15,-3-1-2 16,0 0-6-16,-3-1 0 16,0-3-4-16,0 1-2 15,0-2-10-15,-6-2 2 16,-6-3-10-16,-3-1-4 16,-1-4-10-16,-3-1 1 15,1-6-10-15,0-1-27 16,2 0-17-16,1 0-27 15,7-9-31-15,5-9-108 16,3-2-169-16,0-5-345 16</inkml:trace>
  <inkml:trace contextRef="#ctx0" brushRef="#br0" timeOffset="20695.58">15966 3559 882 0,'0'0'140'0,"0"0"-43"16,0 0-36-16,0 0-17 15,-22 38 14-15,10-18-15 16,4 4-18-16,5-4 1 16,3 2-3-16,0-4-6 15,0-1-10-15,7-1-4 16,6-6-1-16,-2 1-4 16,3-3 0-16,-3-4-15 15,1-1-16-15,-1-2-35 16,-2-1-43-16,-2 0-55 15,-3 0-91-15,1-6-199 16</inkml:trace>
  <inkml:trace contextRef="#ctx0" brushRef="#br0" timeOffset="20967.53">16104 3639 814 0,'0'0'116'0,"0"0"80"16,0 0-81-16,0 0-21 15,0 0-34-15,78 59-29 16,-64-44-12-16,0-1-9 16,-3-2-7-16,-2-4-1 15,-2-3-2-15,0-2-16 16,-1-3-42-16,-2 0-47 15,1 0-72-15,-4 0-70 16,2-9-40-16,-2-5-162 16</inkml:trace>
  <inkml:trace contextRef="#ctx0" brushRef="#br0" timeOffset="21117.36">16259 3653 454 0,'0'0'159'15,"0"0"-12"-15,0 0-63 16,0 0-7-16,-80 23-21 15,58-7-34-15,1 2-17 16,2-3-2-16,6-1-12 16,3-3-27-16,4-5-74 15,5-2-66-15,1-4-115 16</inkml:trace>
  <inkml:trace contextRef="#ctx0" brushRef="#br0" timeOffset="21625.52">16318 3417 512 0,'0'0'100'16,"0"0"30"-16,0 0-25 16,0 0 25-16,48 70-10 15,-28-47-16-15,-3 2-27 16,0 2-18-16,1 0-13 16,-5 0-3-16,-2-2-7 15,-2-1-2-15,-3 0-3 16,-5-2-7-16,-1-3-13 15,0 1-6-15,0-5-3 16,0-2-3-16,-6-2-11 16,-1-4-32-16,-3-3-32 15,3-4-64-15,-2 0-120 16,5-2-235-16</inkml:trace>
  <inkml:trace contextRef="#ctx0" brushRef="#br0" timeOffset="22220.97">16301 3001 576 0,'0'0'15'0,"0"0"44"16,0 0 42-16,0 0 0 16,59 94 13-16,-27-59-20 15,5 5-20-15,5 3-10 16,1 0-1-16,0 2-24 16,-1 1-4-16,-1 4 7 15,-2 0-2-15,-6 1 1 16,-1 0-11-16,-6 0-4 15,-6 1 0-15,-3-3 7 16,-6 0-10-16,-7-1-8 16,-4-2 14-16,0-1-14 15,-9-1 11-15,-12-1-9 16,-5-1-13-16,-3-4-2 16,0-2 0-16,0-7-4 15,4-4-1-15,5-8-11 0,6-6-17 16,1-7-11-16,5-4-25 15,1 0-23-15,3-7-84 16,-5-14-185-16,5-4-318 16</inkml:trace>
  <inkml:trace contextRef="#ctx0" brushRef="#br0" timeOffset="23174.94">17232 3752 416 0,'0'0'156'0,"0"0"7"0,0 0-38 15,0 0-3-15,0 0-18 16,0 0-18-16,13 0-9 15,6 0-5-15,3 0-20 16,6 0-24-16,3-2-6 16,1-2-9-16,-2-2-9 15,-4 2 0-15,-2-2-4 16,-6 0-20-16,-4 2-46 16,-7-1-44-16,-5 1-51 15,-2-1-43-15,0 1-51 16,-10 0-171-16</inkml:trace>
  <inkml:trace contextRef="#ctx0" brushRef="#br0" timeOffset="23381.66">17235 3585 670 0,'0'0'159'0,"0"0"-30"15,0 0-57-15,0 0 19 16,0 0-22-16,54-8-51 16,-31 8-14-16,0 0-9 15,2 0-53-15,-1-3-92 16,2-1-74-16,-3-4-178 0</inkml:trace>
  <inkml:trace contextRef="#ctx0" brushRef="#br0" timeOffset="24399.35">18288 3099 771 0,'0'0'142'16,"0"0"-29"-16,0 0-68 16,0 0 2-16,-78 89 25 15,49-44-15-15,-3 7-15 16,2 8-10-16,0 2-1 15,5 1-5-15,3-2-12 16,8 1-1-16,5-3-1 16,9-6 1-16,0-5 3 15,12-3 12-15,11-5-12 16,4-5-4-16,4-7 8 16,2-2-6-16,-3-4 1 15,-1-5 0-15,-6-3-3 16,-7-3-3-16,-3-6 1 0,-7 1-8 15,-2-5-1-15,-4 1 0 16,0-2 1-16,0 0-3 16,0 0-14-16,0 0-23 15,-6 0-36-15,-1 0-43 16,-1-7-68-16,2-4-118 16,3-1-177-16</inkml:trace>
  <inkml:trace contextRef="#ctx0" brushRef="#br0" timeOffset="25421.56">18748 3459 477 0,'0'0'122'0,"0"0"16"15,0 0-20-15,0 0-16 16,-11 0-25-16,-6 0-46 0,-6 4-11 16,-6 7 8-1,0 4 1-15,0-1-2 16,0 2-10-16,6-1-9 0,4 0-3 15,6-1-1-15,6-2-3 16,6-2-1-16,1 3-2 16,4-2 2-16,19 0 0 15,9-1 2-15,4-1 0 16,5-1 4-16,0 1 15 16,-5-2 6-16,-4-1-6 15,-10 0-2-15,-9-1 8 16,-5-1-5-16,-8 0 5 15,0 3 5-15,-8-3 5 16,-14 3-10-16,-6 2-5 16,-6 3-15-16,-2-3-5 15,0-1 0-15,7-1-4 16,4-3-12-16,8 0-8 16,5-4-20-16,9 0-38 15,3 0-60-15,0-8-138 16,13-4-164-16</inkml:trace>
  <inkml:trace contextRef="#ctx0" brushRef="#br0" timeOffset="25632.1">18971 3570 781 0,'0'0'171'0,"0"0"0"16,0 0-66-1,29 77-14-15,-25-55-30 0,2 0-34 16,-3-2-17-16,-2-3-10 16,-1-3-15-16,2-5-50 15,-2-5-70-15,0-4-119 16,0 0-179-16</inkml:trace>
  <inkml:trace contextRef="#ctx0" brushRef="#br0" timeOffset="26134.74">18994 3343 866 0,'0'0'29'16,"0"0"52"-16,0 0-68 16,0 0-23-16,0 0-53 15,0 0-63-15,-17 13-29 16,17 6-55-16,6 1 5 15,11-1 57-15,4 6 102 16,3 2 78-16,2 0 69 16,1 1 17-16,-1-1 11 15,0-1 54-15,-3-2-6 16,-4-3-26-16,-2-5-12 16,-5-2-43-16,-5-3-14 15,0-5-25-15,-3-3-17 16,-2-1 1-16,-2-2-5 15,1 0 8-15,2-6-3 16,2-10-9-16,2-6-28 16,1-4-4-16,4-1-11 0,-2 1-10 15,4 3-2-15,0 4 6 16,-2 6 2 0,0 7 1-16,-3 4 0 0,2 2 9 15,-1 2-4 1,-1 13 6-16,1 4 4 0,0 6 2 15,1-2 2-15,-3 1 1 16,5-1 1-16,-6-2-6 16,2-2-1-16,1-6-3 15,-6 0-35-15,2-6-77 16,-3-4-86-16,0-3-169 16</inkml:trace>
  <inkml:trace contextRef="#ctx0" brushRef="#br0" timeOffset="26866.75">19710 3419 644 0,'0'0'168'0,"0"0"46"16,0 0-70-16,0 0-38 16,97 79-22-16,-68-56-35 15,-3-2 3-15,1 3-16 16,-4-5-11-16,-2 0-9 16,-3-2-5-16,-3-3-6 15,-4-3-3-15,-2-2-2 16,-3-4 1-16,-5-1-12 0,2-2-17 15,-1-2-21 1,-1 0-29-16,1 0-28 16,-1 0-52-16,3-5-84 0,-4-6-105 15,3-5-163-15</inkml:trace>
  <inkml:trace contextRef="#ctx0" brushRef="#br0" timeOffset="27080.41">19954 3434 613 0,'0'0'98'0,"0"0"56"16,-91 80-12-16,63-48-34 16,2-3-39-16,5 0-40 15,4-3-25-15,7-3-4 16,4-5-32-16,6-5-67 15,0-6-102-15,0-7-100 16,10 0-200-16</inkml:trace>
  <inkml:trace contextRef="#ctx0" brushRef="#br0" timeOffset="27600.41">19904 2817 652 0,'0'0'64'0,"0"0"5"0,0 0-19 15,0 0 68-15,36 93-11 16,1-53-29-16,8 6-22 16,9 3-1-16,3 1-24 15,1 3 1-15,-3 3-4 16,-3 2-2-16,-6 1 0 15,-11 5 0-15,-8 0 0 16,-12 4 13-16,-11-4-7 16,-4-2 3-16,-6-3-1 15,-19-2-18-15,-9-9-7 16,-2-3-2-16,0-5-4 16,4-7-2-16,0-3-1 15,9-10-1-15,5-7-14 16,3-2-15-16,5-9-13 15,0-2-24-15,4-2-52 16,3-18-89-16,2-9-115 16,1-9-217-16</inkml:trace>
  <inkml:trace contextRef="#ctx0" brushRef="#br0" timeOffset="28369.49">20421 2878 280 0,'0'0'60'0,"0"0"24"16,0 0-9-16,0 0 14 16,0 0-1-16,-4-7-22 15,4 6 2-15,0 0 28 16,0 1-10-16,0-2-12 15,0 2-1-15,0 0-21 16,0-1-5-16,0 1-15 16,0-1-7-16,1-2-6 15,9 1-10-15,6 1-5 16,0 1 8-16,4 0-1 0,-3 0-10 16,-2 0 1-16,-5 0-5 15,-2 0 3-15,-5 10-3 16,-3 0-10-16,0 2 8 15,0 1 4-15,0 0-4 16,0-1 4-16,-3 0-2 16,3-3 1-16,0 1 0 15,0 0 1-15,0 1-1 16,3 0 3 0,5-1-1-16,-2 2 3 0,-2 1 10 15,-3-1 7-15,-1 1 4 16,0-4-2-16,0 1-1 15,-4-2-11-15,-3-3-7 16,-2 0-5-16,-1-2-27 16,3 0-34-16,-2-3-72 15,3 0-106-15,-4 0-140 16</inkml:trace>
  <inkml:trace contextRef="#ctx0" brushRef="#br0" timeOffset="30922.84">17950 2753 152 0,'0'0'30'16,"0"0"2"-16,-6-33-9 16,4 21 31-16,1-1-8 15,1-1-21-15,0-1-11 16,0 1-8-16,0 3-6 16,0-1 3-16,0 0-2 15,0 1 14-15,0 3 18 16,0-1-3-16,0 2-10 15,0 3 4-15,0 0-10 16,0 0-4-16,0 1-4 16,0 2-6-16,4-3 3 15,2 2-5-15,3 1 4 0,2-2-1 16,1 0 0-16,-2 2-2 16,6-2 3-1,-3 2-1-15,4 0 0 0,2 0 3 16,1-1 10-1,2 2-2-15,-2 0-6 0,5 0-1 16,2 0-2-16,4 0 8 16,3 0 12-16,4-1-4 15,2-2-7-15,1 1-7 16,-2-1-1-16,1-2-2 16,-7 3 0-16,-1 1 3 15,-3-2 0-15,-2 2 1 16,-3-2 2-16,2 2-1 15,1-2 2-15,0 1 3 16,2-1-3-16,0 2-6 16,1 0-3-16,1 1 0 15,-1 0 1-15,0-2-1 16,2 2 0-16,-3 0 1 16,1 0-3-16,-1 0 4 15,-2 0-3-15,-3 0 1 16,0 0-1-16,-2 0 3 15,-3 0-2-15,1 2-1 16,2-2 1-16,-3 1 2 16,5 0-2-16,2-1 0 15,0 0 1-15,1 0-1 16,2 0 0-16,0 0 0 16,-4 0 0-16,1 0 0 15,-2 0 0-15,-1 0-1 16,-2 0 2-16,0 0-1 15,1 0 0-15,-3 0-1 0,5-1 1 16,1 1 0 0,1 0 0-16,0 0 0 0,3 0-1 15,-2 0 1-15,-2 0 0 16,-1 0-1-16,1 0-4 16,-4 0 2-16,-2 0 3 15,0 0-2-15,-3 0 5 16,0 0-3-16,-3 0 0 15,0 0 0-15,0 0-1 16,1 0 1-16,-1 0-5 16,3 0 3-16,0 0 1 15,4 0 1-15,-2 0-3 16,2 0-18-16,-3 0 0 16,2 0-11-16,-2 0 8 15,-4-1 15-15,4-1 7 16,-2 1 4-16,-1 0 0 15,1-1 0-15,-1 1 1 16,1 0-3-16,-2-1 0 16,3 1 1-16,-2 0-1 15,2-1-1-15,0 1-1 16,-2-1 1-16,1 1-4 16,-4 1 2-16,0-2-7 15,-3 2 5-15,1-1 5 16,-2 1 1-16,2-1-1 15,2 1 0-15,-1 0 0 16,4-3 0-16,-2 3 0 16,0 0 1-16,-2 0-1 0,1 0 1 15,-5 0-1 1,0 0 3-16,-3 0 2 0,0 0-4 16,-1 4 3-16,-2 3 20 15,0-1-4 1,0 0 6-16,0 6-2 0,0-3-6 15,0 3 1-15,0-1 7 16,0 4-5-16,0-3 8 16,0 4-8-16,0-4 2 15,2-1-4-15,-1 5-8 16,1-6-8-16,-1 2-4 16,-1-2 2-16,0-1-11 15,0-2-59-15,0-3-74 16,-8-1-149-16</inkml:trace>
  <inkml:trace contextRef="#ctx0" brushRef="#br0" timeOffset="31838.21">18793 1817 479 0,'0'0'139'0,"10"-17"-11"15,-7 4-45-15,0 0-10 16,-3-3-19-16,0 0-25 15,0-3-11-15,0 2-3 16,-14 0-9-16,-2 2-1 16,-3 6-7-16,-4 3-6 0,1 6-12 15,-1 0 7-15,0 4 6 16,4 16 3-16,2 3 2 16,2 4-3-16,5 6 5 15,5 3 12-15,3 3 7 16,2 1 4-16,0 3 5 15,3-1 6-15,7-2-1 16,3 0-5-16,-1-5-9 16,2-2-5-16,-5-4-8 15,1-3-2-15,-2-4-2 16,-2-3 1-16,-1-2-1 16,-1-5-1-16,-1-2-1 15,-3 0 0-15,0-4-16 16,0-2-35-16,0-2-37 15,0 0-48-15,-12-2-43 16,-2 0-262-16</inkml:trace>
  <inkml:trace contextRef="#ctx0" brushRef="#br0" timeOffset="32062.48">18533 2085 745 0,'0'0'77'16,"0"0"71"-16,85-23-90 16,-50 14-36-16,-3 4-13 0,0 0-6 15,-2 4-6-15,-3-3-64 16,-2 4-109-16,-5 0-109 15</inkml:trace>
  <inkml:trace contextRef="#ctx0" brushRef="#br0" timeOffset="32268.61">19150 2134 891 0,'0'0'119'16,"0"0"-71"-16,75 0-43 15,-59 0-2-15,-10 0-21 16,-6 0-91-16,0-4-85 16,-5-2-198-16</inkml:trace>
  <inkml:trace contextRef="#ctx0" brushRef="#br0" timeOffset="32455.74">19112 2013 914 0,'0'0'89'0,"0"0"-17"15,0 0-54-15,0 0-14 16,77-15-7-16,-54 15-81 15,0-2-110-15,-1 0-163 16</inkml:trace>
  <inkml:trace contextRef="#ctx0" brushRef="#br0" timeOffset="32744.33">19553 1965 778 0,'0'0'163'0,"0"0"-40"16,56 69-30-16,-30-41 7 16,-1 2-23-16,1-2-30 15,1 0-20-15,-1-5-7 16,-1 0-14-16,-5-3-4 15,-3-2-1-15,-2-3-2 16,-4-3-25-16,-5-5-41 16,-3-2-45-16,-3-3-90 15,0-2-77-15,-3 0-141 16</inkml:trace>
  <inkml:trace contextRef="#ctx0" brushRef="#br0" timeOffset="32968.16">19727 1991 793 0,'0'0'65'16,"0"0"92"-16,-83 86-55 15,57-51-24-15,1 2-26 0,6-3-31 16,5-7-17-16,4-2-6 15,6-5-46-15,4-8-63 16,0-8-114-16,0-4-108 16</inkml:trace>
  <inkml:trace contextRef="#ctx0" brushRef="#br0" timeOffset="33590.65">19833 1619 436 0,'0'0'82'0,"0"0"36"16,0 0-16-16,0 0-6 15,0 0 9-15,0-3-11 16,0 1-19-16,0 1-12 0,0-2-7 15,0-1-18-15,10 0-19 16,3 0-12 0,-1 0-3-16,3-1-4 0,-3 3 0 15,-2 2 1-15,-1 0-8 16,-5 0-18-16,-1 0-26 16,-1 8-2-16,-2 3 16 15,0 4 9-15,0-1 18 16,0 0 8-16,0 3 3 15,4-4-1-15,3 2 1 16,6 1 4-16,0-1 13 16,3 2 18-16,-1-3-5 15,-5 4 10-15,-2 0 7 16,-8 2-2-16,0-2-6 16,-3-2-4-16,-12-2-11 15,-3-1-3-15,-4-3-18 16,2-4-1-16,3-1-17 15,-2-2-38-15,1-3-52 16,0 0-98-16,-2 0-148 16</inkml:trace>
  <inkml:trace contextRef="#ctx0" brushRef="#br0" timeOffset="34991.1">18551 3921 307 0,'0'0'59'15,"0"0"13"-15,0 0-8 16,11 42-2-16,-8-32-53 16,0 0 2-16,3 2-3 15,0-4-3-15,5 0 0 16,-2-1-4-16,5 0 1 15,5-2-1-15,1-1-1 16,7 0-1-16,4-3 0 16,3-1-4-16,4 0-15 15,3 0-24-15,2 0-3 16,-1 0 26-16,0 0 9 16,-1-5-3-16,-3 1 9 15,0-2 6-15,-2 2 3 16,-3-2-1-16,3 2 13 15,-3 1-1-15,0-1-4 16,-2 2-7-16,-1-3-2 16,-1 4 0-16,0-5 4 15,-3 2-3-15,4 1 3 16,-1-1-3-16,2-1-2 0,-1 1 1 16,-4 0-1-16,0 3-2 15,-3-2 1-15,-4 2 2 16,-1-2-1-16,-3 3 0 15,-1-1 1-15,-2 1 0 16,1-1 3-16,-2-2 1 16,1 1 14-16,1-1 8 15,0-1-12-15,1 2-11 16,0 0-2-16,-2 0-2 16,1 0 0-16,-1 2-1 15,-1-1 1-15,-2 0-1 16,0-1 1-16,1 1 1 15,-3-2 0-15,0 0 9 16,-1 0 29-16,1 1 11 16,-1-1 0-16,-3 1-11 15,-2 0 3-15,2-2 1 16,-1 1-3-16,-2-1-9 16,1-2 5-16,1-4 16 15,-2 0-2-15,0-2-19 16,0-3-21-16,0 0-1 15,0-1-8-15,0 1-3 16,0 2-18-16,0 2-37 16,0 0-63-16,-8 4-55 15,1 0-156-15</inkml:trace>
  <inkml:trace contextRef="#ctx0" brushRef="#br0" timeOffset="35977.3">18881 4520 452 0,'0'0'86'0,"0"0"22"0,0 0-24 15,11 0 9-15,-10-5-9 16,3-2-25-16,-4-4-6 16,0 3-14-16,0-4-12 15,-8 1-19-15,-7 1-10 16,-5 0-9-16,-3 8-9 15,-5 2-4-15,-1 0 4 16,-1 9 7-16,1 8 0 16,5 2 5-16,5 1-8 15,9-1-6-15,7-4 14 16,3-1 3-16,3-3 6 16,17-2 3-16,2-3 0 15,4-2 4-15,4-4 3 16,-1 0-6-16,-2 0-4 15,-2 0-3-15,-8-3-11 16,-4-1-7-16,-4 1 3 16,-6 1 8-16,-2 2 10 15,2 0 2-15,-1 0 11 16,1 0-5-16,2 0 7 16,1 4 5-16,3 8 7 15,1 4-6-15,3 5 6 16,-2 4 14-16,1 4 5 15,-2-1 5-15,0 0 0 16,0 3-4-16,-3-3 5 16,2 0-10-16,-2-2 2 15,-2-2 1-15,-1-4-3 16,-4-2-26-16,0-6-6 16,0-1-1-16,-16-3-2 15,-4-1-2-15,-2-3-3 0,-4-3-6 16,0-1-20-1,3 0-14-15,4-5-16 16,4-8-49-16,4-7-86 0,7-2-119 16,4-1-242-16</inkml:trace>
  <inkml:trace contextRef="#ctx0" brushRef="#br0" timeOffset="36183.01">19406 4598 878 0,'0'0'101'0,"0"0"15"16,0 0-99-16,0 0-13 15,60-19-17-15,-60 15-105 16,-4-2-141-16,-18 2-384 15</inkml:trace>
  <inkml:trace contextRef="#ctx0" brushRef="#br0" timeOffset="36358.97">19290 4450 823 0,'0'0'26'0,"0"0"52"15,0 0-65-15,0 0-15 16,84-4-23-16,-61 4-87 16,0 0-90-16,0 0-155 15</inkml:trace>
  <inkml:trace contextRef="#ctx0" brushRef="#br0" timeOffset="36893.71">19751 4431 745 0,'0'0'67'0,"0"0"27"16,0 0-59-16,0 0-7 16,0 0 16-16,-83 58-16 15,72-46-20-15,4 1-7 16,4-2 0-16,3 1-2 15,0-2 4-15,10 0-1 16,10 1 0-16,3 0 6 16,2 1 8-16,-1 0 16 15,-1 2 9-15,-4 0 4 16,-7-2-24-16,-5 1 4 16,-7 0 7-16,0 0 6 15,-10-3 5-15,-12 0-3 16,-5 2-20-16,-2-1-14 15,0-5-5-15,4 0-4 16,4-5-19-16,5-1-9 16,6 0 7-16,7-9-18 15,3-9-30-15,1-5-17 16,21-2-38-16,2-4 7 16,7 4 59-16,0 1 55 15,1 7 8-15,-1 5 2 16,-7 2 35-16,-1 7 30 0,-4 3 8 15,-3 0-24 1,-3 0-12-16,-3 12-3 0,-4 1-2 16,0 2-2-16,-2 1-18 15,-3 0-8-15,-1-1-8 16,0-6-25-16,0-5-109 16,-7-4-207-16</inkml:trace>
  <inkml:trace contextRef="#ctx0" brushRef="#br0" timeOffset="37391.87">19924 4367 1019 0,'0'0'8'0,"0"0"45"15,0 0-54-15,0 0-10 16,0 0 13-16,0 35-25 15,3-12-48-15,1-2 11 16,5 3 35-16,1-1 23 16,3 0 7-16,1-2 7 15,1-2 23-15,2 0 10 16,-1-5 15-16,0 0-12 16,-3-3 9-16,0-4 8 15,-6-1-7-15,-2-5-6 16,-4-1-17-16,1 0-14 15,-1 0 13-15,0 0 0 16,1-8-15-16,2-3-15 16,-1-2-2-16,4 1-9 0,-1 3-1 15,0-1 3-15,1 5 2 16,3 2 2-16,2 3-4 16,-1 0 1-16,5 0 3 15,0 7 0-15,0 5 5 16,1 3-2-16,2 0 6 15,-2 2 0-15,-1-4-1 16,0 1-2-16,-3-5-1 16,-3-1-3-16,-1-2-10 15,-5-4-20-15,-4-2-52 16,0 0-61-16,0 0-47 16,0-5-212-16</inkml:trace>
  <inkml:trace contextRef="#ctx0" brushRef="#br0" timeOffset="38315.37">20386 4477 573 0,'0'0'165'0,"0"0"-58"16,0 0-10-16,0 0 1 15,12 1-4-15,4 10-6 16,3 4-26-16,2 1-10 15,5 3-7-15,0 2-4 16,0-2-13-16,-3-2-13 16,-1 0-6-16,-2-3-6 15,-4-2-2-15,-2-4-1 16,-2-2-1-16,-5 0-12 16,0-2-23-16,-1-2-23 15,-1-1-21-15,-1-1-53 16,0 0-73-16,2-5-104 15,1-8-248-15</inkml:trace>
  <inkml:trace contextRef="#ctx0" brushRef="#br0" timeOffset="38499.67">20636 4492 695 0,'0'0'116'0,"0"0"19"15,-81 55-32-15,55-32-22 16,-1-2-42-16,4-2-31 16,4-2-7-16,6-4-20 15,4-3-73-15,4-7-108 16,2-1-139-16</inkml:trace>
  <inkml:trace contextRef="#ctx0" brushRef="#br0" timeOffset="39765.21">21535 3510 638 0,'0'0'95'0,"0"0"36"15,89 0-20-15,-48 0-30 16,3-4-31-16,1-4-27 16,0-1-14-16,-5 2-5 15,-5-5-6-15,-6 1 3 16,-9 1-2-16,-8 0-6 16,-7 0-7-16,-5 0 2 15,0 0-3-15,-4 0-12 16,-6 2 6-16,-1 0 1 15,0 3 20-15,5 0-2 16,3 3 3-16,3 0 0 16,0 2 3-16,0 0 0 15,12 0 1-15,4 2 16 16,1 9 12-16,3 2-5 16,2 1 9-16,-4 4 12 15,-3-1 1-15,-4 2 1 16,-3 0-10-16,-4-3-15 15,-4 1-5-15,0-2-7 16,-4-3-5-16,-6-1-7 16,-2-2 3-16,-5-2-20 15,3-3-18-15,-1-3-50 16,2 0-58-16,0-1-91 16,3 0-150-16</inkml:trace>
  <inkml:trace contextRef="#ctx0" brushRef="#br0" timeOffset="44176.43">22759 3127 450 0,'2'0'55'0,"0"0"37"16,1-3-20-16,0-2-9 15,-3-5 0-15,2 0 2 16,-2-1-29-16,0-1-21 15,0-3-4-15,0 1 0 16,-2 0 1-16,-6 0 8 16,-3 1-2-16,-1 3-3 15,-2 5-13-15,-3-1-7 16,1 6-3-16,-1 0 3 16,1 8 1-16,0 13-1 15,2 4-1-15,2 8 4 16,6 5 0-16,2 7 18 15,4 3 5-15,0 2 10 16,0 2 0-16,6 3 17 16,5-2-9-16,1-1 11 15,-2-3-5-15,1-3-11 16,-2-1 2-16,-1-4-9 16,-3-3-1-16,2-4-4 15,-4-1-5-15,0-5 0 16,0-1-6-16,0-4-5 15,-2-4-2-15,2-2-2 16,-3-5-2-16,0 0-1 16,0-5 3-16,0-2-2 15,0-2 0-15,0-2-3 16,0-1-13-16,0 0-16 16,-3 0-12-16,-4-8-78 0,-4-5-83 15,-2-2-79 1,-1-4-124-16</inkml:trace>
  <inkml:trace contextRef="#ctx0" brushRef="#br0" timeOffset="44386.37">22511 3653 752 0,'0'0'131'0,"0"0"28"16,0 0-68-16,95-25-35 16,-66 21-27-16,1-1-23 15,-2-2-4-15,-2-1-56 16,-3-1-110-16,-4-5-178 16</inkml:trace>
  <inkml:trace contextRef="#ctx0" brushRef="#br0" timeOffset="44791.61">23275 2978 807 0,'0'0'68'0,"0"0"54"16,0 0-33-16,0 0-27 15,0 0 19-15,-26 75-11 16,9-41-21-16,-3 2-15 16,0-3-21-16,0 2-7 15,0-5-7-15,0-2 3 16,5-3-25-16,2-3-36 16,3-4-40-16,4-2-73 15,3-5-129-15,3-3-350 16</inkml:trace>
  <inkml:trace contextRef="#ctx0" brushRef="#br0" timeOffset="45694.62">23532 3365 276 0,'0'0'99'0,"0"0"29"15,0 0-5-15,0 0-2 16,4-12 0-16,-4 12-19 16,0 0-21-16,-1 3-27 15,-10 10-23-15,-3 6 7 16,-3 7 12-16,0 4-17 16,0 4-6-16,0 3 5 15,6-2-1-15,2 0-7 16,3-4-9-16,6-2-1 15,0-2-1-15,6-4 0 16,8-1-1-16,6-3-1 16,0-2 0-16,0 0-5 15,-3-5-3-15,-1-1-1 16,-6-2-2-16,0-5-9 16,-4 0-17-16,-3-3-26 15,0-1-28-15,-3 0-32 16,3 0-31-16,-3 0-80 15,0 0-84-15,0 0-191 16</inkml:trace>
  <inkml:trace contextRef="#ctx0" brushRef="#br0" timeOffset="46512.05">23859 3634 460 0,'0'0'58'16,"0"0"110"-16,0 0-70 16,0 0 11-16,0 0 1 15,21-10-29-15,-20 5-20 16,-1-2-10-16,0 0-2 16,0-1-17-16,0 0-19 15,-4 0-4-15,-6 0-4 16,-2 0 1-16,-5 3-6 15,-2 4-3-15,0 1-3 16,-2 0-5-16,3 4-3 16,1 6 4-16,5 1 3 15,3 0-1-15,4-1-2 16,5 1 1-16,0-2-4 16,0 1-9-16,13-2 15 15,2-2 5-15,5-3 0 16,-4-3 3-16,4 0 0 15,-3 0-1-15,-2 0-2 16,-2-3-2-16,-2-3-5 16,-4 0 3-16,-1 0 8 15,0 0-1-15,-4 4-1 0,0-1 2 16,-2 2 14 0,0 1 5-16,0 0-3 0,0 0-5 15,3 0-6 1,1 5-4-16,-1 10 16 0,5 3 5 15,0 4 13 1,2 2 5-16,2 3 4 0,-2-2-6 16,4 2 3-16,-3-3-11 15,-3-1 4-15,1-2 4 16,-2-1-11-16,-3-5 3 16,-4-2-6-16,0-3-9 15,0-2-10-15,0-4 1 16,-11 0-3-16,-6-4-4 15,-6 0-14-15,-2 0-20 16,-3 0-13-16,2-4-31 16,2-8-14-16,2 0-29 15,6-2-91-15,8-2-120 16,4 0-217-16</inkml:trace>
  <inkml:trace contextRef="#ctx0" brushRef="#br0" timeOffset="47155.98">24151 3514 495 0,'0'0'94'0,"0"0"71"15,0 0-51-15,-19 36-15 16,10-20 4-16,-2 2-36 16,4-2-13-16,0 1-15 15,3 1-5-15,2 0-5 16,2 0-9-16,0 0-1 15,0 0-6-15,9-1-4 16,2-2-1-16,1-1-4 16,1-4-2-16,-2-2-2 15,-3-4-8-15,2-1-17 16,-5-3-32-16,0 0-29 0,-2 0-58 16,0-8-130-1,0-3-213-15</inkml:trace>
  <inkml:trace contextRef="#ctx0" brushRef="#br0" timeOffset="47408.31">24260 3637 626 0,'0'0'164'15,"0"0"22"-15,0 0-70 16,0 0-21-16,0 0-18 15,76 39-28-15,-62-27-15 16,0-1-18-16,-4-3-12 16,0-1-2-16,-3-3-9 15,-1-2-38-15,-2-2-32 16,1 0-40-16,-1 0-65 16,2-6-74-16,-4-5-94 15,1-1 54-15</inkml:trace>
  <inkml:trace contextRef="#ctx0" brushRef="#br0" timeOffset="47562.96">24426 3643 417 0,'0'0'142'16,"0"0"-2"-16,0 0-73 15,0 0 10-15,0 0-3 16,-78 49 0-16,59-31-19 16,0-3-41-16,5-1-10 15,3-5-6-15,2-2-44 16,4-3-59-16,4-4-72 0,1 0-108 15</inkml:trace>
  <inkml:trace contextRef="#ctx0" brushRef="#br0" timeOffset="47930.93">24524 3533 683 0,'0'0'145'16,"0"0"35"-16,0 0-75 15,43 75-4-15,-37-55-22 16,-2 2-15-16,-2-3-17 16,-2-1-1-16,0-2-16 15,0-1-15-15,0-3-8 16,-5 1-4-16,0-5-3 16,-7 0-11-16,4-4-37 15,-4-4-40-15,1 0-75 16,5 0-125-16,0-7-149 15</inkml:trace>
  <inkml:trace contextRef="#ctx0" brushRef="#br0" timeOffset="48447.17">24497 3159 410 0,'0'0'65'0,"0"0"106"16,0 0-24-16,0 0 8 15,80 80-16-15,-43-50-27 16,0 3-38-16,3 4-16 16,-1 0-20-16,-4 4-4 15,-3 1 2-15,-3 1-10 16,-3 1 0-16,-5 1 4 15,-5-2-7-15,-3 1 3 16,-6-2 1-16,-7-3-8 16,0 0 7-16,0-4 1 15,-15-2-10-15,-1-4-10 16,-4-5-6-16,1-4 0 16,1-3-15-16,1-8-25 15,7-5-30-15,0-4-18 16,5 0-42-16,-1-9-112 0,0-16-250 15</inkml:trace>
  <inkml:trace contextRef="#ctx0" brushRef="#br0" timeOffset="49581.37">23632 3246 200 0,'0'0'64'0,"0"0"-8"16,0 0-23-16,0-13 14 15,0 10 0-15,0 3 10 16,0-1-1-16,0 1-3 16,0 0 9-16,0 0 4 15,-2 0-27-15,-8 0-4 16,-3 8-18-16,-4 7-3 16,-5 2 10-16,1 5-12 15,1-1-9-15,5 0-2 16,4-1-6-16,4-2-44 15,6-4-64-15,1-2-115 16,0-4-185-16</inkml:trace>
  <inkml:trace contextRef="#ctx0" brushRef="#br0" timeOffset="50538.75">25289 3643 528 0,'0'0'55'0,"0"0"64"0,0 0-27 16,0 0-19-16,22-19 6 15,-16 18-7-15,0 1-15 16,-2 0-6-16,2 0-8 16,-4 0-12-16,-2 0-4 15,0 0-1-15,0 0-4 16,0 0-5-16,0 1 0 15,0 2-6-15,0-2-5 16,0 1-3-16,0-2-1 16,0 0 8-16,0 0 0 15,0 0 5-15,2-3-10 16,1-3-5-16,3 1-1 16,-2 1 0-16,1 0-1 15,0 2 2-15,1 2 3 16,-3 0 0-16,0 0 2 15,-3 0 9-15,0 3 2 16,0 4 4-16,0-2 3 16,0 1-6-16,-5 0-9 15,1-4-3-15,0 0-4 16,2-2-14-16,0 0-19 16,2 0-46-16,0 0-85 15,0-10-126-15,0-1-154 16</inkml:trace>
  <inkml:trace contextRef="#ctx0" brushRef="#br0" timeOffset="51437.63">25957 3634 560 0,'0'0'59'16,"0"0"81"-16,0 0-40 16,0 0 10-16,19-4-13 15,-15-5-32-15,-2 0-3 16,0-5-20-16,-2-2-27 15,0-3 0-15,0-3-7 16,-3-4-4-16,-11 2-9 16,-5-1-7-16,-7 6-6 15,-3 6-1-15,-1 8 3 16,-5 5 4-16,2 1 8 16,1 16-1-16,6 3 2 15,9 6-2-15,8-2 1 16,9 1 1-16,0-2 5 15,9-3-2-15,12-4 1 0,5-3 1 16,2-3 0-16,2-6 1 16,-2-2 0-16,-2-2 1 15,0 0-2-15,-6 0 1 16,-6-10-3-16,1-1 0 16,-8-2 0-1,0-1 0-15,-2 2 0 0,-2 1 0 16,1 1 0-16,-4 7-1 15,0-1 2-15,1 4 10 16,-1 0-3-16,1 7-14 16,2 13 5-16,2 6 10 15,1 9 2-15,2 10 17 16,10 5 23-16,2 7 18 16,2 7-6-16,4 2 8 15,-2 0 14-15,-1-4-41 16,-7-4-22-16,-6-10 14 15,-6-11-15-15,-4-8-9 16,0-8 1-16,-15-11 4 16,-10-4-3-16,-5-6 1 15,-3 0-7-15,-6-10-8 16,-2-5-12-16,5-5-14 16,-1-3-18-16,8-1-24 15,4 0-25-15,8 0-24 16,5-3-78-16,8-2-145 15,4-1-211-15</inkml:trace>
  <inkml:trace contextRef="#ctx0" brushRef="#br0" timeOffset="51837.65">26430 3123 706 0,'0'0'104'15,"0"0"48"-15,0 0-41 16,0 0-48-16,-8 30 26 16,-4-8-35-16,-2 5-18 15,-1-4-9-15,-2 1-11 16,4 1-14-16,-1-3-1 15,-1-2-27-15,4-3-71 16,0-3-76-16,3-4-171 16</inkml:trace>
  <inkml:trace contextRef="#ctx0" brushRef="#br0" timeOffset="52212.59">26653 3304 827 0,'0'0'70'15,"0"0"89"-15,-44 72-38 16,20-37-40-16,0 5-20 16,0 2-24-16,3-1-19 15,2 2-8-15,7-3-3 16,5 0 0-16,7-5 0 16,0-2-3-16,0-6-2 15,6-4-1-15,5-5-1 16,4-5-11-16,-2-4-18 15,1-7-50-15,1-2-58 16,2 0-106-16,-5-3-146 16</inkml:trace>
  <inkml:trace contextRef="#ctx0" brushRef="#br0" timeOffset="52488.74">26715 3573 837 0,'0'0'209'0,"0"0"-74"0,0 0-30 16,88 58-33-16,-58-36-19 16,-1-3-13-16,2 0-17 15,-5-3-14-15,-4 0-3 16,-2-5-4-16,-5-5-5 15,-5-2-17-15,-1-2-43 16,-3-2-29-16,-2 0-57 16,0-12-67-16,-1-5-156 15,-1-5-162-15</inkml:trace>
  <inkml:trace contextRef="#ctx0" brushRef="#br0" timeOffset="52672.78">26985 3569 757 0,'0'0'83'16,"0"0"72"-16,-85 66-22 16,57-37-23-16,1-5-46 15,2-1-35-15,5-4-21 16,4-2-6-16,5-5-14 16,3-5-51-16,5-3-69 15,3-4-79-15,0 0-97 16,5-15-211-16</inkml:trace>
  <inkml:trace contextRef="#ctx0" brushRef="#br0" timeOffset="53118.7">26996 3203 733 0,'0'0'130'16,"0"0"16"-16,100 107-38 16,-56-61-5-16,-1 5-12 15,-1 1-29-15,-6 3-19 16,-6 0 2-16,-8-4-5 16,-11-2-2-16,-9-1-10 15,-2-5-6-15,-9-1-8 16,-15-7-8-16,-5-3-4 15,-4-5-2-15,2-7-16 16,2-3-29-16,5-9-21 16,5-6-34-16,2-2-87 15,5-8-146-15,2-11-344 16</inkml:trace>
  <inkml:trace contextRef="#ctx0" brushRef="#br0" timeOffset="53915.75">22776 1553 773 0,'0'0'99'0,"0"70"85"15,0-26-77-15,0 2-27 16,3 2-21-16,6-7-29 16,0-4-18-16,1-5-11 15,-2-8 1-15,-2-5-6 16,-1-5-31-16,-4-7-46 16,-1-5-43-16,0-2-72 15,-1 0-28-15,-13-10-306 16</inkml:trace>
  <inkml:trace contextRef="#ctx0" brushRef="#br0" timeOffset="54236.32">22610 1474 702 0,'0'0'120'0,"114"-4"-8"0,-43 4-18 16,7 5-23-16,-1 13-1 16,-2 9-15-16,-10 2-5 15,-12 6-14-15,-14 1-4 16,-17 0-7-16,-14 2-4 16,-8-2 0-16,-17 1 0 15,-20-2-5-15,-14 1-6 16,-5-3-6-16,-4-3-4 15,-3-1-7-15,5-4-25 16,6-6-49-16,10-5-80 16,7-4-120-16,11-8-125 15</inkml:trace>
  <inkml:trace contextRef="#ctx0" brushRef="#br0" timeOffset="54969.51">23280 1841 797 0,'0'0'69'0,"0"0"69"16,0 0-59-16,0 0-13 15,0 0-9-15,67-52-16 16,-63 41-24-16,1 0-6 15,-4-1 3-15,1-1-4 16,-2 1-3-16,0-1-1 16,0 6-5-16,-2-1-3 0,-7 4 0 15,-4 0-2-15,-2 4-10 16,0 0 6 0,-4 4 6-16,-1 10 3 0,4 1-3 15,0 4 1-15,6-3-3 16,4 3-1-16,6 0 2 15,0-2 2-15,5 0-1 16,10-2 3-16,3-3-2 16,3-4 1-16,2-2-3 15,-2-3 3-15,1-3 2 16,-1 0-4-16,-3 0 5 16,-1-7-7-16,-3-3 4 15,-1-2 0-15,-1 0 3 16,-2-2-3-16,1 3 0 15,-3 0-3-15,1 3 1 16,-4 2-7-16,2 4 4 16,2 2-3-16,-2 0 2 15,2 8-1-15,2 9 8 16,1 0 0-16,1 4 1 16,-1 0 6-16,-1-2 13 15,1-1-3-15,-4-4 10 16,0-4 5-16,-5-4-6 15,1-3-6-15,-4-2 0 16,0-1 18-16,0 0-4 16,0-5-3-16,0-7-18 15,-4-8-13-15,1 0 0 16,1-2 1-16,1-1-9 16,1 1 0-16,0 0 1 15,1 1-5-15,14 0-8 16,-2 3-10-16,5 1-37 15,0 2-64-15,-1 4-46 0,-1 1-55 16,1 4-62-16,-1 5-69 16</inkml:trace>
  <inkml:trace contextRef="#ctx0" brushRef="#br0" timeOffset="55113.02">23796 1702 454 0,'0'0'233'16,"0"0"-42"-16,0 0-33 15,20 85-12-15,-15-60-46 16,0 0-31-16,0-2-25 15,0-3-23-15,1-2-16 16,-1-2-1-16,-1-2-22 16,0-6-59-16,-4-5-107 15,0-3-188-15</inkml:trace>
  <inkml:trace contextRef="#ctx0" brushRef="#br0" timeOffset="55267.22">23835 1556 802 0,'0'0'4'15,"0"0"-1"-15,0 0-68 16,0 0-73-16,0 0-87 16,0 0-141-16</inkml:trace>
  <inkml:trace contextRef="#ctx0" brushRef="#br0" timeOffset="56071.43">24000 1805 746 0,'0'0'183'0,"0"0"-54"0,0 0-45 16,66 86-29-1,-49-70-8-15,1 0-11 0,-4-4-6 16,3-4-6-16,-5-3-11 15,0-4-9-15,-2-1 4 16,-2 0 0-16,0-5 14 16,-2-11-8-16,-2-5-10 15,-2-2 0-15,0-2-5 16,-2-3-1-16,0 3-5 16,0 4 1-16,0 2-11 15,0 2-6-15,0 6-22 16,0 3-21-16,0 3-52 15,0 3-39-15,7 2-45 16,6 0 49-16,5 0 71 16,2 3-3-16,-3 8 25 15,2 0 53-15,-2 0 8 16,2-1 6-16,-3-2 23 16,0-2 53-16,-4-2 3 15,-1-2 14-15,-4 0-11 16,-2-2-4-16,-4 0 36 15,-1 0 7-15,0-2-68 16,0-6-38-16,-3 4-7 16,-9-2-10-16,-3 5-12 15,-3 1-11-15,-3 0-12 16,-1 15 10-16,2 2-7 16,4 4-10-16,6 1 12 15,3-2 12-15,7-2 11 16,0-4 1-16,7-4-4 0,7-1 1 15,8-6 5-15,-2-3 0 16,3 0-1-16,-1-2 1 16,-2-10-1-16,-5-2 1 15,-4-4 1-15,-2 1 1 16,-4-1 19-16,-3 1-4 16,-2 4-7-16,0 2-9 15,0 3 8-15,0 4 2 16,0 4-4-16,0 0-1 15,0 0-12-15,0 7-1 16,0 6 7-16,3 3 3 16,6 2 7-16,3 0 6 15,2-2 0-15,0-2-4 16,3-3-7-16,0-4-5 16,0-5-4-16,-2-2-8 15,1 0-23-15,0-9-46 16,-3-10-40-16,-1-4-39 15,-2-4-131-15,-4-8-96 16</inkml:trace>
  <inkml:trace contextRef="#ctx0" brushRef="#br0" timeOffset="56303.35">24611 1384 758 0,'0'0'30'0,"-2"75"85"16,2-24 17-16,0 3-25 0,0 1-23 16,3-1-35-16,3-2-28 15,1-4-15-15,-3-8-2 16,1-1-3-16,-2-10-4 16,-2-3-18-16,-1-6-44 15,0-7-46-15,-1-7-94 16,-17-6-91-16</inkml:trace>
  <inkml:trace contextRef="#ctx0" brushRef="#br0" timeOffset="56556.11">24506 1617 791 0,'0'0'116'0,"94"-1"24"15,-40 1-57-15,-3 12 4 16,-3 7-9-16,-7 5-24 16,-6 5-27-16,-8 2-8 15,-5 4-6-15,-8-1-4 16,-2-1 2-16,-7-2-8 16,-3-4 2-16,-2-5-13 15,0-5-27-15,0-5-66 16,-2-11-153-16,-3-1-302 15</inkml:trace>
  <inkml:trace contextRef="#ctx0" brushRef="#br0" timeOffset="56724.04">24888 1516 1086 0,'0'0'-3'0,"0"0"-40"15,0 0-98-15,0 0 52 16,0 0-81-16,27 22-254 16</inkml:trace>
  <inkml:trace contextRef="#ctx0" brushRef="#br0" timeOffset="57389.95">25065 1777 772 0,'0'0'81'16,"0"0"49"-16,0 0-38 15,0 79-43-15,3-62-17 16,3 2-9-16,2-2-5 16,3-3 1-16,1-4-3 15,-1-1-10-15,1-5-1 16,-1-3-4-16,1-1 0 15,-4 0 0-15,1-8 3 16,-1-7 0-16,0-4-4 16,-2-5 2-16,0-1-2 15,-1-4-2-15,-2 0-1 16,0 2 0-16,0 2 5 16,-2 4-5-16,-1 6 4 15,0 7-1-15,2 4 2 16,2 2-2-16,2 2-6 15,3 0-3-15,3 7 13 16,2 5 6-16,3 3 4 16,2-2 1-16,2 0-4 0,1-2 0 15,1-1 2-15,0-6-4 16,-1-2-2-16,-1-2-3 16,-2 0-1-16,-1 0 0 15,-2-6 2-15,-4-9 0 16,-1 1 0-1,-4-5-5-15,-4 0 4 0,-2 0-4 16,-1-1 3-16,0 5-4 16,-2 3-6-16,-13 7 4 15,-5 5 6-15,-5 0-5 16,-1 10 2-16,1 11-2 16,2 3 7-16,6 5 1 15,9 1 7-15,8 2 4 16,0-4 2-16,5 2-3 15,17-4-5-15,10-3-6 16,2-5-1-16,10-5 0 16,-2-6-8-16,0-5-29 15,-5-2-70-15,-9 0-141 16,-7-16-394-16</inkml:trace>
  <inkml:trace contextRef="#ctx0" brushRef="#br0" timeOffset="58028.91">25814 1644 798 0,'0'0'93'0,"0"0"6"15,0 0-56-15,0 12-30 16,0-2-11-16,0-3-61 16,0 3-101-16,-2-2-186 15</inkml:trace>
  <inkml:trace contextRef="#ctx0" brushRef="#br0" timeOffset="58189.41">25860 1875 734 0,'0'0'160'16,"0"0"-17"-16,0 0-60 16,0 0-43-16,0 0-26 15,0 0-12-15,3 9-60 16,-3-13-147-16,-8-7-290 15</inkml:trace>
  <inkml:trace contextRef="#ctx0" brushRef="#br0" timeOffset="59116.43">22807 2180 406 0,'0'0'66'0,"0"0"-7"15,0 0-20-15,0 0 44 16,108 0 25-16,-43-2-21 16,17-5-6-16,15-2-19 15,19 0-20-15,14 2-3 16,15-1-15-16,11 3-7 16,14 1-10-16,3 1-3 15,6 3-1-15,3 0-2 16,-9 0 2-16,-4 0 2 15,-10 0 5-15,-12 0 9 16,-18 0 0-16,-21 0-1 16,-15-2 7-16,-21 1 3 15,-20 1 5-15,-16-2-4 16,-14 2 9-16,-11-1 0 16,-7 1-7-16,-4-1-7 15,0 1-5-15,0 0-2 16,0 0-9-16,0-2-3 15,0 2-11-15,0 0-13 16,-3 0-21-16,0 0-28 16,-3 0-31-16,-2 0-45 15,1 0-85-15,-2 0-119 16</inkml:trace>
  <inkml:trace contextRef="#ctx0" brushRef="#br0" timeOffset="65147.45">19670 1451 85 0,'-13'5'5'16,"-2"1"11"-16,-2 3 39 15,1 1-18-15,-4 2-12 16,-1 3-2-16,0 1-18 15,-3 3-2-15,-1 0 3 16,2 4-3-16,4-1 1 16,0 1 14-16,5-4-7 0,-2 2-8 15,3-2-2-15,0 2-2 16,0-4 2-16,-1 2-1 16,2 1-2-1,0-1 3-15,1 1 0 0,4-1 1 16,1 0 3-16,3 0 0 15,0 0-2-15,3 2-2 16,-3 0-1-16,3-1 0 16,-4 3 2-16,3-2 0 15,-2 2-5-15,0-3 2 16,0 2 0-16,1-1 2 16,1-1-1-16,-1 1 0 15,1-2 0-15,1 0 0 16,0-3 0-16,0-1-1 15,0-1-3-15,9-1-4 16,4 0 3-16,-2-3 5 16,1 3 6-16,2-3 3 15,-2 1-6-15,2 1-2 16,-4 0-1-16,2 0 1 16,-1-1-1-16,-2-2 0 15,0 1 0-15,4-1 0 16,-3-5-4-16,0 3-3 15,3-3 7-15,2 1 1 16,-1 2 1-16,2-3 4 16,0 0 5-16,-3 0-8 15,1 0-3-15,-1 2 0 16,-3-1-1-16,2 0 0 16,-2-1-1-16,-1 1 1 15,2-1 0-15,1-1 2 0,2 1 1 16,-2-1 14-16,3-1-6 15,1 1-2-15,2-3 25 16,-1 0-20 0,2 0-10-16,0 0-3 0,1 0-2 15,0 0 0-15,-4 0-6 16,4 0-11-16,-2 0 5 16,0-5-15-16,2 2 18 15,-2 1 10-15,2-1-6 16,0-3-6-16,-1 1 12 15,3 0 1-15,1-3-3 16,-1-1-42-16,2 0-32 16,-1-3-5-16,-1-1 24 15,-2 1 20-15,-3-2 71 16,-1 1-3-16,0-3-15 16,-6 1-4-16,2 3 37 15,-5 0-1-15,0-3 29 16,-1-1-3-16,4-2-21 15,2-1-30-15,-1-6-19 16,5 0-8-16,-3-4 3 16,1-2-6-16,-2 0 8 15,-3-3 4-15,-1 3 10 16,-3 2 13-16,-2 4 17 16,-3-1 1-16,0 4-2 15,0 2 1-15,0 0-6 16,0 2-16-16,-5 1-11 15,-3-2-7-15,-1 3-4 16,0-2 4-16,-1 0-2 16,-3 0 0-16,3-1 7 15,-3 0 1-15,2 1-3 16,-3-4-4-16,2 2 0 0,-2 1 0 16,-1 1-1-1,0 0 2-15,-2 4-4 0,-6 1 10 16,4 1-2-16,-4 2-8 15,0 2 1-15,1 1-1 16,0 1 0-16,2-1 0 16,3 1-1-16,1 1 3 15,-1 0-3-15,-2 1 1 16,0 1 2-16,2 0-3 16,-2 0 2-16,0 3 1 15,-1 0-1-15,0 0-2 16,-2 0 2-16,2 0-1 15,0 0-1-15,2 0 1 16,1 3-3-16,4 0-13 16,0 0-13-16,3-2-10 15,4 0-11-15,0 1 8 16,1-1-37-16,3 0-1 16,2 1-42-16,0-2-79 15</inkml:trace>
  <inkml:trace contextRef="#ctx0" brushRef="#br0" timeOffset="67159.38">23031 5085 242 0,'-8'-2'62'15,"-2"2"14"-15,2 0-16 16,-1 0-3-16,-2 0 25 15,0 0 11-15,1 0-30 16,0 2-4-16,1-2 6 16,4 4 0-16,0-4 8 15,2 3-5-15,3-3-15 16,0 0-8-16,0 0-2 16,0 0-8-16,13-7-13 15,7-1-12-15,9-5-2 16,5-1 6-16,3 1 1 15,1 3-5-15,-2 1-2 16,-3 6-4-16,-7 3 0 16,-6 0-2-16,-6 0-1 15,-8 12-1-15,-3 3 0 16,-3 4-2-16,0 5 3 16,-9 0-1-16,-5 2 1 15,-1-1-2-15,1-2 0 16,4-3-3-16,5-3 0 15,3-3-7-15,2 2 1 16,0-3 5-16,7 1 2 16,6 1-2-16,2-1 3 15,-1 1 0-15,-1 1 2 16,2-1 0-16,-4-1 0 0,-5 1-1 16,-2-1 7-16,-2-2 7 15,-2 0 13-15,0-2 5 16,-6 0 4-16,-3-2 6 15,-1-2-12 1,-4 1-19-16,-1-4-1 0,-2 0-6 16,-3-1 1-16,-3-2-6 15,0 0-7-15,-2 0-21 16,5 0-26-16,1 0-39 16,6 0-68-16,2 0-95 15,8 0-134-15</inkml:trace>
  <inkml:trace contextRef="#ctx0" brushRef="#br0" timeOffset="68041.45">23771 4936 564 0,'0'0'99'0,"0"0"5"16,0 0-37-16,-28 37 4 16,5-8 43-16,-5 6-31 15,2 3-20-15,1 3-11 16,-1 0-15-16,8 1-5 0,5-3-5 16,5 0 5-16,8-3-9 15,0-1-2-15,2-1-1 16,12 0 1-16,8 0-1 15,2-2-4-15,-2-4 2 16,1-4-4-16,-3-5-2 16,-5-3-6-16,-5-7-3 15,-3-5 1-15,-5-3-5 16,-2-1-11-16,0 0-22 16,0-6-30-16,-5-8-112 15,-7-3-198-15,-2-4-401 16</inkml:trace>
  <inkml:trace contextRef="#ctx0" brushRef="#br0" timeOffset="69110.42">24956 4805 406 0,'0'0'93'0,"0"0"55"16,0 0-47-16,0 0-47 16,8 0 0-16,5 0 19 15,5 13 6-15,2 4-2 16,7 5-14-16,2 8-22 16,2 3-1-16,0 4-4 15,0 5 2-15,-2 3-7 16,-5 0-4-16,-2 4-7 15,-9-3 4-15,-4 1 3 16,-6-4-8-16,-3 0-3 16,0-4 2-16,-17-3 3 15,-3-1 3-15,-3-5-7 16,0-3-13-16,1-2 1 16,4-7-5-16,3-3 2 15,5-6-3-15,2-3-2 16,2-4-6-16,1-2-12 15,2 0-18-15,3-2-16 16,0-12-53-16,0-6-116 16,0-7-99-16,8-4-176 15</inkml:trace>
  <inkml:trace contextRef="#ctx0" brushRef="#br0" timeOffset="69710.25">25297 4773 707 0,'0'0'145'16,"0"0"-17"-16,0 0-36 16,0 0-21-16,0 0-22 15,32-21-11-15,-12 19 2 16,0 2-6-16,-1 0-8 16,-2 0-10-16,-2 0-7 15,-4 3-3-15,-5 8-3 0,-6 4 3 16,0 3 2-16,0 1-1 15,-12 3 3 1,-2 0-2-16,-1-3 1 0,2 1-2 16,6-5-6-16,6 1 4 15,1-4-6-15,0-2 4 16,2 1-1-16,17-4-1 16,5-3 2-16,4-1-1 15,6-3-3-15,3 0-8 16,-1 0-44-16,-4-6-54 15,-5-2-77-15,-8-3-108 16,-5 2-233-16</inkml:trace>
  <inkml:trace contextRef="#ctx0" brushRef="#br0" timeOffset="71661.75">23771 3909 349 0,'0'0'78'0,"0"0"20"15,0 0 6-15,0 0 4 16,0 0-13-16,0 0 6 15,0 0-2-15,0 0-23 16,0 0-12-16,0-1-11 16,6-5-11-16,-1 1-18 15,5 0-10-15,0-2-4 16,1 3-4-16,5-3-2 16,0 2-1-16,1 1-3 15,1-1 1-15,-2 4 0 16,-2 1-1-16,-2 0 0 15,-1 0 0-15,-5 0-1 16,3 6 0-16,-1 2 4 16,0 0-4-16,0-1 2 15,2-2-1-15,0 0-1 16,1-2 3-16,1-3-2 16,3 0 0-16,4 0 4 15,1 0-4-15,0 0 1 16,5-5-2-16,-2-2 2 15,-1 2-1-15,-1-1 1 16,-1 2-1-16,-6 0 0 16,0 3 0-16,-5 1-3 15,-1 0 4-15,1 0-2 16,-3 0 0-16,-1 0 0 16,1 0 1-16,2 8 0 15,1-3 0-15,-3-2 0 16,3 4-2-16,0-3 4 15,2-3-3-15,1-1 3 0,2 0-1 16,1 0-2-16,0 0 4 16,0 0-3-16,1-4 1 15,-8 0-1 1,1 3 0-16,-1-2 0 0,-2 0 0 16,-1 2 0-16,1 1 0 15,1-3-1-15,0 3 0 16,2 0-1-16,0 0 4 15,1 0-2-15,2 0-1 16,2 0 0-16,1 0 3 16,1 0-2-16,2 3-2 15,-4-3 4-15,2 0-3 16,-4 0 3-16,0 0-2 16,-3 0-1-16,-1 0 3 15,-3 0-2-15,-2 0 0 16,3 0 0-16,-5 0 0 15,1 0 1-15,1 0-2 16,-3 0 2-16,2 0-1 16,1 0-1-16,2 0 1 15,1 0 1-15,0 0-1 16,2 3-1-16,-1-2-28 16,-2-1-66-16,-2 4-48 15,-3-4-75-15,0 0-162 16</inkml:trace>
  <inkml:trace contextRef="#ctx0" brushRef="#br0" timeOffset="75246.78">19537 4927 532 0,'0'0'69'0,"0"0"29"16,0 0-33-16,0 0-9 15,6 0 8-15,-1 0-37 16,3-2-20-16,2-5-4 16,4-1 7-16,2 0 7 15,3-2 5-15,1 2-4 16,-1 0-11-16,1 0 0 16,-4 4 4-16,-2 0-6 15,-2 3-5-15,-3 1-2 16,-1 0 4-16,1 0-2 15,0 2 0-15,2 6 1 16,-1-1 0-16,2 0-1 0,1-2 0 16,0-2 2-1,3-2-1-15,0-1 0 16,1 0 0-16,2 0 0 16,1 0-1-16,0 0 0 15,-1 0 0-15,1-3 1 0,-3 1-1 16,0 0-2-16,-2 0 1 15,-2 2-7 1,-1-3 2-16,-1 3 5 0,1 0 1 16,-5 0-1-16,2 0 1 15,-2 0-1-15,-1 0 1 16,3 0 0-16,1 0 1 16,-2 0-1-16,6 0 0 15,1 0 1-15,0 0-2 16,2-1 2-16,2-3-3 15,-6-1 2-15,0 3 1 16,-3-2-1-16,0 3 0 16,-4-2-2-16,2 3 3 15,3-3-2-15,0 2 2 16,2 0-1-16,0-3-1 16,4 2 0-16,-1 0-3 15,2 0 2-15,-2 0 0 16,-1 1 3-16,-1 0-1 15,-2 1-1-15,-1 0 1 16,-1 0-1-16,1 0-2 16,1 0 3-16,1 2 2 15,4 0-4-15,0 0 6 16,4 0 1-16,0 0-2 16,2 0-4-16,-4 0 2 15,1-1 2-15,-3 2-2 16,-2-2 4-16,-3 0 4 0,-1 1 7 15,-3-2 6 1,-3 1-6-16,1-1-13 16,-4 0-6-16,-1 0-26 0,-1 0-67 15,0 0-54 1,0 0-148-16</inkml:trace>
  <inkml:trace contextRef="#ctx0" brushRef="#br0" timeOffset="77475.39">20424 3071 140 0,'-5'0'48'0,"3"0"-4"15,0 0-11-15,-1 0-3 16,3 0 10-16,0 0-7 16,0 0 22-16,0 0 20 15,0 0-4-15,0-2 3 16,0 2 2-16,0-1-8 15,0-1-4-15,0 1-7 16,0 1-11-16,0 0-18 16,0 0-2-16,0 0-8 0,3 0-5 15,3 0 11-15,1 4-1 16,3 2-1-16,-1-2 0 16,0 0-8-16,-2 0-5 15,1-3-2-15,0 2-5 16,-4-2 0-16,-2-1-2 15,-1 3-17-15,-1-3-41 16,0 0-86-16,0 0-117 16,0 0-244-16</inkml:trace>
  <inkml:trace contextRef="#ctx0" brushRef="#br0" timeOffset="80649.88">18607 4048 321 0,'24'0'1'16,"10"0"-1"-16,12 0 5 0,9 0 48 16,17-4-28-16,9-4-13 15,13 0-9-15,1 0-2 16,6-1-3-16,-3 3-12 15,-5-3-36 1,-7 4-28-16,-9-1-21 0,-6 0 37 16,-12 0 53-16,-5-1 17 15,-10 1 10-15,-6-1 22 16,-9 1 26-16,-9 1 23 16,-6 0-11-16,-5 2-17 15,-3-1 1-15,-5 2-5 16,-1 1-19-16,0-2-1 15,0 0 7-15,0 2-15 16,0-3-14-16,-4 3-12 16,-9-2-5-16,-4 3-8 15,-5 0-15-15,-9 0-37 16,-7 0-40-16,-10 0-42 16,-10 2-43-16</inkml:trace>
  <inkml:trace contextRef="#ctx0" brushRef="#br0" timeOffset="81003.24">18639 4010 262 0,'0'0'22'0,"0"0"-22"16,0 0 1-16,88-19 13 0,-33 11 18 15,13 0 10-15,14-3 21 16,13 2-21-16,8 1-26 16,5 0-12-16,-1 4-3 15,-2 0-2-15,-8 3-5 16,-8 1-28-16,-6 0-23 16,-9 0-14-16,-11 0-38 15,-12 0 21-15,-12 0 50 16,-16 1 30-16,-12 1 8 15,-9-2 1-15,-2 0 11 16,-16 0 14-16,-7 0 21 16,-8 0-10-16,-6 0-30 15,-8 0-7-15,-10 1-23 16,-7 0-46-16</inkml:trace>
  <inkml:trace contextRef="#ctx0" brushRef="#br0" timeOffset="81634.78">18568 4079 325 0,'0'0'6'0,"127"-20"29"15,-30 3-14-15,20-2 10 16,13-2 28-16,11 3-41 15,1 0-16-15,-2 4-6 16,-9 3-17-16,-14 1 7 16,-14 2-11-16,-18 1 9 15,-15 3 6-15,-20 0 8 16,-17 1 3-16,-14 2 0 16,-13 1 3-16,-6-3 44 0,-5 2 23 15,-16 1-26 1,-8-2-17-16,-9 2 0 0,-11 0-21 15,-7 0-17-15,-10 0-31 16,-11 0-22-16,-7 6 20 16,-7 0 8-16,-7 3-14 15,-2-1 1-15,-1 2 22 16,7-2 12-16,9 0 16 16,7-1 7-16,22-3 13 15,15-3 25-15,20-1 3 16,18 0 17-16,4 0-23 15,34 0-44-15,14 0 2 16,19-5-1-16,11-2 1 16,12 3 0-16,6 0 10 15,7 2-5-15,1 2 0 16,-2-1-5-16,-6 1-2 16,-6 0 1-16,-12 0 0 15,-17 0-1-15,-17 0 1 16,-15 0-1-16,-14 1-1 15,-13 5-2-15,-3 1-1 16,-16-2 15-16,-11 0-5 16,-8 1-5-16,-7 1-9 15,-10-3-35-15,-4-3-116 16,-6 2-206-16</inkml:trace>
  <inkml:trace contextRef="#ctx0" brushRef="#br0" timeOffset="83036.34">24134 5192 412 0,'0'0'91'0,"0"0"44"15,0-6-28-15,0 4-28 16,0 1 3-16,-2-2-19 16,-9 3-6-16,-4 0-26 15,-8 0-10-15,-2 0-5 16,-6 4 7-16,-2 7-13 16,3 0-3-16,1-2-4 15,7 3-2-15,9-3 0 16,7-1-1-16,6-1-4 15,0 1-2-15,18-1 1 16,11 1 6-16,5 0 0 16,9-4 0-16,-2 3-1 15,1 1 1-15,-9-2-2 16,-4 1 3-16,-10 0-2 16,-7-3 4-16,-6 2 7 15,-6 0 19-15,0-2 15 16,-17 3 3-16,-10-2-5 15,-8 3-27-15,-4 0-14 16,-2-2 1-16,3 0-2 16,6-4-1-16,9 0-9 15,5-1-15-15,10-1-22 16,5 0-34-16,3 0-31 0,0-1-93 16,8-10-104-16,11-2-183 15</inkml:trace>
  <inkml:trace contextRef="#ctx0" brushRef="#br0" timeOffset="83245.07">24299 5263 722 0,'0'0'134'15,"0"0"13"-15,0 0-41 16,0 0-19-16,11 83-32 15,-9-66-39-15,-1-2-11 16,2-1-3-16,-3-2-10 16,0-4-57-16,0-4-92 15,0-4-154-15,0 0-290 16</inkml:trace>
  <inkml:trace contextRef="#ctx0" brushRef="#br0" timeOffset="83410.39">24309 5041 773 0,'0'0'11'0,"0"0"3"0,0 0-52 16,0 0-97-1,0 0-80-15,0 0-119 0</inkml:trace>
  <inkml:trace contextRef="#ctx0" brushRef="#br0" timeOffset="83809.95">24441 5315 690 0,'0'0'154'15,"0"0"-15"-15,0 0-28 16,0 0-19-16,0 0-42 15,0 0-10-15,32 35-2 16,-32-35-1-16,2 0-6 16,1-5-9-16,0-7-8 15,4-3-13-15,0-1-7 16,4-4-7-16,0 4-6 16,-2 0 1-16,2 4 7 15,-4 5 4-15,0 4 3 16,1 3 0-16,2 0-1 15,-2 4 0-15,3 10 9 16,1 3 1-16,-1 2 2 16,-3 1 4-16,4-1-3 15,-2-2-1-15,-3-2-2 16,3-2-4-16,-3-2-1 16,-2-2 0-16,1-2-14 15,-2-3-37-15,1-2-58 16,-2-2-74-16,-1 0-67 0,-1-3-125 15</inkml:trace>
  <inkml:trace contextRef="#ctx0" brushRef="#br0" timeOffset="84134.23">24779 5163 720 0,'0'0'129'0,"0"0"57"16,0 0-85-16,0 0-22 16,93 89-15-16,-71-67-18 15,-1-3-10-15,1-2-16 16,-3-2-5-16,0-3-7 15,-3-3-8-15,-2-1 1 16,-2-1 1-16,-3-2-11 16,-1-2-20-16,-2-2-45 15,-2-1-29-15,-1 0-54 16,-2 0-78-16,-1-10-124 16</inkml:trace>
  <inkml:trace contextRef="#ctx0" brushRef="#br0" timeOffset="84327.26">25028 5206 711 0,'0'0'115'0,"0"0"51"16,-88 64-47-16,53-35-38 0,0-3-22 16,6-1-31-1,4-4-23-15,5-3-4 16,3-5-17-16,5-3-69 0,4-4-74 15,5-6-128-15,0 0-277 16</inkml:trace>
  <inkml:trace contextRef="#ctx0" brushRef="#br0" timeOffset="87407.04">25860 5321 1010 0,'0'0'136'0,"0"0"4"0,0 0-58 16,0 0-17-1,0 0-15-15,0 0-2 0,0 0-19 16,0 0-11-16,0 0 1 16,0 0-11-16,0 0-5 15,0 0-10-15,0 0-30 16,-3-3-31-16,-6-4-83 16,1-2-154-16,-3-4-268 15</inkml:trace>
  <inkml:trace contextRef="#ctx0" brushRef="#br0" timeOffset="91176.2">26302 4835 420 0,'0'-1'70'0,"0"0"49"15,0-1-9-15,0 2-21 16,0 0 1-16,0 0-11 16,0 0-26-16,-8 4-25 15,-6 11-7-15,0 5 2 16,-6 5-5-16,-3 7 23 15,-1 6 10-15,0 4-18 16,2 4-5-16,5 0-7 16,2-2-11-16,9 0 4 15,6-3 2-15,0-3-1 16,11-5 1-16,9-3-2 16,6-6 2-16,0-2 0 15,-1-4-2-15,-1-3-1 16,-2-5-3-16,-2-1-1 15,-7-2-4-15,-4-2-2 16,-5-3-1-16,0 0-1 16,-4-2-1-16,0 0 1 15,0 0 1-15,0 0-1 16,0 0-10-16,0 0-15 16,0 0-27-16,0-1-27 15,-4-9-79-15,0-2-115 16,2-4-155-16</inkml:trace>
  <inkml:trace contextRef="#ctx0" brushRef="#br0" timeOffset="94477.98">26799 5081 517 0,'0'0'54'0,"0"0"43"0,0 0-36 15,0 0-30 1,-51 35-10-16,38-20-1 0,6 1 0 16,2 2-3-16,5-3 6 15,0 0 10-15,5-3-11 16,11 1-6-16,5-4 3 16,5-2 0-16,2-3 1 15,2-2 2-15,-1-2-4 16,-3 0-7-16,-4-4-3 15,-5-3 0-15,-5-6 13 16,-6 1 11-16,-3-3 8 16,-3 3-7-16,0-3-23 15,-3-2-8-15,-12 1-2 16,-2 3-4-16,-1 0-7 16,-3 4 0-16,-1 2-1 15,2 3-7-15,-2 2-4 16,3 2 0-16,3 0-14 15,5 0-20-15,4 0-43 16,4 2-47-16,3 2-102 16,0 0-82-16</inkml:trace>
  <inkml:trace contextRef="#ctx0" brushRef="#br0" timeOffset="94966.5">27261 5029 519 0,'0'0'50'0,"0"0"39"0,0 0-43 16,0 0 1-16,0 0-6 16,-93 23-13-16,72-15-16 15,0 1 3-15,3-1 2 16,5 0-11-16,7-1-6 16,2 0-1-16,4-2-1 15,0 2 0-15,4 0 2 16,9 0 1-16,3 2 2 15,3-1 0-15,-2 0 4 16,-1 1 5-16,-2-3 17 16,-5-1-5-16,-3 0-1 15,-3-1 17-15,-3 0 23 16,0 0 9-16,0 0-16 16,-14 0-15-16,-4 3-15 15,0-3-16-15,-2 1-7 16,2-2-6-16,1 0-21 15,5-3-28-15,3 0-64 16,3 0-107-16,2 0-130 16</inkml:trace>
  <inkml:trace contextRef="#ctx0" brushRef="#br0" timeOffset="95662.43">26679 5052 576 0,'0'0'121'15,"0"0"-44"-15,0 0-29 0,0 0-5 16,-71 19 11-16,48-9-3 16,0 2-22-16,2-1 0 15,3 3-9-15,2-1 4 16,6-1-12-16,6 2-6 15,4-3-3-15,0 1-3 16,2-1 2-16,19 0 8 16,3-2 2-16,3-2-4 15,4-2 0-15,0-1-5 16,3-4-13-16,-4 0-41 16,-3 0-118-16,-3 0-120 15,-4-3-301-15</inkml:trace>
  <inkml:trace contextRef="#ctx0" brushRef="#br0" timeOffset="96473.38">27433 5057 606 0,'0'0'66'15,"0"0"23"-15,0 0 36 16,0 0-13-16,62 48-7 0,-38-28-29 16,2 2-22-16,2-1-10 15,-2-2-9-15,0-3-14 16,-5-1-13-16,-3-4-3 16,-1-2-2-16,-7-1-1 15,-1-4-6-15,-2-1-13 16,-4-1-28-16,-2-2-24 15,1 0-28-15,1 0-62 16,0 0-35-16,0-3-71 16,1-7-150-16</inkml:trace>
  <inkml:trace contextRef="#ctx0" brushRef="#br0" timeOffset="96665.97">27636 5112 585 0,'0'0'99'16,"0"0"22"-16,-87 54-32 15,63-37-26-15,2-4-37 16,5 0-23-16,6-4-14 16,5-3-66-16,3 1-63 15,3-6-99-15,0-1-94 16</inkml:trace>
  <inkml:trace contextRef="#ctx0" brushRef="#br0" timeOffset="97210.15">27605 4511 501 0,'0'0'33'15,"0"0"49"-15,0 0-15 16,0 0 39-16,88 50-14 16,-44-22-35-16,3 6-12 15,3 4 8-15,-5 3-6 16,-2 7-3-16,-8 2-4 15,-6-1-2-15,-10 1 0 16,-8 1 0-16,-8-2 1 16,-3 0-6-16,0-2-7 15,-14-3 3-15,-5-4-3 16,1-4-5-16,4-5-12 16,-2-6-6-16,6-5-3 15,3-5-1-15,3-4-13 16,1-5-33-16,3-2-30 0,0-2-48 15,0-2-68 1,-3 0-107-16,-2 0-228 16</inkml:trace>
  <inkml:trace contextRef="#ctx0" brushRef="#br0" timeOffset="102733.43">22474 4679 485 0,'0'0'97'0,"0"0"11"16,0 0-42-16,0 0-14 15,0 0-4-15,0 0-24 16,0 0-16-16,0 6 7 15,0 2-5-15,0 5 17 16,0 2-8-16,0 5 1 16,0 2 5-16,0 3-3 15,0 2-15-15,0 1 1 16,0 4 1-16,3 2-2 16,0 1-3-16,5 3-3 15,-1-1 0-15,1 4 0 16,-2 0-1-16,0 1 1 15,-2 2 8-15,-2 0 14 16,-2-1-19-16,0 0-3 16,0-4 1-16,0 1-1 15,0-5 0-15,0 0 0 16,-2-2-1-16,2-1 1 16,-2-6 4-16,0 3 40 15,2-1-36-15,0 0-4 16,-1 0-5-16,1-1 9 15,0 0 11-15,0 0-21 16,0-3 3-16,0-4 0 16,1-1 1-16,6-2-4 15,3-2 2-15,2-4-3 16,1 1 2-16,4-4 1 16,5-3 0-16,1-1-1 15,3-1 0-15,6-1 0 0,1-2 1 16,7 0 0-16,2 0 0 15,6 0 1-15,1 0-2 16,6 0 1-16,4 0-1 16,3 0 0-16,3 4 1 15,3 0-1-15,6 3 1 16,1 0-2 0,3-2 0-16,4 2 0 0,6-1-2 15,3-3 2-15,5 0 2 16,2 1-1-16,4-1 1 15,2-2-3-15,2 0 3 16,-2 3 2-16,1-4-2 16,0 2 0-16,0 0-1 15,-6-2 2-15,4 0-1 16,-4 0 1-16,0 0 3 16,-2 0 0-16,1-4-3 15,0-4 0-15,-4 2 0 16,-3 1-1-16,-4-1 0 15,-2 2 0-15,-3 1 4 16,-4-1 4-16,-2 4 17 16,0-1-12-16,-4 1-9 15,0 0-1-15,-1 0-3 16,1 0 0-16,-3 0 0 16,1 0 1-16,2 0-1 15,-2 0-2-15,0 0 1 16,2 0 1-16,2 0 0 15,-2 0-1-15,-1 1 1 16,2 0 0-16,-2 1 0 16,-1-1-2-16,2 2 4 15,-3-3-1-15,2 4-3 0,1-4 3 16,2 4 1-16,-2-1-2 16,6-1-2-16,-1 1 3 15,2 0-1-15,0-1 2 16,-1 1-1-16,0 2 1 15,-1-5-2-15,-2 4-1 16,-3-4 1-16,-1 0-1 16,-3 0-1-16,-2 0 3 15,-6 0-3-15,-3 0 2 16,-5 0 1-16,-8 0-2 16,-7 0-2-16,-12 0 5 15,-5 0-4-15,-10 0 4 16,-3 0-1-16,-4-4 2 15,-2 4 11-15,-1-5 4 16,0-2-6-16,2 2-8 16,-2-5-5-16,0 1 3 15,0-3-3-15,0-1 0 16,0-2 1-16,0-2-3 16,0-2 4-16,-5-1-2 15,1-6 0-15,-4-2 0 16,2-4 0-16,1-4 1 15,1-6-2-15,1-2 2 16,-1-3-2-16,0-1-4 16,1-2 1-16,-3 0 4 15,0-2 1-15,0-1-2 16,2-2 1-16,-2-1 1 16,2-2-1-16,1-2-2 15,3-2 1-15,-3 0-1 16,2 1 2-16,-1 3-1 0,1 2 0 15,-2 3 1-15,-2 1 2 16,-3 6-2 0,-2 0 2-16,-2 7-3 0,-4 2 3 15,0 5-1-15,-1 1-1 16,1 6 1-16,0 6 0 16,3 0 0-16,3 6-1 15,3 6 2-15,1-1-2 16,3 4 1-16,2 3-1 15,1-2-1-15,-3 3 2 16,3 0-1-16,0 0-2 16,0 0 1-16,0 0 1 15,0 0-1-15,0 0 0 16,0 0 0-16,-2 0 1 16,1 0-1-16,-6 0-5 15,0 0 2-15,-5 0 4 16,-2 0-1-16,-2 0 0 15,-6 0 1-15,-2 0-1 16,-10 0 2-16,-3 0-1 16,-7 0-1-16,-6 0-6 15,-6 0 8-15,-5 0-1 16,-4 0 1-16,-3 0-1 16,-5 0 1-16,-4 0-2 15,-2 3-1-15,-1-2-1 16,-2 1 4-16,-2 1-2 15,3 0-1-15,-4 1 3 16,1-4-1-16,2 3-1 0,-4 1 2 16,3-1 0-16,2-1-2 15,-1 2 3 1,1 0-2-16,4 1 1 0,1-2-1 16,0-1 0-16,0 3-4 15,1-1 1-15,-1-1 1 16,2 1-1-16,-2 1 2 15,2-2-2-15,0 1 2 16,2 0 0-16,2 0 0 16,1 0 0-16,1-3-4 15,-1 3 1-15,2 0-1 16,-1 0 4-16,-2 0 0 16,2 1 1-16,-4 0 0 15,1-1-1-15,0 1 1 16,0-1 1-16,1-2-2 15,-3 2 1-15,-2 0 0 16,2 1 0-16,-2-1-1 16,-4 0-2-16,-1 1 0 15,1 2 1-15,-3 0 1 16,2-1 0-16,-2 1-2 16,2 0 4-16,2-1-1 15,0 0 2-15,2-1-4 16,0-1 4-16,2 0-3 15,2 0 3-15,3-2-1 16,2 2-1-16,-1 1 2 16,5-1-2-16,-1 0 1 15,4-2-1-15,-1 2 0 16,3 2 0-16,4-5 0 0,0 2-1 16,6-1-1-1,2 0 2-15,6 0-3 0,1-1 5 16,2-1-2-16,2 0 0 15,4 0 0 1,4 0-2-16,1 0 4 0,6 0-3 16,1 0 3-16,4 0 0 15,4 0-1-15,-2 0-4 16,1 0 5-16,-1 0-2 16,2 0 0-16,0 0-2 15,-3 0 4-15,1 0-5 16,-3 0 4-16,0 0-1 15,-2 0 2-15,-1 0-2 16,-1 0-2-16,-1 0 4 16,4 0-2-16,1 0 1 15,3 0-1-15,3 0 1 16,4 0 0-16,3 0 0 16,0 0 0-16,3 0 0 15,-1 0 0-15,1 0-1 16,0 0-1-16,0 0 3 15,0 0-3-15,0 0-3 16,0 0-14-16,0 0-56 16,-1 0-65-16,-2 0-109 15,1 0-203-15</inkml:trace>
  <inkml:trace contextRef="#ctx0" brushRef="#br0" timeOffset="105399.66">12970 9289 297 0,'-1'0'61'0,"1"0"35"0,0 0 7 16,0 0-15-16,0 0-3 15,0 0-25-15,1-2 2 16,7-2-3-16,-2-2-16 16,2 1-18-16,1 0-11 15,-1-2-8-15,5 1-5 16,0 0-1-16,3 0 0 16,-3 3-4-16,3 1 0 15,-3 2 3-15,0 0-2 16,-5 0-1-16,1 0-10 15,-1 4 11-15,1 4 2 16,2-3 0-16,0-1 1 16,7-4-3-16,0 0 5 15,4 0-4-15,3 0-24 16,-1-4-2-16,0-3 15 16,-3 1 10-16,1 1 2 15,-4 1 1-15,-2 1-2 16,-2 2 4-16,1 1-4 15,-1 0 4-15,-1 0-2 16,1 0 1-16,1 0-1 16,1 0 1-16,0 0 0 15,3 0 0-15,-2 1-1 16,0-1 0-16,1 3 0 16,-2-2 0-16,0-1 0 15,1 0 0-15,-1 0 0 16,1 0 1-16,1 0-1 15,-1 0 0-15,-1-1 1 16,-2 1-1-16,-1 0 1 16,0 0 3-16,-3 0 0 0,3 1-3 15,-4 2 0-15,1 1 1 16,1-3 1 0,-2 2 7-16,-1-2 5 0,0 2-3 15,2-2 4-15,0 2 3 16,-1-1-6-16,3-1 2 15,1-1-1-15,1 0 6 16,1 0 15-16,-1 0-6 16,-3 0-17-16,0-3-8 15,-1 0 2-15,-3 2-2 16,0 1 0-16,2 0 2 16,-1 0 1-16,0 0 0 15,0 0-4-15,-3 0-3 16,-1 0 1-16,0 0 0 15,1 0-2-15,-4 0 2 16,2 0-1-16,1 0 0 16,1 0 0-16,-1 0 1 15,5 0 1-15,-4 0 0 16,0 0 4-16,1 0 6 16,-3 0-4-16,0 0 0 15,-3 0-4-15,0 0 1 16,0 0 2-16,0 0 2 15,0 0-3-15,0 0-3 16,0 0-2-16,0 0-2 16,1 0 5-16,-1 0-3 15,0 0-1-15,0 0-4 16,0 0-21-16,0 0-48 16,0 0-82-16,-7 0-170 15</inkml:trace>
  <inkml:trace contextRef="#ctx0" brushRef="#br0" timeOffset="107705.35">22789 6949 550 0,'-10'2'71'0,"-3"8"36"15,-3 5-42-15,-2 4-32 16,-4 1 21-16,3 5-3 16,2-2-15-16,2 0 12 15,8 0-10-15,3-4-20 16,4-2-12-16,0-1 1 16,10-3-1-16,7-2 0 15,6-4-1-15,0-6-4 16,-1-1-2-16,-2 0-3 15,-2-8-9-15,-8-9-34 16,-4-1-8-16,-5-7 12 16,-1 0 30-16,0-1 13 15,0 2-1-15,-6-1 1 16,-2 3 1-16,0 6-1 16,0 3 1-16,3 3-1 15,1 5 0-15,4 2 0 16,0 3-1-16,4 0-4 15,14 0 2-15,2 11 11 16,6 5 18-16,1 4 4 16,2 1 17-16,-1 1-6 15,-2 1-10-15,-6-6 5 16,-1 0 3-16,-6-5-6 16,-3-3 4-16,-6-4-5 15,-1-1-12-15,-1-4 1 16,-2 0 15-16,0 0 1 0,0-4 7 15,0-10-24 1,0-5-17-16,0-4 0 16,-3-4-2-16,3-4 0 0,0 4-1 15,0 0 1 1,0 3-1-16,0 3 0 0,5 5-5 16,11 1-12-16,6 3-24 15,6 3-17-15,8 2-10 16,5 4-45-16,1-3-75 15,6 2-69-15,-3 0-219 16</inkml:trace>
  <inkml:trace contextRef="#ctx0" brushRef="#br0" timeOffset="108369.81">23823 6937 634 0,'0'0'120'0,"0"0"23"0,0 0-40 15,0 0-44-15,21-24-12 16,0 11-8-16,7 0-10 15,4 0-2-15,-1 2-7 16,0 2-13-16,-5 5-3 16,-6 4-3-16,-6 0-1 15,-6 6-1-15,-7 11-2 16,-1 3-2-16,-3 5-1 16,-12-1 5-16,0-1-7 15,3-1 2-15,4 0 2 16,8-4-4-16,0-1-2 15,12-2-4-15,8 0-5 16,3 0 13-16,-2 2 0 16,-3-1 4-16,-3 3 2 15,-4 0 1-15,-6 0 12 16,-5-2 18-16,0-1 11 16,0-4 13-16,0-1 6 15,-11-3-12-15,-5 0-13 16,-6-1-22-16,-2-2-8 15,-7 0-4-15,5-3-13 16,-3 0-17-16,8-2-25 16,3 0-51-16,5 0-78 15,6-4-143-15,7-6-302 16</inkml:trace>
  <inkml:trace contextRef="#ctx0" brushRef="#br0" timeOffset="108919.57">24566 6999 601 0,'0'0'75'0,"0"0"21"16,0 0-35-16,0 0 17 15,0 0-9-15,-10-31-30 16,-8 31-26-16,-8 0-13 16,-1 10 2-16,-3 3-2 15,1 3 1-15,4-1-3 16,8 1 2-16,5 0 2 15,8-3-7-15,4 2 5 16,0 0-2-16,17 2 0 16,8-2 5-16,0 0-2 15,3-2 1-15,3 0 0 16,-2 2 5-16,-3-4 22 16,-3 1 10-16,-7-1 17 15,-2-2-8-15,-5 0-9 16,-5-3-4-16,-4 1 0 15,0 0 4-15,-15 0-6 16,-11-1-3-16,-7 3-19 16,-3-4-12-16,-3 0 2 0,3-3-7 15,4-2-6 1,6 0-7-16,7 0-20 16,4 0-23-16,7-8-35 0,8-3-69 15,0-1-84-15,8-3-94 16</inkml:trace>
  <inkml:trace contextRef="#ctx0" brushRef="#br0" timeOffset="109150.38">24748 7125 649 0,'0'0'70'15,"0"0"84"-15,0 0-36 16,0 0-1-16,26 71-7 15,-19-51-37-15,-1 3-19 16,0-4-18-16,-1-1-14 16,0-2-14-16,-4-5-5 15,-1 0-3-15,0-7-14 16,0 0-34-16,-8-4-48 16,-10 0-107-16,-4-8-207 15</inkml:trace>
  <inkml:trace contextRef="#ctx0" brushRef="#br0" timeOffset="109294.33">24670 6928 571 0,'0'0'-69'0,"0"0"1"16,0 0-213-16</inkml:trace>
  <inkml:trace contextRef="#ctx0" brushRef="#br0" timeOffset="109695.44">24827 7122 562 0,'0'0'134'0,"0"0"12"0,46 79-13 15,-35-60-17-15,-3-4-10 16,1-5-29-16,-3-2-14 15,-5-6-16-15,0 1-19 16,-1-1-1-16,0-2-2 16,0 0-5-16,0 0-2 15,3-9-1-15,-1-5-10 16,2-4-9-16,4-4-11 16,1 0-14-16,3 3-13 15,0 0-2-15,4 7 6 16,0 1 15-16,-1 7 10 15,1 4 8-15,2 0 2 16,-5 7-2-16,1 11 7 16,-2 7 7-16,-3 4 2 15,2 5 6-15,-2-2 12 16,-1 0-8-16,-1-5-12 16,-1-3-10-16,-2-8 2 15,-1-3-6-15,2-10-33 16,-1-3-45-16,2 0-76 15,-1-11-123-15,1-12-343 16</inkml:trace>
  <inkml:trace contextRef="#ctx0" brushRef="#br0" timeOffset="110090.83">25196 6795 1072 0,'0'0'103'0,"0"0"-10"16,0 0-41-16,0 0-3 15,91-6-16-15,-76 16-16 16,-3 5-5-16,-3 0-4 15,-6 2 1-15,-2 1-3 16,-1-1 1-16,0-5-1 16,0 1 1-16,0-1 5 15,0-3-7-15,0-1 1 16,0-2-3-16,0-2-2 16,2 0-2-16,9-3 3 15,6-1-3-15,5 0-8 16,2 0-18-16,2-7-44 15,-2-4-64-15,-6 1-119 16,-3-3-180-16</inkml:trace>
  <inkml:trace contextRef="#ctx0" brushRef="#br0" timeOffset="110654.31">25593 7024 730 0,'0'0'96'15,"0"0"-5"-15,0 0 67 16,0 0-34-16,85 58-16 16,-51-34-31-16,0 1-22 15,0 0-21-15,-3-2-4 16,-5-1-17-16,-3-3-7 15,-4-2-5-15,-2-3 3 16,-4-1-4-16,-2-3-6 0,-3-4-10 16,-2-2-19-16,-4 0-11 15,0-3-31-15,-2-1-48 16,0 0-46-16,0 0-19 16,0-10-62-16,0-6-128 15</inkml:trace>
  <inkml:trace contextRef="#ctx0" brushRef="#br0" timeOffset="110862.84">25880 7070 762 0,'0'0'121'16,"0"0"44"-16,-102 72-53 15,64-41-26-15,2-1-28 16,4-2-35-16,3-5-17 15,6-3-6-15,6-2-7 16,7-4-38-16,4-5-39 16,6-5-54-16,0-4-119 15,1 0-157-15</inkml:trace>
  <inkml:trace contextRef="#ctx0" brushRef="#br0" timeOffset="111078.03">26117 7175 1175 0,'0'0'10'0,"0"0"44"15,0 0-13-15,0 0-39 16,0 0-5-16,0 0-74 15,26-19-146-15,-26 8-280 16</inkml:trace>
  <inkml:trace contextRef="#ctx0" brushRef="#br0" timeOffset="111922.12">26604 6954 853 0,'0'0'34'0,"0"0"63"0,0 0-59 15,0 0-11-15,-86 60 5 16,58-36-5-16,3 1-11 16,5 2-7-16,4 1-5 15,9-2 0-15,7-2-1 16,0-3 4-16,8-4 3 16,17-1-2-16,4-7-1 15,5-5-2-15,3-4-2 16,3 0-3-16,-6 0-2 15,0-15-1-15,-5-1 3 16,-7-3-1-16,-5-1 3 16,-4 5-2-16,-5-2 1 15,-3 5-2-15,-4 4 2 16,-1 4 2-16,0 0-2 16,0 4-2-16,0 0-3 15,0 1-7-15,-1 7 4 16,-1 6 4-16,2 2 2 15,0-3 0-15,0 4 2 16,9-2-1-16,8-3 1 16,2-1 0-16,6 0 3 15,1-6-2-15,4-1 2 16,-1-4-2-16,-3 0 1 16,-1 0-1-16,-1 0 0 15,-4-8 9-15,-4-4 15 16,-2-3 16-16,-3-1 2 15,-7-2-12-15,-2-1-7 16,-2 0-3-16,0 0 2 16,-17 2-4-16,-7-2-12 15,-5 4-7-15,-6 3-11 16,-2 4-19-16,-3 2-11 16,0 4-21-16,3 2-54 0,5 0-69 15,6 0-91 1,9 0-170-16</inkml:trace>
  <inkml:trace contextRef="#ctx0" brushRef="#br0" timeOffset="112390.13">27293 6969 775 0,'0'0'88'15,"0"0"97"-15,0 0-76 16,0 0-30-16,-6-15-43 16,-13 15-27-16,0 0-7 15,-2 5-1-15,1 4 0 16,5-1-1-16,3 3-1 15,4 1 3-15,6 0-3 16,2 4-1-16,0 0 2 16,10-2 0-16,8 6 0 15,2-4-2-15,3 2 4 16,-4-1 0-16,-2-3 3 16,-8 0 9-16,-3-5 13 15,-5 3 12-15,-1-3 0 16,-4 1 0-16,-14-5-7 0,-5 2-12 15,-1-2-12-15,-5-2-7 16,0 0-5 0,3-3-23-16,3 0-32 0,1 0-52 15,5 0-72-15,4-4-96 16,4-7-173-16</inkml:trace>
  <inkml:trace contextRef="#ctx0" brushRef="#br0" timeOffset="112940.69">27480 6943 666 0,'0'0'174'0,"0"0"-13"16,0 0-43-16,90 84-8 15,-61-57-38-15,-2 3-21 16,-1-1-19-16,0-5-4 16,-4-1 1-16,0-2-9 15,-4-6-6-15,-2 0-7 16,-3-4-4-16,-3-5-2 16,-4 1-8-16,-3-4-21 15,0-3-42-15,0 0-41 16,4-1-69-16,-3-13-125 15,2-5-254-15</inkml:trace>
  <inkml:trace contextRef="#ctx0" brushRef="#br0" timeOffset="113133.32">27732 7031 1061 0,'0'0'85'15,"-90"55"39"-15,48-27-67 16,5 2-38-16,3-4-11 16,7-3-7-16,7-5-12 15,7-5-46-15,1-5-83 16,1-3-147-16,3-5-286 16</inkml:trace>
  <inkml:trace contextRef="#ctx0" brushRef="#br0" timeOffset="115798.34">23488 6535 441 0,'0'0'18'0,"0"0"129"16,0 0-71 0,-12 93-12-16,10-58 16 15,1-2-24-15,1 6-15 0,0-3-10 16,0 6 6-16,0 1-9 15,0 3-7-15,0 3-9 16,0 3 0-16,0 2 12 16,0 3-19-1,0-1-3-15,0-1-1 0,0 0 0 16,0-2-1 0,3-4 1-16,-2-2 0 0,2-3 1 15,2-4-4-15,-2-2 5 16,2-1-2-16,1-3-1 15,-1-3-1-15,3-6 3 16,3-3-2-16,-1-1 0 16,3-5-1-16,-1 1 0 15,-1-4 0-15,4-1 1 16,-1-2 0-16,1-2-7 16,-1-2 5-16,5-4-3 15,-2-1 1-15,6-1 0 16,5 0 2-16,4-1 1 15,5-7-2-15,9 0 3 16,5-2-2-16,7 1 3 16,4-1 0-16,7 2 0 15,3 0-1-15,5-1 0 16,4-1 1-16,2 2 0 16,4 0-2-16,-2-1 2 15,2 2 0-15,-2 2 0 16,0 1 3-16,-1 0 0 15,4-1-4-15,2 0-1 16,4 0 1-16,3-3 0 16,-1 1 0-16,7-1 0 0,-4 1 0 15,3-1 0-15,-3-1 1 16,1 2-1-16,-2 2 1 16,0-2-1-16,-1 3 1 15,-2-1 0-15,2-2 1 16,-3 3 1-16,1-1-1 15,-1 1-3-15,1 1 1 16,-1-1 0-16,-3 1 0 16,-4 1 1-16,-6 1 4 15,-3 1-4-15,-6 0 0 16,-1 0 0-16,-4 0-1 16,0 0 0-16,-2 0 1 15,2 0 0-15,-4 0-1 16,2 0 1-16,-3 0-1 15,-1 0 1-15,-5 0 0 16,-4 0-1-16,-4 0 0 16,-5 0-1-16,-8-2 2 15,-2 2-3-15,-7-1 2 16,-2 1 0-16,-5-3-2 16,0 2 4-16,-3-2-2 15,0 2 0-15,0-2 0 16,2 1 1-16,3-1-1 15,-1 0 1-15,3 0-2 16,0-1 1-16,-2 0 1 16,-3 0 1-16,-1 0-2 15,-5 0 3-15,0 0 0 16,-5-4 15-16,-3 1 9 16,-1-4-3-16,-2-1-5 15,-1-4-1-15,0-1-7 0,0-3 2 16,0-7-5-1,0-4-6-15,0-6 0 0,0-5-4 16,0-3 3-16,0-5 0 16,0 0-1-16,0 1-1 15,0 1 3-15,0-1-2 16,-1 5 0-16,-9 3 0 16,0-2 1-16,1 3-1 15,2 0 0-15,-5-3-1 16,2 4-10-16,1-4 10 15,1 0 1-15,1 4-1 16,-2 1-2-16,3 1-1 16,1 3 4-16,-1 4 0 15,0 4-1-15,-3 3 1 16,2 4 1-16,-3 3 0 16,3 3 0-16,-4 3-1 15,2 0-2-15,0 3 4 16,2 0-3-16,-2 3 0 15,-1 0 2-15,-2 1-1 16,-2 3-1-16,-5 0-2 16,-4 0 0-16,-3 0 0 15,-4 0 0-15,-4 0 3 16,-3 0 0-16,-4 3 0 16,-6-3 1-16,-5 0 0 15,-3 0-4-15,-10 0 3 16,-3 0-2-16,-7 0 1 15,-6-3-7-15,-4-3-2 16,-6 0 4-16,-4-2 3 0,-7 1 4 16,-2 1-2-1,-2 0 3-15,-1 4-1 0,-3 0 0 16,3 2 0-16,-1-2 0 16,2 2 0-16,-3 0 0 15,2 0 0-15,-4 0-4 16,-3 0 2-16,1 0 0 15,-4 0-1-15,-5 0 4 16,1 2-2-16,-5 4-1 16,1 1 0-16,-2 3-6 15,0-4-3-15,1 2 5 16,2-2 2-16,1 0 2 16,2-3-2-16,4-1 3 15,1-1-3-15,6-1 3 16,4 0-1-16,4 0 2 15,8 0 1-15,6 0-2 16,5 0 0-16,10 0 0 16,5-1 1-16,8 1-1 15,7 0 1-15,7 0-1 16,8 0 0-16,8 5 0 16,7 1 0-16,5-1 0 15,4-1-1-15,5 0 2 16,3 0-3-16,2-1 0 15,-1 1 1-15,0 0-1 16,1 4 1-16,-5 1-1 16,-2 1 2-16,-1 2-1 15,0-2 1-15,0 1 0 16,0 0-5-16,1-4-15 16,4-1-17-16,-1-2-20 15,0-4-72-15,-1 0-78 16,-2-9-262-16</inkml:trace>
  <inkml:trace contextRef="#ctx0" brushRef="#br0" timeOffset="141341.29">18714 3257 201 0,'0'0'69'16,"0"0"11"-16,-22-5-43 15,18 2 4-15,-1 0 46 16,0-1-15-16,1 3-20 16,-1-3-16-16,-1 4-12 15,-1 0-13-15,-3 0-5 16,0 0 9-16,-2 0-11 0,-1 0-1 15,0 2 2 1,-1 5-3-16,-1 3-1 0,0-1-1 16,0 1 0-16,-2 0 1 15,-1 5-1-15,1-3 0 16,0 3 0-16,-2 1 0 16,3 1-1-16,-1 2 0 15,2-1 1-15,1 0-2 16,1 3 1-16,0-2-3 15,3 0 1-15,1-1 3 16,-2 0-2-16,3-3-15 16,1-3 7-16,0 0 6 15,-2 2 1-15,2 0 1 16,1-2 2-16,0-1 0 16,2-1 1-16,1 0-1 15,2 0-2-15,1-3-5 16,0-1 2-16,0 3 7 15,0-2-4-15,0-2-4 16,7 2 5-16,-1 0-3 16,1 0 1-16,-1 3 2 15,1-2 2-15,3 3-1 16,-4 2 1-16,1-1 0 16,3-1-1-16,-4-2-1 15,0-1 1-15,1-1 1 16,-1 1-2-16,-2-3 0 15,3 0-1-15,2-1 2 16,-2-2 7-16,3 2-4 16,0 0 2-16,1-3 1 15,0 2-2-15,-1 1-2 16,2 1-1-16,1 1-2 16,-3-1-2-16,0 0 4 15,0 2-1-15,-3-1 0 16,2-2 2-16,1 1-2 0,-1 1 0 15,-2-3 0-15,3 2 2 16,0-2 0-16,0 1 0 16,1-1-2-16,-2-2 1 15,0 2 0-15,1 0 3 16,2-2-3-16,1 2-1 16,0 0 2-16,0-2-1 15,1 1 0-15,2 0-1 16,-1-1-2-16,2 2 3 15,-4-2 0-15,3 2-1 16,-3-2 0-16,1 2 0 16,1-3 1-16,2 2-1 15,-1-2 0-15,3 0 0 16,1 0 1-16,0 0-2 16,2 0 1-16,-4 0 0 15,0 0-1-15,-1 0 1 16,-5 0 0-16,0 0 0 15,-1 0 1-15,-1 0-1 16,-1 0 1-16,2 0-1 16,-1 0 3-16,6 0 2 15,-1 0 7-15,2 1-1 16,0-1-4-16,2 0-6 16,-3 0-2-16,1 1 0 15,-4-1 1-15,2 0-1 16,-4 0 0-16,5 0 1 15,-1 0 0-15,2 0 0 0,-1 0 0 16,4 0-2-16,-4 0 1 16,1 0 0-16,2 0 1 15,0 0 0-15,1 0 1 16,3-2 0-16,-1-3-1 16,2 2 1-16,1 1-2 15,-1-2 1-15,1 1 0 16,-5 1-1-16,2-1 1 15,-5 0-1-15,2 3 0 16,1 0 1-16,-2-1 0 16,2-2 1-16,1 3-1 15,0-1 1-15,0-2-2 16,-1 0 1-16,-1 2 0 16,0-2 0-16,-3-1 0 15,1 3 0-15,-2-3 0 16,-1-2 1-16,-2 0 0 15,1 1 0-15,0-1 0 16,1 1 1-16,-1 1 3 16,4 0-7-16,-1-2 2 15,2 2-1-15,-4 0 1 16,0 3 1-16,0-3-1 16,-4 1 0-16,1 1 2 15,-4-1-2-15,4-1 0 16,-1 1 0-16,-2-1-2 15,3 2 4-15,-2-2-2 16,2 1 2-16,-1-1-1 16,1 0 3-16,-2 1-3 15,1-1 1-15,-1 2 1 16,1-3 0-16,-1 1 1 16,-1-1 2-16,2-2 1 0,-4 2-2 15,1-2 1-15,-1-1 7 16,0 1 4-16,0 0-7 15,-2 0 0 1,-1 0 1-16,1-2 0 0,2 1-3 16,-1-5 1-16,0 2 7 15,1-5-13-15,-2 1 5 16,2 0 1-16,-4 1-5 16,-1 0-3-16,-1-1 0 15,0 2 1-15,0-2-1 16,0 2-1-16,0-2 0 15,0-2 1-15,0 2 1 16,-6-3 3-16,-1 2 3 16,-2 0-4-16,2-1 1 15,-2 3 0-15,3 0-1 16,-2-3 3-16,2 4-1 16,-3-1 1-16,-1 0 0 15,-3 1 7-15,-1-1 7 16,-2 1-2-16,-1 1-10 15,-2-4-6-15,1 5 0 16,1-2-1-16,4-1-2 16,-3 5 4-16,3-3 0 15,0 2 11-15,0 0 4 16,-1 2-8-16,-2 1-6 16,-1 0-3-16,-2 2-2 0,0 0 2 15,-4 1-4 1,1 0 5-16,-2 0-5 15,-1 0 5-15,1 2-3 16,-2 1 0-16,0-3 1 0,1 1 1 16,-2 2-2-16,-2 1 1 15,1-2-4-15,1 2 5 16,-2 0-4-16,-1 0 2 16,1 0 3-16,0 0-2 15,-1 0-1-15,0 0 0 16,-2 2 0-16,-2 0 0 15,0 1 0-15,-1 0 0 16,0-2 2-16,-1 0-2 16,-1 0 1-16,1 3-3 15,1 0 1-15,-1 0 0 16,1 1 0-16,2 1-3 16,1 0 5-16,0 1-1 15,2-2-1-15,1 2 2 16,-4 2 0-16,-2-1 1 15,-2 0-5-15,-2 2 4 16,0-2-2-16,1 4 2 16,1-3 3-16,-1 1 2 15,4 0 1-15,0-1-6 16,4-1 0-16,4-2-1 16,4 1 0-16,8-3 1 15,5 0 0-15,1-3-1 16,6 0 1-16,-1 1-4 15,3-2-4-15,0 0-46 16,0 0-81-16,0 0-90 16,2 0-181-16</inkml:trace>
  <inkml:trace contextRef="#ctx0" brushRef="#br0" timeOffset="142565.04">19043 5559 690 0,'0'6'73'16,"3"0"68"-16,1 5-14 15,2 5-25-15,-3-1-18 16,1 1-36-16,2 3-35 16,-3-1-8-16,0 1-4 15,-3-3-2-15,0-1-21 16,0-3-85-16,0-9-94 15,-6-3-120-15</inkml:trace>
  <inkml:trace contextRef="#ctx0" brushRef="#br0" timeOffset="142747.43">19121 5366 815 0,'0'0'34'0,"0"0"25"16,0 0-49-16,0 0-16 0,0 0-50 16,0 0-43-16,-46 17-57 15,46-5-82-15,0-2-60 16</inkml:trace>
  <inkml:trace contextRef="#ctx0" brushRef="#br0" timeOffset="143097.69">19260 5645 774 0,'0'0'147'15,"0"0"-23"-15,0 0-31 16,0 0-4-16,0 0-24 16,0 0-21-16,20-16-16 15,-13-3-15-15,6-5-13 16,-3 3 2-16,-1 0-3 15,1 5-6-15,-3 6 2 16,-2 3-4-16,-1 6-4 16,-3 1-1-16,1 0-16 15,1 11 10-15,-2 6 13 16,5 0 10-16,-2 3 2 16,1 1-3-16,0-2-1 15,1-1 2-15,4-5-2 0,-4 1-2 16,3-5-3-1,1-4-34-15,-2-2-67 16,4-3-37-16,-3 0-60 0,-1 0-76 16,1-13-128-1</inkml:trace>
  <inkml:trace contextRef="#ctx0" brushRef="#br0" timeOffset="143509.22">19533 5570 591 0,'0'0'134'0,"0"0"17"16,0 0-20-16,0 0-32 15,30 71-9-15,-24-59-36 16,1-2-28-16,-4-4-16 16,0-1-7-16,-2-2-2 15,2-3 0-15,-1 0 1 16,2 0 3-16,0-7-10 15,6-7 3-15,0-5-5 16,4-1-7-16,0 1-23 16,0-1 3-16,2 7 22 15,-6 3 3-15,-1 5 6 16,1 5 2-16,-4 0-3 16,0 3 3-16,-2 13 17 15,2 1 18-15,2 3-2 16,-2-1-1-16,3-2-14 15,-3 0-11-15,4-5-5 16,-3-2-1-16,-1-3-9 16,1-6-48-16,2-1-54 15,-2 0-71-15,-1-12-99 16,0-4-274-16</inkml:trace>
  <inkml:trace contextRef="#ctx0" brushRef="#br0" timeOffset="144294.57">19924 5567 702 0,'0'0'132'16,"0"0"1"-16,0 0-44 16,0 0-17-16,88 22-29 15,-69-22-21-15,-5 0-12 16,-2 0-6-16,-6 0-1 15,-2 0 2-15,-3-3 3 16,-1-1 1-16,0-4-3 16,0 1 4-16,2-1 0 15,1-1 0-15,0-3-8 16,1-1-1-16,-1-1 0 16,0 2 0-16,-2-3-1 15,-1 4 2-15,0 2-1 16,0 2-1-16,0 3-2 15,-10 2 1-15,-6 2-4 16,3 0-3-16,0 9 1 16,-3 6 5-16,5 5-1 15,-1-1-1-15,7 1 5 16,2 1-2-16,1-2-3 16,2 0 1-16,0-3 2 15,0-4 0-15,7 0 0 16,6-4-1-16,-3-4 2 0,2-4-2 15,4 0 4 1,0 0-2-16,1-4 3 0,-1-10-3 16,1 1-3-16,1-3-11 15,-2-3-13 1,-1 3-8-16,0 3-5 0,-2 3-8 16,0 4 7-1,0 3 11-15,0 3 0 0,-1 0 19 16,-2 3 9-16,1 10 1 15,-4 3 3-15,2-1 17 16,-2 2 11-16,-1-2 4 16,-3-4 4-16,1 1 5 15,-2-7 4-15,-1-1-7 16,-1-1-4-16,0-3-5 16,0 0 5-16,0-1 12 15,0-11-26-15,0-5-18 16,-4-3-1-16,1-4-3 15,3 0-1-15,0 1 0 16,0 2-3-16,0 2 0 16,13 5-3-16,4 3-3 15,2 2 0-15,7 2-3 16,2 2-26-16,2 2-30 16,0-1-68-16,-4 2-71 15,-3 1-97-15,-7 1-273 16</inkml:trace>
  <inkml:trace contextRef="#ctx0" brushRef="#br0" timeOffset="144894.47">19609 6182 799 0,'0'0'120'16,"0"0"6"-16,0 0-53 15,0 0-8-15,-44-58-34 16,29 45-21-16,-2 4-7 15,2 2 0-15,1 0-5 16,-2 7-4-16,2 0 2 16,-1 7 2-16,1 13 0 15,4 8-2-15,1 4 1 16,4 6 6-16,4-1 1 0,1 2 9 16,0 0 9-1,7-3 0-15,5-1-2 0,4-7 1 16,-2-1-6-1,0-4-6-15,-2-4-6 16,-3-1-2-16,-2-3-3 16,-4 0-13-16,-3-3-30 0,0-3-32 15,-2-1-36-15,-12-4-71 16,-2-4-89-16,-4 0-233 16</inkml:trace>
  <inkml:trace contextRef="#ctx0" brushRef="#br0" timeOffset="145378.13">19375 6422 726 0,'0'0'129'16,"0"0"46"-16,84-31-87 16,-51 23-16-16,0 1-14 15,-4 1-33-15,-6 5-17 16,-4 1-9-16,-6 0-4 15,-4 0-6-15,-3 1-4 16,-2 5 13-16,3 4 8 16,-3 0-3-16,4 1 1 15,-1 3 1-15,4 0-2 16,1-2-1-16,-2-2 0 16,3 0 0-16,-3-3 0 15,-1-3 1-15,-1-1-3 16,-3-3 1-16,-2 0 3 15,1 0 2-15,-1-6 3 16,2-4-7-16,-1-4 0 16,4 1-1-16,1-1-2 0,0 1-1 15,2 4 0-15,-5 2 0 16,1 1 1 0,-1 6 0-16,0 0-5 15,-3 0-8-15,2 2 2 16,0 7 10-16,2 2 9 0,-3 0 0 15,2-1-2-15,3 0-4 16,-2-4-1-16,2 0-21 16,1-5-46-16,0-1-51 15,0 0-83-15,0-2-116 16</inkml:trace>
  <inkml:trace contextRef="#ctx0" brushRef="#br0" timeOffset="145745.82">19983 6403 680 0,'0'0'151'15,"0"0"10"-15,0 0-48 16,0 0-30-16,0 0-17 16,15 74-18-16,-12-69-11 15,1-1-15-15,-3-2-6 16,2-2-6-16,3 0 0 15,0-7 3-15,1-7-3 16,3-5-16-16,-1-2-12 16,1 0-12-16,0 2-5 15,-3 2 15-15,-1 7 9 16,0 3 4-16,0 3 5 16,2 4-2-16,-2 0-1 15,0 0 5-15,1 10 8 16,4-1 0-16,0 3-2 0,-1 3-3 15,4-3-3-15,-1-1-3 16,4 0-36-16,1-2-95 16,1-4-64-16,-1-5-111 15,0 0-223-15</inkml:trace>
  <inkml:trace contextRef="#ctx0" brushRef="#br0" timeOffset="146262.19">20431 6306 712 0,'0'0'90'16,"0"0"7"-16,0 0-80 16,0 0 1-16,0 0 3 15,-80 41 0-15,72-24-11 16,2 2-7-16,6-3-2 15,0-2-3-15,7-2 1 16,9-2 5-16,7-3 0 16,6-6-8-16,0-1 2 15,4 0-4-15,-1 0-8 16,1-15-18-16,-4-6-8 16,-3-2-13-16,-5-4 9 15,-3-6 5-15,-6-2 18 16,-2-6-20-16,-6-1-26 15,-1 1 21-15,-3 1 2 16,0 6-4-16,0 7 38 16,0 8 7-16,-3 9 20 0,-1 10 69 15,-3 0 17 1,1 12-70-16,2 14 34 0,-1 8 18 16,4 6-5-16,1 5 7 15,0 1 10-15,7 1-15 16,10-4-21-16,2-2-14 15,0-7-22-15,-1-3-16 16,-1-10-4-16,-3-5-4 16,-7-6-19-16,-7-8-39 15,0-2-81-15,-4-1 5 16,-18-14-182-16,-8-10-108 16</inkml:trace>
  <inkml:trace contextRef="#ctx0" brushRef="#br0" timeOffset="146499.32">20536 6231 587 0,'0'0'82'16,"0"0"32"-16,0 0-22 15,105-17 16-15,-68 17-6 16,2 0-25-16,-2 4-12 16,-2 9-5-16,-2 2-12 15,-4 3-9-15,-6 1-10 16,-2-1-4-16,-6 1-10 15,-1-4-11-15,-5 0-1 16,-3-5-3-16,-3-2-11 16,-1-4-48-16,-2-4-82 15,0 0-112-15,0-12-208 16</inkml:trace>
  <inkml:trace contextRef="#ctx0" brushRef="#br0" timeOffset="146646.29">20981 6091 777 0,'0'0'-10'15,"0"0"4"-15,0 0-62 16,0 0-19-16,0 0-83 16,0 0-79-16</inkml:trace>
  <inkml:trace contextRef="#ctx0" brushRef="#br0" timeOffset="147212.28">21137 6191 513 0,'0'0'210'15,"0"0"-59"-15,0 0-28 16,-16 82-50-16,9-59-26 16,0 0-13-16,3-3-15 15,4 1 4-15,0-6 4 16,0-6-8-16,9-2-6 15,6-3-5-15,2-4 3 16,-1 0-3-16,2-8-2 16,-4-9-2-16,0-2-3 15,-3-4-1-15,-3-3-1 16,-2 1-3-16,3 0 0 16,-5 2-2-16,2 4 1 15,-2 5 3-15,-2 4 2 16,-1 6 0-16,2 1-1 15,-1 3-1-15,3 0-11 16,1 3 2-16,1 8 27 16,1 2 7-16,1 2 0 15,0-2 7-15,0-2 1 0,1 0-4 16,-1-3-9-16,1-3-6 16,2-3-5-16,3-2-4 15,1 0 3-15,4-14 1 16,0-2-5-16,2-4-7 15,1-4-6-15,0 5-3 16,-4 2-9-16,-3 3-1 16,-6 5 14-16,0 5 7 15,-4 4 1-15,-3 0-6 16,-2 0-5-16,-1 16 18 16,0 1-1-16,0 2 1 15,0-3-2-15,0 3 0 16,0-3-3-16,3-3-1 15,0-4-33-15,0-4-75 16,-3-5-117-16,0 0-206 16</inkml:trace>
  <inkml:trace contextRef="#ctx0" brushRef="#br0" timeOffset="148150.5">18464 4746 402 0,'0'0'120'0,"0"0"30"16,0 0-43-16,-20-19-4 16,7 17-5-16,-3 0-42 15,-7 2 13-15,-2 0-10 16,-1 10-14-16,-7 13-8 15,0 10-15-15,-2 13-7 16,2 7-3-16,1 11-3 16,6 7 2-16,10 5 2 15,9 0 1-15,7-1-1 16,1-4 5-16,23-3-8 16,9-4 5-16,9-6 3 15,4-6-5-15,3-8 1 16,-3-6-1-16,-3-6-5 15,-6-8-6-15,-10-7 0 16,-8-4-1-16,-9-6-2 16,-6-6-16-16,-4-1-12 15,0 0-3-15,-6-8-41 16,-6-8-74-16,-3-6-80 16,-2-4-30-16,1-5-205 15</inkml:trace>
  <inkml:trace contextRef="#ctx0" brushRef="#br0" timeOffset="148981.4">18168 4760 163 0,'0'0'74'0,"0"0"19"16,0 0 6-16,0 0-18 15,0-14-12-15,0 12-7 16,1-1 14-16,5-1-13 16,0 0-10-16,-2 2 9 15,2 0 1-15,-5-2-8 16,2 4-5-16,0-4-10 0,3 4-10 15,4-3-9 1,6 2-4-16,7-2 8 0,6 0 16 16,7 1-7-16,2-1-8 15,1-1-10-15,1 4-2 16,-8-1-2-16,-7 1-6 16,-8 0-2-16,-6 0-4 15,-5 0 2-15,-6 0 3 16,0 6 6-16,0 5 0 15,0 4 6-15,-7-2 1 16,-6 5-2-16,-3 3-1 16,-1-2-5-16,-2 4-3 15,0 0-1-15,-1 2-3 16,1-4-1-16,6-2-1 16,-1-2-1-16,7-6 0 15,2-2 0-15,2-4-4 16,3-1-26-16,0-2-29 15,6-2-27-15,10 0-22 16,3 0-42-16,1-4-142 16,-2-4-324-16</inkml:trace>
  <inkml:trace contextRef="#ctx0" brushRef="#br0" timeOffset="150329.25">18377 926 483 0,'0'0'131'0,"0"0"-1"15,0-13-19-15,-3 13-29 0,-8 0-22 16,1 7-19-16,-2 11-18 16,-2 5-4-16,5 3 5 15,3 0-6-15,6-3-11 16,0-4-5-16,0-7 3 16,12-2 7-16,6-6-1 15,2-2 2-15,1-2 4 16,-1 0 8-16,-2-3-4 15,-4-7 2-15,-4-1-3 16,-4-1-9-16,-6 1-6 16,0-2 2-16,0-1-9 15,-4 0-5-15,-10-1 1 16,-3 3 1-16,-1 1-7 16,0 3-3-16,4 4 0 15,1 1-8-15,4 3-26 16,2 0-21-16,6 0-49 15,1 0-105-15,0 3-70 16,1 4-79-16</inkml:trace>
  <inkml:trace contextRef="#ctx0" brushRef="#br0" timeOffset="150799.51">18643 921 837 0,'0'0'41'0,"0"0"41"0,0 0 13 15,0 0-33-15,0 86-17 16,0-68-10-16,6-1-6 16,4-4-16-16,6-2-3 15,1-6-1-15,2-2-1 16,1-3 0-16,2 0-3 15,-2 0 0-15,-1-11 1 16,-2-4-1-16,-5-3-2 16,-2 1-1-16,-3-3-1 15,-4 1-3-15,-3 1-3 16,0 4-2-16,0 2 0 16,0 5 3-16,0 4 3 15,0 0 1-15,0 3-4 16,0 2-7-16,4 12-7 15,5 2 17-15,1 7 9 16,2 0 6-16,-1-2-5 16,5-4-8-16,-3-3 0 15,1-6 0-15,4-7-12 16,2-1-31-16,-2 0-47 16,0-12-56-16,1-7-81 15,-3-5-69-15,-2-5-132 16</inkml:trace>
  <inkml:trace contextRef="#ctx0" brushRef="#br0" timeOffset="151018.72">19043 623 604 0,'0'0'89'16,"0"0"-17"-16,0 0 13 15,-30 102 9-15,28-52 4 16,2 4-19-16,0 0-3 15,10-2-31-15,6-4-22 16,3-7-12-16,0-6-7 16,4-7-4-16,-4-8 0 15,-3-6-32-15,-1-6-67 16,-7-7-63-16,-7-1-103 16,-1-7-141-16</inkml:trace>
  <inkml:trace contextRef="#ctx0" brushRef="#br0" timeOffset="151205.92">18897 790 844 0,'0'0'54'16,"0"0"28"-16,91-19-29 15,-43 14-41-15,4 2-10 16,-3 3-3-16,2 0-31 15,-8 0-106-15,-7 7-96 16,-6 3-109-16</inkml:trace>
  <inkml:trace contextRef="#ctx0" brushRef="#br0" timeOffset="152937.38">19260 1059 548 0,'0'0'153'15,"0"0"-36"-15,0 0-19 16,79-11-12-16,-59 0-25 16,-1-2-17-16,0-1-12 15,-4-1-2-15,-3-1-4 16,-3-1-2-16,-5 4 1 15,-2 1-3-15,-2 1-9 16,0 2-13-16,-2 4 7 16,-9 3-19-16,-5 2-8 15,-2 0 5-15,-3 3 6 16,1 14-6-16,1 2 8 16,3 4 3-16,3 0 5 15,7 1-5-15,5-4-2 16,1-3 5-16,0-2-1 15,14-3 0-15,6-7-2 16,5-5 0-16,4 0 4 0,1 0 3 16,-1-5-5-16,0-8 3 15,-6 2-3-15,-7 0-2 16,-4 3 0-16,-7 3 0 16,0 0 3-1,-4 3-1-15,1 2 0 0,1 0-4 16,2 0-9-16,-1 2 5 15,2 5 11-15,3 1 2 16,-2 2 12-16,2-3 4 16,-2 0 10-16,-1-3-5 15,-5 0 0-15,1-1-5 16,-1-3-3-16,-1 0 11 16,0 0 6-16,0 0-4 15,0 0 2-15,0-5-3 16,0-7-16-16,0-4-9 15,0-5-1-15,-3 0 0 16,2-3-2-16,-2 0-1 16,3 4-1-16,0 3-3 15,0 3-4-15,0 2-2 16,3 3-12-16,13 2-18 16,3 2-15-16,5 1-22 15,2 1-31-15,3 2-61 16,0-2-40-16,-2 3-120 15</inkml:trace>
  <inkml:trace contextRef="#ctx0" brushRef="#br0" timeOffset="153322.72">20103 713 636 0,'0'0'72'16,"0"0"34"-16,2-71-18 16,-10 50-14-16,-6 2-16 15,-1 6-33-15,-5 3-24 16,0 6-6-16,-2 4 5 16,-1 0 2-16,-3 12 1 15,5 11 2-15,3 8 0 16,5 4-1-16,8 8-1 15,5 1 11-15,0 3-2 16,4 1 2-16,13 2 10 16,5-1-5-16,0-4 18 15,-1-3 6-15,1-2-23 16,-6-7-6-16,-2-4-12 16,-7-4-2-16,-2-5 0 15,-5-5-20-15,0-1-27 16,-9-5-29-16,-10-7-60 15,-2-2-135-15,-3 0-283 16</inkml:trace>
  <inkml:trace contextRef="#ctx0" brushRef="#br0" timeOffset="153825.28">19904 1026 750 0,'0'0'127'0,"0"0"20"15,89-31-68 1,-55 20-35-16,-4 2-26 0,-3-1-14 16,-2 2-4-16,-5 3-2 15,-4 1-7-15,-3 4-14 16,-3 0-2-16,-4 0-2 16,0 8-12-16,-2 5 1 15,-1 5 47-15,3 2 3 16,-2-1 2-16,3 2-1 15,1-2 4-15,0-4-2 16,2-4 2-16,-1-3-1 16,-3-2-1-16,2-5-4 15,-2-1 3-15,1 0 7 16,-1 0-4-16,4-11 4 16,-3-4-15-16,4-3-5 15,-3 0-2-15,2-1 0 16,-1 3-5-16,-3 1-7 15,-2 4 6-15,-1 5 4 16,3 2 1-16,-2 4-2 16,-1 0-6-16,1 0-4 15,2 9 7-15,4 5 10 16,-3 2 13-16,5 1-3 16,-2 1 0-16,3 0-9 15,2-4-2-15,0-3 0 16,0-3-17-16,-1-4-59 15,-3-4-94-15,-1 0-109 16,-3-1-182-16</inkml:trace>
  <inkml:trace contextRef="#ctx0" brushRef="#br0" timeOffset="154189.32">20550 993 663 0,'0'0'96'15,"0"0"91"-15,0 0-49 16,0 0-17-16,30 81-40 16,-24-68-44-16,-1-6-6 15,0 1-15-15,-4-7-5 16,2 2-6-16,-2-3-3 16,2 0 5-16,3-2 2 15,2-10 4-15,1-3-20 16,2-3-13-16,0-1-8 15,2 0-6-15,-3 3 5 16,3 4 3-16,-3 3 4 16,2 5 9-16,2 4 7 15,-1 0-1-15,3 4 1 16,-3 10 9-16,4 3 14 16,0 0-12-16,0 2-3 15,-3 0-16-15,3-4-51 16,1-4-77-16,-1-3-118 15,2-5-87-15</inkml:trace>
  <inkml:trace contextRef="#ctx0" brushRef="#br0" timeOffset="154736.42">21110 953 748 0,'0'0'84'0,"0"0"-18"16,0 0-50-16,0 0-8 16,0 0 4-16,-64 4-14 0,57 13-4 15,3 0-23-15,2-1 6 16,2 2 15-16,0-3 5 16,6 0 5-16,11-5-1 15,-1-2-3-15,4-4 1 16,3-3 5-16,1-1 5 15,0-3-3-15,2-11-2 16,-3-7 1-16,-1-3-1 16,-2-8 0-16,-6-3-2 15,-2-6-3-15,-2-5-23 16,-3-3-28-16,-4-1-54 16,-3 0-39-16,0 3 4 15,-8 7 51-15,-4 7 83 16,-6 11 28-16,-3 12 21 15,0 10-43-15,-1 1 6 16,2 24 6-16,4 8 17 16,6 9 34-16,7 8 61 15,3 3-18-15,3-1 16 16,14 2 4-16,6-4-8 16,0 0-39-16,-1-8-40 15,-5-7-8-15,0-5-10 16,-5-6-9-16,-3-7-10 15,-4-6-1-15,-5-6-19 16,0-2-46-16,-4-3-37 16,-12 0-46-16,-5-5-84 15,-7-12-150-15</inkml:trace>
  <inkml:trace contextRef="#ctx0" brushRef="#br0" timeOffset="154973.57">21069 848 642 0,'0'0'119'0,"0"0"46"16,122-9-50-16,-76 9-31 15,-3 12-11-15,-4 8-19 16,-7 3-26-16,-5 6-2 16,-5 1 2-16,-7 0-12 15,-6-2-4-15,-1-2-3 16,-5-1-6-16,-3-6-3 15,0-6-22-15,0-1-55 16,0-12-88-16,-2 0-160 16,-5-8-318-16</inkml:trace>
  <inkml:trace contextRef="#ctx0" brushRef="#br0" timeOffset="155133.43">21433 783 1042 0,'0'0'-3'16,"0"0"9"-16,0 0-37 15,0 0-66-15,0 0-54 16,0 0-56-16,52 36-136 16</inkml:trace>
  <inkml:trace contextRef="#ctx0" brushRef="#br0" timeOffset="155706.29">21595 991 611 0,'0'0'69'0,"0"0"15"0,0 0-5 16,0 0 4-16,0 70-19 15,3-61-1-15,7-1-36 16,0-1-19-16,2-4-5 15,1-1 2-15,-2-2 4 16,0 0 2-16,0-5-7 16,-4-6-7-16,2-4-4 15,-1-4-4-15,0-2 2 16,-3-1-5-16,1 0-17 16,0 0-21-16,-2 6 9 15,-2 2 39-15,-1 7 5 16,2 7 2-16,-2 0-7 15,2 0-6-15,2 10 42 16,-1 6 7-16,2 0 11 16,-1 0-1-16,1-3 0 15,2-2-9-15,-2-3-16 16,2-3-6-16,4-5-8 16,1 0 0-16,4 0 5 15,-1-8-12-15,3-4-5 16,-1-3-11-16,-2 3-3 15,0 1-5-15,-6 1 2 16,-1 6 0-16,0 2 10 16,-1 2 6-16,-3 0-9 15,0 4 14-15,1 7 21 16,3 3 0-16,-2 1 0 0,3 2-6 16,-1-2-9-16,1-2-4 15,-1 0-4-15,-2-4-12 16,0-1-51-16,-3-3-29 15,-1-3-84-15,-3-2-82 16,0 0-218-16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31:21.17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4208 5557 284 0,'-2'0'94'16,"2"0"-6"-16,0 2 12 0,0-2-21 15,0 0-21 1,0 0-19-16,0 0 1 0,0 0-5 16,0 0 5-16,0 0 0 15,0 0 4-15,0 0-3 16,0 0-5-16,0 0-12 16,0 0-11-16,0 2-8 15,0 0 0-15,0-2-4 16,2 4 0-16,7-4 2 15,1 3-1-15,3-3 2 16,-2 1-1-16,5 1 2 16,-1-1-4-16,2-1 2 15,0 0-1-15,2 1-1 16,-3 1 0-16,1-2 0 16,-1 0 0-16,1 1-1 15,-3-1-1-15,-2 1 2 16,0-1-2-16,-3 0 2 15,1 0 0-15,-1 0-2 16,-1 0 1-16,1 0 1 16,-1 0-1-16,1 0 0 15,0 0 0-15,2 0-1 16,2 0 2-16,-1 3-2 16,-1-3 0-16,3 0 3 15,-3 0-2-15,2 1 0 16,0-1 0-16,0 3 0 15,0-3 0-15,1 0 1 16,0 3-1-16,-2-3 1 16,0 2-1-16,-2-2-1 15,5 2 2-15,-5-2-2 16,3 0 2-16,-2 0-2 16,1 0 2-16,-1 0-1 15,1 0 0-15,1 0 0 0,-3 0 0 16,0 0 0-1,2 0 0-15,-4 0 1 0,3 0-1 16,-2 0-1-16,2 0 1 16,-1 0 0-16,4 0 1 15,-2 0-1-15,2 0 0 16,-1 0 0-16,0 0 1 16,3 0-1-16,-3 0-1 15,1 0 1-15,0 0 0 16,0 0 0-16,-1 0-1 15,3 0 2-15,-5 0-2 16,5 0 2-16,-3 0-2 16,0 0 0-16,2 0 2 15,-4 0-1-15,4 0 1 16,-4 0-2-16,5 0 3 16,0 0-2-16,1 0 2 15,-1 0-4-15,0 0 12 16,0 0-4-16,3 0-6 15,-3 0 0-15,2 0 2 16,4 0-2-16,0 0 0 16,1-1 0-16,-1 0 1 15,0-1 0-15,-1 2 0 16,-1-1-1-16,-2-1 0 16,0 2 1-16,-1 0 0 0,1 0-1 15,-1 0 0 1,1 0 0-16,0 0 0 0,-2 0 1 15,4 0-2-15,3 0 2 16,-1 0-1 0,0 0 1-16,1 0-2 0,1-3 1 15,-2 3 1-15,0 0-1 16,-1 0 1 0,0 0-1-16,-2 0 2 0,-2 0 0 15,-1 0 5-15,0 0 2 16,0 0 0-16,1 0-3 15,-6 0 0-15,5 0 4 16,-1 0-4-16,-2 0-1 16,1 0-1-16,0 0 1 15,0 0 8-15,-1 0 11 16,1 0-18-16,1 0-3 16,-1 0 3-16,-1 0 6 15,0 0-1-15,-4 0-2 16,1 0 2-16,0 0-5 15,-5 0 0-15,1 0-2 16,0-1-2-16,0 1-1 16,-2 0 1-16,5 0 1 15,0 0 0-15,-1 0-1 16,7 0 0-16,-4-3-2 16,2 2 1-16,-1 0 1 15,0 1-2-15,-3-3 0 16,-1 0-6-16,-4-1-58 15,-3-4-128-15,-1 0-172 16</inkml:trace>
  <inkml:trace contextRef="#ctx0" brushRef="#br0" timeOffset="1938.81">7225 5557 439 0,'0'0'26'16,"0"0"32"-16,0 0-19 16,0 0-3-16,0 0 22 15,4 0-8-15,4 0-22 16,0 0-8-16,4 0 2 16,-2 0-11-16,5 0-9 15,0 0 1-15,1 0 1 16,1 0 4-16,1 0 4 15,1 0-2-15,-1 0-7 16,-2 0-2-16,4 0-1 16,-1 0 0-16,-4 0 1 15,3 0-1-15,-2 2 0 16,0 2-2-16,-1-2 2 16,-1 0 0-16,1 0 0 15,0-1 0-15,1-1 0 16,4 0 0-16,1 0 1 15,-1 0 1-15,-1 0-2 16,0-3-1-16,2 1 1 16,1 0 0-16,0-2 1 15,4 2 2-15,2 2 1 16,3 0-4-16,-1-2 0 0,3 2-1 16,2 0 2-16,2 0-1 15,1-2 0-15,1 1 1 16,-1 0-2-16,-1 0 2 15,-1 1-1-15,-6-2 1 16,-2 2-2-16,-3 0 2 16,-2 0-2-16,-3 0 2 15,-4 0-1-15,1 0 0 16,-5 0 1-16,-1 0-2 16,-4 0 1-16,-2 0-1 15,-1 0 1-15,-1 0 0 16,0 0 0-16,-3 0-1 15,1 0 2-15,2 0-1 16,0 0 1-16,0 0-2 16,0 0 2-16,4 2-2 15,0-2 1-15,6 1 0 16,5 1 0-16,3 0 1 16,8-2 1-16,4 0-1 15,5 0-1-15,5 0 1 16,2 0 0-16,0 0 3 15,5 0 6-15,-1 0-6 16,-2 0 0-16,3 0 7 16,-5 0 2-16,1 0-8 15,-2 0-1-15,-5 0-1 16,4 0 0-16,-4 0-5 16,0 0 2-16,1 0 0 15,-4 0 1-15,2 0-2 16,-2 0 2-16,-1 0-1 0,-2 0 1 15,1 0-1-15,-2 0 4 16,-4 0 0-16,-1 0-2 16,1 0 0-16,-1 0 0 15,-1 0 0-15,0 0 1 16,0 0 1-16,0 0-2 16,-1 0 0-16,2 0-1 15,2 0 0-15,-2 0-2 16,1 0 2-16,2 0 0 15,-2 0 0-15,0 0-1 16,3 0 0-16,-2 0 0 16,1 0 1-16,0 0-1 15,2 0 1-15,-3 0 0 16,1 0-1-16,-1 0 0 16,-3 0 0-16,2 0 0 15,-1 0 0-15,-2 0 0 16,-1 0 0-16,-1 0 0 15,-2 0 1-15,-3 0-1 16,-5 2 0-16,0-2-2 16,-7 2 2-16,0-2-2 15,-2 2 2-15,-2 0-1 16,-1-2 1-16,1 0 0 16,-1 0 0-16,2 0 1 15,2 0 2-15,0 4-3 16,4-4 2-16,1 0-2 15,3 2 3-15,0-1 6 16,7 0-2-16,0 2-6 16,3 0 5-16,5-2 20 0,1 0 11 15,1 2-17 1,-1-3 21-16,1 1-35 16,-1 2-1-16,-6-3-4 0,-2 3 1 15,-3-1 2-15,-3 0-4 16,-4-2 2-16,-4 2-2 15,-1-2 2-15,0 0 0 16,-2 0-1-16,-1 0 1 16,0 0-3-16,-2 0 2 15,2 0-4-15,0 0-41 16,-3 0-92-16,0-6-113 16,0-1-387-16</inkml:trace>
  <inkml:trace contextRef="#ctx0" brushRef="#br0" timeOffset="11738.13">18665 1485 542 0,'0'-2'125'16,"0"0"-10"-16,0 2-19 15,0 0-22-15,1 0 4 16,-1 0-24-16,2 6-24 16,1 9-8-16,0 9 27 15,1 6 13-15,0 2-15 16,2 3-4-16,0-2-14 16,1-1-4-16,-3-3 7 15,5-4-9-15,-3-2-11 16,-1-5-4-16,0-4-3 15,-2-3-4-15,1-5 2 16,-4-3-1-16,4-1-2 16,-1-2 3-16,3-3 6 0,1-15 14 15,2-6-15-15,2-8-6 16,1-12-1-16,0 1-3 16,-1-2-5-16,-2 2-6 15,1 5-2-15,0 7 7 16,-3 11 1-16,-1 7 3 15,-3 6 2-15,1 7-2 16,2 0-4-16,-2 11-5 16,3 7 7-16,2 7 6 15,1 2 5-15,2-1 0 16,-2 0 4-16,1-6-1 16,0-5 0-16,-3-2-2 15,1-6-4-15,-2-2 1 16,0-5-1-16,1 0 0 15,1 0 2-15,2-9 2 16,2-9 3-16,3-5-2 16,-2-2-6-16,2-2 0 15,-1 2-2-15,-3 5-2 16,-3 3 2-16,-2 8-1 16,-2 2 0-16,0 6 1 15,1 1-4-15,-2 0-1 16,2 13 2-16,2 6 5 15,3 5 1-15,-2 6 3 16,1 1-1-16,0 2 1 16,0-1 2-16,2-1-5 15,1-3 0-15,-2-2 1 16,3-2-2-16,-3-7-2 16,-1-2-2-16,-2-6-18 15,-3-1-23-15,-2-5-47 0,-2-3-62 16,-1 0-63-16,0-8-72 15</inkml:trace>
  <inkml:trace contextRef="#ctx0" brushRef="#br0" timeOffset="12446.44">19593 1683 761 0,'0'0'124'15,"0"0"16"-15,0 0-41 16,49-16-18-16,-28 12-10 15,2 3-22-15,1-2-15 16,2 3-14-16,-1-3-12 16,-5 3-5-16,-1-1-3 15,-3 1-9-15,-5 0-44 16,-2-3-56-16,-3 2-52 16,-6-2-82-16,0 1-78 15</inkml:trace>
  <inkml:trace contextRef="#ctx0" brushRef="#br0" timeOffset="12655.3">19657 1491 865 0,'0'0'125'0,"0"0"-20"0,0 0-52 16,0 0-13-16,0 0-11 15,79-26-22-15,-45 22-7 16,2 1-14-16,1-2-76 16,2-2-138-16,-3-1-263 15</inkml:trace>
  <inkml:trace contextRef="#ctx0" brushRef="#br0" timeOffset="13505.35">20721 1398 535 0,'0'0'82'15,"0"0"22"-15,2-70-49 16,-2 43-20-16,0 0 6 15,-2-2-14-15,-5 7-1 16,-3 1 0-16,1 6-7 16,-1 5 14-16,-3 4-11 15,0 5-9-15,0 1-7 16,0 0 5-16,1 17-4 16,1 8 3-16,1 11-1 15,4 5 11-15,3 9 5 16,3 2-4-16,0 0 8 15,0 1 9-15,9-3-2 16,6-4-2-16,0-6-4 16,1-2-6-16,0-6-10 15,0-5-8-15,-5-4-3 16,1-2-1-16,-5-5-1 0,-1-1-1 16,-5-5-13-1,-1-1-22-15,0-3-31 0,0-2-27 16,-7-4-19-16,-6 0-62 15,-1 0-37-15,-5-6-117 16</inkml:trace>
  <inkml:trace contextRef="#ctx0" brushRef="#br0" timeOffset="13689.64">20509 1639 782 0,'0'0'124'0,"0"0"33"16,0 0-78-16,94-22-37 16,-64 16-17-16,1 1-17 15,-1-2-7-15,0 3-15 16,-4-4-88-16,0-1-150 16,-5-5-218-16</inkml:trace>
  <inkml:trace contextRef="#ctx0" brushRef="#br0" timeOffset="13998.44">21186 1117 883 0,'0'0'25'0,"0"0"15"0,0 0 27 16,-47 84-2-16,26-50-30 15,-2 0-24-15,0 2-11 16,4-4-13-16,2 1-86 15,4-5-116-15,3-5-142 16</inkml:trace>
  <inkml:trace contextRef="#ctx0" brushRef="#br0" timeOffset="14742.17">21397 1252 600 0,'0'0'85'16,"0"0"11"-16,0 0 4 15,-76 96-1-15,52-52-13 16,4 1-27-16,3-1-24 16,4-1 1-16,6 0-4 15,5-5-8-15,2-3-10 16,0-5-7-16,9-2-6 16,10-7 0-16,0-3 0 15,4-6-17-15,0-2-32 0,-3-7-61 16,-6-3-94-16,-5 0-104 15,-5 0-251-15</inkml:trace>
  <inkml:trace contextRef="#ctx0" brushRef="#br0" timeOffset="14993.46">21507 1517 807 0,'0'0'135'16,"0"0"15"-16,0 0-69 15,95 90-13-15,-73-69-17 16,-3-2-31-16,-5-4-14 16,-1-4-5-16,-3-3 0 15,-1-4-18-15,-2-4-46 16,3 0-47-16,-5-7-48 15,-3-12-70-15,-2-7-148 16</inkml:trace>
  <inkml:trace contextRef="#ctx0" brushRef="#br0" timeOffset="15158.16">21621 1542 542 0,'0'0'70'0,"0"0"78"16,-64 93-34-16,49-63-11 15,2-6-52-15,5-3-42 16,5-8-9-16,3-3-13 16,0-8-108-16,6-2-55 15,9-6-189-15</inkml:trace>
  <inkml:trace contextRef="#ctx0" brushRef="#br0" timeOffset="15459.44">21767 1115 758 0,'0'0'71'15,"51"74"89"-15,-21-25-50 16,4 6-12-16,-6 3-11 15,-2 2-19-15,-3 0-29 16,-6 0-5-16,-5-6-10 16,-8-3-4-16,-4-6-9 15,0-3-6-15,-6-6-3 16,-14-3-4-16,-2-5-22 16,-4-2-54-16,-2-5-74 15,0-9-107-15,2-7-201 16</inkml:trace>
  <inkml:trace contextRef="#ctx0" brushRef="#br0" timeOffset="21847.92">22809 1513 452 0,'-20'16'46'15,"-3"3"24"-15,0 4 2 16,3 1-23-16,3 0 4 16,5-3-23-16,6-2-4 15,5-7-8-15,1 0-3 16,0-3 5-16,9-3-5 15,2-2 0-15,6-3 3 16,0-1 3-16,0 0-4 16,1-3-7-16,-2-12-5 15,-4-4-5-15,-1-3-5 16,-2 1-4-16,-4-5-4 16,-3 3 3-16,0 2 7 15,-2 5 2-15,0 3 3 0,0 5 10 16,0 4 4-16,0 4 9 15,0 0-9-15,7 0-19 16,2 9-12-16,4 7 18 16,5 3 9-1,2-3 4-15,1 3 23 0,3-4 11 16,-2 0-17-16,-2-4-2 16,-1-3 0-16,-6-1-4 15,-1-5-5-15,-7-2-9 16,-2 0 18-16,0-5 33 15,-3-13-6-15,2-6-39 16,-1-6-8-16,1-1-5 16,-1-2-5-16,1 4 1 15,4 2-2-15,0 4-1 16,3 4-17-16,4 3-31 16,4 6-57-16,6 1-69 15,3 5-108-15,3 3-71 16</inkml:trace>
  <inkml:trace contextRef="#ctx0" brushRef="#br0" timeOffset="22537.51">23527 1567 656 0,'0'0'94'0,"0"0"56"16,0 0-21-16,14 84-31 16,-8-68-35-16,0 0-21 15,0-7-10-15,-3-3-11 16,-1-2-10-16,-1-2-5 15,1-2-1-15,-1 0 4 16,0-2 20-16,6-15-2 16,-2-6-23-16,4-6-4 15,-1-3-3-15,4-4-5 16,-2 2-2-16,0 5-2 16,0 8-9-16,-3 5 5 15,1 6 12-15,-4 7 2 16,2 3-3-16,-1 1-6 15,0 13 7-15,0 2 8 16,1 2 7-16,-1 2 0 16,1-2 0-16,0-2-3 15,-1-4-6-15,1-4 0 16,3-3-2-16,0-5 1 16,5 0 0-16,1 0 5 15,3-16 1-15,0-5-1 16,1-3-6-16,0-2 0 15,-4 0-3-15,-1 2-1 16,-4 4 3-16,0 5-1 16,-4 5 0-16,-3 6 0 0,1 2-1 15,1 2-2 1,0 0-7-16,0 14 4 0,5 3 10 16,-5 8 5-1,4 4 1-15,-1 2 3 0,1-1-5 16,0 0-2-16,1 0-3 15,0-5 0-15,0-4-2 16,1-2-31-16,1-4-44 16,-4-2-66-16,1-6-97 15,-5-3-154-15</inkml:trace>
  <inkml:trace contextRef="#ctx0" brushRef="#br0" timeOffset="22743.3">24285 1614 840 0,'0'0'86'0,"0"0"68"16,82-13-89-16,-54 6-52 15,-3 0-8-15,-4-2-4 16,-4 0-47-16,-9 1-83 15,-4 2-76-15,-4-1-126 16</inkml:trace>
  <inkml:trace contextRef="#ctx0" brushRef="#br0" timeOffset="22935.53">24288 1443 689 0,'0'0'100'0,"0"0"79"0,0 0-65 15,0 0-78 1,0 0-26-16,0 0-2 16,41-14-4-16,-20 14-4 15,4-3-45-15,-2 0-87 0,2-3-102 16,-4-3-307-16</inkml:trace>
  <inkml:trace contextRef="#ctx0" brushRef="#br0" timeOffset="23450.13">24655 1131 820 0,'0'0'68'16,"0"0"-4"-16,0 0 44 15,-13 85-5-15,11-41-17 16,0 5-17-16,2 5-18 16,0 0-7-16,0 0-13 15,0-4-8-15,7-4-2 16,2-8-7-16,-1-7-8 16,-2-8-3-16,0-7-1 15,-1-6 0-15,-2-4-1 16,-2-3 0-16,3-3 0 15,2 0 3-15,3-13 6 16,5-9-3-16,2-7-13 16,3 0-11-16,0-3-5 0,-2 8 0 15,-4 5 6 1,0 6 8-16,-7 6 4 0,1 7 1 16,-1 0-3-16,1 4-3 15,0 12 7-15,0 6 6 16,1 5 3-16,1 1 2 15,-1-1 1-15,0-2-3 16,-2-3-6-16,3-5 0 16,-6-7-1-16,2-4-17 15,0-5-45-15,1-1-41 16,1-5-40-16,1-17-114 16,1-7-210-16</inkml:trace>
  <inkml:trace contextRef="#ctx0" brushRef="#br0" timeOffset="23694.99">25108 1055 948 0,'0'0'56'16,"0"0"32"-16,0 0-10 16,0 0-6-16,0 0-39 15,-31 87-27-15,17-59-5 16,-2 0-28-16,3 0-63 16,1-5-108-16,4-6-166 15</inkml:trace>
  <inkml:trace contextRef="#ctx0" brushRef="#br0" timeOffset="24054.83">25473 1159 729 0,'0'0'121'16,"0"0"38"-16,-85 93-58 16,52-46-21-16,1 5-24 15,3 3-17-15,7 0-4 16,6 0-6-16,7-4-20 15,9-5-6-15,0-7-1 16,6-4 0-16,9-9-3 16,5-5-12-16,-1-4-20 15,0-7-53-15,1-9-61 16,-6-1-109-16,1 0-129 16</inkml:trace>
  <inkml:trace contextRef="#ctx0" brushRef="#br0" timeOffset="24315.86">25511 1471 827 0,'0'0'104'15,"0"0"54"-15,70 75-83 16,-44-46-1-16,2-3-17 15,-2-4-29-15,-2-2-19 16,-2-4-6-16,-3-5-3 16,-2-6-24-16,-4-2-31 15,0-3-34-15,-2 0-33 16,-2-12-56-16,0-10-72 16,-5-2-118-16</inkml:trace>
  <inkml:trace contextRef="#ctx0" brushRef="#br0" timeOffset="24492.52">25712 1474 695 0,'0'0'76'0,"0"0"52"15,-108 75-31-15,74-40-9 16,5-2-22-16,7-3-36 16,8-6-24-16,8-4-6 15,6-5-1-15,0-9-44 16,6-3-53-16,15-3-63 15,4-5-67-15,-2-16-243 16</inkml:trace>
  <inkml:trace contextRef="#ctx0" brushRef="#br0" timeOffset="24817.09">25851 1083 669 0,'0'0'90'0,"54"79"52"16,-25-29-13-16,-4 6-17 15,0 6-13-15,-6 2-35 16,-3 1-12-16,-9-1-3 15,-6-2-14-15,-1-5-17 16,-1-5-13-16,-19-4 0 16,-6-9-4-16,-6 0-2 15,-7-3-22-15,0-7-47 16,0-3-69-16,-1-7-88 16,4-7-165-16</inkml:trace>
  <inkml:trace contextRef="#ctx0" brushRef="#br0" timeOffset="34934.68">22446 2338 681 0,'0'-1'106'0,"-2"1"23"16,-1 0-29-16,3 9-42 15,-3 14-25-15,3 5 42 16,0 10-17-16,0 6-17 15,0 2 0-15,0-1-9 16,2-2-5-16,4-5 3 16,-1-1-8-16,1-6-9 15,0-5-5-15,1-6-3 16,-1-4-3-16,-2-5 0 16,2-4-1-16,-1-7-1 15,4 0 1-15,2-7 0 16,0-12 4-16,5-7-2 15,0-5-2-15,1-4-3 16,-4 3-4-16,0 2 2 16,-3 9-2-16,-1 4 4 15,-6 6 1-15,3 8 2 16,-2 3-4-16,-1 0-4 16,1 12-4-16,-1 9 11 15,2 4 6-15,1 3-1 16,2 0-2-16,-1 1 2 15,3-4 2-15,2-3-2 16,-3-3-2-16,1-4-3 16,-2-4 0-16,-1-3-14 15,-1-2-38-15,-3-3-60 16,2-3-74-16,-4 0-103 16,1-9-163-16</inkml:trace>
  <inkml:trace contextRef="#ctx0" brushRef="#br0" timeOffset="35318.01">22994 2279 802 0,'0'0'65'0,"0"0"32"16,-30 74 23-16,13-33-45 16,1 7-7-16,-1-1-17 15,6 2-19-15,0-5-1 16,8 1-2-16,3-6-16 15,0-1-6-15,8-4-1 16,10-3-3-16,5-3-2 16,2-6 0-16,-1-7-16 15,2-3-27-15,-3-9-51 16,-4-3-67-16,-6 0-97 16,-5-10-163-16</inkml:trace>
  <inkml:trace contextRef="#ctx0" brushRef="#br0" timeOffset="35596.62">23117 2553 887 0,'0'0'98'16,"0"0"42"-16,0 0-49 15,49 70-12-15,-28-47-28 16,2-4-16-16,-3-1-13 16,2-1-9-16,-2-5-9 15,-3-3-2-15,-1 0-4 16,-4-5-23-16,-1-3-29 16,-2-1-45-16,-3 0-55 15,-2-4-64-15,-3-11-83 16,-1-3-145-16</inkml:trace>
  <inkml:trace contextRef="#ctx0" brushRef="#br0" timeOffset="35770.65">23318 2566 621 0,'0'0'82'16,"0"0"62"-16,0 0 7 15,-86 80-55-15,64-53-46 16,1-2-25-16,8-3-18 15,1-3-6-15,6-5-2 16,4-6-51-16,2-5-94 16,0-3-84-16,6-4-169 15</inkml:trace>
  <inkml:trace contextRef="#ctx0" brushRef="#br0" timeOffset="36118.41">23343 2279 791 0,'0'0'141'15,"0"0"18"-15,56 90-59 16,-32-54-10-16,0 6-20 15,0-1-28-15,-4 1-16 16,-2-1-1-16,-5-1-5 16,-8-2-6-16,-2-2-3 15,-3-1-2-15,0-6-5 16,0-3-2-16,-13-4 0 16,-3-3-9-16,0-5-10 15,1-2-22-15,1-6-29 16,0-2-32-16,6-4-68 15,0 0-77-15,4-4-137 16</inkml:trace>
  <inkml:trace contextRef="#ctx0" brushRef="#br0" timeOffset="36363.83">23725 2716 905 0,'0'0'93'15,"0"0"86"-15,0 0-101 16,81-4-24-16,-62 2-19 16,-5 2-20-16,1-5-11 15,-5 2-6-15,-3-2-36 16,-4 0-78-16,-3-2-111 15,0-1-236-15</inkml:trace>
  <inkml:trace contextRef="#ctx0" brushRef="#br0" timeOffset="36553.03">23734 2578 954 0,'0'0'141'15,"0"0"-26"-15,0 0-68 16,0 0-25-16,91-12-17 16,-71 9-4-16,2 2-25 15,-1-2-96-15,-6-4-126 16,-2 1-245-16</inkml:trace>
  <inkml:trace contextRef="#ctx0" brushRef="#br0" timeOffset="37438.85">24554 2278 717 0,'0'0'61'0,"0"0"13"16,0 0 62-16,0 0-36 15,3 84-40-15,3-57-27 16,0 0-18-16,1-5-10 16,0 0-1-16,1-6-6 15,-2-1-3-15,0-4-44 16,-3-2-66-16,-3-1-95 16,0-4-131-16</inkml:trace>
  <inkml:trace contextRef="#ctx0" brushRef="#br0" timeOffset="37811.87">24209 2581 572 0,'0'0'80'0,"0"0"55"15,0 0 15-15,0 0 9 16,98 15-33-16,-43-13-27 16,12-2-32-16,10 0-15 15,8 0-13-15,3 0-9 16,3 0-1-16,0 0-7 15,-6 0-17-15,-5-7-6 16,-12 0-1-16,-8 1-1 16,-16-2-30-16,-10 3-20 15,-14 2-12-15,-11 0-47 16,-9 3-91-16,0 0-102 16,-17 0-294-16</inkml:trace>
  <inkml:trace contextRef="#ctx0" brushRef="#br0" timeOffset="38504.72">24375 2791 760 0,'0'0'137'0,"0"0"0"15,0 0-62-15,0 0 6 16,-79 87-5-16,47-48-29 15,-1 6-15-15,2 3-7 0,4-2-14 16,5-1 1 0,8 0 0-16,8-3 0 15,6-3-8-15,0-4 5 0,12-4 1 16,11-4-7 0,3-6-2-16,-2-5 0 15,4-5-4-15,-5-4-25 0,-2-4-27 16,-3-3-47-16,-2 0-56 15,-5-3-96-15,-3-9-132 16</inkml:trace>
  <inkml:trace contextRef="#ctx0" brushRef="#br0" timeOffset="39131.26">24413 3061 551 0,'0'0'80'0,"0"0"0"16,0 0-8-16,0 0 14 16,0 0-12-16,0-4-17 15,0 3 6-15,0-2 0 16,0 2-3-16,8-2-12 16,7-1-6-16,5 0-6 15,5-2-13-15,3 2-11 16,0 1-3-16,-2 2 0 0,-4-1-3 15,-5 2-4-15,-5 0-2 16,-9 0-2-16,-3 9-6 16,0 4 2-16,-6 2 5 15,-8 3 1-15,-1-1-3 16,5 0-2-16,1-1 2 16,5-2-1-16,4 1-1 15,0-3 3-15,7 2 1 16,4-1 1-16,7 0 1 15,-7-1 3-15,2 0 4 16,-4-1 3-16,-5-2 9 16,-2 1 6-16,-2-1 8 15,0-1-8-15,-6-1-4 16,-8-1-10-16,0-1-7 16,-4 0-3-16,-1-2-8 15,0-1-18-15,1 0-20 16,1-2-25-16,5 0-21 15,4 0-54-15,7 0-35 16,1-8-115-16,0-4-225 16</inkml:trace>
  <inkml:trace contextRef="#ctx0" brushRef="#br0" timeOffset="39457.22">24762 3095 778 0,'0'0'141'0,"0"0"66"16,0 0-84-16,0 0-31 16,78 53-26-16,-59-32-17 15,1-1-19-15,-2 1-6 16,2-1 0-16,-3-1-8 15,-2-2-8-15,-1-1-4 16,-5-3-1-16,-1-4-3 16,-3-3-10-16,-1-2-22 15,-2-2-26-15,-2-2-32 16,0 0-20-16,0-4-37 16,0-10-116-16,0-6-39 15,0-3-49-15</inkml:trace>
  <inkml:trace contextRef="#ctx0" brushRef="#br0" timeOffset="39655.44">24959 3124 631 0,'0'0'99'0,"0"0"56"16,0 0 16-16,0 0-33 16,-96 72-39-16,72-51-48 15,-1 3-31-15,2-3-14 16,5-2-3-16,3-7-4 15,5-1-11-15,3-3-40 16,5-6-56-16,2-2-68 16,0 0-96-16,6-2-142 15</inkml:trace>
  <inkml:trace contextRef="#ctx0" brushRef="#br0" timeOffset="39870.24">25145 3189 1070 0,'0'0'182'0,"0"0"-82"16,0 0-67-16,0 0-20 15,79-4-8-15,-68 1-15 16,-4-1-56-16,-5-3-75 15,0-2-124-15,-1-2-266 16</inkml:trace>
  <inkml:trace contextRef="#ctx0" brushRef="#br0" timeOffset="40192.44">25335 3038 723 0,'0'0'65'16,"0"0"123"-16,0 0-57 16,0 0-21-16,0 0-24 15,34 73-35-15,-24-56-14 16,6 1 0-16,0 2-5 16,2-1-5-16,1 2 2 15,1 0-1-15,1 1 1 16,-5-2-4-16,-2-1-7 15,-2-5-7-15,-7-2-1 16,-3-2-3-16,-2-4-4 16,0-3-2-16,-19-3-5 0,-7 0-16 15,-4 0-39-15,-4-8-35 16,0-9-42-16,3-6-151 16,4-6-197-16</inkml:trace>
  <inkml:trace contextRef="#ctx0" brushRef="#br0" timeOffset="40338.35">25463 3024 853 0,'0'0'137'16,"0"0"-18"-16,0 0-110 16,0 0-9-16,0 0-63 15,73-46-140-15,-73 34-243 16</inkml:trace>
  <inkml:trace contextRef="#ctx0" brushRef="#br0" timeOffset="40689.37">25568 2760 906 0,'0'0'167'0,"0"0"-23"16,67 70-47-16,-41-33-11 15,1 7-28-15,-1 2-19 0,-2 2 2 16,-2 3-8-16,0-5-1 16,-5-1-10-16,-4-3 3 15,-4-2-7 1,-4-4-6-16,-5-3-6 0,0-4-3 15,-6-3-1-15,-13-3-1 16,-4-4-4-16,-3-7-22 16,0-4-25-16,4-8-18 15,5 0-32-15,2-10-67 16,7-16-127-16,3-8-190 16</inkml:trace>
  <inkml:trace contextRef="#ctx0" brushRef="#br0" timeOffset="41074.23">25909 2714 1099 0,'0'0'111'16,"0"0"0"-16,0 0-51 15,0 0-10-15,0 0-26 16,42 23-13-16,-42-11-5 16,0 1 2-16,0 3-3 15,-3-2-1-15,-6 0-2 16,5 0 0-16,1-4-2 15,3 0 0-15,0-1 0 16,0 1 0-16,10-6 1 0,9 2-1 16,2-4 1-16,3-2-5 15,2 0-10-15,-2 0-26 16,-2 0-38-16,-8 0-82 16,-2-5-140-16,-6-2-211 15</inkml:trace>
  <inkml:trace contextRef="#ctx0" brushRef="#br0" timeOffset="41719.21">25561 2991 390 0,'0'0'157'0,"0"0"26"16,0 0-58-16,0 0-8 15,-5-2-21-15,-7 2-43 16,-7 0-27-16,-6 8-2 16,-2-1-5-16,-3 1-5 15,1 0-4-15,3-3-6 16,4 3-3-16,5-4-3 16,3-2-16-16,8 0-31 15,6-2-56-15,0 0-114 16,0 0-158-16</inkml:trace>
  <inkml:trace contextRef="#ctx0" brushRef="#br0" timeOffset="42363.89">26315 2631 654 0,'0'0'164'0,"0"0"68"15,0 0-82 1,99 0-43-16,-68 0-38 0,-5 0-45 16,-7 0-17-16,-2 0-6 15,-6 0-14-15,-5 0-51 16,-6-2-95-16,0-8-168 15,-8-1-328-15</inkml:trace>
  <inkml:trace contextRef="#ctx0" brushRef="#br0" timeOffset="42541">26364 2527 1012 0,'0'0'82'15,"0"0"33"-15,0 0-66 16,0 0-42-16,94-11-6 16,-68 6-25-16,-5 0-102 15,-5-3-165-15,-3-2-334 16</inkml:trace>
  <inkml:trace contextRef="#ctx0" brushRef="#br0" timeOffset="43575.52">25170 2535 444 0,'0'0'73'0,"0"0"16"15,0 0-7-15,0 0 9 16,36 0 11-16,-18 0-4 16,5 0-19-16,5 0 6 15,4 0-15-15,1 0-12 16,3 0-17-16,-1 0-12 15,1 0-14-15,-1 0-6 16,-1 1-2-16,-2 1-1 16,-1-2 4-16,-3 0 2 15,1 0 0-15,-3 0-1 16,-4 0-5-16,-2 0-3 16,-6 0-1-16,-3 0-2 15,-3 0 1-15,-2 0-1 16,-3 0-2-16,0 0-2 15,0 0 2-15,-2 0 0 16,1 0-2-16,-1 0 3 16,0 0-6-16,1 0-16 15,-1 0-12-15,3 0-29 16,-1 0-48-16,0 0-53 16,-1 0-98-16,1 0-126 15</inkml:trace>
  <inkml:trace contextRef="#ctx0" brushRef="#br0" timeOffset="44811.36">27199 2108 566 0,'0'0'122'0,"0"0"-4"0,0 0 10 15,-22 8-40-15,3 13-33 16,-8 7 10-16,-4 9 1 16,0 7-27-16,-1 4 4 15,3 6-3-15,5-2-14 16,7 0 2-16,8-6 11 15,9 0-9-15,0-5-15 16,1-3-2-16,19-2 0 16,5 0 16-16,-1-6-5 15,1-2-5-15,-1-3 2 16,-4-6-4-16,-3-5 1 16,-3-2 0-16,-8-7-9 15,-2-3-4-15,-2 2-1 16,-1-4-1-16,-1 0 0 15,0 0 1-15,0 0-1 16,0 0-4-16,0 0-14 16,0 0-15-16,0-7-19 15,0-1-24-15,1-4-14 16,4 0-66-16,3 0-107 16,0-3-171-16</inkml:trace>
  <inkml:trace contextRef="#ctx0" brushRef="#br0" timeOffset="45984.39">27366 2404 520 0,'0'0'132'16,"0"0"-22"-16,0 0-9 16,-8 0 11-16,8 0-19 15,0 0-37-15,0 0-4 16,3 0-10-16,15 0-15 16,5 0 6-16,6 0 9 15,6-3-12-15,-2 0-12 16,-1 2-8-16,-8 0-7 0,-6 1-2 15,-7 0-1 1,-8 0-2-16,-3 9-19 0,0 5 7 16,-13 1 10-1,-1 4 1-15,1-1-5 0,3-1-7 16,4 0 9-16,4-2-1 16,2 0 1-16,0-2 1 15,5 1 4-15,5-2 1 16,0 1 1-16,-3-2 0 15,-2-2 1-15,-4 1 14 16,-1 0 20-16,0-4 0 16,-4 2 4-16,-8-1-5 15,-2-2-16-15,-2-1-10 16,0-1-5-16,0-1-3 16,0-2-15-16,1 0-22 15,0 0-32-15,-1 0-61 16,1 0-142-16,4-2-200 15</inkml:trace>
  <inkml:trace contextRef="#ctx0" brushRef="#br0" timeOffset="46431.56">27784 2471 731 0,'0'0'102'0,"0"0"40"15,0 0-34-15,0 0-40 16,0 0-1-16,27 14 18 16,-11 0-17-16,0 1-16 15,4 1-15-15,-1 1-9 16,4-1-5-16,0-1-2 16,0 1-2-16,-4-4-8 15,0-1-6-15,-3 1-4 16,-4-3 0-16,-1-1 0 15,-3-2-1-15,-1-1-1 16,-2-2-15-16,-2-1-24 16,-2 1-14-16,1-3-37 15,-2 0-54-15,0 0-64 16,0-5-75-16,0-6-180 16</inkml:trace>
  <inkml:trace contextRef="#ctx0" brushRef="#br0" timeOffset="46678.08">28029 2476 763 0,'0'0'117'0,"0"0"53"15,-95 62-54-15,63-38-22 16,-1 1-40-16,5-4-27 0,4-2-16 15,6-4-7-15,1-2-2 16,8-3-11-16,5-5-33 16,3-2-35-16,1-3-51 15,0 0-61-15,10 0-61 16,6-7-177-16</inkml:trace>
  <inkml:trace contextRef="#ctx0" brushRef="#br0" timeOffset="47000">28346 2528 952 0,'0'0'52'0,"0"0"114"16,0 0-57-16,0 0-41 16,97 14-27-16,-76-12-26 15,-4 0-12-15,-4-1-6 16,-3-1-28-16,-1 0-61 15,-2 0-78-15,-1-1-111 0,1-7-206 16</inkml:trace>
  <inkml:trace contextRef="#ctx0" brushRef="#br0" timeOffset="47630.15">28776 2359 616 0,'0'0'36'0,"0"0"70"16,0 0-24-16,0 0 7 15,0 0-32-15,-68 61-25 16,65-50-18-16,3 1-4 16,0 1-3-16,0-4-2 15,9 2 6-15,6 0 1 16,3 3-5-16,5-1-3 0,-1 2 5 15,-1 0 9-15,1 1 8 16,-5-2 4-16,-2 0 5 16,-1-2 0-16,-8-2-2 15,0-3 4-15,-5-1-4 16,-1-2-3-16,0-2-5 16,-4 2 2-16,-12-3-8 15,-6 2-11-15,-2-3-8 16,-5 0-26-16,0 0-53 15,0 0-73-15,2-8-80 16,5-7-143-16</inkml:trace>
  <inkml:trace contextRef="#ctx0" brushRef="#br0" timeOffset="47812.49">28858 2374 917 0,'0'0'91'16,"0"0"21"-16,93-9-90 15,-69 6-18-15,-1 1-7 16,-7-1-83-16,-3-2-143 16,-4-1-168-16</inkml:trace>
  <inkml:trace contextRef="#ctx0" brushRef="#br0" timeOffset="48229.59">28981 1970 852 0,'0'0'56'0,"0"0"81"16,81 57-66-16,-47-27 11 16,5 7-13-16,2 7-18 15,1 3-6-15,-5 6-5 16,-2 3-5-16,-9 1-5 15,-6 2 1-15,-14 0-2 16,-6 2 1-16,0-4-7 16,-17-6-4-16,-6-4-3 15,-1-5-5-15,1-9-4 16,2-9-6-16,3-6-3 16,4-9-27-16,1-6-28 15,3-3-21-15,3-7-49 16,2-15-151-16,4-10-279 15</inkml:trace>
  <inkml:trace contextRef="#ctx0" brushRef="#br0" timeOffset="48742.08">29343 2157 832 0,'0'0'194'16,"0"0"-38"-16,0 0-56 16,97 0-39-16,-71 0-38 15,-5 2-20-15,-3-2-5 16,-1 0-43-16,-4 0-114 15,-4-6-169-15,-2-6-282 16</inkml:trace>
  <inkml:trace contextRef="#ctx0" brushRef="#br0" timeOffset="49129.38">29608 1994 1039 0,'0'0'42'0,"0"0"42"15,0 0-13-15,0 0-15 16,0 0-21-16,0 0-19 16,70 0-6-16,-61 4-6 15,0 4 0-15,-6-1-2 16,0 5 2-16,-3 2 1 15,0 2-1-15,0 2 0 16,0 1 1-16,-5-1-1 16,2-2-1-16,2 0-1 15,1-2-1-15,0-2 0 16,0-1 0-16,13-2 1 16,1 0-1-16,8-4 0 15,0-1-10-15,7-3-10 16,0-1-42-16,1 0-63 15,-3 0-106-15,-1-1-113 16,-3-6-235-16</inkml:trace>
  <inkml:trace contextRef="#ctx0" brushRef="#br0" timeOffset="53849.78">22532 3815 664 0,'0'0'101'15,"2"0"-3"-15,1 10-22 16,0 15 13-16,-1 6 17 16,1 12-15-16,2 6-31 0,-2 6-14 15,4 4-12-15,1 0-4 16,1-1-6-16,5-5-4 16,-3-5 4-16,2-7-6 15,-2-10-13-15,-2-7-3 16,-2-10 0-16,-4-6-1 15,0-4 0-15,-1-4 0 16,1-4 5-16,2-17 6 16,2-7-1-16,2-7-10 15,2-5-1-15,2-2-8 16,-2 5 3-16,0 6 5 16,-4 11 0-16,-2 7 0 15,-1 7 0-15,-1 6 1 16,1 0-2-16,2 7-6 15,1 13 7-15,2 3 4 16,4 4 1-16,-2 6 0 16,1-2-1-16,2-2 3 15,-3-2 1-15,0-4-6 16,-4-7-1-16,-1-4-1 16,-2-3-13-16,-1-5-25 15,0-2-42-15,0-2-41 16,-1-2-73-16,2-11-133 15</inkml:trace>
  <inkml:trace contextRef="#ctx0" brushRef="#br0" timeOffset="54144.26">23172 3720 946 0,'0'0'47'0,"0"0"100"16,-40 91-66-16,18-50-41 15,2-1-28-15,0-2-11 16,4-4-48-16,-2-6-116 16,4-6-168-16</inkml:trace>
  <inkml:trace contextRef="#ctx0" brushRef="#br0" timeOffset="54849.45">23368 4018 680 0,'0'0'117'0,"0"0"47"15,0 0-38-15,-31 97-26 16,16-62-27-16,-1 0-28 15,2 4-15-15,2-3-12 16,5-1-6-16,0 1-1 16,7-7-1-16,0 2-5 15,0-5-3-15,11-3-2 16,4-3 2-16,2-6-6 0,2-5-13 16,1-3-27-16,0-6-35 15,-3 0-70-15,-3-7-124 16,-5-6-155-16</inkml:trace>
  <inkml:trace contextRef="#ctx0" brushRef="#br0" timeOffset="55116.88">23465 4264 843 0,'0'0'198'16,"0"0"-53"-16,0 0-39 16,76 89-27-16,-50-65-27 15,-3-3-20-15,-2-5-12 16,-3-1-12-16,-3-6-5 16,-3-1-1-16,-3-2-14 15,-2-5-28-15,-1-1-35 16,-1 0-41-16,0-12-53 15,-1-6-108-15,1-7-88 16</inkml:trace>
  <inkml:trace contextRef="#ctx0" brushRef="#br0" timeOffset="55307.54">23701 4272 721 0,'0'0'72'15,"0"0"80"-15,0 0-30 16,-94 94-18-16,65-64-23 0,4-1-44 15,2-4-27 1,5-5-8-16,5-5-2 0,5-3-18 16,5-7-52-16,3-5-55 15,0 0-85-15,9-9-53 16,7-11-239-16</inkml:trace>
  <inkml:trace contextRef="#ctx0" brushRef="#br0" timeOffset="55647.26">23655 3947 856 0,'0'0'71'0,"0"0"82"16,57 76-52-16,-28-40-2 15,4 7-30-15,1 3-23 16,0 2-8-16,-2 1-8 16,-4 1-2-16,-5-2-4 15,-7 0 6-15,-8-5-4 16,-8-2-4-16,0-4-8 16,-7-4-5-16,-10-5-4 15,-4-2 0-15,1-5-1 16,-2-3-3-16,5-6-20 15,4-5-24-15,0-1-18 16,7-6-13-16,6 0-61 16,0-10-116-16,0-9-218 15</inkml:trace>
  <inkml:trace contextRef="#ctx0" brushRef="#br0" timeOffset="55939.35">24234 4402 826 0,'0'0'131'0,"0"0"56"15,0 0-104-15,75 0-21 16,-59 0-18-16,-3 0-27 16,-3 0-13-16,-5 0-2 15,-3 0-22-15,-2-4-45 16,0-5-56-16,0 2-127 16,-13-4-138-16</inkml:trace>
  <inkml:trace contextRef="#ctx0" brushRef="#br0" timeOffset="56125.19">24248 4272 862 0,'0'0'111'16,"0"0"43"-16,0 0-26 16,0 0-54-16,85 0-36 15,-53 0-24-15,0 0-11 16,-2 0-18-16,1-6-70 0,-5-1-123 15,-5-5-191-15</inkml:trace>
  <inkml:trace contextRef="#ctx0" brushRef="#br0" timeOffset="57910.64">29531 1914 103 0,'0'0'1'16,"0"0"23"-16,0 0 10 15,-20-4 4-15,14 3 29 16,-1 1 19-16,-2 0-40 16,-4 0-19-16,0 0 11 15,-1 0-16-15,-2 0 10 16,0 0-9-16,3 0 5 16,0 7 5-16,0 0-15 15,4 2-5-15,-2 3-6 16,2 3-3-16,0 0-2 15,1 5-1-15,1 3-2 16,1-1 1-16,0 4-1 16,4-2-3-16,1 1-8 15,1-1 3-15,0-1 4 0,0 0 3 16,9-1-5-16,4 0-2 16,6-2 2-16,4 2-1 15,4-1-3-15,2-2-9 16,4 0 5-1,-1-2-2-15,3-1-8 0,-2-1-11 16,0-4 30-16,-1-3 7 16,-5-2 0-16,-1 0-2 15,-4-4 1-15,-2 0 1 16,-1 0 0-16,-3-2-1 16,1 0 0-16,-1 0-4 15,3 0-31-15,-1 0 1 16,0 0 18-16,4-9 13 15,-3-2 6-15,1-2 16 16,-2-2 19-16,-3 0 16 16,1-3-6-16,-6 0-20 15,-1 1-8-15,-1-3-10 16,-5-2 3-16,1-1 2 16,-2-1-14-16,-2-2 0 15,0 0-4-15,0-1-6 16,0-2-4-16,-3 1 7 15,-7-3 2-15,-3 4 1 16,0 1 2-16,-6 3 5 16,-4 1 6-16,-1 5-8 15,-3 1-4-15,0 3-8 16,-2 2 2-16,0 2-3 16,0 0 3-16,-1 2 0 15,1 2-4-15,-3 4 9 16,2-2 4-16,1 3 8 15,0 0-3-15,2 0-5 0,4 0-2 16,2 7-8-16,4 2-36 16,1 0-78-16,5-3-59 15</inkml:trace>
  <inkml:trace contextRef="#ctx0" brushRef="#br0" timeOffset="59346.46">24775 4234 769 0,'0'0'114'0,"0"0"33"0,0 0-72 15,0 0-13-15,12 0 19 16,1 1-2-16,8 1-15 15,5-2-15-15,5 0-13 16,0 0-7-16,3 0-8 16,0 0-10-16,-3 0-7 15,-4-2-3-15,-4-2 1 16,-5 1-8-16,-3 0-23 16,-6 2-26-16,-1-2-35 15,-7 2-55-15,-1-3-101 16,0 0-168-16</inkml:trace>
  <inkml:trace contextRef="#ctx0" brushRef="#br0" timeOffset="59795.12">25216 4034 782 0,'0'0'107'0,"0"0"37"16,0 0-48-16,85-17-20 0,-57 15-15 16,0 2-22-16,-2 0-17 15,-4 5-7-15,-7 11-7 16,-7 4 2-16,-8 7 2 15,0 7 1-15,-7 2-4 16,-14 4 2-16,-4 2 0 16,-1-2-5-16,-2-2-3 15,4-5 1-15,6-6 4 16,4-5 2-16,7-4-3 16,4-4-3-16,3-4-1 15,0-1-1-15,6-3 3 16,11-2 9-16,7-4 2 15,4 0-6-15,6 0-6 16,0-6-10-16,-3-3-18 16,3-3-47-16,-8 1-75 15,-4 0-110-15,-1 2-175 16</inkml:trace>
  <inkml:trace contextRef="#ctx0" brushRef="#br0" timeOffset="60229.39">26020 3798 789 0,'0'0'93'0,"0"0"52"0,0 0-58 15,-82 83-7-15,55-37-13 16,2 6-20-16,0 3-3 15,4 6-15-15,5-3 1 16,6-1-4-16,7-3-4 16,3-4 1-16,1-1-6 15,19-6-1-15,6-3 0 16,5-7-6-16,0-4-6 16,3-4-1-16,-1-8-20 15,-1-3-45-15,-3-8-66 16,-4-1-128-16,-7-5-296 15</inkml:trace>
  <inkml:trace contextRef="#ctx0" brushRef="#br0" timeOffset="61279.27">27626 3730 503 0,'0'0'122'0,"0"0"18"15,0 0-71-15,0 0 14 16,35 20 9-16,-8 4 7 16,4 8-23-16,5 8-32 15,-2 3-9-15,0 11-5 16,-5 1-9-16,-6 3 17 15,-6 1-11-15,-8 0 0 16,-8-3 1-16,-1-2 0 16,0-4-3-16,-7-2 6 15,-9-3 4-15,-2-6-4 16,-2-3-4-16,-1-3-7 16,0-3-6-16,1-6-8 15,2-3-4-15,3-7-1 16,1-4-6-16,5-4-21 15,-1-6-28-15,1 0-17 16,2-4-36-16,4-12-101 16,3-5-107-16,0-8-201 15</inkml:trace>
  <inkml:trace contextRef="#ctx0" brushRef="#br0" timeOffset="62423.6">27867 3710 742 0,'0'0'87'0,"0"0"61"16,0 0-28-16,61 3-19 15,-37-2-17-15,0 0-27 16,0 1-21-16,-2-1-14 15,-5-1-13-15,-2 2-6 16,-4-2-2-16,-1 0-12 16,-1 0-42-16,-3 0-54 15,0 0-70-15,0 0-96 16,-1 0-166-16</inkml:trace>
  <inkml:trace contextRef="#ctx0" brushRef="#br0" timeOffset="63865.44">26053 4165 680 0,'0'0'79'16,"0"0"32"-16,0 0-26 16,26-8-18-16,-1 3-6 15,4 3-19-15,1-2-25 16,-2 4-11-16,-2 0-1 15,-5 0-1-15,-8 0-5 16,-6 4-1-16,-7 8-16 16,0 4 0-16,-5 2 4 15,-8 2 4-15,-2-1-6 16,4-2-5-16,3 2-10 16,8-6 0-16,0 2-4 15,5 0 14-15,12-1 17 16,1 1 4-16,-1 1 1 15,-1-2 2-15,-6-1 13 16,-7 3 37-16,-3-1 21 16,0 1-1-16,-16 1 2 15,-9-4-11-15,-1 1-26 16,-1-6-21-16,-2 2-12 16,6-5-3-16,3-4-7 15,7-1-38-15,7 0-59 16,3 0-59-16,3-8-115 15,0-6-227-15</inkml:trace>
  <inkml:trace contextRef="#ctx0" brushRef="#br0" timeOffset="64152.48">26495 4214 792 0,'0'0'108'0,"0"0"77"15,0 0-73-15,61 78-26 16,-36-55-24-16,0 2-20 16,3-2-8-16,-2-4-15 15,-1-3-12-15,-2-1-4 16,-5-3-2-16,-3-6-8 15,1 0-26-15,-6-5-37 16,-1-1-63-16,-1 0-68 16,-2-4-70-16,-3-9-174 15</inkml:trace>
  <inkml:trace contextRef="#ctx0" brushRef="#br0" timeOffset="64358.21">26718 4247 668 0,'0'0'90'0,"0"0"82"0,-89 87-30 15,58-51-59 1,2-4-26-16,1-3-33 0,5-4-19 16,5-6-4-16,8-5-3 15,2-3-42-15,5-6-69 16,3-2-109-16,0-3-157 15</inkml:trace>
  <inkml:trace contextRef="#ctx0" brushRef="#br0" timeOffset="64587.79">26882 4351 886 0,'0'0'113'15,"0"0"16"-15,76 0-101 16,-53 0-19-16,0 0-5 16,-6 0-12-16,-1 0-106 15,-4-4-160-15,-1-3-235 16</inkml:trace>
  <inkml:trace contextRef="#ctx0" brushRef="#br0" timeOffset="64953.31">27259 4160 881 0,'0'0'65'0,"0"0"35"0,0 0-36 16,0 0 11 0,0 0-33-16,-33 70-25 0,33-53-9 15,0 1 6-15,3 1 0 16,11 3-5-16,2 3 13 16,3 0 7-16,0 1 1 15,1 3 4-15,-1-3-5 16,-3-2-5-16,-6 0 3 15,0-7-6-15,-4-3-3 16,-3-2-1-16,-3-5-8 16,0-3-5-16,-3-4-3 15,-16 0-5-15,-4 0-36 16,-9-11-60-16,-2-9-102 16,-1-7-189-16,2-8-279 15</inkml:trace>
  <inkml:trace contextRef="#ctx0" brushRef="#br0" timeOffset="65108.57">27370 4206 964 0,'0'0'139'0,"77"-14"-8"16,-42 7-110-16,-3 1-19 15,-5 0-35-15,-7-5-88 16,-8-1-184-16,-8 0-356 15</inkml:trace>
  <inkml:trace contextRef="#ctx0" brushRef="#br0" timeOffset="67336.06">28234 3591 298 0,'0'0'63'0,"-3"-2"20"16,3 2 14-16,0 0-9 15,-1 0-6-15,1 0-18 16,0 0-10-16,0 0 2 16,0 0 6-16,0 0-8 15,0-1-1-15,0-2-20 16,11 0-10-16,7-1-8 16,2 0 8-16,6 1 10 15,0 1-8-15,0 2-6 16,-7 0-9-16,-2 0-7 15,-8 0-3-15,-3 5-5 16,-6 6-4-16,0 5 5 16,0 2 5-16,-8 0-1 15,-2 1-2-15,3-4 3 16,0-3-2-16,7 0 0 16,0 0-2-16,0-1 3 15,3-1 0-15,8 1 4 16,-2 0 2-16,0-1 10 15,-1 0 12-15,-2-2-1 16,-6-1 5-16,0 0 1 16,0-1-4-16,0-2-8 15,-2-4-7-15,-6 4-10 16,-4-4-3-16,-1 0-24 16,-1 0-38-16,-1 0-70 0,-2-8-88 15,1-1-170 1</inkml:trace>
  <inkml:trace contextRef="#ctx0" brushRef="#br0" timeOffset="68824.45">28584 4265 934 0,'0'0'125'0,"0"0"8"0,0 0-42 16,0 0-25-16,0 0-17 15,0 0-16-15,0 3-12 16,0-2-4-16,0 1-7 15,0-2-2-15,0 0-3 16,0 0 1-16,0 0-1 16,0 0 0-16,0 0 0 15,0-5-8-15,0-2-22 16,0-5-43-16,0 2-67 16,3-4-127-16,4-1-181 15</inkml:trace>
  <inkml:trace contextRef="#ctx0" brushRef="#br0" timeOffset="69482.1">29098 3707 612 0,'0'0'61'0,"0"0"117"15,-65 86-42-15,36-42-34 16,-1 4-20-16,-1 6-23 15,2 6-17-15,3 4-17 16,8-6 1-16,5 4-8 16,7-4-6-16,6-4 2 15,0-3 0-15,0-6 5 16,13-5-1-16,3-7-6 16,0-8-3-16,1-2 7 15,-2-7-1-15,-1-6-8 16,-3-3-3-16,-3 0-1 15,0-4-1-15,-5-2 1 16,-1-1 2-16,-1 0 0 16,-1 0 2-16,0 0-2 15,0 0-3-15,0 0-1 16,0 0-7-16,0 0-18 16,0-7-16-16,0 1-30 15,0-2-46-15,0 3-46 16,0-4-59-16,-9 3-111 15,-1-1-207-15</inkml:trace>
  <inkml:trace contextRef="#ctx0" brushRef="#br0" timeOffset="71488.61">30503 3620 516 0,'0'0'98'16,"-4"-8"60"-16,2 6-28 15,2 1-14-15,0 0-51 0,0 1-39 16,6 0-16-1,13 6-6-15,8 13 24 0,5 5 34 16,7 10 0-16,1 5-12 16,1 6-20-16,-2 7-10 15,-6-1 0-15,-4 4-4 16,-6 0 7-16,-7 3-9 16,-7-2-1-16,-8 2 2 15,-1-3 9-15,-10-2 5 16,-15-3-10-16,-5-1 7 15,-2-6 5-15,-5-3-18 16,2-5-4-16,6-6-6 16,7-8-1-16,5-6-1 15,7-4 1-15,4-6-7 16,4-2-13-16,2-3-14 16,0 0-13-16,0 0-17 15,11-6-31-15,5-7-118 16,0-2-131-16,0-2-200 15</inkml:trace>
  <inkml:trace contextRef="#ctx0" brushRef="#br0" timeOffset="74845.33">29437 4036 386 0,'-1'0'83'0,"1"0"14"16,0 0-15-16,0 0-19 15,0 0-16-15,0 0-6 16,0 0 7-16,1 0-4 16,8 0 5-16,8-2 1 15,5-4 7-15,10-1-5 16,6 0-2-16,6 3-19 16,5-1-7-16,0 3-11 15,0 2-4-15,-11 0-4 16,-6 0 7-16,-12 0-7 15,-10 10-4-15,-10 4-5 16,-1 2-7-16,-21 4 4 16,-4 5 5-16,-3 1 1 15,0-3-3-15,6 0 3 0,7-2 1 16,9-1-3-16,7 0 1 16,0 2 0-16,10 1 2 15,13 3 1-15,2 2 0 16,-1-1 3-16,1-3 6 15,-8 0 15-15,-8-6 22 16,-5-4 11-16,-4-3-6 16,-7 1 1-16,-15-6-12 15,-4-2-16-15,-3 0-16 16,-3-4-10-16,-1 0-34 16,-3 0-36-16,-4-3-69 15,-1-5-113-15,2 1-164 16</inkml:trace>
  <inkml:trace contextRef="#ctx0" brushRef="#br0" timeOffset="79228.21">24375 5697 147 0,'-1'0'108'0,"-1"0"13"15,2 0-11-15,0 0 7 16,0 0 5-16,0 2-15 15,0-1-3-15,0-1-17 16,9 2-6-16,3 1 3 16,5 0-24-16,2 0-20 15,2-1-12-15,2 1-15 16,-4-3-8-16,1 0-5 16,-1 0-11-16,-7 0-56 15,-6 0-70-15,-6-1-80 16,0-6-88-16,-9-2-244 15</inkml:trace>
  <inkml:trace contextRef="#ctx0" brushRef="#br0" timeOffset="79421.53">24338 5582 884 0,'0'0'100'0,"0"0"14"15,0 0-34-15,80-11-38 16,-49 10-35-16,4 1-6 16,1-3-34-16,0-1-95 0,-1-2-158 15,-7-3-353 1</inkml:trace>
  <inkml:trace contextRef="#ctx0" brushRef="#br0" timeOffset="82610.6">25148 5627 529 0,'-7'0'81'0,"4"0"52"0,0 0-19 15,3 0-3 1,0 0-17-16,0 0-27 0,0 0-19 15,16 0-21-15,3 0 14 16,7 0 13-16,4 0-12 16,2 0-12-16,-2 0-10 15,-1 0-6-15,-3 2-10 16,-3 1-1-16,-4-1-2 16,-2 1-2-16,-4 0-16 15,-2-2-39-15,-3 3-52 16,-2-4-89-16,-1 0-96 15,0 0-226-15</inkml:trace>
  <inkml:trace contextRef="#ctx0" brushRef="#br0" timeOffset="83177.6">25928 5342 713 0,'0'0'68'0,"0"0"42"16,0 0-20-16,0 0-42 0,0 0-14 15,-80 47 19-15,52-20-24 16,-3 4-5-16,2 1-6 16,6-1-5-16,3-1-1 15,7 0-5-15,4-1-5 16,8-3 0-16,1 1-1 16,7-2 1-16,13-6 1 15,9-3 7-15,4-5 1 16,4-3-2-16,0-4-3 15,-3-4-1-15,-3 0-2 16,-9 0 1-16,-4-3-1 16,-4-5 9-16,-6-4 5 15,-2 1 8-15,-6-1 5 16,0 0-6-16,0 1-8 16,-8-1-4-16,-7 3-8 15,-4 2-3-15,-7 5-1 16,-5 2-1-16,-2 0 0 15,-4 0-4-15,-1 9 2 16,4 6 1-16,3-1-5 16,10 0-18-16,6-2-22 15,8 0-35-15,7-4-64 16,0-1-100-16,4-6-94 16</inkml:trace>
  <inkml:trace contextRef="#ctx0" brushRef="#br0" timeOffset="84160.92">26646 5196 718 0,'0'0'109'0,"0"0"18"15,0 0-56-15,-15 31-39 16,-4-3 20-16,-5 10-15 15,-5 6 12-15,-1 7-16 16,3 0-15-16,3 5-7 16,7-5 2-16,6 1 6 15,9-5-7-15,2 0 1 16,1-8-2-16,15-2 0 16,3-4 0-16,4-6-1 15,-4-4 0-15,1-4-6 16,-7-3-1-16,-2-7-3 15,-3-2 1-15,-4-3-3 16,-1-1-20-16,-3-3-35 16,0 0-27-16,0 0-31 0,0-7-79 15,0-9-135 1</inkml:trace>
  <inkml:trace contextRef="#ctx0" brushRef="#br0" timeOffset="84794.2">26767 5502 403 0,'0'0'63'16,"0"0"80"-16,0 0 4 15,0 0-10-15,0 0-16 16,0-18-57-16,16 14-23 16,0-1 0-16,10 0-2 15,0 0-12-15,1 3-11 16,-3 2-11-16,-3 0-3 16,-4 0-2-16,-8 0-1 0,-6 6-13 15,-3 8-4-15,0 2 8 16,0-1 7-16,-9 5 2 15,5-1 1-15,1 1 0 16,3-1-1-16,0-1 0 16,16-1 1-16,4 1 0 15,-1-2 1-15,2 1-1 16,-5-2 4-16,-4-1 9 16,-8-1 15-16,-4-2 13 15,0 0 9-15,-14-2-11 16,-8 1-8-16,-1-2-17 15,0-2-9-15,1-2-4 16,3-3-15-16,5-1-33 16,1 0-34-16,6 0-60 15,1-10-102-15,3-3-169 16</inkml:trace>
  <inkml:trace contextRef="#ctx0" brushRef="#br0" timeOffset="85119.77">27191 5550 690 0,'0'0'87'15,"0"0"109"-15,0 0-50 16,0 0-41-16,100 81-16 0,-74-60-33 16,0 1-21-16,-2 0-11 15,-3-5-11-15,-4 1-5 16,-2-6-5-16,-4 1-3 16,-5-5 0-16,0-4-19 15,-3-2-36-15,-2 0-28 16,-1-2-55-16,0 0-57 15,0-3-69-15,0-10-242 16</inkml:trace>
  <inkml:trace contextRef="#ctx0" brushRef="#br0" timeOffset="85333.81">27381 5602 680 0,'0'0'121'0,"0"0"45"16,-83 72-54-16,59-46-39 16,2-2-26-16,5-3-28 15,4-2-13-15,4-4-5 16,2-5-5-16,6 0-55 16,1-7-70-16,0-3-94 15,0 0-69-15,8 0-226 16</inkml:trace>
  <inkml:trace contextRef="#ctx0" brushRef="#br0" timeOffset="85536.14">27561 5641 966 0,'0'0'53'0,"0"0"89"15,84-10-97-15,-61 8-36 16,-4-2-6-16,-6 0-22 16,-3 0-84-16,-7-3-129 15,0-1-175-15</inkml:trace>
  <inkml:trace contextRef="#ctx0" brushRef="#br0" timeOffset="85880.87">27896 5456 845 0,'0'0'71'0,"0"0"46"16,0 0-67-16,0 0-17 15,0 0 5-15,0 0-7 16,6 35-9-16,3-20 0 15,5 3 3-15,-1 2 2 16,3 3-1-16,0 2 2 16,-3 1 4-16,-3 1 7 15,-4 1 2-15,-3-5-12 16,-3-1-6-16,0-5-3 16,0-3-6-16,0-3-4 15,-2-3-6-15,-8-6-1 16,-6-2-11-16,-3 0-33 15,-5-6-55-15,-2-15-125 16,-3-2-179-16,0-8-355 0</inkml:trace>
  <inkml:trace contextRef="#ctx0" brushRef="#br0" timeOffset="86033.54">28006 5424 856 0,'0'0'13'0,"0"0"23"16,0 0-39-16,0 0-54 16,82-25-139-16,-71 15-353 15</inkml:trace>
  <inkml:trace contextRef="#ctx0" brushRef="#br0" timeOffset="86512.11">28100 5023 641 0,'0'0'166'0,"0"0"-11"15,111 108-44-15,-67-57 0 16,-3 3-15-16,-3 5-33 15,-9 2-20-15,-5 1-3 16,-8 0-1-16,-4 0-12 16,-8-2 0-16,-4-6 2 15,0-2-6-15,0-7-8 16,-10-6-7-16,-3-4-5 16,-2-7-1-16,-2-5 0 15,-3-6-3-15,1-6-15 16,-2-4-29-16,-1-7-23 15,4 0-42-15,3-18-100 16,3-10-157-16,3-10-308 16</inkml:trace>
  <inkml:trace contextRef="#ctx0" brushRef="#br0" timeOffset="86955.54">28578 5172 726 0,'0'0'152'15,"0"0"29"-15,0 0-61 16,0 0-22-16,0 0-30 16,82-8-41-16,-60 5-20 15,1 1-5-15,0-3-6 16,0-2-36-16,-4 1-68 16,1-4-88-16,-5-1-114 15,-1-1-268-15</inkml:trace>
  <inkml:trace contextRef="#ctx0" brushRef="#br0" timeOffset="87467.35">28864 4966 641 0,'0'0'122'0,"0"0"1"16,0 0-23-16,0 0-15 15,0 0-23-15,23 0-7 16,-13 0 0-16,6 0-16 0,0 0-16 16,1 0-13-16,-2 0-7 15,-1 0-3-15,-5 1 1 16,-2 5-1-16,-4 0-2 15,1 3-13-15,-4 1-2 16,0 2 14-16,0 3 2 16,0-2 0-16,0 2 2 15,0 1-1-15,0-3 0 16,0 2 0-16,3-3 0 16,3 2 0-16,-2-2 1 15,-1-1-1-15,-3 2 1 16,0-2 11-16,0 1 8 15,-4-2 4-15,-5 1-2 16,-1-1-10-16,3-3-4 16,1 0-5-16,0-3-2 15,0-3-1-15,-1 1-6 16,0-2-16-16,1 0-34 16,-1 0-24-16,0 0-36 15,1 0-48-15,3 0-41 16,3 0-140-16</inkml:trace>
  <inkml:trace contextRef="#ctx0" brushRef="#br0" timeOffset="89136.51">23218 5427 741 0,'0'0'123'0,"0"0"33"16,26 98-35-16,-15-60-34 15,-4 1-23-15,0-4-11 16,-1-2-20-16,-4-3-9 16,1-6-6-16,-1-5-8 0,-1-2-5 15,1-7-2-15,-1-3-2 16,1-4-1-16,1-3 1 16,3 0 0-16,3-7-7 15,-1-7 3-15,3-6-2 16,4-1-2-16,-4 0-1 15,1 5 2-15,-4 4 1 16,0 4-2-16,-2 6 3 16,-1 2 1-16,1 1-3 15,0 13 1-15,1 7 9 16,0 0 1-16,3 4 2 16,-1-3-4-16,-2-3-1 15,1-5-3-15,-2-4 1 16,0-3-16-16,-1-5-46 15,1-2-50-15,-1 0-55 16,2-6-130-16,1-11-276 16</inkml:trace>
  <inkml:trace contextRef="#ctx0" brushRef="#br0" timeOffset="89373.78">23732 5253 817 0,'0'0'57'0,"0"0"43"16,0 0-59-16,0 0-17 15,0 0 12-15,-23 68-29 16,11-47-9-1,0 1-50-15,2-4-118 0,-2-4-128 16</inkml:trace>
  <inkml:trace contextRef="#ctx0" brushRef="#br0" timeOffset="89664.08">23965 5334 901 0,'0'0'150'16,"-63"74"-48"-16,29-31-37 16,2 5-18-16,5 3-23 15,6-3-15-15,7-1-6 16,7-3-3-16,7-5 1 15,0-3-10-15,10-9-20 16,12-7-27-16,2-4-30 16,3-7-51-16,-1-7-90 15,-3-2-113-15</inkml:trace>
  <inkml:trace contextRef="#ctx0" brushRef="#br0" timeOffset="89940.22">23938 5532 843 0,'0'0'170'0,"0"0"-23"15,0 0-47-15,54 79-20 16,-33-57-31-16,-2-2-19 15,-1 0-20-15,-2-4-7 16,1-4-2-16,-5-1-4 16,1-4-31-16,-3-2-27 15,0-4-43-15,5-1-45 16,-5 0-78-16,3-4-72 16,-5-9-215-16</inkml:trace>
  <inkml:trace contextRef="#ctx0" brushRef="#br0" timeOffset="90122.1">24137 5602 721 0,'0'0'171'0,"0"0"-23"0,-71 71-66 16,49-47-35-16,-1-1-35 15,5-4-10-15,5-2-3 16,-2-5-36-16,8-4-57 15,3-4-97-15,1-4-96 16,3 0-286-16</inkml:trace>
  <inkml:trace contextRef="#ctx0" brushRef="#br0" timeOffset="90467.6">24124 5263 785 0,'0'0'199'15,"0"0"-42"-15,76 97-50 16,-51-52-19-16,-3 7-31 15,-5 1-14-15,-7 4-14 16,-8 1-6-16,-2-2-4 16,0-2-7-16,-14-5-5 15,-6-4-5-15,-1-7-1 16,-3-3-1-16,-2-6-28 16,1-6-30-16,0-6-39 15,5-5-90-15,0-6-157 16,-1-6-375-16</inkml:trace>
  <inkml:trace contextRef="#ctx0" brushRef="#br0" timeOffset="92059.17">24597 7140 837 0,'0'0'113'0,"0"0"39"15,68 0-81-15,-40 0-36 16,-4 0-17-16,-2 0-16 16,-5 0-1-16,-5-3-13 15,-5-1-43-15,-3 0-61 16,-4 0-98-16,0-3-139 16</inkml:trace>
  <inkml:trace contextRef="#ctx0" brushRef="#br0" timeOffset="92249.42">24611 6995 832 0,'0'0'84'16,"0"0"65"-16,82-21-91 15,-46 16-47-15,2-1-9 16,1-1-14-16,-1 0-94 15,-4-1-145-15,-3-1-246 16</inkml:trace>
  <inkml:trace contextRef="#ctx0" brushRef="#br0" timeOffset="92832.99">25240 7055 777 0,'0'0'106'15,"0"0"47"-15,0 0-32 16,0 0-32-16,78 0-19 16,-47 0-27-16,0 0-17 0,0 0-18 15,-2 0-7-15,-3-1-1 16,-3-2-21-16,-1 2-51 16,0-5-72-16,-1 0-120 15,-5-5-208-15</inkml:trace>
  <inkml:trace contextRef="#ctx0" brushRef="#br0" timeOffset="93350.67">26013 6632 749 0,'0'0'138'0,"0"0"3"15,0 0-72-15,0 0-39 16,0 0-20-16,-48 44 0 15,24-14 7-15,0 2 0 16,6 0-7-16,2 3-6 16,9-3-1-16,7-1 2 15,0-3-1-15,6-1-1 16,14-5 3-16,4-3-1 16,4-5 1-16,-1-5 1 15,2-5 2-15,-1-3-2 16,-4-1 0-16,-2 0-1 15,-2-5 4-15,-9-6 3 0,0 0 2 16,-4-3-2 0,-7 2 4-16,0 0-1 0,0 1-4 15,-7 3-7-15,-12 1-6 16,-3 6-8-16,-5 1-18 16,-2 0-25-16,0 0-31 15,2 5-49-15,2 6-99 16,3 1-89-16</inkml:trace>
  <inkml:trace contextRef="#ctx0" brushRef="#br0" timeOffset="93853.26">25364 7293 643 0,'0'0'133'0,"0"0"-12"0,0 0 29 16,123 0-4-16,-45-2-57 15,18-6-24-15,12-1-20 16,10 2-7-16,5-2 2 15,0 2-11-15,-9 2-2 16,-7-2-6-16,-16 3-7 16,-18 0-10-16,-19 0 0 15,-18 0-3-15,-13 1 0 16,-13 3-1-16,-8 0-3 16,-2 0-15-16,0 0-32 15,-9 0-41-15,-7 0-111 16,-3 0-180-16,-4 3-307 15</inkml:trace>
  <inkml:trace contextRef="#ctx0" brushRef="#br0" timeOffset="95051.74">25440 7682 407 0,'0'0'98'16,"0"0"24"-16,0 0-28 15,0 0-21-15,0 0 3 16,0 0-5-16,0 0 10 16,0 0-21-16,0 0-13 15,3 0-4-15,7 0 9 16,5 0-3-16,8 0-24 15,2 0-9-15,7 0-5 16,-2-1-2-16,-2 1 0 16,1 0-5-16,-9 0-3 15,-10 5-1-15,-8 6-2 16,-2 6-6-16,-6-2-1 16,-13 8 2-16,-1-2-4 15,1-2-6-15,6 0 11 16,4-2 1-16,9-2-2 15,0-3-9-15,9 1-1 16,11 2 9-16,3-3 10 16,5 3-2-16,-2 0 0 15,-5-2 0-15,-5 3 2 16,-5-3 5-16,-8-5 16 0,-3 3 19 16,0-4-3-16,-15 0 0 15,-11-1-5-15,-7 2-15 16,-4-1-11-16,0-3-4 15,1 0-3 1,1-4-7-16,7 3-22 0,8-3-24 16,9 0-40-16,6-3-67 15,5-5-101-15,0-7-140 16</inkml:trace>
  <inkml:trace contextRef="#ctx0" brushRef="#br0" timeOffset="95405.74">25873 7773 834 0,'0'0'148'16,"0"0"35"-16,0 0-61 16,100 94-40-16,-70-69-23 15,0 1-24-15,-2-2-18 16,-4-5-4-16,-5 0-6 16,-5-4-5-16,-2-1 0 15,-4-5-1-15,-2-2-3 0,-3-3-8 16,-1 2-21-1,-2-5-37-15,0-1-37 0,0 0-32 16,0-1-26-16,0-12-95 16,-3-3-55-16,-3-8-10 15</inkml:trace>
  <inkml:trace contextRef="#ctx0" brushRef="#br0" timeOffset="95611.5">26115 7799 532 0,'0'0'158'0,"0"0"-27"0,0 0-42 16,0 0 17-16,-77 61 21 16,52-31-38-16,-3 2-16 15,1 0-23-15,0-4-18 16,4 0-16-16,4-3-12 16,3-8-3-16,6-5-11 15,2-1-35-15,4-7-51 16,4-4-73-16,0 0-109 15,9-4-56-15</inkml:trace>
  <inkml:trace contextRef="#ctx0" brushRef="#br0" timeOffset="96279.45">26338 7855 891 0,'0'0'143'16,"0"0"-13"-16,0 0-57 0,0 0-12 15,81 0-27-15,-65 0-23 16,-2 0-6-1,-2 0-3-15,-2 0-2 16,-3-1-31-16,2-4-54 16,-5-3-92-16,-1-1-151 0,-2-3-322 15</inkml:trace>
  <inkml:trace contextRef="#ctx0" brushRef="#br0" timeOffset="96705.01">26625 7642 758 0,'0'0'16'0,"0"0"112"15,0 0-29-15,0 0-23 16,0 0-23-16,-30 80-25 15,30-65-6-15,0-2 0 16,4 1 9-16,9 1-3 16,4 1 1-16,1 0 6 15,4 1 2-15,-1 1-10 16,0 1 1-16,-4 0 1 16,-3 0-2-16,-2-3-1 15,-4 0-4-15,-2-2-3 16,-3-4-5-16,-1-2-5 15,-2 0-2-15,0-1-4 16,-6 1 2-16,-10-6-3 16,-4-1-6-16,-5 1-21 0,-2-2-28 15,-1 0-17 1,2-9-73-16,0-4-92 0,2-5-104 16,1-2-273-1</inkml:trace>
  <inkml:trace contextRef="#ctx0" brushRef="#br0" timeOffset="96877.6">26640 7661 856 0,'0'0'66'0,"0"0"83"15,86-26-108-15,-61 20-35 16,-3 1-3-16,-2-1-34 15,-7-1-121-15,0-1-98 16,-3-4-343-16</inkml:trace>
  <inkml:trace contextRef="#ctx0" brushRef="#br0" timeOffset="97270.53">26936 7346 780 0,'0'0'145'0,"0"0"19"16,50 106-63-16,-28-58-7 15,2 6-25-15,4 3-29 16,-3 6-4-16,2-1-6 16,-2-1 4-16,-5-3 11 15,-7-3-8-15,-7-8-6 16,-6-2-1-16,0-7-20 16,-9-7-1-16,-11-5-6 15,-2-4-2-15,-4-9-4 16,0-4-10-16,2-7-29 15,2-2-27-15,-1 0-20 16,1-11-79-16,6-9-123 16,2-6-187-16</inkml:trace>
  <inkml:trace contextRef="#ctx0" brushRef="#br0" timeOffset="97956.77">27226 7324 643 0,'0'0'118'0,"0"0"-3"15,0 0-30-15,0 0-17 16,0 0-10-16,44-9-8 16,-27 8-12-16,0-2-13 15,-4 2-5-15,-1 1-11 16,-4 0-6-16,-3 0-3 15,-4 0-1-15,-1 0-21 16,0 8-9-16,0 5 4 16,-9-2 16-16,-1 4-3 15,3-2 3-15,3 3 6 16,4-3 1-16,0 1 2 16,0-2 3-16,11 1 1 15,4 1 0-15,-1-2 3 16,2 2 19-16,-6 0 14 15,-2-2 7-15,-4 0 9 16,-4-1-13-16,0-3-5 16,-4 0-10-16,-10-1-4 15,-4-2-16-15,-1-2-6 16,-4-1-30-16,0-2-45 16,0 0-77-16,-2 0-108 0,2-5-245 15</inkml:trace>
  <inkml:trace contextRef="#ctx0" brushRef="#br0" timeOffset="99176.55">26534 7245 197 0,'0'0'66'0,"0"0"33"0,0 0-9 16,24-10-19-16,-15 7-16 16,5 2-9-16,3-2 2 15,3 3 8-15,8-4 10 16,3 3 15-16,10 0-12 15,2-1-20-15,6 2-5 16,2 0-6-16,4-1-10 16,-2 0-2-16,1-1-1 15,-1-1-1-15,-1 1 3 16,-6-1-7-16,-3-1 3 16,-5 1-1-16,-3 2-7 15,-8 1-7-15,-2-1 2 16,-2-1-1-16,-6 2-7 15,0 0-1-15,-2 0-1 16,-1 0 0-16,-4 0-3 16,-2 0-13-16,-2 0-30 15,-1 0-39-15,-5 0-48 16,0 0-91-16,0 0-107 16</inkml:trace>
  <inkml:trace contextRef="#ctx0" brushRef="#br0" timeOffset="99992.45">25457 7446 521 0,'0'0'139'0,"0"0"-17"16,0 0-22-16,0 0-22 15,-31 39-7-15,8-9-21 16,-5 5-6-16,-4 6 26 16,-1 6-45-16,-5 5-3 15,5 3-1-15,5 0-14 16,7 2 2-16,7-4 7 15,11-2 3-15,3-6-11 16,11-6 1-16,15-5 14 16,7-8 2-16,5-4-6 15,-2-8-3-15,-4-4-8 16,-6-3-6-16,-6-5-1 16,-12 1-8-16,-5-3-22 15,-3 0-8-15,0 0-33 16,0 0-131-16,-8-8-116 15,-11 0-237-15</inkml:trace>
  <inkml:trace contextRef="#ctx0" brushRef="#br0" timeOffset="101126.45">23054 6731 618 0,'0'0'127'16,"0"0"44"-16,0 90-3 15,0-43-76-15,0 7 2 16,0-2-29-16,0 3-23 16,2-3-6-16,1-5-4 15,3-7-10-15,2-4-6 16,0-5 2-16,1-6-3 15,-1-6-9-15,1-5-2 16,0-4-2-16,1-6 0 16,0-4-1-16,4 0-1 15,2-8-3-15,2-12 0 16,-1-2-3-16,3-3-3 16,-3 2 0-16,-2 3 3 15,-3 5 0-15,-2 2 3 16,-5 6 3-16,-2 5 0 15,-1 0 0-15,1 2-1 16,1 0 0-16,4 4 0 16,-2 7 5-16,3 7 1 0,1 3-1 15,0 2 2 1,0-3-1-16,-1 1-3 0,1-5-2 16,-3-1 0-16,-1-7-5 15,0-4-21-15,-1-1-36 16,0-3-49-16,-1 0-53 15,-1-11-114-15,2-5-234 16</inkml:trace>
  <inkml:trace contextRef="#ctx0" brushRef="#br0" timeOffset="101366.66">23678 6735 950 0,'0'0'84'16,"0"0"27"-16,0 0-48 16,-46 89-35-16,29-57-21 15,0 4-6-15,3 0-8 16,1 1-46-16,3-3-92 15,2-2-143-15,5-8-273 16</inkml:trace>
  <inkml:trace contextRef="#ctx0" brushRef="#br0" timeOffset="101757.97">23913 6957 754 0,'0'0'76'0,"0"0"20"15,0 0-20-15,0 0 35 16,-79 100-21-16,56-57-37 16,4 1-16-16,3-1-15 15,6 1-8-15,3-5-8 16,7-2-1-16,0-6-1 16,8-6-3-16,10-2 0 15,5-7 0-15,3-1-1 16,-1-7-6-16,1 0-13 15,-5-6-45-15,-2-2-66 16,-9 0-96-16,-6-10-138 16</inkml:trace>
  <inkml:trace contextRef="#ctx0" brushRef="#br0" timeOffset="102013.36">23956 7174 768 0,'0'0'111'0,"0"0"76"15,0 0-82-15,71 80-10 16,-48-58-23-16,0-2-34 16,-4-2-22-16,1-1-10 15,-4-6-5-15,0-2-13 16,-3-3-37-16,3-6-42 15,-4 0-39-15,0 0-90 16,-1-11-103-16,-1-8-184 16</inkml:trace>
  <inkml:trace contextRef="#ctx0" brushRef="#br0" timeOffset="102187.39">24205 7193 590 0,'0'0'87'16,"0"0"73"-16,0 0-25 15,-100 77-40-15,73-47-21 16,2 1-37-16,4-5-29 16,4-1-5-16,3-2-3 15,8-10-16-15,6-2-51 16,0-9-63-16,3-2-78 16,13-2-85-16</inkml:trace>
  <inkml:trace contextRef="#ctx0" brushRef="#br0" timeOffset="102525.95">24148 6848 807 0,'0'0'141'15,"0"0"-12"-15,63 94-34 16,-35-45 5-16,-2 3-22 16,-1 8-31-16,-5 2-9 15,-5 5-12-15,-7 0 10 16,-6-7 5-16,-2-1-8 16,0-6-3-16,-2-8-16 15,-11-6-10-15,-2-7-1 16,-2-5 0-16,-1-6-15 15,-2-6-21-15,-1-4-28 16,0-3-18-16,1-7-66 16,2-1-119-16,1 0-170 15</inkml:trace>
  <inkml:trace contextRef="#ctx0" brushRef="#br0" timeOffset="104847.18">20437 5693 394 0,'0'0'78'0,"0"0"-17"16,14 0-39-16,11-1 13 16,9-3 10-16,11 1 4 15,13-1-15-15,13 1-16 16,10-2-4-16,11 1-8 15,10-1-1-15,8 2 5 16,6-1-5-16,-1 1-1 16,-2 2-2-16,-5-2 1 15,-11 3-3-15,-7-4 2 16,-12 3-1-16,-11-2-1 16,-10 3 2-16,-11-1 10 15,-11 1 3-15,-9 0-2 16,-10 0-5-16,-5 0-1 15,-6-1 3-15,-4 1 2 0,-1-2 19 16,0 1 10 0,-1 1-21-16,-14 0-26 15,-4 0-25-15,-5 0-8 0,-8 0-19 16,-6 0-11-16,-9 0-32 16,-11 8-28-16,-10-1 2 15,-17 2 8-15,-12 4 16 16,-16 2-74-16</inkml:trace>
  <inkml:trace contextRef="#ctx0" brushRef="#br0" timeOffset="105091.21">20675 5799 334 0,'-95'15'96'15,"21"-4"-24"-15,24-4 14 16,22-1-2-16,25-4-15 16,9-2-39-16,43 0-28 15,26 0 14-15,29-9 27 16,23-4 10-16,22 0 0 15,11-1-17-15,4 3-3 16,-10 4-12-16,-10 2-14 16,-15 2 3-16,-21 2-4 15,-20 1-5-15,-23 0-4 16,-17 0 1-16,-16 0-12 16,-12 0-21-16,-10 0-22 15,-8 0-56-15,-2 0-74 16,0 0-224-16</inkml:trace>
  <inkml:trace contextRef="#ctx0" brushRef="#br0" timeOffset="165645.59">20497 5092 253 0,'0'0'72'0,"0"0"-8"16,-17 0 12-16,13 0-9 15,1 0 14-15,1 0-3 16,2-9-17-16,0 0-14 16,0-4-17-16,0 0-3 15,0-2 8-15,3-1 9 16,5 0-12-16,0 0-8 16,7-2-6-16,1 2-2 15,2-1-9-15,5 0 0 16,-1-1-1-16,4-1-4 15,3 2 0-15,-3-1 1 16,0 1 4-16,-2 3 2 16,1 0 0-16,-2-1-3 15,0 3-3-15,0 0-1 16,-1 4-1-16,3 1-1 16,-1-2 0-16,-1 3 0 15,3 0 0-15,0 2 0 16,3-3 1-16,0 3-1 15,0-1 0-15,1-2 0 16,2 2 0-16,-3 1 0 16,4 0 0-16,-1-2 1 15,3 2-1-15,0 0 0 16,0 2-1-16,1-1 2 16,1 0-1-16,-3 3 0 0,2-4 0 15,3 1 0-15,-1 0 1 16,-1 2-1-16,0-1 1 15,-1 2-2-15,0 0 1 16,-5 0 1-16,1 0-2 16,-2 0 0-16,2 0 1 15,1 0-1-15,1-3 1 16,-1 3 0-16,0-1 1 16,-4-1-2-16,0 1 1 15,-5 1 0-15,-2 0 0 16,0 0 0-16,-4 0-1 15,2 0 1-15,-2 0-1 16,2 0 1-16,-1 0 0 16,4 3 1-16,0 1 0 15,-1-1 0-15,1 0 0 16,0 2 0-16,2-1-1 16,-3 0 0-16,1 1 0 15,-2 0 0-15,-2 1-1 16,-2 2 6-16,-2 0-6 15,-1-2 3-15,-4 2-1 16,2 2-1-16,-3-2 4 16,-1 1-3-16,0 2 0 15,1 0 0-15,-1 0 0 16,-1 2 0-16,3-1 1 16,-1 0 1-16,0 0-3 15,1-1 1-15,0 1 1 16,-2 1-2-16,1-3 0 0,0 0-3 15,-4 1 3 1,1 1 1-16,-3-1-1 16,0-1 10-16,-1 2-5 0,-1 2 0 15,0-1-4-15,-1-3 4 16,0 2 1-16,0 1-1 16,0-4-4-16,0 2 0 15,0 0 3-15,0-2 1 16,0 3-1-16,0-2 3 15,-5 3 1-15,-1-1 4 16,-2 3-4-16,-1-3-2 16,3 1-4-16,-2-1 1 15,1 0-1-15,-3-1 0 16,3-1 1-16,0 0 0 16,-1-1 0-16,-3 1 0 15,4 0-1-15,-4-1-2 16,2 1 1-16,0 0-1 15,-1 2 1-15,-2-3 0 16,2 1 0-16,1-2 1 16,0 1 10-16,-2-4-5 15,2 2-1-15,1-3 0 16,-4 4-1-16,-1 0-2 16,0-1 1-16,0 0-3 15,2-1 8-15,-2 1-1 16,0 1-5-16,-2-1 0 15,2-1-2-15,-2 2 0 16,0 0 4-16,-1-1 1 16,2 0-2-16,-2-1-2 0,1 0-1 15,0 0 2 1,-2-2 0-16,3-1 2 0,0 1-1 16,-1-1-1-16,2 0-1 15,-1-2-2-15,-2 4 2 16,-3-1-1-16,0 0 0 15,-1 0 0-15,0 0 1 16,1 0 4-16,0 2 4 16,3-5-5-16,2 1 0 15,1 0 1-15,-1 0-1 16,1-2-2-16,-1 0-1 16,-3 2-3-16,-1-1 3 15,-3 1-2-15,-2-1 1 16,-3 2-1-16,-3 0 0 15,-4 1 1-15,1 1-1 16,-1-1-1-16,1 0 1 16,6 2-1-16,0-4 2 15,7 1-2-15,2 1 2 16,1-4-1-16,2 1-1 16,1 2 3-16,-1-3-3 15,0 3 2-15,0-1-1 16,-3-1 0-16,-4 2-1 15,-1-3 1-15,-2 2 1 16,-2 0-2-16,0-1 2 16,-3 1-1-16,2-2 0 15,1 0 0-15,3 4 1 16,-2-4-1-16,4 0 0 16,2 0 1-16,4 0 0 15,2 0 0-15,-1 0-1 16,2 0 1-16,-2 0-1 0,-1 0 0 15,-2 0 0-15,1 0 1 16,-5-2-1-16,-1 0 0 16,2-1 0-16,-3-1-1 15,0 1 3-15,1 2-1 16,4-4-2-16,-2 2 2 16,4-1-1-16,-1 2 0 15,4-2 1-15,-3-2 0 16,3 2-1-16,0 0 1 15,3 0-1-15,1 0 1 16,-2 0-1-16,2 1 1 16,2 2-2-16,-2-4 1 15,-1 4 1-15,0 0-2 16,-3-1 1-16,3 1 0 16,-5 1 1-16,1 0 0 15,0-1-1-15,-2 1 4 16,4 0 1-16,-4 0-1 15,5-3 1-15,-1 2-2 16,1 0-1-16,2-1 1 16,3 2 0-16,0 0 1 15,1 0 1-15,2-1-1 16,3 1-1-16,-2-2-1 16,1 1-1-16,1 1 0 15,-1-2-1-15,-1 2 0 16,-1 0 1-16,0 0-2 15,-3-1 0-15,2 0-8 16,-1-3-27-16,3 1-60 16,2-4-98-16,2-4-186 15</inkml:trace>
  <inkml:trace contextRef="#ctx0" brushRef="#br0" timeOffset="166939.06">22027 5123 433 0,'-1'-3'99'0,"1"-1"47"16,0 0-8-16,0 0-41 15,0 0-5-15,5-1-16 16,10-2-9-16,2 0 7 16,3 3-25-16,3 1-6 15,0 0-2-15,-4 2-12 16,1 1-15-16,-6 0-4 16,-5 0-5-16,-3 7 0 15,-3 7-3-15,-3 0 3 16,0 5 4-16,0 2 5 15,-6 3 2-15,-5 2-2 16,-1-1-6-16,-3 1-4 16,4-5-1-16,3 1-1 0,0-4-2 15,4-2 0-15,1-2 1 16,3-2 0 0,0-2 1-16,2 0 3 0,11-2 5 15,4-1 1-15,8-3 0 16,2 0-1-16,3-3-1 15,-1-1 1-15,0 0-4 16,-3 0-1-16,-7 0-2 16,-5 0-3-16,-4 0 1 15,-4 0 0-15,-4 0-1 16,-1 0 0-16,-1 0 3 16,0 0-2-16,0 0-1 15,0 0 0-15,4 0 1 16,-4 0-2-16,2 0 0 15,-1 0 1-15,-1 0 0 16,0 0-2-16,0 0-5 16,0 0-1-16,0 0-1 15,0 0-1-15,0 3 5 16,-8-1 1-16,-4 0 6 16,0 2-2-16,-3-1 0 15,-3 0 1-15,-1-1-2 16,-1 1 3-16,0-1-2 15,-2 1-1-15,1 0-6 16,2-1-1-16,0 0-8 16,5-2-22-16,-1 0-27 15,7 0-44-15,0 0-62 0,1 0-93 16,0-4-116 0</inkml:trace>
  <inkml:trace contextRef="#ctx0" brushRef="#br0" timeOffset="170206.92">28311 7102 736 0,'0'0'104'0,"0"0"11"16,0-35-20-16,3 22-25 15,8-3-13-15,1 5-14 16,2-1-12-16,-1 4-4 16,2 7 3-16,0 1-3 15,0 0-11-15,2 4-3 16,2 11-4-16,-3 6 1 0,3 0 1 16,0 5 3-16,5 0 5 15,2 0 0 1,0 2 4-16,3-4-9 0,0-1-7 15,-2-4 0-15,-2-3-4 16,-5-2-1-16,-1-4-2 16,-6-2-3-16,-3-4-15 15,-3-4-39-15,-3 0-40 16,1 0-38-16,-2-11-43 16,1-8-103-16,-2-5-104 15</inkml:trace>
  <inkml:trace contextRef="#ctx0" brushRef="#br0" timeOffset="170436.26">28679 6987 716 0,'0'0'67'15,"0"0"81"-15,-56 97-5 16,40-56-48-16,-3-2-21 15,6-2-30-15,0-1-21 16,3-6-10-16,3-6-6 16,1-4-6-16,-1-4-12 15,4-5-43-15,0-2-60 16,0-5-58-16,0-1-57 0,0-3-142 16</inkml:trace>
  <inkml:trace contextRef="#ctx0" brushRef="#br0" timeOffset="170669.48">29004 7156 1040 0,'0'0'30'15,"0"0"84"-15,88-19-77 16,-69 15-28-16,-6-1-6 16,-7-2-21-16,-6 0-87 15,0-2-92-15,-13-3-161 16</inkml:trace>
  <inkml:trace contextRef="#ctx0" brushRef="#br0" timeOffset="170838.29">28858 7036 848 0,'0'0'40'16,"0"0"86"-16,82-14-72 16,-48 7-50-16,-3 1-42 15,-2-4-129-15,-4-1-231 16</inkml:trace>
  <inkml:trace contextRef="#ctx0" brushRef="#br0" timeOffset="171221.04">29222 6919 1031 0,'0'0'126'16,"0"0"10"-16,0 0-88 16,104-11-11-16,-74 8-4 15,-4 3-20-15,-4 0-7 16,-6 0-2-16,-6 4-4 16,-7 10-4-16,-3 2 5 15,0 5 13-15,0 1-4 16,-7 3-2-16,-2 2-2 15,-1-4-5-15,4 1 3 16,3-3-2-16,3-4 0 16,0-1-1-16,0-3 0 15,7-4-1-15,8-5-1 16,4-2-2-16,5-2-21 16,5 0-25-16,4-7-73 15,5-7-80-15,-2 1-135 16,-4-2-209-16</inkml:trace>
  <inkml:trace contextRef="#ctx0" brushRef="#br0" timeOffset="172391.26">28105 6809 426 0,'0'0'68'0,"0"0"30"15,0 0 31-15,-1 47-6 16,-3-14-3-16,0 10-10 16,1 5-28-16,3 8-5 15,0 4-22-15,0 1-17 16,0 1 4-16,0-2-11 15,0-4 2-15,3-5-7 16,1-1-5-16,0-7-4 16,-1-6-3-16,0-3-3 15,0-10-3-15,0-3 0 16,-2-7-3-16,1-5 0 16,-1-5-2-16,1-4 1 0,-1 0 1 15,-1 0 8-15,3 0 3 16,7 0-1-16,0 0-3 15,6 0 3 1,10 0-4-16,7 0-6 0,12 0-4 16,11 0 1-16,15 0-2 15,14-4-1 1,9-3 1-16,6 1 0 0,1 0-1 16,-7 0-2-16,-9 3-1 15,-9 1-11-15,-11 2-18 16,-11 0-13-16,-6 0-14 15,-8 0-34-15,-7 0-76 16,-5 0-122-16,-2-4-162 16</inkml:trace>
  <inkml:trace contextRef="#ctx0" brushRef="#br0" timeOffset="173492.21">28223 6819 606 0,'0'0'93'15,"99"0"30"-15,-25-2 11 16,17-4-50-16,13 1-23 16,11-4-15-16,13 2-23 0,6-1-16 15,3 0-2 1,-4 1-4-16,-2-3 0 16,-11 0-1-16,-13 5 3 15,-19 1-8-15,-20 4 3 16,-16-2 0-16,-19 2 2 0,-15 0-1 15,-8 0 0-15,-7 0 0 16,-3 0 2-16,0 0 9 16,0 0 11-16,0 0-12 15,0 0-8-15,1 0-5 16,2 6-2-16,1 2 7 16,1 5-2-16,-1 3-1 15,3 4-1-15,-3 6 0 16,-1 5-2-16,0 6 4 15,-3 8-2-15,0 8 1 16,0 6 4-16,0 4 6 16,-3 1 11-16,-1-2 7 15,-1-2 3-15,3-12 9 16,1-7-4-16,1-8-27 16,0-9-4-16,0-5 1 15,0-4-4-15,0-2 1 16,1-5 0-16,-1 0 1 15,0-1 3-15,0-2 9 16,-6-1 8-16,-10 0 5 16,-10 3-13-16,-7-3-7 15,-9 2-5-15,-7-1 0 16,-9 0 0-16,-10 0-2 16,-1-1-2-16,-3 2-7 15,1-2-20-15,6 2-20 16,10 1-20-16,13-3-38 15,10-2-95-15,8 0-177 16</inkml:trace>
  <inkml:trace contextRef="#ctx0" brushRef="#br0" timeOffset="177076.29">23016 8745 780 0,'0'12'62'0,"0"5"59"16,3 6-32-16,9 6-10 15,-2-1 8-15,3 0-35 16,-3 0-13-16,0-6-5 15,0-5-7-15,-3-3-8 16,-1-4-9-16,-2-6-5 16,-1-4-1-16,2 0-2 15,0-2 6-15,0-14 15 16,0-7-16-16,1-7-6 16,0-5-2-16,-1-3-6 15,-3 0-7-15,2 1-1 16,-1 7 0-16,-1 8 11 15,-2 9 4-15,1 6 0 16,1 7-4-16,1 0-2 16,3 17-5-16,1 3 10 15,4 4 2-15,-1 3-2 16,2-2 7-16,2 1 1 16,-3-4 7-16,1-4 4 15,-1-5-7-15,-3-3-4 16,1-5-4-16,-1-2 0 15,0-3-1-15,2 0 2 16,3-10 4-16,1-7-3 16,2-5-4-16,0-3-1 15,1-2-1-15,0 4-5 16,-3 2 2-16,-3 9 2 0,-1 1-1 16,-1 10 2-1,-3 1-2-15,-2 1-4 16,2 14 4-16,0 6 4 0,2 3 0 15,0 3 0 1,0 0 2-16,4 2-1 0,1-1-2 16,1-2 1-16,-1-3-1 15,1-4-4-15,-2-5-41 16,-1-2-71-16,-4-6-98 16,-3-5-189-16</inkml:trace>
  <inkml:trace contextRef="#ctx0" brushRef="#br0" timeOffset="177281.08">23751 8886 927 0,'0'0'91'0,"0"0"94"16,0 0-84-16,106-9-56 15,-84 5-20-15,-2 0-21 16,-6 0-11-16,-2-2-61 16,-11 1-100-16,-1-2-158 15,-1-1-405-15</inkml:trace>
  <inkml:trace contextRef="#ctx0" brushRef="#br0" timeOffset="177464.1">23743 8747 1014 0,'0'0'106'0,"0"0"12"15,0 0-58-15,0 0-48 16,88-31-12-16,-62 27-3 16,-2-4-75-16,1 1-123 15,-5-1-182-15</inkml:trace>
  <inkml:trace contextRef="#ctx0" brushRef="#br0" timeOffset="178541.21">24180 8503 614 0,'0'0'115'0,"0"0"6"15,0 0-8 1,-13 92-2-16,13-46-18 15,0 2-16-15,4-1-17 0,7 0-10 16,0-4-16-16,-1-4-4 16,1-7-6-16,0-4-11 15,-2-8-4-15,-1-4-3 16,4-6-3-16,-4-6-2 16,4-4-1-16,2 0 3 15,3-15 7-15,0-4-6 16,2-5-2-16,-1-1-3 15,-2 4-1-15,-1 3-4 16,-7 4 0-16,0 6 3 16,-3 3 1-16,-2 5 0 15,1 0-1-15,-1 0-4 16,0 10 2-16,5 5 5 16,0 5 1-16,-1-1 2 15,4 1-2-15,-3-2 4 16,1-2-1-16,1-2-3 15,-1-5-1-15,1-3-1 16,-2-2-12-16,0-4-43 16,0 0-52-16,1 0-94 15,-2-13-163-15</inkml:trace>
  <inkml:trace contextRef="#ctx0" brushRef="#br0" timeOffset="178815.91">24813 8381 951 0,'0'0'52'0,"0"0"57"16,0 0 23-16,-40 84-67 16,22-46-32-16,-2-3-25 15,4-2-7-15,2-1-13 16,3-3-64-16,0-7-121 16,2-3-182-16</inkml:trace>
  <inkml:trace contextRef="#ctx0" brushRef="#br0" timeOffset="179242.35">25064 8507 796 0,'0'0'112'0,"0"0"67"15,-62 112-62-15,40-60-32 16,2 1-30-16,9-1-25 16,3-2-10-16,8-2-6 15,0-3 6-15,13-4-5 16,10-5-2-16,5-4-5 16,2-6-6-16,0-4 1 15,-2-7-7-15,-2-5-36 16,-6-6-62-16,-3-4-98 15,-6 0-140-15,-5-2-253 16</inkml:trace>
  <inkml:trace contextRef="#ctx0" brushRef="#br0" timeOffset="179626.6">25221 8764 807 0,'0'0'101'16,"0"0"90"-16,0 0-52 16,0 0-68-16,76-6-19 15,-63 15-28-15,-8 3-14 16,-2 4-3-16,-3 2 2 15,0 2 6-15,0 2-4 16,-4 0-3-16,0-3 0 16,-2-1-3-16,6-3-2 15,0-3 0-15,0-1-2 0,0-3 5 16,0-1-3 0,6-5-1-16,2 0-1 0,7-2-3 15,-2 0 3-15,4 0-14 16,2-11-44-16,2-3-58 15,-2-3-75-15,0 1-101 16,-3-5-179-16</inkml:trace>
  <inkml:trace contextRef="#ctx0" brushRef="#br0" timeOffset="180011.79">25509 8352 811 0,'0'0'101'0,"0"0"22"16,0 0-30-16,0 0 26 15,17 83-38-15,2-42-19 16,7 5-26-16,4 6-4 15,4-1-2-15,-1 3-5 16,3-1 0-16,-5-2 3 16,-6-1-4-16,-5-2 4 15,-5-1-10-15,-12-4 19 16,-3-1-22-16,0-4-10 16,-18-3-2-16,-5-7 0 15,-1-3-2-15,-2-6-5 16,3-4-14-16,3-6-25 15,6-5-23-15,6-4-21 0,4 0-75 16,4-10-177-16,0-12-289 16</inkml:trace>
  <inkml:trace contextRef="#ctx0" brushRef="#br0" timeOffset="180321.29">26061 8882 934 0,'0'0'194'0,"0"0"-49"16,76 4-79-16,-50-4-10 16,-6 0-23-16,-2 0-24 15,-7 0-9-15,-6 0-27 16,-5-4-49-16,0-2-58 16,-12-5-185-16,-10-3-244 15</inkml:trace>
  <inkml:trace contextRef="#ctx0" brushRef="#br0" timeOffset="180493.26">26042 8736 984 0,'0'0'81'0,"0"0"92"16,0 0-99-16,98-12-49 15,-63 7-16-15,1-4-13 16,-1-4-73-16,-5-2-182 15,-4-6-358-15</inkml:trace>
  <inkml:trace contextRef="#ctx0" brushRef="#br0" timeOffset="181102.92">26921 8551 721 0,'0'0'151'0,"0"0"75"15,107-1-84-15,-62-7-52 16,1 2-32-16,-5 1-36 16,-4-1-16-16,-6 3-5 15,-4-5-26-15,-7 1-75 16,-4 1-119-16,-6-4-140 15</inkml:trace>
  <inkml:trace contextRef="#ctx0" brushRef="#br0" timeOffset="181527.43">27583 8265 862 0,'0'0'55'0,"0"0"66"15,0 0-53-15,-13 89-5 0,4-54-27 16,5 3-19-16,2-1-6 16,2 0 9-16,0-3 2 15,12-8-11-15,8-1-2 16,5-5-1-16,2-5 1 15,6-7-2-15,-1-5 2 16,-4-3 0-16,1 0-6 16,-6-7 1-16,-6-5 1 15,-7-6-1-15,-7 0 1 16,-3-1-2-16,0-1-1 16,-6 4-1-16,-11 3-3 15,-2 3 0-15,-4 4-2 16,0 4-1-16,-3 2-2 15,0 0-19-15,-2 0-24 16,1 6-56-16,1 4-76 16,0 0-123-16,4-2-345 15</inkml:trace>
  <inkml:trace contextRef="#ctx0" brushRef="#br0" timeOffset="182262.83">27018 8873 377 0,'0'0'94'0,"0"0"49"16,0 0-29-16,0 0-18 16,28 4 44-16,6-4 11 0,17 0-31 15,12 0-38 1,17-3-19-16,15-6-16 0,12-2-10 15,13-1-9 1,6 3-4-16,1-1-9 16,-3 1-5-16,-4 2 0 15,-11-3-8-15,-15 4 3 0,-14-5-1 16,-17 2-3-16,-15-1 0 16,-18 2 2-16,-10 0-1 15,-9-1-2-15,-9 1-9 16,-2 3-30-16,0-1-34 15,-4 2-64-15,-13 1-136 16,-2 3-249-16</inkml:trace>
  <inkml:trace contextRef="#ctx0" brushRef="#br0" timeOffset="183449.61">27235 9039 579 0,'0'0'109'0,"0"0"-20"15,0 0 6-15,-36 54-16 16,17-21 38-16,-3 8-44 16,2 5-13-16,7-1-10 15,-1 2-11-15,8-2 2 16,3-2-6-16,3-3-9 16,0-4-6-16,10-4-2 15,6-1-3-15,3-5-1 16,1-5 1-16,1-3-3 15,-3-5 1-15,1-1-7 16,-8-7-1-16,1-1-4 16,-8-3 0-16,0-1-2 0,-1 0-6 15,0 0-18-15,-1 0-17 16,-1-8-49-16,2 0-43 16,-1 0-108-16,0-3-125 15</inkml:trace>
  <inkml:trace contextRef="#ctx0" brushRef="#br0" timeOffset="184396.98">27270 9261 541 0,'0'0'132'0,"0"0"34"16,0 0-40-16,0 0-31 15,23 0-40-15,0-5 4 16,5-2-9-16,3 3-9 16,-2 3-17-16,-2 1-13 15,-8 0-9-15,-6 0-4 16,-9 5-5-16,-4 10-3 16,0 3 8-16,-13 3 7 15,-1 0-4-15,1 0-3 16,0-2-1-16,9-5-1 15,4 1 1-15,0-1 0 16,4-7 1-16,10 5 3 16,4-3 0-16,-1-2 7 15,-4 4 2-15,0-3 4 0,-7 2 2 16,-3-1 3 0,-3 1 14-16,0-3 4 0,-3 3-4 15,-10-3-10-15,0 0-10 16,-3-3-9-16,3-3-2 15,0-1-19-15,1 0-47 16,2 0-67-16,3-4-94 16,0-4-156-16</inkml:trace>
  <inkml:trace contextRef="#ctx0" brushRef="#br0" timeOffset="184678.63">27697 9350 1171 0,'0'0'82'0,"0"0"39"16,0 0-60-16,0 0-36 16,0 0-15-16,10 0-7 15,-4-3-28-15,0-5-61 16,-2-3-140-16,2-1-349 16</inkml:trace>
  <inkml:trace contextRef="#ctx0" brushRef="#br0" timeOffset="185831.83">27866 9228 363 0,'0'0'81'16,"0"0"44"-16,0 0-6 16,0 0-34-16,0 0-11 15,0 0-16-15,0 0-5 16,0 0 1-16,0 0-10 16,0 0-5-16,0 0-6 15,0 0 1-15,0 0 2 16,0 0-5-16,0 0-2 15,0 0-6-15,0 0-5 16,0 0 0-16,0-3-1 16,3-1-9-16,4 1-3 15,6-1-4-15,0-1 0 16,2-3 2-16,2 4-2 16,3 0 1-16,-1 1-2 0,1-2 1 15,0 2 0 1,-5 3 1-16,-5 0-1 15,-2 0-1-15,-5 4-3 0,-3 11-1 16,0 6 11-16,-1 1 2 16,-12 5 0-16,0-1-2 15,-4 4-3-15,3-3-1 16,3-3 0-16,2-1-2 16,5-5 1-16,4 1-1 15,0-7 1-15,0-1 2 16,10 0 14-16,9-5 9 15,2 0-4-15,4-4-7 16,1 0-1-16,2-2-6 16,-2 0-4-16,-2 0-7 15,-5 0-2-15,-2-7-31 16,-1-3-34-16,-6 0-62 16,-1-4-163-16,-3 0-295 15</inkml:trace>
  <inkml:trace contextRef="#ctx0" brushRef="#br0" timeOffset="186612">28367 9293 569 0,'0'0'142'0,"0"0"22"0,0 0-10 15,19 0-47-15,0 0 2 16,7 0-20-16,1 0-21 16,-1 0-26-16,0-2-14 15,-4 2-12-15,-2-2-6 16,0 0-7-16,-4 1-1 16,3-2-2-16,-6 1-8 15,0-4-25-15,0 2-48 16,-4-3-66-16,-1 1-99 15,-2-4-127-15</inkml:trace>
  <inkml:trace contextRef="#ctx0" brushRef="#br0" timeOffset="187081.89">28881 9086 747 0,'0'0'41'15,"0"0"71"-15,0 0-23 16,0 0-25-16,0 0-19 0,-46 56-13 15,46-41-8 1,0-1 1-16,0 0 9 0,11 1-6 16,4 0 2-16,7 2-1 15,1-1-1-15,0 0 2 16,1 3-2-16,-1-2 6 16,-2-1-1-16,-7 0-7 15,-2-2-3-15,-5-2 1 16,-6-3-3-16,-1-2-2 15,0 2 1-15,0-1-3 16,-11 0-5-16,-5 0-6 16,-3-4-3-16,0-1-7 15,-2-3-22-15,-2 0-29 16,0 0-26-16,1-7-57 16,3-9-116-16,-1-3-130 15</inkml:trace>
  <inkml:trace contextRef="#ctx0" brushRef="#br0" timeOffset="187272.63">28922 9091 993 0,'0'0'121'0,"0"0"11"16,0 0-89-16,0 0-29 15,86-23-12-15,-74 18-28 16,1-1-71-16,-3-1-61 16,3-4-117-16,0 0-210 0</inkml:trace>
  <inkml:trace contextRef="#ctx0" brushRef="#br0" timeOffset="187673.84">29064 8743 771 0,'0'0'93'16,"0"0"98"-16,71 75-87 15,-36-36-10-15,4 5-31 16,6 4-4-16,-3 3-18 16,-6-1-1-16,-2 3-10 15,-6 1-2-15,-11-2 8 16,-11-1-7-16,-6-3 0 16,0-2-13-16,-3-3-5 15,-17-5-3-15,-2-2 3 16,-4-6-3-16,-1-2-4 15,1-4-3-15,-2-9-5 16,4-2-15-16,2-9-20 16,3-4-35-16,6 0-14 15,5-18-70-15,2-8-121 16,2-5-179-16</inkml:trace>
  <inkml:trace contextRef="#ctx0" brushRef="#br0" timeOffset="188486.29">29320 8739 398 0,'0'0'91'0,"0"0"52"0,0 0-11 16,0 0-32-16,0 0-8 15,-4-3-10 1,4 2-13-16,0-2 18 16,6-2-30-16,8 1-36 0,2-3 10 15,3 1-13 1,-2 2-8-16,2 2-6 0,-6-1-4 15,-2 3 0-15,-2 0-2 16,-6 0-5-16,-2 11-8 16,-1 4-3-16,0-1 13 15,0 0 2-15,0 2 1 16,-1-3-3-16,1-2 2 16,0 0-1-16,4 0 1 15,11 1 5-15,-1-2 0 16,2 2 5-16,0 2 2 15,-7-2 9-15,-1-1 5 16,-8 0 3-16,0 0 11 16,0-3 4-16,-8 0-2 15,-5-1-7-15,-2-1-15 16,-1-1-10-16,-1-3-4 16,1 1-5-16,-4-3-23 15,1 2-34-15,-4-2-55 16,1 0-103-16,-1 0-159 15</inkml:trace>
  <inkml:trace contextRef="#ctx0" brushRef="#br0" timeOffset="189618.44">28454 8751 190 0,'0'0'96'0,"0"0"21"16,0 0-3-16,0-5-20 16,0 4-31-16,7-1 3 15,2 0-13-15,5 0-2 16,1-1 9-16,3 2 0 16,5-2 1-16,6 2 0 15,3-3-18-15,4 1-1 16,6-1-5-16,6-1-10 15,2-2-5-15,5 0 1 16,1 1-12-16,2-3-4 16,-2 1-4-16,-2-2-1 15,-5 3 2-15,0-2 3 16,-4-1 0-16,-3 1 6 16,1 1 0-16,-1 1 3 15,3-1 1-15,-2-1-8 0,3 3-1 16,-2-3 5-16,-1 1 3 15,-4-1 2 1,-3 1-5-16,-7 1-1 16,-6 0 3-16,-8 2-2 0,-7 1-2 15,-2 4-5-15,-6 0-3 16,0 0-1-16,0 0-2 16,0 0-12-16,0 0-13 15,-3 0-25-15,-10 0-57 16,-4 4-108-16,-1-4-139 15,-2 4-379-15</inkml:trace>
  <inkml:trace contextRef="#ctx0" brushRef="#br0" timeOffset="199946.35">17371 16448 228 0,'0'-4'55'15,"0"1"-24"-15,0 0 27 16,0-1-24-16,-2 1-10 15,2 1 26-15,-1-1 3 16,1 0-18-16,0 2 3 16,0-2 0-16,0 3-5 15,0 0-10-15,0-3-3 16,-2 2-2-16,1 1 4 16,-4 0-8-16,1-3-12 15,-1 0 1-15,-1 3-2 16,0-2-1-16,-3 2 1 15,3-2 0-15,-2 2 0 16,-2 0-1-16,1 0-1 16,-4 0-4-16,3 0-4 15,-4 0 1-15,-1 0-1 16,2 6 7-16,-4-1-1 16,1 2 2-16,3 0-1 15,0-2 0-15,0 3 1 16,0-2-2-16,-1 4-1 15,0-2-2-15,-3 2 1 16,3 3 0-16,-4 0 1 16,4 3-6-16,-5-1-6 15,4 2-5-15,0-2 2 0,2 0-9 16,0 2 3-16,0-2-4 16,4 0 0-16,-2 0 24 15,3 1 4-15,0-1 1 16,-2 1 0-16,2 2 0 15,0 0 1-15,-1 1 0 16,-1 0 1-16,1 0-1 16,3-4 0-16,0 2 0 15,2-2 0-15,0 0 4 16,3-2-2-16,1 2 2 16,0 1 0-16,0 1-1 15,0 1-3-15,0-1 0 16,0 0 22-16,0-2 15 15,0-1-36-15,0-5-3 16,8-2 2-16,1-3-1 16,-2 1 5-16,2 2-3 15,1-4-2-15,-3 2-1 16,2 1 2-16,-1 0-1 16,1 2 0-16,0-1 0 15,0 2 0-15,2 0 0 16,1 2 1-16,-2-1-1 15,4-1-1-15,-2-3 2 16,2-1-1-16,1-2 1 16,0 0 15-16,0-1-12 15,1-1 0-15,-2 4 2 16,2-2-3-16,-3 2 2 16,1 1 5-16,0-2-4 15,0 3 3-15,-1-3 0 0,2 1 10 16,2-1-7-1,3-3-6-15,-1 3-2 0,1-4-2 16,0 0 0-16,-4 0-2 16,0 0 0-16,-3 2 1 15,-3-2-2-15,3 0 0 16,-4 1-1-16,1-1-1 16,3 0 1-16,0 0 0 15,1 0 4-15,2 0-4 16,0 0-3-16,-1 0 3 15,0 0 0-15,0 0-4 16,2-3 3-16,-2-1-2 16,0-1 6-16,0 2-3 15,-1-1 4-15,1 1-2 16,-2-1 0-16,-3 2 1 16,0 2-1-16,0-4 1 15,-3 4-1-15,-1-2 2 16,0 1 1-16,0-2-1 15,2-1 1-15,-1 0 0 16,1-1 3-16,1-1-1 16,2 1-3-16,-1-3-2 15,2 3 2-15,-2 1 1 16,0 0-3-16,-1-1 0 16,2 1 0-16,-4 0 0 15,5-2 8-15,-2-1-5 16,2 1-2-16,-2 0-1 15,0-2 0-15,0 2 0 16,-1-3 1-16,0-1 0 16,-1 2 0-16,-1-4 1 15,2 1 6-15,-4-1 8 16,1-1 2-16,-1 1 6 0,2-1-10 16,-4 0-1-16,1 1 5 15,-1-2 0-15,1 1-3 16,-1 0-9-16,-3 1 4 15,0 2-6-15,0-2-2 16,0 2 0-16,0-3-1 16,0 0-2-16,0 0 1 15,0 0 1-15,0-2-1 16,-3-2-1-16,2 2 2 16,-2 0-1-16,3 0 0 15,-1 1 0-15,-1 1 1 16,1 2 0-16,-4-2 1 15,1 2-2-15,-5-2 0 16,2 0 0-16,-4-1 1 16,2-4 0-16,1 2-1 15,0-3-1-15,1 0-1 16,-1-1 1-16,0 4 0 16,-1 1 0-16,-1 3 1 15,0 3-3-15,-6 3-1 16,0 2 7-16,-1 0-3 15,-3-1 0-15,-1 0 2 16,0 0 0-16,-2-1 0 16,2-5 1-16,0 3-1 15,-2-2 0-15,2 1-2 0,-3 1 3 16,1 2-2-16,-3 2 0 16,3 2 0-16,-2 2 5 15,2 0 10 1,0 0-11-16,1 0-4 0,2 0-2 15,-2 0 5-15,2 4-2 16,3 1 0-16,1-2 0 16,3 1-1-16,3-1 0 15,0 0-2-15,4-2-1 16,-1-1-34-16,2 0-80 16,1 0-75-16,-3 0-254 15</inkml:trace>
  <inkml:trace contextRef="#ctx0" brushRef="#br0" timeOffset="201424.81">30155 8637 673 0,'0'-1'99'0,"0"1"21"16,0-3-7-16,3-1-36 15,11 3-14-15,5-2 5 16,4-1-13-16,5 0-28 15,-1 1-14-15,0-1-10 16,1 0-3-16,-3-1-18 16,-4 1-35-16,-1 0-57 15,-5-1-47-15,-5-1-52 16,-9-2-99-16</inkml:trace>
  <inkml:trace contextRef="#ctx0" brushRef="#br0" timeOffset="201659.83">30132 8515 768 0,'0'0'77'0,"0"0"18"15,0 0 32-15,0 0-54 16,98-24-32-16,-68 20-30 15,-2 0-11-15,1 1-17 16,0 2-56-16,-5-4-96 16,-1 3-123-16,-1-2-293 15</inkml:trace>
  <inkml:trace contextRef="#ctx0" brushRef="#br0" timeOffset="201975.99">30910 8514 1039 0,'0'0'79'15,"0"0"54"-15,78-3-77 16,-50 2-33-16,-4 1-16 16,-4-1-9-16,-4-1-43 15,0 1-67-15,-3-2-39 16,-2-7-105-16,-2 3-155 0</inkml:trace>
  <inkml:trace contextRef="#ctx0" brushRef="#br0" timeOffset="202509.74">31472 8219 799 0,'0'0'60'15,"0"0"97"-15,0 0-57 16,0 0-56-16,0 0-43 16,0 0 5-16,-44 42 0 15,26-13 1-15,-1 3 0 16,6 0-3-16,3-3-1 15,5 0 2-15,5-2-3 16,0-2 2-16,0-5-4 16,11-1 1-16,3-4 3 15,4-1 6-15,-1-4 0 16,2-2-8-16,-1-4-1 16,0-3 2-16,-1-1 3 15,-2 0 5-15,-3-1 4 16,0-7 4-16,-3-5-7 15,-2-2 1-15,-3 2-4 16,-2-2 2-16,-2-1-5 16,0 5 5-16,0-1-4 0,-2 4-4 15,-9 0-1-15,-2 5 0 16,-6 3-3-16,0 0-5 16,-8 0-2-16,-2 9-2 15,-1 5-8-15,2 3-6 16,4-2-20-16,4 1-27 15,6-2-40-15,7-5-54 16,4 0-73-16,3-6-213 16</inkml:trace>
  <inkml:trace contextRef="#ctx0" brushRef="#br0" timeOffset="203480.08">31796 8445 754 0,'0'0'84'16,"0"0"58"-16,0 0-10 15,86-6-55-15,-58 2-32 16,-4 0-22-16,-1 1-19 16,-7-1-5-16,-3 0-22 15,-6 0-76-15,-4-3-78 16,-3-1-99-16,-1 2-262 15</inkml:trace>
  <inkml:trace contextRef="#ctx0" brushRef="#br0" timeOffset="203656.91">31819 8337 852 0,'0'0'67'16,"0"0"65"-16,0 0-37 15,101-12-43-15,-68 9-33 16,-1 0-18-16,-2-1-38 16,-5-1-73-16,-4-2-118 15,-3-1-147-15</inkml:trace>
  <inkml:trace contextRef="#ctx0" brushRef="#br0" timeOffset="204259.6">32290 8358 788 0,'0'0'137'16,"0"0"0"-16,0 0-29 16,38 81-11-16,-30-67-30 15,-1-3-29-15,-1-4-12 16,-1-4-5-16,-2-1-4 15,0-2-7-15,2 0-5 16,0 0 4-16,1-9 5 16,4-8-7-16,-3-5-7 15,2-1-8-15,-1-1-6 16,-2-1-6-16,-1 2-9 16,-1 5 5-16,-2 4 8 15,-1 6 8-15,-1 3 0 16,3 3 5-16,-1 2 2 15,1 0-4-15,2 4-8 16,2 6 9-16,1 4 8 16,0 1 3-16,1-3 12 15,-2 1-2-15,0-7-1 16,1-1-6-16,0-2-5 16,2-3 0-16,1 0 1 15,4 0 2-15,1-4 1 16,4-8-5-16,-1-3-5 15,2-1-2-15,0-1-5 16,-3 3 1-16,-1 4 0 16,-6 3 2-16,1 3 4 15,-5 2-2-15,-1 2-1 0,1 0-2 16,-1 8-2-16,2 7 6 16,1 4 4-16,0 0 5 15,2 1-3-15,1 0-2 16,0-2 0-16,-1 0-3 15,-1-5-14-15,-2-3-77 16,-7-8-168-16,-1-2-280 16</inkml:trace>
  <inkml:trace contextRef="#ctx0" brushRef="#br0" timeOffset="206300.24">30604 7990 698 0,'0'0'40'0,"0"0"21"16,0 0 9-16,-11 93 36 16,9-49-45-16,2 3-14 15,0 5-6-15,0 2-1 16,0-1 1-16,0 1-4 16,0-2-13-16,0 0-8 15,0-1 2-15,0-3-7 16,0-2 1-16,3-5-3 15,4-2-4-15,0-5-3 16,2-2 0-16,4-7-3 16,-1 0 2-16,1-6-1 0,1-1 0 15,1-5-1 1,-1-2 1-16,-1-3 1 0,3-3-2 16,1-2 0-16,6-3 0 15,8 0 1-15,3 0 4 16,7-3-4-16,2-3 3 15,5-2-2-15,2 1-1 16,2 0 3-16,4 0 0 16,5 1 1-16,3-1 0 15,2 2 0-15,2-1-4 16,3 1 0-16,2-2-2 16,1 0 3-16,-1 1-3 15,0-2 4-15,-1 1 0 16,-4 3-3-16,0-4 4 15,-6 3-3-15,-4-1 2 16,-5 1 2-16,2 0-2 16,-3 2 1-16,-3-1-2 15,3 0 0-15,0-1 1 16,-2 2-1-16,-2-1-1 16,-3 3 3-16,-2-2-2 15,-3 3-1-15,-3-1 0 16,-1 1 1-16,-4-3-1 15,1 1 0-15,-5 0 1 16,-4-2 1-16,-1 1 1 16,-4-1 5-16,-2 0-1 15,-1 0 8-15,-3 3-3 16,-1-3-1-16,1 1-2 16,-4-1-6-16,-1 1 1 15,2 2-2-15,-2-3 2 16,-6 0-2-16,4-1 6 0,0-1-3 15,1-1 0-15,0-4 1 16,1 0 2-16,1-4-3 16,-3-1-3-16,0-3 1 15,0-1-1-15,-2-3 1 16,-1 1 2-16,-3-1-1 16,0 0-2-16,0 0-1 15,0-2 0-15,0 2 2 16,0-1-2-16,-7 1 0 15,-2-5 1-15,0 2 0 16,1 0-1-16,-1-2 0 16,-2 1 0-16,2-1-1 15,-1 1 1-15,-3 1 0 16,2 0-1-16,0 0 2 16,-3 2-2-16,2-1 0 15,2 2-2-15,0 3 2 16,2-2-1-16,0 4 1 15,-2 2-1-15,3 0-2 16,-2 0 2-16,1 2-3 16,-7 2 2-16,2 0-5 15,-7 3 0-15,-4 1 0 16,-4 1 1-16,-7 0 2 16,-1 2 2-16,-3 1 1 15,-8 3-4-15,-3 0 3 16,-7 1 1-16,-8 0-1 0,-9 0-5 15,-4 1-2 1,-9 4 4-16,-1 3-3 0,-7-3 2 16,1 3 4-1,0-1 1-15,2 0 1 0,2-2-2 16,5 3 2-16,4-2-1 16,0-1 1-16,5 0 1 15,5 1 0-15,0 0-2 16,2 1 3-16,1 0-4 15,5-1 1-15,4 0-1 16,6 4 1-16,7-6 2 16,14 2-4-16,9-3 6 15,9-1-4-15,6 0 3 16,7-2-3-16,1 0 4 16,0 0-4-16,0 0 4 15,0 0-1-15,0 0 3 16,0 0-1-16,-3 0-2 15,-1 0-2-15,-2 0 0 16,-4 0 0-16,1 0 5 16,-1 2-4-16,0-2 0 15,3 0 2-15,1 0-1 16,1 0 0-16,0 0-4 16,2 0 3-16,-1 0 1 15,1 0-2-15,0 0 1 16,1 0-1-16,1 0 1 15,1 0-1-15,0 0 0 16,0 0 0-16,0 0-5 16,0 0-16-16,0 0-31 15,13 0-70-15,1 0-89 16,4 0-155-16</inkml:trace>
  <inkml:trace contextRef="#ctx0" brushRef="#br0" timeOffset="207867.05">30867 7299 633 0,'0'0'63'0,"0"0"19"0,0 0 44 16,-16 0-64-16,-3 7-10 16,-2 1-18-16,-1 2-9 15,-1 1-14-15,3 1-4 16,5-2-1-16,9 0 0 16,5-3-2-16,1 1-7 15,4 0 11-15,15 1 14 16,7 1 2-16,3 0-5 15,-3 0 6-15,-3-1 11 16,-5-2-4-16,-6 0-7 16,-10-2-16-16,-2-1-6 15,-10 3 21-15,-12 0 22 16,-7 0-25-16,-3 1-14 16,2-1-7-16,1-1-11 15,5-5-31-15,8-1-53 16,4 0-79-16,8-7-134 15,4-9-193-15</inkml:trace>
  <inkml:trace contextRef="#ctx0" brushRef="#br0" timeOffset="209212.15">30943 6939 813 0,'0'0'74'0,"-11"85"89"15,11-28-13 1,0 2-68-16,0-2-24 0,0-3-16 16,13-6-10-16,-1-5-6 15,2-11-3-15,-1-4-14 16,-3-8-3-16,2-5-2 15,-5-3-4-15,0-7 1 16,-1-3-2-16,2-2-7 16,1 0-7-16,3-11 7 15,4-9 3-15,1 1-12 16,0-1-12-16,-2-3 6 16,-2 6 10-16,-3 3 8 15,-4 4 7-15,-2 6 0 16,-3 0 1-16,-1 4 5 15,0 0-2-15,0 0-9 16,0 0-4-16,0 0-1 16,2 8 6-16,2 1 2 15,3 2 2-15,2-3-3 16,4-1 0-16,3-1-1 16,0 0 2-16,-2-2 0 15,-1-3 1-15,-3-1 0 16,-4 0-2-16,-1 0 3 15,-4 0 2-15,-1 0 8 16,0-7-2-16,0-5-4 16,0-1 0-16,-4-4-4 15,-8 1-3-15,-1-1 1 16,-1 4-6-16,-2 1-6 0,1 3-5 16,5 2-5-1,0 3-14-15,4 4-10 16,3 0-32-16,3 0-22 0,0 0-58 15,3 0-49-15,13 3 22 16,6 2 4-16,4 4 49 16,4 1 90-16,2 3 46 15,0 3 6-15,-2-1 60 16,-1 5 15-16,-5 7 2 16,-2-2 13-16,-3 3-13 15,-5-1 12-15,-2 2-14 16,-3-3 37-16,-2-2-5 15,-3-1-23-15,-1-5-25 16,-3-3-27-16,0-4-5 16,0-3-11-16,0-4-11 15,0-4 0-15,-3 0 20 16,-7-3 0-16,1-13-23 16,-1-5-8-16,1-7-5 15,0-7 4-15,3-4-3 16,3-1-8-16,3-3-9 15,0 3 6-15,1 8 2 16,12 5 0-16,5 3 0 16,2 12 3-16,0 6 5 15,-1 6 0-15,1 0 0 16,-4 6 1-16,-3 11 4 16,-2 3 4-16,-6 3 3 15,-4-1 4-15,-1-1 0 16,0 0 0-16,-13-6-4 15,-6 0-5-15,2-2-2 16,-2-5 2-16,2-1-5 0,4-3-3 16,4-2-3-1,5-2 2-15,4 0 3 16,0 0-5-16,9-6-8 0,11-2-2 16,7-7 3-16,11-1 8 15,5-3 3-15,2 2 0 16,1 0 2-16,-1-1-5 15,-5 2 5-15,-8 0 1 16,-9 0-1-16,-7 0 1 16,-9 2 6-16,-7 0 6 15,0-1 1-15,-2 3-8 16,-13 2-5-16,-4 3 0 16,-4 5-2-16,-3 2-3 15,0 0 3-15,-3 16-3 16,3 3 3-16,6 4 0 15,4 2 2-15,12 1 0 16,4-2 0-16,5-1 3 16,20-1 1-16,11-3-2 15,5-3-5-15,2 0-3 16,0-5-24-16,-4-3-55 16,-7 0-116-16,-9-4-134 15,-13-1-234-15</inkml:trace>
  <inkml:trace contextRef="#ctx0" brushRef="#br0" timeOffset="209897.86">30695 7670 321 0,'0'0'105'15,"0"0"24"-15,-4 0-9 16,4 0-24-16,4 0-17 16,18 1-5-16,15-1 69 15,17 0-35-15,21 0-31 16,20-4-32-16,19-8-13 15,10-1-6-15,9-2-9 16,3-2-9-16,-5 2-10 16,-9 0 3-16,-20 2-2 15,-17 0 0-15,-21 2-9 16,-23 4 5-16,-20 0-1 0,-18 2 4 16,-3 1-5-1,-26 4 11-15,-20 0-13 16,-16 0 0-16,-19 3-1 0,-19 12-10 15,-12 5-6 1,-11 5 9-16,0 2 4 0,3 5 10 16,12-1 3-16,18-4 2 15,27-2-5-15,27-6 3 16,32-6-1-16,19-6-14 16,52-7 25-16,31 0 11 15,23 0 26-15,21-10-15 16,4-7-20-16,-3-2-13 15,-18 3-1-15,-18-4-22 16,-26 5-64-16,-26-2-122 16,-25 2-133-16</inkml:trace>
  <inkml:trace contextRef="#ctx0" brushRef="#br0" timeOffset="-207290.9">25451 11317 702 0,'0'0'61'15,"0"0"45"-15,0 0-6 16,0 0-22-16,13-2-18 16,2-3-12-16,3 0-1 15,4 1-5-15,3 2-1 16,7-3-3-16,8 1-7 16,3-1-5-16,8 0-2 15,3-2-5-15,2-1-11 16,1 0-4-16,-3 0 0 15,-9-1 0-15,-7 2-1 16,-10 2-2-16,-11 3-1 16,-7 0 0-16,-10 0-4 15,0 1-16-15,-2-1-12 16,-17 2-46-16,-6 0-77 16,-4 0-76-16,-3 0-69 15,-2 7-170-15</inkml:trace>
  <inkml:trace contextRef="#ctx0" brushRef="#br0" timeOffset="-207047.52">25532 11410 780 0,'0'0'107'0,"0"0"24"0,0 0-42 15,0 0 33-15,0 0-33 16,95 0-36-16,-54-3-16 16,3-4-14-16,0-2-13 15,-2 3-8-15,-3-1-7 16,-6 1-44-16,-4 3-55 16,-6 1-103-16,-9-1-167 15</inkml:trace>
  <inkml:trace contextRef="#ctx0" brushRef="#br0" timeOffset="-206210.29">25604 11720 806 0,'0'0'99'0,"0"0"44"16,0 0-45-16,0 0 15 16,31 16-29-16,-10-5-23 15,4 0-14-15,-2 2-13 16,2-2-3-16,-4 1-11 16,1-3-9-16,-6 2-4 15,-2-3-4-15,-2 2-2 16,-5-1-1-16,0 0-2 0,-3-1-9 15,-1-3-13-15,-1 1-19 16,-2-3-36-16,0-2-50 16,0-1-77-16,0 0-109 15,0-8-259-15</inkml:trace>
  <inkml:trace contextRef="#ctx0" brushRef="#br0" timeOffset="-205996.61">25825 11732 683 0,'0'0'76'0,"0"0"65"15,0 0-15-15,0 0-30 16,-84 59 4-16,60-37-37 16,-1 0-31-16,3-4-14 15,2-3-12-15,6-5-5 16,5-2-9-16,6-5-60 15,2-2-99-15,1-1-136 16,0 0-269-16</inkml:trace>
  <inkml:trace contextRef="#ctx0" brushRef="#br0" timeOffset="-204789.88">26279 11272 653 0,'0'0'122'0,"0"0"46"16,0 0-18-16,8 0-16 16,13-7-31-16,9-1-41 15,12-3-15-15,4-2-12 16,9-2-11-16,4 4-5 15,0-2-7-15,-1-1-3 16,-7 5-5-16,-10 0-2 16,-9 2-5-16,-13 3-10 15,-9 3-28-15,-10 0-25 16,0 1-34-16,-14 0-40 16,-12 0-147-16,-10 2 8 15,-5 9-59-15</inkml:trace>
  <inkml:trace contextRef="#ctx0" brushRef="#br0" timeOffset="-204537.17">26317 11330 649 0,'0'0'117'15,"0"0"77"-15,0 0-49 16,0 0-32-16,0 0-5 15,76 2-32-15,-34-9-35 16,5-1-19-16,0-1-5 0,-4 1-9 16,-4 0-8-1,-4 2 2-15,-8 0-12 0,-5 1-30 16,-6 1-32-16,-2 1-51 16,-5 0-116-1,-5 2-93-15,-4 1-234 0</inkml:trace>
  <inkml:trace contextRef="#ctx0" brushRef="#br0" timeOffset="-203322.47">26467 11655 673 0,'0'0'71'0,"0"0"68"15,0 0-52-15,0 0 0 16,11-15-34-16,-11 15-21 16,0 3-11-16,1 7 24 15,1 5 1-15,1 0-10 16,0 0-8-16,0-1 3 15,1 1-17-15,2-3-3 16,4-5-4-16,-2 0-2 16,7-3-2-16,-2-3 0 15,2-1 0-15,2 0 0 0,0 0 1 16,-1-9-3-16,0-4 1 16,-2 0-2-16,-2-2-4 15,1-2-4 1,-6 1 3-16,2 3-1 0,-2-1 4 15,-3 3 0-15,-1 3 2 16,-2 2 1-16,1 4-1 16,-2 2 1-16,0 0-2 15,0 0-3-15,0 1-2 16,0 14 0-16,0 4 8 16,0 6 5-16,0 8 4 15,6 3 11-15,4 5 10 16,7 3 19-16,3 2 5 15,1 0-30-15,0-5-6 16,-1-1 25-16,-2-5-10 16,-4-6-27-16,-5-8 6 15,-3-7 4-15,-5-4-7 16,-1-5-1-16,0-1 6 16,-13-4 8-16,-8 0 2 15,-8 0-20-15,-6 0-5 16,-1 0-7-16,0-4-22 15,1-3-14-15,6-1-23 16,5-2-19-16,5-1-8 16,9-3-47-16,7-3-134 15,3 1-133-15,0-4-251 16</inkml:trace>
  <inkml:trace contextRef="#ctx0" brushRef="#br0" timeOffset="-202427.7">26970 11685 647 0,'0'0'112'16,"0"0"102"-16,0 0-62 15,64 0-40-15,-41 0-40 16,-1 0-30-16,-1-4-18 16,-3-1-14-16,-5 1-9 15,-4 1-12-15,-5 1-43 16,-4-2-48-16,0-1-88 16,-2-1-166-16,-9-1-296 15</inkml:trace>
  <inkml:trace contextRef="#ctx0" brushRef="#br0" timeOffset="-202222.79">26998 11588 879 0,'0'0'78'0,"0"0"80"15,0 0-50-15,0 0-76 16,0 0-26-16,0 0-4 15,81-10-24-15,-68 7-70 16,-5-3-64-16,1-1-132 16,2-4-396-16</inkml:trace>
  <inkml:trace contextRef="#ctx0" brushRef="#br0" timeOffset="-194622.63">18344 5969 239 0,'1'0'48'15,"2"0"32"-15,0 0-3 16,2 0-5-16,-1 0 5 15,-1 0-18-15,0 0-15 16,-2 0-15-16,1 0-6 16,-1 0-7-16,2 0-16 15,-3 0-1-15,1 0 1 16,1 2 0-16,-1 1 1 16,1 0 1-16,1-1 1 15,1 0-1-15,2 0 1 16,0 0 0-16,2 1 1 15,2-2 4-15,-1-1 1 16,4 0-2-16,0 0-5 16,0 0-1-16,1 0 1 15,1 0 2-15,-1 0-2 16,1-3-1-16,-1-2 2 0,-2-2-5 16,1-3 2-1,-3 0-5-15,-1-3 4 0,0 1-14 16,-3-3-3-16,0-2-8 15,0-1-12-15,-3 2-4 16,0-3 9-16,-2 2 5 16,-1 0 1-16,0-2 0 15,0 3-28-15,0-2 34 16,0 2 11-16,-3-1-9 16,-1 2 17-16,-2 1-4 15,2 0 6-15,-2-1 2 16,-1 2 1-16,0-2 1 15,-1 2 1-15,1 2 0 16,-4-1 3-16,2 2-5 16,-1 0-1-16,0 2 2 15,-2 3 1-15,-1 3-2 16,-3 2-4-16,-1 0-2 16,-2 0 1-16,-2 6 4 15,2 7 4-15,-3 2 5 16,2 2 0-16,1 3 4 15,-1 3-2-15,0 5 5 16,4-1-5-16,0 4-3 16,1 2-3-16,7 1 1 15,1-2-2-15,7-1-2 16,0-2 4-16,3-4 4 16,15-2 3-16,4-6-1 15,4-3-1-15,4-2-5 16,3-5-7-16,2-3-6 0,-2-1-58 15,-1-3-22 1,-6 0-81-16</inkml:trace>
  <inkml:trace contextRef="#ctx0" brushRef="#br0" timeOffset="-192150.34">27814 11207 303 0,'0'0'62'15,"0"0"35"-15,0 0-14 16,0 0-25-16,0 0-5 16,0 0 1-16,0 0-10 15,0 0 0-15,0 0 2 16,0 0-2-16,0 0-6 15,0-2 5-15,0 2 4 0,0 0-11 16,0-2-1 0,0 2 0-16,0 0-1 0,0-2-1 15,0 2-8-15,0-2-9 16,0 0-10-16,0 2-3 16,0-2 1-16,0 1 0 15,0 1 4-15,0 0 3 16,0 0 0-16,0-1 0 15,0 1-2-15,0 0 0 16,0 0-1-16,0 0-6 16,0 0 3-16,0 0 0 15,1 0-4-15,4 0-5 16,3 8 0-16,1 9 2 16,0 4 3-16,2 4 4 15,-2 3 13-15,-2-1-2 16,2 2-3-16,-2-5 2 15,0-1-5-15,0-2 1 16,-1-5-4-16,-1-5 1 16,-2-1-4-16,-1-4-2 15,0-1-3-15,-1-4 2 16,1-1-5-16,-1 0-17 16,-1 0-40-16,0 0-45 15,0 0-78-15,0-1-124 16,-6-4-143-16</inkml:trace>
  <inkml:trace contextRef="#ctx0" brushRef="#br0" timeOffset="-191620.65">27479 11600 426 0,'0'0'90'15,"0"0"74"-15,0 0-32 16,0 0-43-16,-2 0-8 16,10 0 8-16,9 0-21 15,9 0 7-15,9 0-20 16,8 0-2-16,12 0-12 16,11 0-8-16,11 0-8 15,8-1-8-15,3-1-3 16,6-1-4-16,1-1-3 15,-2 2-2-15,-5-2-4 16,-7 1 6-16,-10 0-1 16,-11 3 6-16,-11 0-1 15,-11 0-9-15,-12 0-1 16,-13 0-2-16,-6 0-3 16,-4 0-10-16,-3 0-11 15,0 0-2-15,0 0-20 16,-5 0-62-16,-9 0-119 15,-2 2-113-15,-4 2-192 16</inkml:trace>
  <inkml:trace contextRef="#ctx0" brushRef="#br0" timeOffset="-190965.99">27755 11817 418 0,'0'0'94'0,"0"0"40"15,0 0-14-15,0 0-31 16,-36 23-10-16,21-1 1 15,-2 4-7-15,0 5-6 16,1 5-21-16,1 0-5 16,7 1-11-1,3 0-6-15,5-3-1 0,0-3 1 16,2 0 0-16,12-6 0 16,2-3-14-16,1-3-1 15,1-2 0-15,-1-1-6 16,-4-4-2-16,-4 2-1 15,-2-2-1-15,-3-2-10 16,-1-2-40-16,-3-1-62 16,0-4-41-16,0-3-113 15,0 0-134-15</inkml:trace>
  <inkml:trace contextRef="#ctx0" brushRef="#br0" timeOffset="-190182.45">27866 12027 425 0,'0'0'100'16,"0"0"46"-16,0 0-28 15,0 0-27-15,0 0 2 16,0-4-8-16,6 0-12 16,4-1-37-16,3-1-12 15,3 2 0-15,4-2-7 16,-3 2-3-16,-1 1-1 16,0 2-8-16,-7 1-5 15,-5 0-3-15,-4 0-3 16,0 0-1-16,0 8 4 15,0 4 5-15,-3 1-3 16,0 0-11-16,2 1-8 16,1-1 15-16,0 2-3 15,0-2 3-15,10-1 4 16,2-1 2-16,-1 1-1 16,-1-2 2-16,-1-2 1 0,-4 1 13 15,-3-1 9-15,-1-1 7 16,-1 0 4-16,0-2 2 15,0 0-4-15,-10 1-9 16,-1-3-10-16,-5 1-11 16,0-2-2-16,0-2-18 15,0 0-41-15,-1 0-47 16,4 0-90-16,4 0-104 16,2-2-269-16</inkml:trace>
  <inkml:trace contextRef="#ctx0" brushRef="#br0" timeOffset="-189965.1">28220 12111 1156 0,'0'0'69'16,"0"0"70"-16,0 0-90 15,0 0-27-15,0 0-16 16,7 0-3-16,-7 0-5 16,0 0-52-16,-3-4-83 15,-4-4-285-15</inkml:trace>
  <inkml:trace contextRef="#ctx0" brushRef="#br0" timeOffset="-189300.75">28325 11979 736 0,'0'0'85'0,"0"0"69"16,0 0-28-16,77-17-51 15,-53 14-23-15,-2 3-25 16,-3 0-17-16,-6 0-7 16,-6 1-3-16,-7 11 2 0,0 6 1 15,0 3 4 1,-10 1 1-16,-3 2-3 0,0 1-2 16,4-6-1-16,1 1 0 15,5-4-1-15,3-3 0 16,0-1-1-1,0-5 1-15,11 2 1 0,1-2 4 16,4-1 5-16,4-3 4 16,0-3-9-16,-1 0-5 15,1 0-8-15,-3 0-45 16,-2 0-77-16,-5-5-102 16,0-3-171-16</inkml:trace>
  <inkml:trace contextRef="#ctx0" brushRef="#br0" timeOffset="-187610.09">28689 12059 530 0,'0'0'146'0,"0"0"-7"16,9 0 3-1,4 0-14-15,5 0-29 0,4 0-23 16,-3 0-15-16,3 0-14 16,-6 0-17-16,-1 0-18 15,-4 0-10-15,-4 0-2 16,-3 0-15-16,-1 0-47 15,0 0-46-15,-2-1-68 16,1-2-102-16,-1-2-164 16</inkml:trace>
  <inkml:trace contextRef="#ctx0" brushRef="#br0" timeOffset="-187199.5">29011 11944 723 0,'0'0'86'16,"0"0"10"-16,0 0-6 16,0 0-51-16,0 0 9 15,-1 18-18-15,1-8 1 16,0 1 0-16,0 1 0 15,0 4-1-15,7-1 1 16,6-1-6-16,0 3-4 16,0-1 1-16,3 1-7 15,-4-2-1-15,0-2 7 16,-3-1-1-16,0 1-4 16,-5-6 2-16,0 1-3 0,-1-3-5 15,-3-3-2-15,0 2-5 16,0-4-2-16,0 0 2 15,-11 0 0-15,-4 0 1 16,-2 0-28-16,-3 0-26 16,-2 0-54-16,2-11-66 15,1-1-90-15,2-2-76 16</inkml:trace>
  <inkml:trace contextRef="#ctx0" brushRef="#br0" timeOffset="-187017.28">29052 11923 744 0,'0'0'154'0,"0"0"-12"16,0 0-93-16,92-23-36 16,-70 20-10-16,-2 2-4 15,-4-1-43-15,-2 0-72 16,-2-2-92-16,-2-2-233 15</inkml:trace>
  <inkml:trace contextRef="#ctx0" brushRef="#br0" timeOffset="-186595.54">29290 11667 678 0,'0'0'126'0,"0"0"23"16,74 72-41-16,-44-40-19 15,-4-2-11-15,-3 4-40 16,-3 0 1-16,-5 0 7 16,-3-1-8-16,-4-2-5 15,-4-1 0-15,-1-1-3 16,-3-2-12-16,0-2-7 16,0 0 1-16,-3-2-8 15,-9 1-1-15,-3-5-3 16,0-2 0-16,-2-3-17 15,-2-4-30-15,5-7-47 16,2-3-62-16,1 0-134 16,5-17-240-16</inkml:trace>
  <inkml:trace contextRef="#ctx0" brushRef="#br0" timeOffset="-186082.61">29540 11703 801 0,'0'0'103'0,"0"0"31"0,0 0-64 16,79-12-24-16,-54 11-5 15,-5 0-13-15,-1 1-11 16,-8 0-9-16,-5 0-4 16,-4 4-1-16,-2 6 0 15,0 1 10-15,-12 3 1 16,-4 1-2-16,0 0-2 16,3-2-9-16,3-2 2 15,6-3-1-15,2-3-2 16,2 1 1-16,0-2-1 15,6-2 1-15,10 0-2 16,3-2 4-16,4 0-20 16,0 0-67-16,-3-2-96 15,-1-8-118-15,-5 0-275 16</inkml:trace>
  <inkml:trace contextRef="#ctx0" brushRef="#br0" timeOffset="-184731.23">28608 11590 305 0,'0'0'95'16,"0"0"17"-16,0 0-33 15,8 0-23-15,-1 0 15 16,1 0-7-16,4 0-2 16,-2 0 6-16,6 0-7 15,0 0-20-15,4-1 1 16,3 0 4-16,1-1 2 0,3 1 3 15,2 0-20 1,1-1-10-16,2 2-5 0,2-1-10 16,-2 1-2-16,-2-1-2 15,2 1 0-15,0-3-2 16,-2 1 2-16,-1 0 0 16,-3 1 0-16,2-2 2 15,-1-1 0-15,0 4 0 16,2-1 1-16,2-2-1 15,0 0 2-15,3 0-2 16,-1 1-1-16,-3-1 4 16,2-1 4-16,-3 4 1 15,0-1 5-15,-2-1-5 16,-1 1-2-16,0 1-2 16,-4-2-4-16,-3 1-3 15,-5-1 1-15,2 1-2 16,-3 0 1-16,-2-2 1 15,-2 1 2-15,0 2 3 16,-1-4-2-16,-2 4-2 16,-1 0 1-16,-2 0 0 15,-2 0 0-15,2 0 0 16,-3 0-1-16,0 0 1 16,1 0-3-16,-1 0 0 15,0 0-1-15,0 0 0 16,0 0-8-16,0 0-11 15,0 0-43-15,-7 0-72 16,-2 0-175-16,-2 0-247 16</inkml:trace>
  <inkml:trace contextRef="#ctx0" brushRef="#br0" timeOffset="-183633.53">30181 11495 763 0,'0'0'104'0,"0"0"51"15,59-5-21-15,-31 2-57 16,-3 2-24-16,-1-3-23 16,-4 4-23-16,-7-4-9 15,-3-1-25-15,-10 1-75 16,0-3-84-16,-3-4-160 15,-14 3-241-15</inkml:trace>
  <inkml:trace contextRef="#ctx0" brushRef="#br0" timeOffset="-183462.65">30204 11371 869 0,'0'0'72'15,"0"0"76"-15,0 0-72 16,107-19-68-16,-74 13-11 16,-1 1-74-16,-6-1-134 15,-7-2-155-15</inkml:trace>
  <inkml:trace contextRef="#ctx0" brushRef="#br0" timeOffset="-182383.68">31267 10895 674 0,'0'0'44'0,"0"0"63"15,0 0 35-15,23 35-33 16,-14-15-32-16,2 1-16 16,-3 0-16-16,0 0-14 15,-2-1-14-15,0 0-5 16,-2-2-8-16,-1-2-1 16,0-2-3-16,0-1-12 15,1-3-34-15,-1-1-44 16,0-2-59-16,0-1-119 15,-3-5-227-15</inkml:trace>
  <inkml:trace contextRef="#ctx0" brushRef="#br0" timeOffset="-181886.12">30854 11265 546 0,'0'0'141'15,"0"0"-2"-15,0 0-42 0,0 0-10 16,0 0-4-16,19 4 24 16,11-4-10-16,13 0-33 15,12 0-16-15,13 0-11 16,7 0-11-16,12-4-10 16,1-2-5-16,3 2-1 15,0-1-2-15,1 1-2 16,-4-3-5-16,-8 1 5 15,-9-1-4-15,-15 0 3 16,-11 2 2-16,-13 0-4 16,-11 1 0-16,-6 0-1 15,-5 2-2-15,1-2-2 16,0 2-6-16,0 0-8 16,1 1-21-16,-4 1-25 15,1 0-38-15,-3 0-56 16,-6 0-73-16,0 0-113 15,-9 1-258-15</inkml:trace>
  <inkml:trace contextRef="#ctx0" brushRef="#br0" timeOffset="-176933.65">31040 11428 546 0,'0'-1'98'16,"0"1"40"-16,-1 0-45 15,-12 0-30-15,-5 12-5 16,-5 7 0-16,-4 8 10 16,-2 3-14-16,-1 8-6 15,3-2-11-15,5 4-5 16,3-1-5-16,7 1-5 16,9-1 1-16,3-1-2 15,0-2-3-15,12-2-2 16,8-4-3-16,5-1-2 15,-1-6-3-15,2-3-5 16,-4-2 0-16,-3-6-3 16,-5-4-1-16,-7 0-9 15,-4-4-32-15,-3-3-53 0,0-1-64 16,-3 0-127-16,-7 0-322 16</inkml:trace>
  <inkml:trace contextRef="#ctx0" brushRef="#br0" timeOffset="-176293.09">31186 11605 606 0,'0'0'41'15,"0"0"84"-15,0 0-16 16,0 0-35-16,0 0-3 15,-64 21-20-15,47-2-13 16,3 3 6-16,-1 2-5 16,5 3-12-16,4-2-13 15,2 1 1-15,4-1-5 16,0-2-2-16,0-3 0 16,9-2-3-16,4-4 1 15,5-1 2-15,2-5-3 16,3-3-3-16,1-3 0 0,-1-2 0 15,-1 0-2 1,1 0 2-16,-4-1-1 0,-3-7 1 16,-2-2 0-16,-4 0 0 15,-3-3-1-15,-4 3 1 16,-1-3 1-16,-2 3 0 16,0 1-1-16,-2 1-4 15,-8 4 0-15,-3-2-4 16,-1 5 4-16,-1 1 1 15,-2 0-1-15,-2 0 1 16,3 1 2-16,-1 9 0 16,4-1 0-16,1-1-2 15,1 3-3-15,5-3-15 16,5 0-51-16,1-3-65 16,0-2-95-16,0-3-73 15,10 0-213-15</inkml:trace>
  <inkml:trace contextRef="#ctx0" brushRef="#br0" timeOffset="-176052.87">31537 11730 889 0,'0'0'120'0,"0"0"-4"16,0 0-76-16,85-11-22 15,-72 11-16-15,0-1-25 16,-4-1-47-16,-2 2-84 16,-1-4-25-16,1 0-142 0</inkml:trace>
  <inkml:trace contextRef="#ctx0" brushRef="#br0" timeOffset="-175615.83">31826 11594 620 0,'0'0'78'15,"0"0"32"-15,0 0 13 16,0 0-40-16,0 0-15 16,0 0-25-16,-22 16-14 15,22-8-8-15,0 1-1 16,0 1-6-16,0 1 2 16,12 0 0-16,2 1 7 15,1-1-5-15,-1 1-3 16,2-1-3-16,-3 0 1 15,0 3 8-15,-4-4 1 16,-2 3 4-16,-1-1-3 16,-4-1 4-16,1 2 0 15,-3-3 0-15,0 2-9 16,0-3-6-16,0 1-7 16,0-1-3-16,-5-2 0 15,-7 0 0-15,-1-2-8 16,-3-2-14-16,0-3-29 15,-1 0-26-15,5 0-72 16,-2-6-124-16,4-6-113 16</inkml:trace>
  <inkml:trace contextRef="#ctx0" brushRef="#br0" timeOffset="-175397.02">31940 11558 884 0,'0'0'178'0,"0"0"-42"16,0 0-112-16,91-23-22 16,-74 18-23-16,-4 3-83 15,-1-2-60-15,-1-2-58 16,1-2-421-16</inkml:trace>
  <inkml:trace contextRef="#ctx0" brushRef="#br0" timeOffset="-174896.95">32081 11336 361 0,'0'0'107'0,"0"0"81"16,0 0-60-16,0 0-9 16,0 0 4-16,102 59-20 15,-72-30-28-15,2 5-14 16,-2 2-4-16,-4 0-14 16,-3 6-7-16,-5-1-7 15,-6-1-1-15,-3-2-1 16,-7 1 2-16,-2-4-11 15,0 1-1-15,-5-5-2 16,-10-1-5-16,-2-3-4 16,2-5-1-16,0-3-5 15,2-5 1-15,0-5-12 16,4-3-26-16,-2-5-24 16,5-1-54-16,0 0-98 15,3-15-140-15,3-7-236 16</inkml:trace>
  <inkml:trace contextRef="#ctx0" brushRef="#br0" timeOffset="-174413.62">32456 11368 624 0,'0'0'109'0,"0"0"50"16,0 0-31-16,0 0-40 15,0 0-18-15,10-23-15 16,4 22-7-16,1-2-3 16,0 2-7-16,-3 1-10 15,1 0-7-15,-3 0-8 16,-6 0-11-16,2 1-2 16,-3 6-1-16,-3 3 0 15,0-1-1-15,0 5 3 16,0-2 2-16,-3 2 1 15,-3-2-1-15,2-1-1 16,3-2 0-16,1-1 0 16,0-1-1-16,0 1-1 15,7-3 1-15,6 0 0 16,4-2-2-16,3-3-10 16,-1 0-60-16,1 0-63 15,-3 0-138-15,-2-13-251 16</inkml:trace>
  <inkml:trace contextRef="#ctx0" brushRef="#br0" timeOffset="-173780.99">32708 11246 596 0,'0'0'141'0,"0"0"30"16,0 0-41 0,0 0-42-16,65 0-19 0,-52 0-46 15,-3-3-16-15,1-1-6 16,-1 0-1-16,-2-1-19 16,-2 1-76-16,-4-5-72 15,-2 1-110-15,0-2-274 16</inkml:trace>
  <inkml:trace contextRef="#ctx0" brushRef="#br0" timeOffset="-173597.58">32688 11139 885 0,'0'0'118'16,"0"0"-4"-16,0 0-94 15,88-19-18-15,-56 17-6 16,-2-2-43-16,2 0-103 16,-3-2-88-16,-1 0-285 15</inkml:trace>
  <inkml:trace contextRef="#ctx0" brushRef="#br0" timeOffset="-165212.58">33285 10981 603 0,'1'-3'100'16,"0"2"19"-16,-1-1 31 15,0 2-54-15,0 0-50 16,0 5-18-16,0 9 7 16,0 6 23-16,0 3 0 15,0 4-1-15,0 2-15 16,0-2-9-16,0 2-7 16,0-2 1-16,0-4-7 0,5-1-5 15,-1-6-3 1,-1-2-6-16,-1-6-3 0,-1-2-2 15,-1-2-2-15,0-2-19 16,0-2-37-16,0 0-45 16,-12 0-89-16,-1-6-221 15,-2-1-340-15</inkml:trace>
  <inkml:trace contextRef="#ctx0" brushRef="#br0" timeOffset="-164058.62">33036 10930 596 0,'0'0'78'0,"0"0"5"0,0 0 43 15,0 0-25-15,-23 93-14 16,14-57-12-16,2 2-11 16,-1 1-19-16,0 3-11 15,1-3 2-15,0-1-5 16,1-1-3-16,3-3-2 15,0-2-8-15,3-5-6 16,0-4-5-16,0-1 1 16,0-5-4-16,0-2-1 15,0-2 2-15,8-3 0 16,2-1-1-16,0-4 5 16,3 1-2-16,6-4 1 15,6 0 7-15,4-2-1 16,5 0-4-16,2 0-5 15,1 0-5-15,0 0 2 16,1 0-3-16,-3 0 2 16,-2 0 0-16,0 0-1 15,-1 0-1-15,0 0 1 16,-2 0 1-16,-1 0 0 16,-3 0-2-16,-3 0 2 15,-4 0-1-15,-3 0 2 16,-4 0-2-16,-4 0 1 15,2 0 0-15,-2 0-1 16,-3 0 1-16,1-2 5 16,0-4 5-16,2-1-1 15,0-2 0-15,-2-4 3 16,2-1-5-16,-1-4-4 16,-1-3 0-16,2-4-1 15,-3-4-1-15,1-3-1 0,1-4-1 16,-2-3 0-1,0-1 0-15,1-2 3 0,0-1-4 16,2 3 0-16,-2 2 0 16,-3 4 0-16,2 1-1 15,-2 6 3-15,-2 5 0 16,-1 1-2-16,0 6-1 16,0 3 0-16,0 4 2 15,0 1 0-15,0 2-1 16,0 2 0-16,-1-1 0 15,-10 2-3-15,-4-1-3 16,-7 2 2-16,-9-2 1 16,-9 3 3-16,-5 0 2 15,-5 0 0-15,-2 0-1 16,-2 3 0-16,2 1 1 16,4-1 0-16,1 1-1 15,5-1 2-15,3 0-1 16,8-2-1-16,6 1 0 15,5-2 0-15,5 0 0 16,7 0-1-16,3 2-3 16,5 0-24-16,-1-2-14 15,1 1-14-15,0 0-51 16,0 2-90-16,3 0-154 16,2 1-137-16</inkml:trace>
  <inkml:trace contextRef="#ctx0" brushRef="#br0" timeOffset="-162532.5">33471 11735 850 0,'35'-23'117'0,"7"-3"2"16,4-2-44-16,-1-4-14 15,2 0-31-15,-3 3-16 16,-8 4-13-16,-7 3-8 16,-9 7-41-16,-9 7-83 15,-8 4-94-15,-3 4-173 16</inkml:trace>
  <inkml:trace contextRef="#ctx0" brushRef="#br0" timeOffset="-162286.4">33529 11833 869 0,'0'0'75'0,"93"-39"65"15,-36 16-25-15,-4-1-62 16,-9 1-30-16,-8 3-19 0,-10 1-38 16,-12 5-73-1,-6 2-81-15,-7 4-163 0</inkml:trace>
  <inkml:trace contextRef="#ctx0" brushRef="#br0" timeOffset="-159764.64">26334 10485 530 0,'0'0'63'16,"0"0"46"-16,0 0-26 15,0-6-11-15,0-2-14 16,0-3-13-16,0 0 2 16,0-1 10-16,0 0-8 15,0 0-10-15,0-1-4 16,0 1 2-16,0 1-13 16,0-1-5-16,0 5-4 15,4-2-5-15,9-1-6 16,0 4 0-16,7-1 0 15,3 4-3-15,5 2 1 16,5 1-2-16,3 0 0 16,0 0-2-16,0 0 2 15,-1 0 1-15,-3 0-2 16,-3 4 2-16,-6-2-1 16,-7-1 0-16,-4 0-7 15,-4-1-39-15,-4 0-49 16,-2 0-41-16,-2 0-93 15,0 0-174-15</inkml:trace>
  <inkml:trace contextRef="#ctx0" brushRef="#br0" timeOffset="-159141.09">26878 10236 618 0,'0'0'52'15,"0"0"28"-15,0 0 10 16,0 0-8-16,0 0-5 15,9 78-11-15,-2-60-32 16,3-1 5-16,2-5-10 16,1 0-12-16,-1-3-13 15,2-3-1-15,0-4-4 16,1-2 4-16,0 0-1 16,0 0-4-16,-1-6 2 15,1-7-22-15,-1-4-20 16,-4-1 11-16,0-1 10 15,0 1 7-15,-4 2 6 16,-2 4 4-16,1 2 3 16,-5 4 3-16,1 6 0 15,-1 0-3-15,0 6-7 16,0 11 4-16,0 8 23 16,0 7 8-16,0 4 13 15,0 3 6-15,3 3 7 16,2 0 0-16,-2-1-5 15,2-1 5-15,-1-5-10 16,2-3-13-16,0-9-9 0,0 0-3 16,2-6-4-16,-3-4-5 15,-1-5-5-15,-2-2-2 16,-2-5-2 0,0-1-1-16,0 0-15 0,-5 0-25 15,-6 0-62-15,1-10-104 16,2-2-80-16,4-2-114 15</inkml:trace>
  <inkml:trace contextRef="#ctx0" brushRef="#br0" timeOffset="-158871.86">27344 10433 911 0,'0'0'87'0,"0"0"87"16,0 0-82-16,84-8-38 16,-63 6-23-16,-1 1-23 15,-4-2-6-15,-5 2-4 16,-2-3-35-16,-6 0-73 15,-3-1-73-15,0 0-119 16,-5-1-247-16</inkml:trace>
  <inkml:trace contextRef="#ctx0" brushRef="#br0" timeOffset="-158690.95">27352 10342 773 0,'0'0'108'0,"0"0"52"0,0 0-116 16,0 0-37-16,86-16-9 16,-71 11-50-16,1-2-121 15,-3 0-113-15,0-3-166 16</inkml:trace>
  <inkml:trace contextRef="#ctx0" brushRef="#br0" timeOffset="-158503">27655 10251 655 0,'0'0'143'15,"0"0"45"-15,3 71-37 16,0-42-33-16,-3-2-43 16,3 2-37-16,0-3-22 15,-2-6-11-15,3 1-6 16,-2-4-4-16,-1-3-73 15,-1-3-119-15,0-1-195 16</inkml:trace>
  <inkml:trace contextRef="#ctx0" brushRef="#br0" timeOffset="-157575.77">27118 10794 558 0,'0'0'110'0,"0"0"38"16,0 0-10-16,0 0-16 15,-43-61-40-15,41 41-31 16,2-3-15-16,0 1-5 15,0 0-5-15,6 2-7 16,5 1-11-16,-2 3-8 16,3 3-7-16,2-1-29 15,-4 4-87-15,-1-1-98 16,-2 1-233-16</inkml:trace>
  <inkml:trace contextRef="#ctx0" brushRef="#br0" timeOffset="-155415.9">25369 10864 293 0,'0'0'63'0,"0"75"5"0,8-37 26 15,13-2-29-15,3-5-31 16,7-3 1-16,7-3-16 16,2-6-10-16,5-6 1 15,1-3-4-15,0-6-4 16,0-4 4-16,-3 0-4 15,2-12-5-15,-4-7 7 16,-2-7-6-16,-6-4 0 16,0-8-16-16,-8-3 7 15,-4-7 11-15,-8-3 2 16,-4-4 7-16,-9-4 20 16,0-2 11-16,-14 0-6 15,-12 3 0-15,-8 5-10 16,-9 7-17-16,-8 9-9 15,-6 11 2-15,-5 13-4 16,-6 13-4-16,0 2-6 16,0 29-3-16,3 16 9 15,5 11-3-15,9 12-17 16,9 5-32-16,13 0-43 16,7-3-46-16,12-4-11 15,8-10-119-15</inkml:trace>
  <inkml:trace contextRef="#ctx0" brushRef="#br0" timeOffset="-154539.61">26183 10675 214 0,'0'0'65'0,"0"0"4"16,-78 32 34-16,51-6 6 15,-1 9-52-15,4 6-10 16,4 4-13-16,7 2-13 16,4 1 5-16,9-3-15 15,0-6-6-15,16-7 22 16,19-6 16-16,11-7-1 15,10-6 10-15,8-7 0 16,6-6-20-16,3 0-12 16,-1-2-11-16,-1-15 1 15,-9-4-3-15,-7-6-3 16,-9-6 4-16,-7-2-2 16,-14-5 7-16,-8-4 5 15,-10-4-4-15,-7-5-7 16,0-3-5-16,-13 0 5 15,-10 1-4-15,-10 4 0 16,-7 5-2-16,-6 9-1 16,-4 11-1-16,-10 12-15 15,-3 14-22-15,-3 1-13 16,-5 33-20-16,2 10-23 16,1 16-25-16,-1 9-131 15,6 4-174-15</inkml:trace>
  <inkml:trace contextRef="#ctx0" brushRef="#br0" timeOffset="-150325.95">22500 13595 652 0,'0'0'108'0,"0"0"33"0,0 0-18 16,0 0-35-16,0-9-37 15,9-4-23-15,4-3 10 16,7-2 2 0,3 1-9-16,-2-1-12 0,0 4-8 15,1 3-4-15,-6 1 0 16,1 8-4-1,-4 2-2-15,-1 0-3 0,-1 12-3 16,-2 7 6-16,0 6 0 16,-2 2 2-16,2 2 1 15,2-3 3-15,5 3-1 16,4-4 2-16,2-2 0 16,4-2-2-16,1-2-2 15,2-2-1-15,-3-3-2 16,-3-3 0-16,-2 0-2 15,-3-3 0-15,-2-1-1 16,-3-2-12-16,-3-2-20 16,-1-2-18-16,0-1-49 15,-2 0-47-15,-3 0-73 16,-4-6-101-16</inkml:trace>
  <inkml:trace contextRef="#ctx0" brushRef="#br0" timeOffset="-150046.72">22892 13522 710 0,'0'0'50'0,"0"0"82"0,-61 87 10 15,39-50-56-15,-1-3-28 16,3-2-32-16,3-3-17 16,3-4-7-16,3-6-2 15,6-6-8-15,3-3-30 16,2-4-59-16,0-6-86 16,0 0-61-16,0 0-193 15</inkml:trace>
  <inkml:trace contextRef="#ctx0" brushRef="#br0" timeOffset="-149809.79">23226 13672 844 0,'0'0'38'0,"0"0"118"16,77-25-58-16,-58 18-45 16,-3 1-33-16,-6 2-17 15,-4 2-12-15,-6 0-52 16,0 0-69-16,0 0-125 16,-14 0-343-16</inkml:trace>
  <inkml:trace contextRef="#ctx0" brushRef="#br0" timeOffset="-149609.43">23164 13571 892 0,'15'-5'21'0,"-2"-4"47"16,7-1-12-16,-2 2-49 15,1-1-11-15,-3 1-62 16,-1-2-134-16,-1 0-160 16</inkml:trace>
  <inkml:trace contextRef="#ctx0" brushRef="#br0" timeOffset="-149203.96">23419 13472 850 0,'0'0'95'0,"0"0"56"16,0 0-70-16,0 0-27 15,0 0-15-15,91-32-16 16,-71 29-10-16,-3 3-8 15,-3 0-4-15,-4 4-2 16,-5 8 0-16,-2 4-1 16,-3 2 2-16,0 3 3 15,0 4 1-15,-8-1 0 16,1-2-3-16,-1 0 4 0,2-5-2 16,6-1-3-1,0-3 0-15,0-3-1 0,6-4 2 16,9 0 3-16,4-3 0 15,-2 0 1-15,2-3-4 16,1 0-1-16,-3 0-12 16,0 0-42-16,-3 0-65 15,-2 0-85-15,-3 0-153 16</inkml:trace>
  <inkml:trace contextRef="#ctx0" brushRef="#br0" timeOffset="-148865.41">24038 13700 777 0,'0'0'73'16,"0"0"124"-16,0 0-88 15,0 0-30-15,3 71-24 16,-3-51-12-16,0 1-13 16,0 0-9-16,0-3-8 15,0 0-6-15,0-1-4 16,0-4-3-16,0 0-5 15,0-4-41-15,0-4-65 0,0-5-113 16,-3 0-149 0</inkml:trace>
  <inkml:trace contextRef="#ctx0" brushRef="#br0" timeOffset="-148235.06">24268 13518 738 0,'0'0'10'0,"0"0"69"16,0 0 20-16,0 0-27 15,2 79-16-15,4-65-15 16,1-3-11-16,3 1-9 16,-1-6-3-16,2-2-1 15,3-4-4-15,1 0-3 16,1 0-5-16,-2-7-1 16,4-8-4-16,-7 1-6 15,1-4-15-15,-7-3-3 16,1-1-5-16,-4-2-1 15,1 2 8-15,-2 3 0 16,-1 3 3-16,2 6 17 16,-2 6 6-16,0 4 2 15,0 3-4-15,0 14 1 16,0 9 41-16,0 6 6 0,0 7 16 16,7 5 7-16,0 1-5 15,5 2-3 1,2 4-12-16,3-2-13 0,0-3-2 15,1-2-3-15,-2-5-1 16,-5-6-4-16,-2-5-12 16,0-9 6-16,-6-7-4 15,-3-4-5-15,0-3-2 16,-3-5 3-16,-15 0-2 16,-2 0-9-16,-7 0-17 15,-4-10-21-15,1-4-21 16,-3-1-26-16,2-1-21 15,2-2-49-15,5-1-152 16,3-2-244-16</inkml:trace>
  <inkml:trace contextRef="#ctx0" brushRef="#br0" timeOffset="-148012.33">24835 13628 941 0,'0'0'48'16,"0"0"108"-16,77-29-103 15,-57 20-45-15,-8 0-5 16,-7-3-63-16,-5 2-190 0,0 1-204 15</inkml:trace>
  <inkml:trace contextRef="#ctx0" brushRef="#br0" timeOffset="-147820.36">24835 13628 903 0,'-62'-93'65'15,"83"93"119"-15,2 0-95 16,-1-2-74-16,0-7-13 16,-2 3-7-16,1-5-70 15,-3-2-95-15,0 0-139 16,0-1-314-16</inkml:trace>
  <inkml:trace contextRef="#ctx0" brushRef="#br0" timeOffset="-147609.37">25135 13431 829 0,'0'0'170'0,"0"0"38"16,17 104-74-16,-8-60-44 16,3-2-36-16,0-2-19 15,1-3-21-15,2-6-10 16,-4-5-3-16,-3-9-22 15,-4-3-40-15,-4-7-66 16,0-7-211-16,-1 0-543 16</inkml:trace>
  <inkml:trace contextRef="#ctx0" brushRef="#br0" timeOffset="-146554.73">25554 13744 550 0,'0'0'145'0,"0"0"32"0,0 0-18 15,45 76-31-15,-41-53-40 16,0 2-13-16,-4-3-31 15,0-3-20-15,0-4-10 16,0-3-9-16,0-5-2 16,0-4-2-16,-3-3-15 15,0 0-48-15,2-3-48 16,-2-12-139-16,-1-4-83 16,2-5-314-16</inkml:trace>
  <inkml:trace contextRef="#ctx0" brushRef="#br0" timeOffset="-145852.64">25925 13575 827 0,'0'0'104'0,"0"0"49"15,0 0-51-15,0 0-38 16,0 0-31-16,4 75-9 16,-4-72-6-16,2-2 0 15,-2-1-3-15,1 0-2 0,1-5 3 16,0-10-6-16,3-3-12 15,3-5 2-15,0-2-2 16,-3-2-7-16,3 0-5 16,2 2-10-16,-5 3-4 15,3 4 14-15,-4 5 3 16,2 4 6-16,1 5 3 16,2 4-1-16,-1 0 2 15,3 0 0-15,1 10 5 16,-1 2 3-16,0-1 7 15,-2 1 6-15,0-4-7 16,-4-1-5-16,2-1-3 16,1-4-1-16,-1-2-1 15,3 0 4-15,3 0 0 16,2-8-3-16,-1-6-3 16,0 1-1-16,1-2-6 15,-5 3-3-15,0 1-5 16,-2 1 2-16,0 5 5 15,-2 1 5-15,0 3 1 16,-2 1-4-16,4 0 3 16,0 2 0-16,-1 10 2 15,2 3 5-15,-2 5 15 16,0-1 4-16,-1 1-4 16,0-2-5-16,-3 0-7 15,0-3-5-15,-2-1-3 16,1-3 1-16,-2 2-4 15,2-2-18-15,-2-2-31 16,0-1-44-16,0 1-64 16,0-4-92-16,0-2-108 15</inkml:trace>
  <inkml:trace contextRef="#ctx0" brushRef="#br0" timeOffset="-145642.14">26595 13562 825 0,'0'0'141'16,"0"0"4"-16,0 0-94 16,0 0-38-16,81-21-12 15,-75 17-51-15,-6-2-83 16,0-1-103-16,0 1-285 15</inkml:trace>
  <inkml:trace contextRef="#ctx0" brushRef="#br0" timeOffset="-145451.11">26504 13431 841 0,'0'0'39'0,"0"0"84"16,0 0-90-16,95-23-30 16,-66 16-3-16,1 1-52 15,-3 0-115-15,-4 1-101 16,-3 0-269-16</inkml:trace>
  <inkml:trace contextRef="#ctx0" brushRef="#br0" timeOffset="-145014.71">27037 13453 1007 0,'0'0'166'0,"0"0"-30"15,83-12-70-15,-56 7-31 16,-4 0-23-16,-3 1-10 16,-5 2-2-16,-3-1-31 15,-1 0-67-15,-4-1-114 16,3 0-120-16,-3-3-282 15</inkml:trace>
  <inkml:trace contextRef="#ctx0" brushRef="#br0" timeOffset="-144584.79">27531 13226 762 0,'0'0'118'0,"0"0"55"16,0 0-93-16,0 0-35 15,0 0-36-15,0 0-6 16,-59 42 2-16,40-17 2 16,9 0-4-16,1 1-1 15,8 2-2-15,1-2 0 16,0 1 0-16,16-4 1 15,4-2-1-15,4-3 0 16,2-4 5-16,-1-3-4 16,-2-5 2-16,0-4 4 15,-5-2-2-15,-1 0 5 16,-4 0 2-16,-3-8 5 16,-3-3 3-16,-4-1-1 15,-3 2 1-15,0-2-7 16,0 2-6-16,0 1-3 15,-16 5-4-15,-3 0-7 16,-5 3-19-16,-5 1-25 16,-6 0-39-16,-5 5-59 15,-3 4-116-15,-4 4-236 16</inkml:trace>
  <inkml:trace contextRef="#ctx0" brushRef="#br0" timeOffset="-140633.81">23133 14621 528 0,'0'4'66'0,"0"4"7"0,0 3 4 15,-3 3-17-15,-3 0-1 16,6 4-4-16,0-3-3 16,0 0-9-16,0-2-8 15,11-3-4-15,4 0-11 16,4-2 4-16,1-1-8 15,3-3-10-15,1-3-4 16,0-1-2-16,-1 0 0 16,0-7-2-16,-4-9-3 15,-1-3-2-15,-7-4-3 16,1-2 0-16,-5-2 0 16,-3 0-5-16,-2-2 5 15,-1 5 5-15,1 3 6 16,-2 5 0-16,0 5 3 15,1 5 7-15,1 6 9 16,3 0-16-16,5 19-13 16,3 9 14-16,6 7 12 15,3 8 10-15,2 3 5 16,2 2 12-16,2 1 4 16,-4-2-3-16,-1-1-5 15,-4-3-1-15,-2-3-4 16,-6-2-6-16,-3-5 2 15,-2 0 2-15,-5-2-1 16,-1-4-3-16,0-4-1 16,-8-1 8-16,-7-6-18 15,-8-3-10-15,-3-6-4 16,1-4-1-16,-6-3-4 16,3 0-12-16,2-12-22 0,1-7-19 15,4-5-26-15,5-4-48 16,4-2-129-1,6-3-175-15</inkml:trace>
  <inkml:trace contextRef="#ctx0" brushRef="#br0" timeOffset="-140417.45">23899 14726 940 0,'0'0'43'0,"0"0"93"15,96-24-39-15,-76 16-76 16,-6 3-18-16,-8-2-11 16,-6 1-97-16,0 1-106 15,-17 0-189-15</inkml:trace>
  <inkml:trace contextRef="#ctx0" brushRef="#br0" timeOffset="-140233.7">23811 14611 913 0,'0'0'2'0,"0"0"6"0,0 0-6 15,91-29-4 1,-66 20-63-16,-2 1-182 16,-4-2-364-16</inkml:trace>
  <inkml:trace contextRef="#ctx0" brushRef="#br0" timeOffset="-139633.03">24144 14698 723 0,'0'0'142'16,"0"0"64"-16,0 0-74 15,0 0-42-15,41 75-35 16,-37-68-20-16,-1-4-15 16,-2-3 2-16,0 0 1 15,1 0-6-15,-1-13-4 16,2-4-10-16,2-5-4 15,1-2-5-15,-2-4-8 16,4 1-6-16,-2 1-4 16,2 4-3-16,-1 6 11 15,3 4 5-15,-4 5 5 16,2 7 2-16,0 0 2 16,1 0 0-16,2 8 3 15,-1 3 5-15,1 3 2 16,-1-4 4-16,-2 1-1 15,1-3 1-15,-3-2-4 16,2-3-3-16,-2-2-2 16,2-1 2-16,-1 0-1 15,2 0 0-15,1-4-2 16,-2-7-2-16,2 0-2 0,-2-2-7 16,3-1-7-16,0 2-3 15,1-1-1-15,0 5 6 16,2 1 10-16,-4 4 2 15,2 3 0-15,-3 0 0 16,0 5 0 0,-1 8 2-16,-2 5 6 0,2 1 6 15,-3 0-4-15,3 1-4 16,2-3-3-16,-3-2 0 16,0-1-1-16,3-4-3 15,-3-1-24-15,-1-2-70 16,-1-4-108-16,-1-3-120 15,-2 0-292-15</inkml:trace>
  <inkml:trace contextRef="#ctx0" brushRef="#br0" timeOffset="-139312.33">24781 14482 736 0,'0'0'110'0,"0"0"62"15,0 0-48-15,85 66-22 16,-59-49-34-16,2-2-27 15,1-3-16-15,1-1-9 0,-1-2-9 16,0 1-5-16,-5-5 0 16,-3 1-6-16,-4-3-27 15,-8-2-41-15,-7-1-41 16,-2 0-99-16,0 0-230 16</inkml:trace>
  <inkml:trace contextRef="#ctx0" brushRef="#br0" timeOffset="-139089.83">24970 14521 862 0,'0'0'29'0,"0"0"121"16,-84 70-21-16,56-44-62 15,2-3-30-15,4-1-27 16,0-4-8-16,4-3-9 16,4-2-93-16,2-6-133 15,4-7-190-15</inkml:trace>
  <inkml:trace contextRef="#ctx0" brushRef="#br0" timeOffset="-138278.12">25422 14443 677 0,'0'0'74'0,"0"0"59"15,0 0-26-15,0 0-7 16,18 81-43-16,-13-58-27 16,0-1-19-16,-2-2-5 15,1-2-3-15,-1-3-2 16,-2-3-1-16,1-3-3 16,-2-3-22-16,0-1-49 15,0-3-73-15,-6-2-60 16,-6 0-160-16</inkml:trace>
  <inkml:trace contextRef="#ctx0" brushRef="#br0" timeOffset="-138063.36">25343 14565 576 0,'0'0'117'0,"0"0"58"16,0 0-29-16,83-6-52 15,-58 6-42-15,3 0-34 16,-2-2-14-16,2-1-3 16,-2-3-9-16,-1 1-56 15,-5-1-60-15,0-1-88 16,-6 1-149-16</inkml:trace>
  <inkml:trace contextRef="#ctx0" brushRef="#br0" timeOffset="-137530.09">25705 14265 703 0,'0'0'79'0,"0"0"85"16,0 0-26-16,15 79-31 16,-9-51-22-16,-2-1-31 15,1 1-8-15,3-5-10 16,-2-3-10-16,1-1-6 16,0-7-9-16,2-2-4 15,-1-4-1-15,7-2-2 16,1-4 0-16,4 0 0 15,6 0 0-15,3-3-2 16,2-7 1-16,3 0-4 16,-5 1-4-16,-3 2-7 15,-2 4 4-15,-2 3 3 16,-5 0 2-16,-1 0 3 16,-4 11-2-16,-1 3 3 15,-4 2-2-15,-2 1 9 16,-5 1 5-16,0-1 7 0,0-3 3 15,-5 0 1-15,-8-2-3 16,-5-3-4-16,-2-3-8 16,-6-2-5-16,1-4-1 15,-4 0-7-15,2 0-25 16,-2 0-23-16,1-6-17 16,4-1-52-16,1 0-124 15,4-1-167-15</inkml:trace>
  <inkml:trace contextRef="#ctx0" brushRef="#br0" timeOffset="-136550.2">26475 14367 827 0,'0'0'76'0,"0"0"50"16,0 0-35-16,0 0-70 15,0 0-19-15,0 2-4 16,0 2-21-16,0 2-63 16,0 0-99-16,-3 2-129 15</inkml:trace>
  <inkml:trace contextRef="#ctx0" brushRef="#br0" timeOffset="-136359.79">26529 14554 737 0,'0'0'198'16,"0"0"-20"-16,0 0-73 15,0 0-48-15,0 0-31 16,0 0-17-16,0 3-8 15,0-3-6-15,0 0-40 16,0 0-82-16,0 0-102 0,1 0-165 16</inkml:trace>
  <inkml:trace contextRef="#ctx0" brushRef="#br0" timeOffset="-134242.56">25034 13851 192 0,'0'0'65'0,"0"18"11"15,6-8 2-15,4 0 21 16,5-2-61-16,2-4 19 16,6 0 16-16,3-1-34 15,2-3-7-15,3 0-7 16,0-5-14-16,0-8-7 15,1-6-3-15,-1-5 0 16,3-5-2-16,-6-4-7 16,0-7-2-16,-2-5 0 15,-2-4-19-15,-5-5-26 16,-2-2-3-16,-3-3-1 16,-7 0 27-16,-3 4 18 15,-4 3 10-15,-4 7 9 16,-17 7-1-16,-12 9 4 15,-8 10 3-15,-4 10-7 16,-10 9-1-16,2 0 4 16,-1 27 0-16,2 7 17 15,6 11 12-15,7 10-14 16,8 6-10-16,11 4-5 16,9 5 3-16,6 0-8 15,5 0-3-15,11-4 0 16,14-7-22-16,9-7-25 15,3-11-44-15,6-11-136 16</inkml:trace>
  <inkml:trace contextRef="#ctx0" brushRef="#br0" timeOffset="-132587.5">27256 14317 576 0,'0'0'82'0,"0"0"66"0,31-44-27 16,-22 28-39-16,-1-1-13 16,-2 1-38-16,-3 0 2 15,0 3-4-15,-2 3 2 16,-1 2-1-16,0 4-4 16,0 3 0-16,0-1-1 15,0 2-12-15,0 0-7 16,2 0-9-16,-2 0-3 15,4 9 0-15,-1 2 6 16,0 4 1-16,2 4 1 16,1 2 0-16,0 1-1 15,0 0 0-15,3 3-1 16,0-2 1-16,2-1-2 16,-4-1 1-16,3 1-1 15,-3-4-10-15,-1-1-19 16,-5 0-10-16,1-3-25 15,-2-2-11-15,0-1-42 16,0-1-20-16,0 0 20 16,-9-3-49-16,0-1-67 15,-2 0-41-15</inkml:trace>
  <inkml:trace contextRef="#ctx0" brushRef="#br0" timeOffset="-132309.6">27265 14567 373 0,'0'0'111'0,"0"0"41"16,0 0-15-16,0 0-26 15,0 0 11-15,-16 5-26 16,22-5-20-16,13 0-5 16,5 0 9-16,10 0-26 15,3 0-23-15,-2 0-8 16,2 0-6-16,-3-3-5 15,-3 1-8 1,-6 0-2-16,-2-1-2 0,-6 0-8 16,1 1-28-16,-4-2-38 15,-1-1-73-15,-1 1-140 16,-2-1-256-16</inkml:trace>
  <inkml:trace contextRef="#ctx0" brushRef="#br0" timeOffset="-131821.61">27889 14422 779 0,'0'0'96'0,"0"0"58"15,0 0-53-15,0 0-21 16,91-4-22-16,-72 2-29 15,-2 0-19-15,-4 0-7 16,-4 1-2-16,-2 1-4 16,-4-2-28-16,-3 0-49 15,0-3-68-15,0 1-127 16,0-3-300-16</inkml:trace>
  <inkml:trace contextRef="#ctx0" brushRef="#br0" timeOffset="-131624.91">27866 14295 840 0,'0'0'92'0,"0"0"69"16,0 0-74-16,91-16-64 15,-61 13-14-15,2 0-9 16,0-1-6-16,-1 1-75 15,-3-2-159-15,-6-1-235 16</inkml:trace>
  <inkml:trace contextRef="#ctx0" brushRef="#br0" timeOffset="-130017.7">28413 14368 710 0,'0'0'81'0,"0"0"22"15,0 0 8-15,12 0-42 16,11 0 17-16,7 0-4 16,5-1-28-16,1-6-12 15,0 1-7-15,-4 0-7 16,-6 2-15-16,-9 3-9 16,-5-2-4-16,-5 3-14 15,-3-1-45-15,-2-2-61 16,2-2-114-16,-3-1-195 15</inkml:trace>
  <inkml:trace contextRef="#ctx0" brushRef="#br0" timeOffset="-129489.95">29034 14053 743 0,'0'0'40'0,"0"0"82"0,0 0-25 15,-88 88-37-15,64-56-16 16,2 3-11-16,5 0-1 15,4-1-2-15,4-2 1 16,9-1-9-16,0-3-1 16,9-3-8-16,14-4 0 15,7-2-1-15,5-7-2 16,5-3 5-16,-1-6-8 16,-1-3-2-16,-4 0-3 15,-5 0 0-15,-6-4 0 16,-7-6 1-16,-4-2 0 15,-5-1 1-15,-6 0 2 16,-1-2-2-16,0 1 3 16,-1 1-1-16,-9 4-2 15,-3-1-2-15,-3 5-3 16,-4 3 0-16,-6 2-3 16,-1 0-1-16,-4 12 0 15,1 3 1-15,0 1-10 16,6-1-18-16,6-1-28 15,6-3-44-15,9-2-43 16,3-4-95-16,0-5-114 16</inkml:trace>
  <inkml:trace contextRef="#ctx0" brushRef="#br0" timeOffset="-128940.96">29199 13909 512 0,'0'0'57'0,"0"0"49"16,0 0-22-16,0 0-16 15,29 53 56-15,-6-22-18 16,4 6-46-16,2 2 13 0,0 3-9 16,-4 0-17-16,-4-2-3 15,-4 1-11-15,-5-3 0 16,-3-1-12-16,-9-1-14 15,0-2-5-15,-7-1 0 16,-18-2-5 0,-8-5-16-16,-5-2-46 0,-5-4-49 15,-3-3-75-15,4-7-110 16,-1-5-234-16</inkml:trace>
  <inkml:trace contextRef="#ctx0" brushRef="#br0" timeOffset="-128323.8">28511 14050 443 0,'0'0'110'16,"0"0"43"-16,0 0-61 16,0 0-32-16,0 0-12 15,-3 41 44-15,-9-14-6 16,-2 8-10-16,-1 3-28 16,-1 3-3-16,0 0-10 15,3 3-11-15,6-2-6 16,4-6-9-16,3 0-5 15,0-5-4-15,10-2-2 16,13-4 1-16,3-4 0 16,10 0-3-16,6-6-42 15,3-6-83-15,4-5-139 16,1-4-238-16</inkml:trace>
  <inkml:trace contextRef="#ctx0" brushRef="#br0" timeOffset="-127694.47">29655 13972 591 0,'0'0'76'0,"0"0"68"15,-66 76-22-15,40-37-24 16,3 5-8-16,0 5-15 16,8-1-20-16,5 0-4 15,5-3-11-15,5-3-12 16,2-3-5-16,14-4-9 15,6-6 0-15,4-4-7 0,0-4-5 16,3-5-3 0,-3-3 0-16,-2-1-19 0,-8-4-46 15,-6-3-90-15,-8-2-143 16,-2 0-273-16</inkml:trace>
  <inkml:trace contextRef="#ctx0" brushRef="#br0" timeOffset="-126305.67">24200 14402 584 0,'0'0'115'16,"0"0"9"-16,0 0-23 16,8 0-48-16,-5 5 40 15,2 4-29-15,4 2-16 16,-3 1-10-16,0-1-8 0,-1-2 3 16,1 0 0-16,3-4-14 15,-1-2-1-15,1-3-3 16,4 0 0-16,2-10 5 15,3-11-5-15,1-6-9 16,4-4-5-16,2-2-3 16,2 1-12-16,0 3-31 15,4 5-47-15,1 4-81 16,-2 3-113-16,2 5-226 16</inkml:trace>
  <inkml:trace contextRef="#ctx0" brushRef="#br0" timeOffset="-125468.87">24790 14291 619 0,'0'0'88'0,"0"0"18"15,0 0-23-15,0 0-18 16,0 4 10-16,0 4 0 15,3 1-15-15,0 1-8 16,-1-2-9-16,4 1-8 0,3-1-3 16,-1-3-3-1,3-1 0-15,0 0-1 0,2-2-4 16,3-2-7-16,0 0-6 16,3-3-1-16,-2-11 3 15,5-5-2-15,-1-5-8 16,1-5-3-16,1-3-5 15,2 3-27-15,1-1-36 16,-1 2-75-16,0 4-81 16,1 3-136-16,-1 5-316 15</inkml:trace>
  <inkml:trace contextRef="#ctx0" brushRef="#br0" timeOffset="-123342.9">29693 14198 570 0,'0'0'141'0,"-3"-7"24"16,3 1-58-16,0 0-35 16,6-3-21-16,8 2-4 15,2 1-7-15,1 0-10 16,1 4-3-16,2 0-3 16,0 2-2-16,-4 0-3 15,-2 0-13-15,-2 7 0 16,-2 5-6-16,-3 4 0 15,-7 1-1-15,0 4 3 16,0 2 6-16,-11 0 1 16,-1-1 0-16,-2-2-3 15,7-3-1-15,1-2-2 16,4-6-1-16,2 0 1 16,0-3 5-16,9-2 1 0,8-1 6 15,5-3 0 1,4 0-2-16,3 0-8 15,1 0-5-15,2-2 0 0,-3-4-22 16,-2-1-41 0,-2-1-62-16,-4-1-122 0,-5-3-187 15</inkml:trace>
  <inkml:trace contextRef="#ctx0" brushRef="#br0" timeOffset="-122923.33">30011 13839 685 0,'0'0'10'0,"0"0"82"15,0 0 36-15,86 62-21 16,-43-27-28-16,2 5-9 16,1 5-11-16,-2 2-20 15,-8 3 2-15,-7-2-3 16,-9-1-8-16,-13-2 4 15,-7 0-9-15,0-4 2 16,-6-5-5-16,-15-2-7 0,-5-3-3 16,-3-6-6-1,0-2-3-15,3-4-2 0,0-5-21 16,4-3-30 0,4-4-58-16,6-7-117 0,3 0-160 15</inkml:trace>
  <inkml:trace contextRef="#ctx0" brushRef="#br0" timeOffset="-121740.55">23094 14360 579 0,'0'0'114'0,"0"0"25"15,0 0-18-15,0 3-35 16,0 2-24-16,0 2 2 15,0 3-1-15,2-1-8 16,3 1-7-16,0 1-10 16,-1-2-16-16,2 0-6 15,-1-3-1-15,-2 0-7 16,5-2 0-16,2-3-2 16,6-1 0-16,4-1 7 15,5-18 1-15,6-7-7 16,4-9-5-16,2-7-16 15,1 0-44-15,0 0-66 16,-4 4-124-16,-2 3-163 16</inkml:trace>
  <inkml:trace contextRef="#ctx0" brushRef="#br0" timeOffset="-119843.27">30753 14066 727 0,'0'0'23'16,"0"23"44"-16,0-5 64 0,0 3-33 15,0 4-30 1,0-1-18-16,0 0-22 16,0 0-14-16,0-2-1 0,4-4-10 15,-2-2 0 1,0-4-3-16,1-1-2 0,0-4-6 15,0-3-32-15,-3 0-42 16,0-4-35-16,0 0-51 16,0 0-29-16,0 0-185 15</inkml:trace>
  <inkml:trace contextRef="#ctx0" brushRef="#br0" timeOffset="-119618.71">30695 14226 678 0,'0'0'99'15,"0"0"64"-15,0 0-36 16,98-9-41-16,-66 7-19 16,-2-1-27-16,-1-1-25 15,-3 1-12-15,-7-1-3 16,-2 1-10-16,-2-1-60 15,1-1-63-15,-5-4-110 16,2-1-130-16</inkml:trace>
  <inkml:trace contextRef="#ctx0" brushRef="#br0" timeOffset="-119054.18">31111 13873 700 0,'0'0'81'0,"0"0"69"16,0 77-53-16,3-47-20 15,1-1-17-15,3 1-6 16,-1-5-17-16,0 0-4 16,0-6-4-16,0-3-10 15,1-3-8-15,-1-3-5 16,-2-4-1-16,3-2-3 16,3-4 1-16,3 0 0 15,2 0-1-15,6-4 1 16,4-8-16-16,2-1-18 15,-1 1-7-15,-2 3-8 16,-3 3 16-16,-1 4 24 16,-7 2 2-16,2 0 2 15,-7 9 2-15,1 6 1 16,-3 1 12-16,0 2 15 16,-5 0 12-16,-1 0 1 15,0 0 1-15,0-4-5 16,0 0 0-16,0-3-6 15,-10-2-8-15,-2-2-4 16,-5-4-4-16,-2 1-6 16,-7-4-5-16,-1 0-5 15,-5 0-18-15,0-6-27 0,-4 0-40 16,0-1-67 0,0 2-112-16,0 0-150 0</inkml:trace>
  <inkml:trace contextRef="#ctx0" brushRef="#br0" timeOffset="-117250.54">28690 15176 726 0,'0'0'132'0,"38"0"38"0,-14 0-21 15,3 0-59-15,-1 0-23 16,0-1-17-16,-3-1-20 16,-3 2-19-16,-4 0-9 15,-7 0-3-15,0 0-9 16,-4-1-45-16,-1-2-58 15,-2-1-105-15,-2-3-130 16</inkml:trace>
  <inkml:trace contextRef="#ctx0" brushRef="#br0" timeOffset="-116988.67">29111 14915 730 0,'0'0'44'0,"0"0"111"15,0 0-12-15,14 97-48 16,-14-64-23-16,0-1-30 16,3 0-23-16,0-5-12 15,3-4-4-15,0-3-3 16,2-6-13-16,-1-4-39 15,1-5-60-15,-1-5-75 16,-1 0-135-16,2 0-227 16</inkml:trace>
  <inkml:trace contextRef="#ctx0" brushRef="#br0" timeOffset="-116621.39">29355 14972 849 0,'0'0'88'0,"0"0"74"16,0 0-79-16,0 0-40 15,0 0-11-15,0 0-13 16,68-14-12-16,-65 25 3 16,-3 3 1-16,0 5 3 15,0-1 0-15,-2 3-7 16,-5-3-2-16,0 2-2 15,2-2 1-15,4-2-1 16,1-3-1-16,0 1 1 16,3-1 1-16,13-3 3 15,4-1-2-15,6-2 2 16,1-3 1-16,2-3-5 16,0-1-2-16,-4 0-3 15,-2 0-4-15,-4 0-23 16,-5-5-35-16,-1-2-60 15,-6 0-95-15,-1-1-147 16</inkml:trace>
  <inkml:trace contextRef="#ctx0" brushRef="#br0" timeOffset="-116031.24">28068 15198 852 0,'0'0'71'0,"0"0"87"16,0 0-17-16,87-9-83 0,-64 4-29 15,-3 1-22 1,-4 0-7-16,-3 0-10 0,-3-1-42 16,-3 1-54-16,-5 0-77 15,-2 0-90-15,0 0-235 16</inkml:trace>
  <inkml:trace contextRef="#ctx0" brushRef="#br0" timeOffset="-115836.22">28097 15083 748 0,'0'0'56'16,"0"0"72"-16,0 0-53 15,0 0-67-15,94-29-5 16,-71 22-15-16,1 1-76 16,-2-2-82-16,-7 0-157 15</inkml:trace>
  <inkml:trace contextRef="#ctx0" brushRef="#br0" timeOffset="-115407.52">27593 14998 678 0,'0'0'69'0,"0"0"120"15,0 0-12-15,56 78-47 16,-41-49-47-16,-1 5-32 16,-2-3-27-16,-2 1-13 15,-3-4-10-15,-1-4 0 16,-3 1-2-16,3-6-8 16,-1-4-50-16,4-2-70 15,-2-5-132-15,2-1-199 16</inkml:trace>
  <inkml:trace contextRef="#ctx0" brushRef="#br0" timeOffset="-114603.77">30075 14991 894 0,'0'0'50'0,"0"0"12"15,0 0 77-15,0 0-36 16,6 56-40-16,-3-37-25 16,0 1-15-16,1-1-14 15,-2-3-7-15,1-3-2 16,-2-6-1-16,-1-1-16 15,0-3-40-15,0-2-56 16,0-1-78-16,-7 0-101 16,-5 0-192-16</inkml:trace>
  <inkml:trace contextRef="#ctx0" brushRef="#br0" timeOffset="-114403.7">29943 15072 686 0,'0'0'103'16,"0"0"51"-16,0 0-13 16,78-18-56-16,-45 14-41 15,4 1-29-15,1-3-12 16,-2 4-3-16,-3 0-3 16,-5-1-39-16,-4 0-67 15,-5 1-67-15,-4-2-44 16,-1-3-141-16</inkml:trace>
  <inkml:trace contextRef="#ctx0" brushRef="#br0" timeOffset="-113899.53">30413 14726 688 0,'0'0'77'0,"0"0"16"16,0 0 2-16,0 0 40 16,0 0-40-16,6 90-17 15,-4-58-21-15,1 1-6 16,1 1-12-16,-1-5-13 16,1-2-11-16,2-3-5 15,1-4-5-15,-1-4-2 16,1-6-2-16,-1-2-1 15,4-6-1-15,2-2 2 16,2 0-1-16,2-4 3 16,4-6-1-16,-1-2-9 15,1 0-5-15,0 3 6 16,-4 3 1-16,1 2 3 16,-2 4 1-16,-1 0 0 15,-2 0 0-15,-2 4 1 16,3 7 1-16,-3 2 7 15,-4 2 12-15,0-1 4 16,-5 1 0-16,-1-2 3 16,0-2-5-16,-4-3-6 15,-12-1-1-15,-6-1-4 16,-4-4-7-16,-5-2-10 16,-4 0-22-16,-4 0-23 15,0 0-21-15,-3 0-51 16,2 0-113-16,-1 0-183 15</inkml:trace>
  <inkml:trace contextRef="#ctx0" brushRef="#br0" timeOffset="-112568.35">28617 15631 600 0,'0'0'129'0,"0"0"18"0,0 0-25 16,1 6-53-16,4 12-27 15,3 8 48-15,0 8-34 16,2 5-8-16,0 2 6 16,-2-1-15-16,1-2-8 15,0 0-7-15,1-8-7 16,-3-5-3-16,0-5-4 15,-2-4-2-15,0-5-5 16,-2-4 0-16,-1-5-1 16,-1 0-1-16,-1-2 1 15,0 0 2-15,2 0 1 16,0-11 5-16,3-4-1 16,1-3-10-16,5-4 1 15,1 2-4-15,1 0-1 16,7 5-1-16,0 3 1 15,2 4 0-15,1 4 7 16,0 4-3-16,1 0-1 16,-2 6 1-16,0 8 1 15,-2 3 1-15,-5 2 1 16,-3-1 7-16,-4 1 5 16,-7-5 3-16,-1 2 3 15,0-3 0-15,-10-2 3 16,-10-1-1-16,-5-2-6 15,-2-1-6-15,-3-3-6 16,-1-2-2-16,1-2-9 0,0 0-25 16,1 0-27-1,4 0-24-15,-1-3-59 0,5-3-133 16,2-1-197-16</inkml:trace>
  <inkml:trace contextRef="#ctx0" brushRef="#br0" timeOffset="-112109.28">28149 15994 800 0,'0'0'89'16,"0"0"83"-16,0 0-24 0,0 0-59 16,59 0-27-16,-37 0-23 15,0-4-27-15,-1-2-9 16,-2-1-4-16,-3 0-25 15,-5-1-60-15,-2 0-89 16,-9 1-86-16,0-2-125 16</inkml:trace>
  <inkml:trace contextRef="#ctx0" brushRef="#br0" timeOffset="-111900.79">28127 15859 889 0,'0'0'15'0,"0"0"33"16,0 0 4-16,0 0-50 16,86-25-13-16,-62 18-110 15,-1-1-109-15,-1-2-285 16</inkml:trace>
  <inkml:trace contextRef="#ctx0" brushRef="#br0" timeOffset="-110620.64">27343 15993 754 0,'0'0'85'16,"0"0"83"-16,0 0-24 15,12 93-57-15,-9-68-32 16,1-2-19-16,1-1-16 16,0-6-11-16,-2-3-5 15,-2-7-3-15,1 0-2 16,-1-5-26-16,1-1-62 15,2 0-79-15,-2-5-115 16,0-5-173-16</inkml:trace>
  <inkml:trace contextRef="#ctx0" brushRef="#br0" timeOffset="-110082.25">27473 15943 682 0,'0'0'90'0,"0"0"57"0,0 0-33 16,0 0-36-16,0 0-2 15,32-5-19-15,-12-2-11 16,2 1-16-16,2-1-14 16,1 2-9-16,-1 3-6 15,-2 2-1-15,-6 0-1 16,-4 0-7-16,-7 7-22 16,-5 5-19-16,0 3 0 15,0 1-12-15,-3 2-3 16,-2-3 16-16,5 0-3 15,0 0 18-15,0-1 22 16,7-1 12-16,6 1 0 16,-3 0 10-16,3 0 24 15,-6 1 17-15,-1 0 6 16,-3-1-2-16,-3-1-2 16,0-4-3-16,0 0-8 15,-7-2-1-15,-4 1-1 16,-3-5-21-16,-2 0-14 15,0-2-3-15,0 0-4 16,-2-1-16-16,-2 0-55 16,-2 0-72-16,0 0-144 15,1 0-215-15</inkml:trace>
  <inkml:trace contextRef="#ctx0" brushRef="#br0" timeOffset="-107745.18">26969 15757 394 0,'0'0'96'15,"0"0"31"-15,0 0-39 16,0 0-52-16,-3 35 48 16,3-9-5-16,0 6-9 15,6 1 9-15,0 6-37 16,0 1-8-16,1 0-4 15,-2 1-2-15,0 1-8 16,-2 0-10-16,1 1-7 16,-1-4 3-16,1 1-4 15,1-5-1-15,3-2 0 0,1-5-1 16,0-2 0 0,-2-4 0-16,4-3 2 0,0-2-1 15,-1-3-1-15,2-5 0 16,2 1 0-16,3-5 0 15,0-2 5-15,5-2 4 16,4-1 1-16,1 1-4 16,4-1-4-16,0 0-1 15,3 0 0-15,2 0-2 16,1 0 2-16,2 0 0 16,2 0-1-16,1 0 1 15,-1 0 4-15,0 0 3 16,-3 0-1-16,-1 0-3 15,-1 0 0-15,-4 0 5 16,0 0-3-16,-2 0-4 16,0 0 2-16,2 0 4 15,0 0 0-15,2 0-5 16,3 0 3-16,2 0-3 16,1-1-1-16,2 0 1 15,-1-2 1-15,0 2-4 16,-2-1 1-16,-1 1-1 15,0 0 0-15,-5 1 0 16,0-2 0-16,1 1 0 16,-6 0 1-16,1-3-1 15,-3 4 1-15,0-5-1 16,-3 3 0-16,0-1 1 16,-1-1 0-16,1 1 1 15,0-1 0-15,1 0 0 16,1 0 0-16,1 1 0 15,-1 0-1-15,-1 0 4 0,-1 2 3 16,-2-2-2-16,-1 2 1 16,-3-2-1-16,-1 2-1 15,-2-1 0-15,-1 1-2 16,-3 0 1-16,2 1-1 16,-2 0 0-16,2-1 0 15,0-1-2-15,3-1-1 16,2 2 1-16,1-2-2 15,-1-1 2-15,2 1-1 16,-2 1 0-16,2 1 1 16,-5-2-1-16,2 0 0 15,-4 2 1-15,1-2-1 16,-2 1 1-16,-2 0-1 16,3-2 1-16,-1 1 0 15,-1-1-1-15,3-1 1 16,-1-1 1-16,1-1 3 15,1 1 6-15,-2-2-3 16,1 2-2-16,-3-2 6 16,0-2 2-16,1-2 0 15,1-2 2-15,-3-2 1 16,4-1-5-16,-3-1-4 16,2-4-3-16,-1 2 0 15,-4 0 1-15,2 0-2 0,-5-1-2 16,2 1-2-1,-5-1 1-15,-1 3 0 0,0-1-2 16,0 0 0-16,0 2 0 16,0-2 1-1,-3-2-1-15,-2 0 1 16,2-4-1-16,-1 0-1 0,1-1-1 16,0-2 1-16,1 0-5 15,1-2 2-15,-4 3 3 16,1-1 1-16,0 6 1 15,-3 0-1-15,1 2-1 16,-1 3-1-16,-1 2 1 16,0 2-2-16,-1 0-1 15,2 2 0-15,-3 1-6 16,0 2 6-16,1 1 1 16,0 3 0-16,-2-1-2 15,-2 2 3-15,-3 2 1 16,0-2 2-16,-4 1-2 15,-3-2 1-15,-1 1 1 16,-2 0 0-16,1 0 0 16,-3-1 0-16,1 1 0 15,-2 0 0-15,-1 1 0 16,-2 0 1-16,-7 2-2 16,0 0 1-16,-4 0 0 15,0 0-2-15,3 0 4 16,0 0-1-16,2 0 0 15,5 0-1-15,1 0 0 16,-1 2 0-16,4 0 0 16,-3 2 1-16,2-1-1 15,-2 0 0-15,-4 1 1 16,-1-1-1-16,-5 0 0 0,-2 0 0 16,-3 1 0-1,-3-2 0-15,1 1 0 0,-1-2 1 16,5 1-1-1,6-1 3-15,2-1-5 0,5 1 0 16,7 2 1-16,-1-1 0 16,5 4 1-16,-1-2-1 15,3 0 0-15,-4 2 1 16,-3-2 0-16,-1 1 0 16,-5-2 1-16,-1 0-1 15,-2 1 0-15,0-3 1 16,2 1-2-16,1 1 2 15,5-3 5-15,4 0-3 16,3 0-1-16,5 3 2 16,2-3-2-16,-1 0-1 15,-1 0-1-15,1 1 0 16,-4-1 1-16,-2 3-1 16,-4 1 1-16,-2-2-2 15,-3 2 2-15,-4 0 1 16,-2 2-1-16,0 0-1 15,0-3 2-15,5 1-2 16,4-1 2-16,5 0-2 16,5-1 1-16,3-2 0 15,6 2 0-15,1 0-2 16,-2 0 0-16,2-1 1 16,0 2 0-16,-3 0 2 15,1-2-1-15,3 2-1 16,-2 0 2-16,1-3 0 0,2 3-1 15,2-3 0 1,1 1 1-16,1-1-2 0,0 0 1 16,0 0 0-1,0 0-1-15,-2 0 1 0,1 0-2 16,-1 0 2-16,1 0-1 16,-2 0 0-16,3 0 0 15,-2 0-1-15,2 0-4 16,0 0-22-16,0 0-42 15,0 0-86-15,2 0-153 16,4-4-301-16</inkml:trace>
  <inkml:trace contextRef="#ctx0" brushRef="#br0" timeOffset="-106462.56">21691 17232 447 0,'0'-3'75'0,"0"2"47"16,0-2 17-16,0 3-37 15,0 0-6-15,0 0-4 16,5 0-29-16,1 8-8 15,0 6 8-15,-1 2-4 16,4 0-14-16,-2-2-16 0,-1-1-6 16,0-4-2-16,1-2-3 15,-1-2 3 1,2-3 3-16,4-2 1 0,4 0 5 16,3-13 4-16,7-10 0 15,6-11-10-15,5-8-12 16,6-9-9-16,2-4-2 15,4 0-11-15,1 2-38 16,-2 8-31-16,-3 7-44 16,-4 8-162-16,-7 6-230 15</inkml:trace>
  <inkml:trace contextRef="#ctx0" brushRef="#br0" timeOffset="-104775.8">24306 17599 662 0,'0'0'81'0,"0"0"56"16,0-14-10-16,0 14-60 0,0 0-29 16,0 8-24-16,0 11-3 15,0 4 16-15,0 5 8 16,4 0-6-16,-1-2-9 16,6-5 1-16,-2-3-8 15,2-8-5-15,6-2-4 16,0-8 3-16,4 0 5 15,2 0 6-15,1-12-4 16,1-5-4-16,-1-6-7 16,-3-1 0-16,-1-3-2 15,-4 0 1-15,-3 2-1 16,-2 5 0-16,-5 1 0 16,0 6-1-16,-2 5 1 15,-1 4 1-15,2 4-3 16,4 0 0-16,3 10-7 15,4 13 3-15,4 8 12 16,7 8 9-16,3 6 2 16,6 8 13-16,0 0 4 15,0 5 0-15,0-3-2 16,-2 0-7-16,-4-1 2 16,-8-4-6-16,-7-3 0 15,-7-5 6-15,-6-5 0 16,0-5 8-16,-8-1-11 15,-15-8-9-15,-10-6 0 16,-6-2-6-16,-4-6-4 16,-6-5-5-16,4-4-2 15,2 0-4-15,6-13-10 0,6-9-14 16,5-4-21-16,10-4-20 16,7-5-25-16,9 0-42 15,0-3-102-15,14-2-156 16</inkml:trace>
  <inkml:trace contextRef="#ctx0" brushRef="#br0" timeOffset="-104519.58">25029 17726 1073 0,'0'0'70'0,"0"0"85"15,106-24-69-15,-71 15-45 16,-7 1-28-16,-5 0-10 16,-2-1-8-16,-11-1-30 15,-7 3-54-15,-3-2-96 16,0 2-129-16,-23 1-274 15</inkml:trace>
  <inkml:trace contextRef="#ctx0" brushRef="#br0" timeOffset="-104343.72">24935 17600 1056 0,'0'0'67'0,"0"0"19"15,0 0-57-15,84-37-22 0,-50 25-5 16,3 2-18-16,1 1-79 16,-2 1-115-16,-3 1-192 15</inkml:trace>
  <inkml:trace contextRef="#ctx0" brushRef="#br0" timeOffset="-103492.55">25455 17615 834 0,'0'0'27'0,"0"0"118"16,0 0-18-16,0 78-35 16,2-56-22-16,4 0-14 15,-1-4-8-15,0-5-11 16,-1-2-13-16,1-6-7 16,-4 0-7-16,2-4-5 15,-2-1-3-15,3 0 1 16,2-10 4-16,2-8 3 15,0-5-7-15,4-5-4 16,-2-2-6-16,-1 1-6 16,-2 3 0-16,-2 6-1 15,-2 3 6-15,0 8 5 16,0 3 1-16,0 6-1 16,2 0-3-16,3 0 0 15,1 10 4-15,0 2 2 16,5 3 3-16,-3-1 3 15,3-1 7-15,-3-4-2 16,-1-2 0-16,1-3-4 16,0-4-2-16,-1 0 1 15,3 0 0-15,0-4 0 16,4-11-3-16,-1-1-1 16,0 0-2-16,0-2 0 15,0 3-2-15,-6 3-1 16,-1 2 5-16,-2 5-2 15,-5 2 0-15,1 3-1 16,0 0-1-16,2 0-5 16,-2 11 6-16,3 4 5 15,1 3 1-15,3 0 2 16,-3-1 0-16,2-1-2 0,1 1-3 16,-5-3-1-1,4-3-1-15,-1-1-6 16,-4 1-21-16,3-5-31 0,-1-1-51 15,-2-1-93-15,0-4-118 16,4 0-210-16</inkml:trace>
  <inkml:trace contextRef="#ctx0" brushRef="#br0" timeOffset="-103114.64">26126 17495 911 0,'0'0'44'16,"0"0"72"-16,0 0 37 15,0 0-61-15,53 44-28 16,-33-26-15-16,1 1-17 16,2 1-9-16,0-1-1 15,0-3-6-15,-4 0-8 16,1-5-5-16,0 1 0 16,-7-5-1-16,-1-1-4 15,-1-2-15-15,-4-4-19 16,1 0-24-16,-4 0-38 0,0 0-47 15,3 0-79-15,-2-10-64 16,-1-3-110-16</inkml:trace>
  <inkml:trace contextRef="#ctx0" brushRef="#br0" timeOffset="-102899.45">26407 17479 666 0,'0'0'98'16,"0"0"62"-16,-76 46-23 16,41-19-35-16,-3 4-16 15,0-2-36-15,1 1-24 16,7-4-13-16,4-4-9 16,9-6-5-16,4-3-34 15,8-10-75-15,5-3-140 16,0 0-255-16</inkml:trace>
  <inkml:trace contextRef="#ctx0" brushRef="#br0" timeOffset="-102271.67">26699 17499 670 0,'0'0'97'15,"0"0"61"-15,0 0 2 16,16 77-41-16,-6-57-38 16,-1-1-25-16,1 0-23 15,0-4-14-15,-4-2-12 16,1-4-3-16,-4-3-4 16,-2 0-3-16,1-4-24 15,-2-2-44-15,0 0-68 0,-2 0-122 16,-8 0-237-16</inkml:trace>
  <inkml:trace contextRef="#ctx0" brushRef="#br0" timeOffset="-102042.45">26618 17606 837 0,'0'0'71'0,"0"0"105"15,0 0-25-15,93-6-87 16,-64 2-40-16,2 0-17 16,0-1-5-16,-1-3-2 15,-1-1-18-15,0 2-65 16,-5-4-63-16,-1 2-77 16,-2-1-93-16,-1-2-230 15</inkml:trace>
  <inkml:trace contextRef="#ctx0" brushRef="#br0" timeOffset="-101541.56">27027 17265 715 0,'0'0'77'0,"0"0"105"16,0 101-33-16,1-61-43 15,6-3-35-15,1 0-17 0,-1-2-18 16,3-9-3-16,-1-4-10 16,1-5-2-16,0-7-4 15,1-4-10-15,3-6-1 16,3 0 1-16,3-4 1 15,0-11-4-15,5-3-2 16,-1 0-5-16,1 2-9 16,-3 3-7-16,-2 3 11 15,-2 6 4-15,-4 3 3 16,-1 1-1-16,-5 0 0 16,1 12 1-16,-3 4 4 15,-3 2 11-15,-2 0 6 16,-1 0 1-16,0-4-5 15,0-1 4-15,0 0 1 16,-13-5-2-16,-7 0-2 16,-5-1-9-16,-4-2-5 15,-5-1-11-15,1-3-28 16,-2 1-34-16,2-2-35 16,2 0-95-16,2 0-219 15</inkml:trace>
  <inkml:trace contextRef="#ctx0" brushRef="#br0" timeOffset="-100373.18">25370 17490 122 0,'0'0'17'0,"-41"79"13"16,29-37 34-16,7 1-53 15,5-2-7-15,0-2 35 16,14-5-9-16,12-1 3 15,7-5 6-15,8-3-13 16,9-5-9-16,7-2-9 16,6-7-1-16,6-6-1 15,6-5-8-15,2 0 7 16,-3-9-3-16,-1-10-2 16,-8-3-1-16,-10-5 11 15,-12-2 0-15,-12-3 20 0,-14-3-3 16,-14-3-4-16,-3-3 9 15,-9-3-14-15,-19-1-13 16,-6-3-5 0,-6-1 1-16,-5 5-2 0,-4 5 3 15,-2 6-2-15,-1 9 0 16,2 9-3-16,-1 8 1 16,0 7-6-16,5 1-6 15,-2 17-16-15,8 7-38 16,0 4-6-16,4 3-23 15,2 3-67-15</inkml:trace>
  <inkml:trace contextRef="#ctx0" brushRef="#br0" timeOffset="-97929.62">27222 17225 220 0,'0'-3'42'0,"0"2"24"15,0 0-26 1,0 0-18-16,-3-1-8 0,0 1-2 16,-3 0 0-16,-2 1 2 15,0 0-5-15,-2 0-3 16,-1 0 3-16,-5 0-3 16,-3 1-3-16,-1 8-2 15,-3 7-2-15,-3 5-1 16,0 4 2-16,0 7 2 15,0 3-1-15,4 4-1 16,2 1 1-16,5 1-1 16,4 0 0-16,8-2 0 15,3-1-1-15,6-1-2 16,17-3 1-16,9-4 0 16,7-1 1-16,5-6-13 15,4-3-14-15,4-6-1 16,3-6 11-16,-2-5 17 15,-1-3 5-15,-1 0 8 16,-3-7 9-16,-5-11 2 16,-4-4-4-16,-7-5 12 15,-8-6 7-15,-5-2 6 16,-6-6 1-16,-7-3 1 16,-6-4-6-16,0-3-6 15,-3-4-15-15,-13 0-9 16,-10 4-5-16,-6 3 7 15,-8 9 2-15,-7 9 9 16,-6 14-13-16,-3 11-7 16,-3 5-6-16,-2 12-13 0,6 14-16 15,6 7-41 1,4 2-44-16,11 1-52 16,9-1-108-16</inkml:trace>
  <inkml:trace contextRef="#ctx0" brushRef="#br0" timeOffset="-96063.89">25420 18326 639 0,'-3'0'129'0,"3"0"6"0,0 0 22 15,0-4-50-15,14-1-21 16,3-2-7-16,5 3-26 15,1-4-25-15,-3 3-14 16,2-1-9-16,-1 4-5 16,-1 0-13-16,3-2-56 15,2 2-53-15,1 0-69 16,2-3-79-16,-5-1-145 16</inkml:trace>
  <inkml:trace contextRef="#ctx0" brushRef="#br0" timeOffset="-95581.45">25925 18030 769 0,'0'0'14'0,"0"0"65"16,0 0 24-16,-65 90-32 16,45-53-20-16,0 2-12 15,6 3-11-15,4-3-1 16,5 0-14-16,5-4-5 16,0-6-1-16,14-4 0 0,10-6-3 15,7-8 2-15,5-6 2 16,3-5 2-1,2 0 0-15,2-4-8 0,-4-12 1 16,-7-2 1-16,-7 0-1 16,-4-4 0-16,-13 1 1 15,-6 0 1-15,-2 2 3 16,-5 3 6-16,-18 2-3 16,-4 5-8-16,-3 5-4 15,-5 4 1-15,-1 0 0 16,-2 6-1-16,-1 13 0 15,5 1-11-15,2 6-30 16,9-2-32-16,4-3-46 16,10-4-66-16,9-5-60 15,0-6-156-15</inkml:trace>
  <inkml:trace contextRef="#ctx0" brushRef="#br0" timeOffset="-94758.75">27205 18090 737 0,'0'0'56'0,"0"0"83"15,0 0 12-15,0 0-53 16,20 81-21-16,-16-52-9 16,-1 1-22-16,1-2-24 15,-1-5-13-15,1-5-5 16,-1-2-3-16,0-5-2 16,-1-4-6-16,2-3-36 15,2-4-34-15,0 0-50 16,3 0-52-16,2-6-55 15,-1-8-178-15</inkml:trace>
  <inkml:trace contextRef="#ctx0" brushRef="#br0" timeOffset="-94197.35">27389 18090 559 0,'0'0'79'16,"0"0"34"-16,0 0 2 16,0 0-31-16,0 0-18 15,0-7-9-15,2 4-15 16,8 0 7-16,0 0-6 15,6-1-14-15,1 0-12 16,5 2-6-16,1-1-6 0,-1 2-4 16,-2-1 1-16,0 2-1 15,-5 0-2-15,-5 0-2 16,-5 6-3-16,-5 7-11 16,0 4 0-16,0 1 8 15,-8 1-5-15,2-1-1 16,0 0 9-16,6-2 4 15,0-3 1-15,0-1-2 16,15-1 3-16,2 1 3 16,4 1 4-16,0-1 7 15,-1 3 3-15,-1 1 3 16,-5-2 7-16,-2 2-3 16,-5 0 20-16,-7-1-1 15,0-1-5-15,-2-2-3 16,-13-1-3-16,-5 1-14 15,-5-6-11-15,-1-2-5 16,-3-4-5-16,2 0-29 16,-2 0-32-16,0 0-66 15,3-5-132-15,5-7-200 16</inkml:trace>
  <inkml:trace contextRef="#ctx0" brushRef="#br0" timeOffset="-93566.66">27994 17524 577 0,'0'0'169'0,"0"0"8"15,0 0-38-15,110-3-28 16,-68-5-40-16,2-2-32 0,-1 4-23 15,-6-1-12 1,-5 0-4-16,-6 3-2 0,-8-1-23 16,-4 3-45-16,-5 0-41 15,-7-3-67 1,-2 2-81-16,0-1-160 0</inkml:trace>
  <inkml:trace contextRef="#ctx0" brushRef="#br0" timeOffset="-93028.24">28035 17411 615 0,'0'0'100'15,"0"0"44"-15,97-12 9 16,-51 10-62-16,-1-1-32 16,-2 0-25-16,-4 2-18 15,-4 0-15-15,-11 1 0 16,-5 0-12-16,-9-2-43 16,-7 2-16-16,-3 0-48 15,0-2-14-15,-9 0-19 16,-5-2-54-16,-2-1 81 15,0-1 50-15,3 0 58 16,2-2 23-16,5 1 31 16,0-1 25-16,6 4 23 0,0 0 26 15,0 4-20-15,6 0-32 16,9 0-6-16,3 4 9 16,2 9 19-16,2 6 14 15,-2 1-21-15,-1 4-12 16,-5 0 4-16,-2 2-11 15,-5 2 3-15,-4-2-12 16,-3 0-12-16,0 0-7 16,-1 0-9-16,-11 0-9 15,-1-3-5-15,0-3-2 16,-3-5-5-16,4 1-22 16,1-7-44-16,-1-2-71 15,2-7-154-15,3 0-283 16</inkml:trace>
  <inkml:trace contextRef="#ctx0" brushRef="#br0" timeOffset="-92027.59">28717 17173 501 0,'0'0'74'16,"0"0"-6"-16,0 0 49 15,0 0-26-15,-12 97-13 16,12-67-12-16,0-1-8 16,0-4-7-16,6-5-20 15,11-5-4-15,2-5 0 16,4-3 5-16,3-4-4 15,0-3-12-15,0 0-10 0,0-7-1 16,-3-10-2 0,-1-4-1-16,-2-4 0 15,-4-3-5-15,-3-3-4 16,-3-1-6-16,-4 4 0 16,1 2 5-16,-4 6 7 0,1 7 0 15,-1 6 2-15,-3 6 0 16,1 1 6-16,1 9-9 15,1 18-10-15,4 4 17 16,6 10 18-16,1 5 5 16,5 5 6-16,3 2 8 15,-2-2 1-15,0 2-1 16,-2-3-3-16,-4-3-6 16,-4-5-2-16,-1-3 0 15,-6-6-5-15,0-6 3 16,-3-6-6-16,0-2-7 15,-3-5-2-15,-16-2-2 16,-7-5-2-16,-4-1-4 16,-5-5-5-16,0-1-3 15,2 0-12-15,4-2-11 16,3-12-15-16,6-2-18 16,7-4-25-16,7-1-42 15,6-5-96-15,0-2-122 16,3-3-304-16</inkml:trace>
  <inkml:trace contextRef="#ctx0" brushRef="#br0" timeOffset="-91752.07">29423 17331 916 0,'0'0'76'16,"0"0"95"-16,0 0-65 16,91-31-77-16,-73 21-18 15,-1 1-9-15,-3-1-9 16,-4 2-51-16,-6-1-77 15,-4 2-114-15,0 0-151 16</inkml:trace>
  <inkml:trace contextRef="#ctx0" brushRef="#br0" timeOffset="-91561.18">29281 17180 829 0,'0'0'17'0,"0"0"77"16,0 0-52-16,97-39-34 15,-68 29-8-15,1 1-39 16,-2 2-130-16,-4-2-179 16</inkml:trace>
  <inkml:trace contextRef="#ctx0" brushRef="#br0" timeOffset="-90983.05">29964 17258 463 0,'0'0'146'15,"0"0"6"-15,0 0 12 16,0 0-8-16,0 0-38 0,45 0-35 16,-22 0-30-16,2 0-17 15,-1 0-19-15,-2 0-14 16,1 0-2-16,0 0-18 15,2-3-54-15,-3-3-97 16,1-2-128-16,-2-2-198 16</inkml:trace>
  <inkml:trace contextRef="#ctx0" brushRef="#br0" timeOffset="-90493.25">30435 16952 774 0,'0'0'14'15,"0"0"73"-15,0 0-1 16,-68 92-49-16,58-55-10 15,6 1-12-15,1 3-3 16,3-3-1-16,0-1 1 16,13-5 0-16,6-3-2 15,1-3 1-15,2-6-6 16,2-4 5-16,-2-4-6 16,0-5 3-16,-2-7-1 15,-3 0 2-15,-3 0 7 16,1-7 12-16,-4-9 2 15,-2-4-10-15,-5 1 4 0,-2-4 1 16,-2 4-1-16,0 1-3 16,-6 3-7-1,-12 6 3-15,-3 5-6 16,-3 4-7-16,-4 0-4 16,-1 6-4-16,-1 9-7 0,3 3-21 15,2 1-27-15,6 2-33 16,6-5-45-16,9-3-80 15,4-3-42-15,0-4-204 16</inkml:trace>
  <inkml:trace contextRef="#ctx0" brushRef="#br0" timeOffset="-90131.57">30793 17068 752 0,'0'0'93'15,"0"0"84"-15,0 0-68 16,0 0-19-16,58 89-20 15,-39-67-13-15,4 0-13 16,1-2-9-16,2-2-11 16,0 0-11-16,-1-2-5 0,1-1-6 15,-3 0-1 1,0-6 0-16,-4 1-3 0,-3-5-16 16,-3 1-31-16,-2-5-28 15,-5-1-45-15,-1 0-39 16,-4 0-56-16,-1-11-48 15,0-5-188-15</inkml:trace>
  <inkml:trace contextRef="#ctx0" brushRef="#br0" timeOffset="-89932.72">31030 17164 769 0,'0'0'70'15,"0"0"79"-15,-110 88-27 16,74-56-61-16,0-4-31 16,7-1-18-16,3-3-11 15,6-4-3-15,10-8-56 16,7-1-108-16,3-11-146 16,0 0-344-16</inkml:trace>
  <inkml:trace contextRef="#ctx0" brushRef="#br0" timeOffset="-89410.9">31364 17016 710 0,'0'0'83'15,"0"0"35"-15,0 0-15 16,0 0-11-16,0 0-28 15,-21 97-5-15,21-67-15 16,0 0-7-16,0-4-7 16,0-3-19-16,3-2-8 15,3-5-3-15,0-4-2 16,-1-2-15-16,-3-4-54 16,-2-3-63-16,0-1-70 15,0-2-53-15,-5 0-153 16</inkml:trace>
  <inkml:trace contextRef="#ctx0" brushRef="#br0" timeOffset="-89194.88">31254 17212 760 0,'0'0'97'0,"0"0"92"16,0 0-80-16,87-11-54 15,-59 7-21-15,3-2-19 16,-3 1-9-16,0-1-6 16,0-2-36-16,-2 0-85 15,-2-3-84-15,-2-1-107 16,-2 0-251-16</inkml:trace>
  <inkml:trace contextRef="#ctx0" brushRef="#br0" timeOffset="-88908.93">31849 16985 753 0,'0'0'67'15,"0"0"99"-15,-19 88-3 16,15-55-74-16,4-2-39 16,0-4-20-16,0-1-15 15,0-7-10-15,0 0-4 16,0-8-3-16,0-3-35 16,0-4-55-16,0-4-68 15,0 0-110-15,2-12-146 16</inkml:trace>
  <inkml:trace contextRef="#ctx0" brushRef="#br0" timeOffset="-88323.72">31963 16944 386 0,'0'0'87'0,"0"0"51"16,0 0-31-16,0 0-24 16,0 0-17-16,-14-15 2 15,12 14-15-15,2 0-6 16,0-1 10-16,0 1-3 15,0-2-10-15,0 1-8 16,0-2-10-16,10-2-14 16,3-1-12-16,6 0 2 15,0 2-1-15,4-1 3 16,2 3-3-16,-4 1-1 16,-2 2 2-16,-2 0 1 15,-5 0-4-15,-5 0-3 16,-4 11-2-16,-3 2-7 15,0 3-1-15,0 1-3 16,0 4-4-16,0 1 2 16,0-2 2-16,11 0 11 0,4 2 5 15,2-1 1 1,2 0 1-16,1-2 2 16,0 1 10-16,-6-1 12 15,-6 0 18-15,-2-3 4 0,-6-1 16 16,0-3-3-16,-10 1-16 15,-10-4-11-15,-5-2-12 16,-2 0-13-16,-4-2-7 16,0-2-21-16,0-1-34 15,-1 1-44-15,5-3-113 16,-2 0-181-16</inkml:trace>
  <inkml:trace contextRef="#ctx0" brushRef="#br0" timeOffset="-86450.59">28532 16851 470 0,'0'0'79'0,"0"0"-38"15,0 0 59-15,-10 94-27 16,10-55-18-16,0 3 8 16,3 3-14-16,8 3-17 15,-1 1 11-15,3-1-1 16,0-2-11-16,-1-1-2 16,-2-1-10-16,1-1-5 15,-2 1-5-15,-2-1-1 16,0 1 0-16,-1 1 1 15,0-2-3-15,-3 2 1 16,0-5 0-16,1 0 2 16,-1-4 9-16,3-3 7 15,-2-2-8-15,-1-6-1 16,3 0-8-16,-2-5 0 16,2-2 0-16,-2-2-4 15,2 0 1-15,-3-3 2 16,0 1 3-16,1-1-2 15,-4 1 3-15,3 0 0 16,-3-3-6-16,1 1-2 16,1-4-1-16,-1 0-2 15,4-3-1-15,0-1 0 16,4-2 1-16,1-2 1 16,3 0 0-16,3 0 0 15,4 0 0-15,1-6 0 16,5-2-1-16,0 2 2 0,4-1-4 15,0 2 2-15,3-2 1 16,2 3-1-16,5-3 0 16,1 3 0-16,4-2 0 15,1-1 3-15,2 4-5 16,4-4 3-16,1 2 0 16,3 1-3-16,-2 1 3 15,5-1 1-15,-1-2-1 16,4 2 0-16,-3-1-4 15,2 0 0-15,2 0 2 16,1 2 1-16,-2-3 0 16,0 2-1-16,0-2 2 15,0 2-1-15,-1-1-1 16,-2 0 2-16,-1 0-1 16,-2 0 1-16,-1-1 0 15,-1 1-1-15,2 0 1 16,0-1 0-16,2 0 1 15,3 0-2-15,1-1 2 16,1 2-2-16,2-1 1 16,0 0 1-16,0 1-1 15,0 1 1-15,-1 0 2 16,2 1-4-16,-4 2 0 16,-1 0 1-16,-2 0 0 15,-1 1 1-15,-2 0 0 16,2 0 0-16,-2 0 2 15,1-2-1-15,-3 2-1 0,0-1-1 16,-4-1-1 0,-3 1 2-16,-3 0-1 0,-6-1 0 15,-5 1-1 1,-4 1 0-16,-9 0 1 0,-5 0 0 16,-4 0-1-16,-5 0 0 15,-3 0 0-15,-2 0 3 16,1 0 1-16,1 0 0 15,1 0 1-15,-1 0 3 16,4-3 3-16,-1 2-4 16,1-1 0-16,-1 0-3 15,1 1-1-15,0-1-1 16,-1 1-1-16,-1-2 0 16,-2 3-1-16,-1-1 0 15,1 1 0-15,-3 0 0 16,0 0 0-16,2 0-1 15,-2 0-2-15,0 0-5 16,0-3-6-16,0 3-18 16,0-3-28-16,0 0-46 15,0-2-97-15,0 0-38 16,1-4-77-16</inkml:trace>
  <inkml:trace contextRef="#ctx0" brushRef="#br0" timeOffset="-84404.47">28484 16822 492 0,'0'0'33'0,"20"0"67"16,-7 0-11-16,6 0-31 16,3 0 9-16,4 0-14 15,6 0-8-15,2-3-1 16,6 2 0-16,1-1-18 15,1 1-14-15,3 1-5 16,-2 0 0-16,3 0 0 16,0 0-1-16,2-2-2 15,0 1-2-15,2 0-1 16,2-2 5-16,-1 1-1 16,4-2-3-16,2-1 1 15,4 1-1-15,4-2 0 16,3 2 0-16,7-4 2 15,3 1 3-15,4-1 0 16,6 0-3-16,6 1 3 16,3-1 0-16,4 0-2 15,0 1 0-15,3 4-3 16,-1-4 1-16,-2 3 0 16,0 2-1-16,0 0 4 0,-3 1-1 15,-1 1 3 1,0-1-2-16,-3 1 3 0,-3-2 2 15,-2 2-4-15,1-3-4 16,-4 2 2-16,1-2 2 16,0-1 0-16,-5 1 4 15,2 0-3-15,-5-3-3 16,-2 2-3-16,-5 0 2 16,-4 0-3-16,-6-2 1 15,-6 1-1-15,-5 2-1 16,-7-3 2-16,-6 2-2 15,-5 2 1-15,-7-1-1 16,-8 1 2-16,-4 0-1 16,-7 1-3-16,-1 1 3 15,-6-2 1-15,2 2-1 16,-1 0 0-16,-1-1 0 16,5 1 0-16,0-3-1 15,4 2 0-15,1-2-1 16,3 2 0-16,-1-2 3 15,2 2-4-15,-4 0 1 16,-1 1 2-16,-2 0-3 16,-4 0 0-16,2 0 0 15,-2 0 0-15,-3 0 0 16,3 0 0-16,-3 0-1 16,3 0 0-16,-3 0 2 15,0 0 1-15,2 0 0 16,-1 0 0-16,-1 0 0 15,3 0-1-15,-3 1-1 16,3 4 3-16,-3 2 1 0,0 1 2 16,0 4 1-1,0 2-1-15,0 3-2 16,0 0-1-16,0 3 0 0,0 1 0 16,0 0 0-1,0 2-1-15,0-1-1 0,0 2 2 16,0 2 0-16,0-2-2 15,0 4 2-15,0 2-1 16,0 0 2-16,0 0 0 16,0 0 0-16,0-1 0 15,0 2 1-15,0-1-1 16,2-2 0-16,-1-1 3 16,0 1 2-16,2-1 1 15,0-3 0-15,0 3-3 16,-2-4 2-16,2 0-1 15,0-1 1-15,0 1-1 16,1 1-1-16,-1 0 0 16,2-1 3-16,-1-1-3 15,0-1-3-15,1 0 0 16,-1-1-2-16,0-2 3 16,-1-1-3-16,0-4 1 15,0 0-1-15,0-3 1 16,-2 0-1-16,2-5 0 15,-2-1 1-15,-1-1-1 16,0 1 0-16,0-4 0 16,0 0 0-16,0 0 1 15,0 0-1-15,0 1 4 16,0-1 3-16,0 0 8 0,0 2-7 16,-8-1-1-1,-1 2-5-15,-4-2-1 16,-3 2 0-16,0 0 0 0,-4-1 0 15,-4 4-1 1,-7-2 1-16,-6 3-2 0,-11-1 2 16,-4 2-2-16,-6-1 0 15,-7-3-6-15,-4 2-4 16,4-2-10-16,3-4-23 16,4 0-37-16,8 0-87 15,4 0-191-15</inkml:trace>
  <inkml:trace contextRef="#ctx0" brushRef="#br0" timeOffset="-83419.41">21716 18045 780 0,'0'0'87'15,"18"29"64"-15,-10-10-43 16,1 1-26-16,-1 0-12 16,1 1-11-16,-3-2-19 15,4 0-3-15,2-4-6 16,2-6-3-16,3-3 0 15,9-6 7-15,9-6 5 16,9-22 7-16,13-16-13 16,14-19-17-16,17-19-10 15,17-19-4-15,21-23-25 16,16-19-59-16,12-14-60 16,2-2-214-16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37:47.11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6984 807 386 0,'0'-8'80'16,"0"0"0"-16,0-3 10 15,0 1-6-15,0 1-10 16,0 0-15-16,0 1 0 15,0 3 2-15,0 1 1 16,0 1-7-16,0 1-3 16,0 2-9-16,0 0-10 15,0 0-10-15,0 5-12 16,0 15-14-16,0 10 26 16,4 10 10-16,0 9 3 15,5 7-7-15,0 7-3 0,-1-1-2 16,1-2 4-16,2 2 0 15,-2-5-9 1,0-4-8-16,0-7 4 16,-1-5-7-16,0-8-1 0,-3-9-2 15,0-7-2-15,-1-6 1 16,-2-5-3-16,2-6-2 16,-1 0 3-16,1-10 7 15,2-16 2-15,0-5-3 16,6-6-6-16,-1-4-8 15,0 5-3-15,1 8-5 16,-4 9 1-16,0 6 3 16,-2 9 0-16,2 4-3 15,-1 0-4-15,4 6 11 16,1 7 9-16,3 4 6 16,-1 1 1-16,2 2 1 15,0 0 2-15,-1-1-1 16,-1 0 0-16,-1-1-1 15,-4-1-5-15,-1-6-2 16,-2-1-6-16,-3-5-3 16,0-1-24-16,-2-2-27 15,-1-2-24-15,2 0-49 16,-2 0-85-16,0 0-133 16,0-11-320-16</inkml:trace>
  <inkml:trace contextRef="#ctx0" brushRef="#br0" timeOffset="562.01">7556 1043 784 0,'0'0'143'0,"0"0"-8"16,0 0-57-16,0 0-15 15,-7 68 7-15,4-34-18 16,0 2-16-16,3 2-6 16,0-1-9-16,0 0-2 15,0-4-6-15,6 0-1 16,2-5-2-16,1-3-5 16,1-4-3-16,-4-5-4 15,1-4-7-15,3-4-30 16,-4-6-41-16,0-2-47 0,1 0-37 15,-4-5-96-15,-1-12-205 16</inkml:trace>
  <inkml:trace contextRef="#ctx0" brushRef="#br0" timeOffset="830.53">7683 1234 831 0,'0'0'160'16,"0"0"8"-16,0 0-66 15,0 0-24-15,0 0-28 16,91 80-16-16,-77-68-11 16,1-1-10-16,-4-1-9 15,-1-2-2-15,-2-1-2 16,-1-3-21-16,-3 0-30 15,-3-4-39-15,1 0-59 16,-2 0-76-16,0 0-29 16,0-11-202-16</inkml:trace>
  <inkml:trace contextRef="#ctx0" brushRef="#br0" timeOffset="1032.56">7820 1229 824 0,'0'0'109'0,"0"0"60"16,0 0-84-16,-46 92-49 0,34-66-19 15,1-3-15-15,-2-4 1 16,4-2-15-16,-1-6-39 16,0 1-45-16,0-8-72 15,4-2-76-15,0-2-251 16</inkml:trace>
  <inkml:trace contextRef="#ctx0" brushRef="#br0" timeOffset="1432">7779 1033 851 0,'0'0'195'0,"0"0"-51"15,67 94-52-15,-38-55-12 16,3-1-11-16,1 3-28 15,-1-1-7-15,-1 0 3 16,-2 1-7-16,-6-4-3 16,-7 2-4-16,-4-6-10 15,-5 0-6-15,-7-3-2 0,0-3-2 16,0-1-1 0,-8-4-18-16,-3-3-21 15,0-5-24-15,-1-5-5 16,5-5-28-16,0-4-68 15,2 0-144-15,4-15-225 0</inkml:trace>
  <inkml:trace contextRef="#ctx0" brushRef="#br0" timeOffset="1638.65">8314 1365 919 0,'0'0'149'16,"0"0"42"-16,0 0-103 16,88-30-54-16,-69 23-19 15,-3-1-9-15,-5-1-11 16,-2 1-44-16,-9 0-63 16,0-3-133-16,-6 1-321 15</inkml:trace>
  <inkml:trace contextRef="#ctx0" brushRef="#br0" timeOffset="1815.98">8311 1193 1010 0,'0'0'105'0,"0"0"-7"16,0 0-63-16,0 0-27 15,0 0 0-15,0 0-5 16,80-22-25-16,-53 12-92 15,0-5-156-15,1-2-383 16</inkml:trace>
  <inkml:trace contextRef="#ctx0" brushRef="#br0" timeOffset="2566.67">9059 811 861 0,'0'0'112'0,"0"0"35"16,0 0-65-16,-21 76 0 15,12-34-3-15,0 4-26 16,2 4-12-16,-2 2-8 15,7 0-9-15,2 2-4 16,0 0 0-16,0-3-3 16,9-4-2-16,6-5 2 15,5-6 2-15,-2-6-15 16,0-7-4-16,-2-8 2 16,0-3-3-16,-4-7-20 15,0-2-23-15,-3-3-21 16,0 0-33-16,-5 0-92 15,0-8-170-15,-2-4-323 16</inkml:trace>
  <inkml:trace contextRef="#ctx0" brushRef="#br0" timeOffset="3367.75">9465 1135 718 0,'0'0'142'0,"0"0"38"16,0 0-49-16,0 0-35 15,0 0-33-15,-15-2-30 16,3 7-11-16,-3 12-10 16,-1 5-9-16,0 2 1 15,2 5-2-15,4-2 0 16,5-1-3-16,4-2-1 15,1-3 1-15,0-6 0 16,7-3 1-16,10-5-3 16,4-7 7-16,5 0-6 15,3 0 6-15,1-13-4 16,-3-1-1-16,-1-2-2 16,-3-2 1-16,-7 4-6 15,-4 3 5-15,-3 3-1 16,-5 1 1-16,-1 5 5 15,-3 0-3-15,0 2 3 16,0 0-5-16,0 0 3 16,1 0-4-16,1 0-2 15,2 7 1-15,3 3 6 16,2 1-1-16,1 2 1 0,3-2-1 16,2-1 0-1,3-3-1-15,1-3 3 0,4-4-2 16,0 0 0-16,-1 0 3 15,1 0-1-15,0-9 4 16,-4-2 1-16,-5 2 3 16,-2-4 0-16,-1 1 5 15,-6 0 6-15,-1 0 4 16,-4-3-4-16,0 1-2 16,0-1-10-16,-9 0-6 15,-5 3 2-15,-2 1-6 16,-5 3-9-16,-2 7-8 15,-2 1-8-15,-1 0-9 16,0 4-17-16,1 8-19 16,7 0-36-16,3 0-28 15,5-1-58-15,3-2-31 16,5-1-107-16</inkml:trace>
  <inkml:trace contextRef="#ctx0" brushRef="#br0" timeOffset="3805.38">10027 1096 541 0,'0'0'142'0,"0"0"19"15,0 0-5 1,0 0-35-16,5 2-47 0,-7 7-33 16,-7 3-22-16,0 2-14 15,1-1-2-15,3-1-3 16,4-1 1-16,1-2-5 16,0 0-2-16,4 0 0 15,8 0 7-15,8 2 6 16,-1-1 0-16,1 2-4 15,0-1 17-15,-4 4 15 16,0-3 11-16,-6 1-4 16,-3-1-1-16,-4-2-8 15,-3 0-8-15,0-1 6 16,-1-2-9-16,-11 2-9 16,-5-4-3-16,-3 0-15 15,-2 0-33-15,-1-4-27 16,1-1-74-16,-2 0-147 15,1-3-318-15</inkml:trace>
  <inkml:trace contextRef="#ctx0" brushRef="#br0" timeOffset="4744.24">10395 1113 623 0,'0'0'115'0,"0"0"22"15,0 0 16-15,45 24-6 16,-22-10-38-16,1 1-38 16,-2 0-20-16,4 1-6 15,-1-1-16-15,-2-1-14 16,-3-1-8-16,-3-3-5 15,-4-2 0-15,-1-1-2 16,-6-3-11-16,-3-1-19 16,-2-2-17-16,-1-1-26 15,0 0-30-15,0 0-29 16,0-6-127-16,-6-7-127 16</inkml:trace>
  <inkml:trace contextRef="#ctx0" brushRef="#br0" timeOffset="4936.54">10561 1119 730 0,'0'0'137'0,"0"0"27"16,-49 87-65-16,32-55-53 16,-1-4-32-16,4-3-10 15,3-6-2-15,-1-3-10 16,6-7-42-16,2-7-74 15,1-2-102-15,3 0-130 16</inkml:trace>
  <inkml:trace contextRef="#ctx0" brushRef="#br0" timeOffset="5373.65">10521 567 693 0,'0'0'88'0,"0"0"82"16,75 74-48-16,-39-35-21 15,0 5-15-15,6 6-27 16,-3 3-11-16,1 1-3 16,1 2 5-16,-4-2-6 15,-3-2-6-15,-3-3-8 16,-8-4 6-16,-5-1-4 16,-5-5-8-16,-9 0-7 15,-4-4-6-15,0-3-3 16,-3 1 2-16,-11-5-5 15,-4-3-4-15,-2-3 5 0,0-4-11 16,1-5-15-16,1-5-20 16,0-6-24-16,2-2-16 15,3-4-21-15,3-18-117 16,1-8-164 0,4-8-243-16</inkml:trace>
  <inkml:trace contextRef="#ctx0" brushRef="#br0" timeOffset="5780.82">11049 635 937 0,'0'0'99'0,"0"0"6"16,0 0-65-16,0 0 9 15,0 0 4-15,-14 60-24 16,14-42-7-16,0 1 0 16,0-2-5-16,13 1-5 15,1-1-1-15,5-1 3 16,3 0 4-16,-3-1-4 15,-1 0 1-15,-2-3 6 16,-3 0-1-16,-4-4 4 0,-5-1-3 16,-1-1-6-1,-3-3-7-15,0 1-3 0,0-1-3 16,-13 0-16-16,-6-3-26 16,-7 0-42-16,-4 0-97 15,-2-6-172-15,-1-11-316 16</inkml:trace>
  <inkml:trace contextRef="#ctx0" brushRef="#br0" timeOffset="5948.9">11055 643 926 0,'0'0'115'0,"0"0"53"15,79-22-105-15,-47 16-49 16,1-1-8-16,-2-1-7 15,-1 1-49-15,-1-3-93 16,-7 1-163-16,-2-3-320 16</inkml:trace>
  <inkml:trace contextRef="#ctx0" brushRef="#br0" timeOffset="7510.72">11549 1297 711 0,'0'0'74'0,"0"0"72"16,0 0 0-16,104-14-60 15,-64 6-27-15,1-1-24 16,-2 0-15-16,-3 1-9 16,-6 1-9-16,-4 2 1 15,-7-1-2-15,-6 4 0 16,-6-1-1-16,-4 1-5 16,-3-1-4-16,0 1 0 15,0-3-3-15,-5 1-10 16,-3-2 0-16,-2-1 12 15,1 1 6-15,2 2 5 16,3-2 0-16,1 2 0 16,3 1 3-16,0 0 5 15,4 1-7-15,12 2-5 16,5 0 1-16,5 0 9 16,2 0 5-16,-2 1 18 15,-3 10 0-15,-4-1 1 0,-6 0 0 16,-4 3-1-1,-5-1 1-15,-4 1-2 16,0 1-7-16,0-1-9 0,-10 1 0 16,-3-1-12-16,-4-3 0 15,-2-2-20-15,3-2-27 16,2-2-46-16,2-2-75 16,5-2-91-16,2 0-131 15</inkml:trace>
  <inkml:trace contextRef="#ctx0" brushRef="#br0" timeOffset="8374.31">12590 816 641 0,'0'0'103'0,"0"0"53"16,26 80-6-16,-14-35-27 15,-2 5-30-15,4 2-19 16,-2 1-22-16,2-3-5 16,-1-5-20-16,2-5-4 15,-2-7-4-15,-1-6 3 16,0-8-7-16,-3-3-6 16,0-7-5-16,-1-7 0 15,-2-2-2-15,4 0 0 16,3-5 2-16,3-11 1 15,1-5-5-15,2-2 3 16,1 3-9-16,-5-1 2 16,-1 6 0-16,-5 7-1 15,-2 2 1-15,2 5 0 16,-5 1 1-16,3 0-4 16,1 0 3-16,0 9 6 15,1 2 0-15,-2 2 0 16,-1-2 0-16,1 4-1 0,0-3-3 15,-1-1 4 1,-3-1-4-16,3-1-16 0,-2-1-33 16,-2-4-20-16,1 1-25 15,1-4-40-15,0-1-61 16,-1 0-65-16,1-3-153 16</inkml:trace>
  <inkml:trace contextRef="#ctx0" brushRef="#br0" timeOffset="8633.65">13234 730 1062 0,'0'0'61'0,"0"0"2"16,-26 76-23-16,12-45-28 15,2 1-9-15,2 0-21 16,2-4-64-16,3-4-77 16,3-5-90-16,-3-4-208 15</inkml:trace>
  <inkml:trace contextRef="#ctx0" brushRef="#br0" timeOffset="9272.15">13539 997 685 0,'0'0'127'0,"0"0"1"16,0 0-50-16,-22 74 1 15,8-35 0-15,0 2-27 0,2 1-26 16,1 0-8-16,5 1-8 15,3-5-7-15,3-5-1 16,0-1-1-16,1-6-2 16,12-4 0-16,3-5 1 15,0-8-19-15,6-6-21 16,-1-3-33-16,4 0-46 16,-6-16-86-16,-1-3-124 15</inkml:trace>
  <inkml:trace contextRef="#ctx0" brushRef="#br0" timeOffset="9516.69">13658 1193 799 0,'0'0'200'0,"0"0"-48"16,0 0-63-16,103 63-15 15,-78-47-19-15,-5 1-18 16,1-3-15-16,-8-1-14 16,-3-5-6-16,-3-2-4 15,-4-4-26-15,-2-2-30 16,-1 0-47-16,0 0-30 16,0-13-96-16,0-7-142 15,0-3-129-15</inkml:trace>
  <inkml:trace contextRef="#ctx0" brushRef="#br0" timeOffset="9675.64">13837 1179 695 0,'0'0'100'0,"0"0"49"16,-71 85-27-16,46-54-40 16,6-5-41-16,2-4-34 0,7-6-7 15,0-8-16-15,6-2-50 16,2-6-66-16,2 0-74 15,0-14-167-15</inkml:trace>
  <inkml:trace contextRef="#ctx0" brushRef="#br0" timeOffset="9992.25">13855 891 579 0,'0'0'129'0,"0"0"63"15,67 77-34-15,-38-39-23 16,-2 3-32-16,-1 3-30 16,-1 0-17-16,-5-1-9 15,-3-1-12-15,-7-2 15 16,-4-2-25-16,-4-1-18 15,-2-2-5-15,-3 1 1 16,-13-3-7-16,-3-2-20 16,2-5-16-16,-4-5-20 15,6-4-58-15,5-10-79 16,4-7-144-16,6 0-151 16</inkml:trace>
  <inkml:trace contextRef="#ctx0" brushRef="#br0" timeOffset="10237.98">14482 1311 1007 0,'0'0'92'0,"0"0"88"15,0 0-95-15,0 0-51 16,84-6-16-16,-69 3-17 16,-1-2 1-16,-2-1-31 15,-7-2-54-15,1-3-122 16,-6 0-180-16</inkml:trace>
  <inkml:trace contextRef="#ctx0" brushRef="#br0" timeOffset="10441.9">14439 1148 1025 0,'0'0'80'16,"0"0"-11"-16,0 0-7 15,0 0-42-15,83 0-16 16,-61-3-14-16,1 0-68 15,-2-8-76-15,-1 3-142 16,2-7-301-16</inkml:trace>
  <inkml:trace contextRef="#ctx0" brushRef="#br0" timeOffset="11012.7">15225 1028 787 0,'0'0'154'0,"0"0"-39"15,0 0-53-15,0 0-4 16,0 0-17-16,-38 74-20 15,37-63-11-15,1 2-6 16,0-2-2-16,17 0 1 16,3-1 1-16,11 1 3 15,0 1-3-15,8-4 2 16,2 1 7-16,-2 1 11 16,-6-1 0-16,-6 0-8 0,-4 0-5 15,-8-1 4 1,-7 1 21-16,-8 0-3 15,0 1 2-15,-3-1-3 0,-12 0 0 16,-7 0-15-16,-1-2-12 16,-8-2-3-16,0-2-23 15,-7-3-39-15,2 0-26 16,-3 0-56-16,2-12-94 16,-1-6-169-16</inkml:trace>
  <inkml:trace contextRef="#ctx0" brushRef="#br0" timeOffset="11152.51">15320 993 798 0,'0'0'123'0,"0"0"-39"16,104-35-76-16,-75 26-47 15,-5 2-131-15,-5-2-153 16</inkml:trace>
  <inkml:trace contextRef="#ctx0" brushRef="#br0" timeOffset="13606.95">11003 566 158 0,'0'0'83'0,"0"0"3"16,0 0-49-16,-45-24-19 15,30 13-11-15,0-1-5 16,-2 0-1-16,1-3 4 16,-1-3-1-16,0 0 19 15,0-1-17-15,3 2-3 16,-2-1-3-16,4 1 0 16,-3 2 0-16,0 3 0 15,1 3 20-15,-2-1 13 16,0 4 0-16,-2-1 9 15,1 0-33-15,-2 3-9 16,-1-1 2-16,-1 3-3 16,-4-2 1-16,2 2 0 15,-5 2 0-15,1-1-2 16,-2 0-17-16,0-1-5 0,-1-1 19 16,-2 2 6-16,0-2-16 15,-2 3-6-15,-3 0 26 16,0 0-5-16,0 0 3 15,-1 0 0-15,3 0 2 16,-1 2 24-16,3 0-9 16,-2 1-10-16,5 0 7 15,5-3-11-15,1 0-7 16,2 0-8-16,6 0 4 16,2 0-6-16,2 0 8 15,-1 0-1-15,-1 0-4 16,-2 0-17-16,-4 3 1 15,-8 5 16-15,-2 3 1 16,-5 1-2-16,0 1-4 16,-3 0 24-16,6 1-3 15,3-4-8-15,4 0-3 16,5 0 7-16,2-2 4 16,4-1-4-16,0-2-4 15,1 2-3-15,0 1 2 16,-3 0-3-16,-1 2-8 15,-2 1 6-15,-1 0 5 16,-1 3 1-16,-2 0-2 16,-3 4 0-16,-1 1-1 15,-3 2-32-15,1 0-22 16,-1-2-1-16,1 1 36 16,3-4 5-16,2-1 14 15,3-4 4-15,4-1 0 16,1-4-1-16,0 1 4 0,3 0-1 15,4-3-5 1,-1 1-4-16,0 0-7 16,1-1-36-16,-4-1 4 0,3 2 33 15,-6 1 6-15,0 1 5 16,-1 1 17-16,-3 3 5 16,-2 0 17-16,-1 0-19 15,4 1 8-15,-1-2 23 16,3 0-15-16,2-3-13 15,5 2-2-15,2-1-9 16,2 0-7-16,3-1-4 16,3 0-2-16,0-1-3 15,0-2 1-15,0 0-7 16,0-3 7-16,0 2 6 16,-3 0 2-16,0-1 0 15,0 0-2-15,2 2-1 16,-2-2-1-16,0 2 0 15,3-4-1-15,0 0 1 16,0 0 0-16,0 0 0 16,0 0-1-16,0 0 3 15,0 0-2-15,0-2-7 16,0-6 3-16,0-3 3 16,0-1-1-16,0-1 1 15,6 1-1-15,-1-4 3 16,3 2 17-16,-1 1 11 15,-2 0-20-15,0 3 5 16,-4 4 21-16,1 1-11 16,-1 4-3-16,1-2 4 15,-2 3 2-15,0 0 4 16,0 0-6-16,0 0-12 16,0 3-4-16,0 5-4 0,0 4 5 15,0 3-8-15,0-1 3 16,0-2 10-16,0 1 15 15,0-4-19 1,7-1-8-16,9-1-5 0,6-2 1 16,7-1-12-16,1-4-93 15,3 0-141-15</inkml:trace>
  <inkml:trace contextRef="#ctx0" brushRef="#br0" timeOffset="15139.57">16023 1117 548 0,'2'-1'148'0,"-2"0"-17"15,0-1-4-15,0 1-16 16,0 1-27-16,0 0-17 16,-5 0-31-16,-5 5-16 15,-6 13-16-15,0 6-6 16,-1 4 1-16,4 1 3 15,2 0-1-15,5 2-2 16,6-5 1-16,0-5-1 16,0-4 0-16,13-2 3 15,6-7-1-15,1-4 1 16,4-4-1-16,2 0-1 16,-1 0 0-16,2-5-3 15,-4-6-3-15,0-3 3 16,-6 3-6-16,-3-1-5 15,-5 3 6-15,-4 2 6 0,0 2 1 16,-1 3-1-16,-4 0 4 16,0 2-2-16,0 0-2 15,0 0-1-15,0 0-8 16,0 9-3-16,3 0 13 16,3 3 2-16,1-1-6 15,5-1 5-15,3-3-1 16,4-2 3-16,3-2 0 15,1-3 3-15,3 0 8 16,0-4-5-16,-3-8-4 16,-1-1 7-16,-2-2-2 15,-9 1 5-15,1-2 8 16,-6 1 0-16,-5 2 13 16,-1 1-2-16,0 0-6 15,0 0-8-15,-4 3-7 16,-11 1 0-16,1 2-4 15,-6 3-7-15,-5 3-4 16,-2 0-11-16,-2 0-6 16,-1 0-13-16,2 9-14 15,2-1-31-15,4 0-35 16,8 0-33-16,5-1-27 16,9-1-16-16,0-4-144 15</inkml:trace>
  <inkml:trace contextRef="#ctx0" brushRef="#br0" timeOffset="15588.45">16704 1084 641 0,'0'0'92'16,"0"0"31"-16,0 0-7 15,0 0-40-15,-22 15-48 16,5-1-10-16,-4 6-10 16,4-2 1-16,3 0 1 15,5-4-7-15,3 0-1 16,6-1-1-16,0-3-2 15,6 0 4-15,11-1 1 16,6 1-1-16,5 1 2 16,1 0 11-16,-2 1 15 15,-2 0 15-15,-5-2 1 16,-7 1-5-16,-6-2 5 16,-5 1-8-16,-2-1-4 15,-3 2-7-15,-13-3-7 16,-7 2-13-16,-6 0-7 15,-3-4-25-15,-4-1-37 16,-2-1-64-16,-2-4-135 16,4 0-256-16</inkml:trace>
  <inkml:trace contextRef="#ctx0" brushRef="#br0" timeOffset="16279.49">17086 1153 693 0,'0'0'82'16,"0"0"116"-16,0 0-42 15,0 0-33-15,101 48-29 16,-69-32-24-16,0 2-26 15,1 0-12-15,-3-2-8 16,-2-1-7-16,-7-1-10 16,-5-5-5-16,-3 1 3 15,-7-4-8-15,-2-3-15 16,-2 0-25-16,-2-3-16 16,0 0-28-16,0 0-34 15,0 0-59-15,-9-9-196 16</inkml:trace>
  <inkml:trace contextRef="#ctx0" brushRef="#br0" timeOffset="16477.34">17254 1191 841 0,'0'0'150'0,"0"0"-39"15,-87 92-67-15,68-68-33 16,4-3-7-16,6-6-11 16,3-6-54-16,6-6-78 15,0-3-99-15,0-3-198 0</inkml:trace>
  <inkml:trace contextRef="#ctx0" brushRef="#br0" timeOffset="16843.87">17381 635 687 0,'0'0'109'15,"0"0"71"-15,99 75-51 16,-55-36-30-16,-4 10-6 16,2 2-33-16,-1 6-12 15,-5 3-2-15,-6 0-12 16,-4-1-3-16,-9-2 2 16,-7-8-2-16,-8-2-2 15,-2-6-8-15,-3-4-9 16,-16-5-5-16,-1-6-2 15,-3-6-5-15,-3-8-29 16,0-7-29-16,1-5-26 16,5-4-53-16,0-20-139 15,1-12-217-15</inkml:trace>
  <inkml:trace contextRef="#ctx0" brushRef="#br0" timeOffset="17395.59">17765 537 750 0,'0'0'73'0,"0"0"41"0,0 0-17 16,0 0-3-16,0 0-29 15,0 63-20-15,0-50-16 16,3 0-9-16,4-4-11 16,2-2 1-16,4-1 0 15,0-5 9-15,4-1-7 16,-2 0-6-16,0 0-4 15,0 0-7-15,-2-7-10 16,-3-1-29-16,-3-2-44 16,2-1-50-16,-5-1-41 15,-1 0 5-15,-3 1-36 16,0 0 37-16,0 2 71 16,0 2 88-16,0 1 76 15,0 3 95-15,0 3 2 16,3 0-25-16,-2 3-51 15,1 14 32-15,-1 8 42 16,1 5-34-16,-1 5-15 16,1 1-22-16,-2 1-33 15,1-1-34-15,2-5-13 16,0-4-4-16,1-1-10 16,-4-5-50-16,0-6-80 15,0-5-143-15,-3-7-295 0</inkml:trace>
  <inkml:trace contextRef="#ctx0" brushRef="#br0" timeOffset="18209.84">15906 785 486 0,'0'0'166'0,"0"0"-60"15,0 0-47-15,0 0 31 16,-66 109 13-16,41-51-15 16,-1 5-28-16,6 3-11 15,3-1-3-15,8 1-18 16,5-4 1-16,4-6-3 16,0-3-13-16,10-6-7 15,7-3-3-15,6-6-4 16,1-7 3-16,4-6-20 15,6-9-26-15,1-8-44 16,-1-6-81-16,-3-2-168 16</inkml:trace>
  <inkml:trace contextRef="#ctx0" brushRef="#br0" timeOffset="18985.18">17397 1081 362 0,'0'0'101'0,"0"0"-3"15,0 0 14-15,0 0-31 16,-64 57-26-16,53-40-34 16,2-2-19-16,3-4-5 15,2-1-64-15,1-3-143 16,0-1-168-16</inkml:trace>
  <inkml:trace contextRef="#ctx0" brushRef="#br0" timeOffset="20192.66">16250 1628 257 0,'0'0'35'0,"0"0"15"16,0 0-31-16,0 0-3 16,52 8 20-16,-33-8-15 15,4-6-13-15,-1-3 3 16,2-3-4-16,2 1 4 16,1 0-7-16,-4 3-4 15,-1 3 1-15,-2 3-1 16,-2 2 0-16,-4 0 1 15,-2 0 2-15,1 0 8 16,-3 7-4-16,3-2-6 16,-3 0 2-16,3-2-3 15,4-3 1-15,3 0-1 16,4 0-2-16,2-3-1 16,1-6 3-16,2 0 3 15,0-1-3-15,-3 5 1 16,-3 1 1-16,-6 4 11 15,-1 0-6-15,-4 0 4 16,-1 1 6-16,2 6-4 16,-1-2 4-16,2-1-1 0,1 1 2 15,3-5-7-15,1 0-4 16,3 0 8-16,1 0-4 16,3 0-1-16,-1 0-6 15,1-2-3-15,-3-1 0 16,1 1 1-16,-1 0-2 15,-2 1 0-15,-1 1 0 16,0 0 0-16,-1 0 2 16,1 0-2-16,0 0 0 15,1 0 0-15,3 0 2 16,2 4 7-16,-2-1 11 16,1-3 9-16,1 0-7 15,2 0-12-15,-1 0-9 16,0 0 1-16,-2 0-4 15,-6-2-31-15,-3-5-71 16,-6 1-204-16</inkml:trace>
  <inkml:trace contextRef="#ctx0" brushRef="#br0" timeOffset="21110.04">18415 804 456 0,'0'0'117'0,"0"0"-2"16,0 0-31-16,-7 9-29 16,-9 12 4-16,0 11-5 15,-3 8 33-15,-1 7-16 16,4 5-17-16,0 2-17 15,6 0-9-15,6 0 0 16,4-4 3-16,0-5-4 16,10-2-12-16,13-6-2 15,7-6 2-15,5-2 3 16,1-8 7-16,3-2 2 16,-5-8-14-16,-3-2-7 15,-9 0-3-15,-5-3-3 16,-8-2-2-16,-6-4 3 15,-3 0-9-15,0 2-15 16,-2-2-16-16,-8 0-45 16,-6 0-72-16,2 0-36 15,-2 0-89-15,4-2-347 16</inkml:trace>
  <inkml:trace contextRef="#ctx0" brushRef="#br0" timeOffset="21763.16">18616 1241 339 0,'0'0'119'0,"0"0"26"16,0 0-21-16,0 0-29 16,2 0-2-16,0 0-5 15,4 0-18-15,1 0-9 16,3 0 11-16,6 0-5 15,-1 0-14-15,2 0-20 16,-1 0-15-16,1 0-15 0,0 0-2 16,-1 0-1-1,1 0-12-15,1 0-25 0,2-2-38 16,-1 0-65-16,1-2-85 16,-3-3-83-16,-2 1-239 15</inkml:trace>
  <inkml:trace contextRef="#ctx0" brushRef="#br0" timeOffset="22529.47">19130 1145 320 0,'0'0'74'15,"0"0"39"-15,0 0-11 16,0 0-27-16,0 0-9 15,10-7-6-15,-10 7 14 16,0 0 10-16,0 0-18 16,0 0-10-16,-6 0-22 15,-6 0-20-15,-5 4-7 16,0 2-3-16,-3 4-3 0,2-1 0 16,4 1 0-1,2-2-1-15,8 0-1 0,4 0-2 16,0-1 0-16,10 1-5 15,10 0 8-15,5 2 0 16,5-2-1-16,1-1 3 16,-1 1-2-16,-3 0 1 15,-5 1 1-15,-9-2 3 16,-6 3 9-16,-7 0 20 16,0 2 21-16,-7-1 4 15,-12 1-8-15,-4 1-20 16,-1 0-17-16,2-5-11 15,3 0 1-15,2-3-5 16,4-5-1-16,5 0-12 16,3 0-18-16,4-6-31 15,1-9-44-15,0-4-8 16,12-4-22-16,7 0-20 16,4 0 66-16,3 1 48 15,0 5 34-15,0 5 13 16,-4 5 24-16,-2 3 33 15,-1 4 14-15,-5 0-21 16,1 1-11-16,-4 12 15 16,-2 2 3-16,-1 0 2 15,-2 3-8-15,0-4-30 16,-3 0-17-16,0-3-4 16,-3-3-3-16,0-3-30 15,0-5-94-15,0 0-129 16,-10 0-327-16</inkml:trace>
  <inkml:trace contextRef="#ctx0" brushRef="#br0" timeOffset="23028.99">19254 1051 776 0,'0'0'21'0,"0"0"10"16,0 0-38-16,0 0-38 15,0 0-20-15,3 32-54 16,11-21-29-16,2 3-13 16,4 1 40-16,2 0 59 15,-2 3 64-15,3 1 32 16,0 2 76-16,-2 2 37 16,-1-1 8-16,-3-1 5 15,-2-2-23-15,-1-3-7 16,-5-4-28-16,-2-5-20 15,-1-3-11-15,-3-3-17 16,-2-1-7-16,2 0-7 16,-2-1 2-16,1-12-4 15,1-3-27-15,1-4-9 16,-1-2-8-16,3 3-13 16,0 2-6-16,2 4 2 15,-2 4 1-15,3 3 3 16,1 2 3-16,0 4 11 15,2 0 2-15,0 0-2 16,1 4 3-16,-1 5 6 16,2 3 1-16,-2 3-1 15,1 1 1-15,-3-4-4 16,-1 3 0-16,1-3-11 0,-4-4-25 16,-1-1-70-16,0-4-61 15,-1-3-119-15,-1 0-154 16</inkml:trace>
  <inkml:trace contextRef="#ctx0" brushRef="#br0" timeOffset="23438">19784 1070 568 0,'0'0'165'15,"0"0"-5"-15,0 0-40 16,0 0-14-16,98 89-34 16,-72-70-7-16,3 0-21 15,0-2-10-15,-2-1-12 16,-1-1-10-16,-3-3-5 16,-5-4-5-16,-1 1-2 0,-7-4-1 15,0-3-20 1,-4-2-45-16,-3 0-49 0,-2 0-67 15,1-2-64-15,-1-12-201 16</inkml:trace>
  <inkml:trace contextRef="#ctx0" brushRef="#br0" timeOffset="23629.48">19986 1116 677 0,'0'0'123'0,"0"0"51"16,-72 80-84-16,50-53-30 16,5-2-42-16,5-7-14 15,5-3-3-15,4-5-21 16,3-6-71-16,0-4-83 16,2 0-116-16</inkml:trace>
  <inkml:trace contextRef="#ctx0" brushRef="#br0" timeOffset="23994.63">20025 687 716 0,'0'0'119'0,"0"0"53"16,96 100-54-16,-58-53-11 0,0 8-8 15,0 4-37-15,-4-1-10 16,1 2-3-16,-8-1-11 16,-5-3 3-16,-7-7-4 15,-7-4-9-15,-7-4-12 16,-1-8-3-16,-4-1-10 15,-16-7 2-15,-6-5-1 16,-4-3-18-16,-5-4-28 16,-1-4-27-16,-3-7-34 15,4-2-75-15,2-2-180 16,4-17-267-16</inkml:trace>
  <inkml:trace contextRef="#ctx0" brushRef="#br0" timeOffset="24753.67">19241 721 561 0,'0'0'116'16,"0"0"40"-16,0 0-3 16,0 0-17-16,0-15-49 15,-7 2-40-15,-5-4-26 16,2-2-9-16,-4-1-3 15,-1-1-5-15,1-2-5 16,-2 1 2-16,3 0-1 16,1 3-5-16,2 2 2 15,4 6-2-15,2 0 4 16,4 1 1-16,0 3 0 16,0 2-2-16,10-1-1 15,5-1 3-15,8 0-1 16,9 0 3-16,5-4 2 15,8 0 2-15,6-2-1 16,2-1 3-16,0 1 1 16,-6 2-2-16,-6 2-4 15,-6 1-3-15,-9 1-8 0,-9 3-32 16,-9 1-88 0,-6-1-108-16,-2 0-133 0</inkml:trace>
  <inkml:trace contextRef="#ctx0" brushRef="#br0" timeOffset="25363.59">19024 745 412 0,'0'0'101'0,"0"0"18"0,0 0-20 16,0 0-18 0,6 0-8-16,3 3 18 0,5 0 22 15,2 2-22-15,1 2-13 16,2 1-17-16,0 1-9 15,1 1-19-15,-4-1-10 16,0-1-5-16,0 0 2 16,-2-2-4-16,-4-1-3 15,1-2 6-15,0-2-1 16,-2-1-1-16,1 0-4 16,0 0 6-16,1-5 8 15,1-9-9-15,2-3-8 16,0-3-8-16,0 1 2 15,-1-3-7-15,1 2-21 16,2 2-23-16,3 1-26 16,0 3-37-16,1 2-93 15,-1-1-148-15,0 3-239 16</inkml:trace>
  <inkml:trace contextRef="#ctx0" brushRef="#br0" timeOffset="26798.01">20159 298 405 0,'0'0'133'0,"0"0"18"16,0 0-46-16,0 0-13 16,0 0-19-16,-5 0-43 15,-4-3-12-15,-3 3-7 16,-3 0-6-16,-3 0-5 16,-2 6-1-16,-1 10-1 15,0 4-4-15,2 1 4 16,6 1 4-16,2-1 3 15,7-3 8-15,4-5 5 16,0-2 0-16,1-3 5 0,13-3 7 16,2-2-1-1,3-3 3-15,0 0-11 0,1 0-3 16,0-10-3-16,-5-3-4 16,-1-3-3-16,-4-3 0 15,-1-3-6-15,-3-5 3 16,-2-3-2-16,-4-3-4 15,0-3-15-15,0 2-1 16,-4 0-2-16,-6 5 7 16,-2 5-1-16,2 7-5 15,1 4-5-15,2 6 11 16,1 7 3-16,-2 0 3 16,6 6-10-16,1 13 6 15,1 5 3-15,0 5 5 16,0 1 5-16,11 0 1 15,7-1 8-15,3 0 15 16,5-5 2-16,0-2-7 16,3-4 2-16,-1-5-5 15,1-5-6-15,-2-3-3 16,-3-2-1-16,-1-3-5 16,-1 0 2-16,-6 0 4 15,-4-3 3-15,1-6 1 16,-6-1-2-16,0 0 6 15,0-3-9-15,-4 0-7 16,-1 0 1-16,-2 0-2 16,0 4-1-16,0-1-1 15,0 3-2-15,0 2-8 16,-12 2 5-16,-1 3-7 16,-6 0-8-16,0 7-1 15,1 7 6-15,2 5 12 0,1 0 2 16,8-1 1-16,4-1-2 15,3-3 1 1,0-4 0-16,3 0 3 0,10-3 0 16,6-3 1-1,2-3 2-15,1-1 0 0,1 0 2 16,-1 0-2-16,-3 0 0 16,0-1 1-16,-5-3-5 15,0-2 1-15,-2 1 0 16,1-1-2-16,0 2-1 15,1 1-1-15,2 2 3 16,0 1-2-16,0 0-1 16,0 1 1-16,-1 10 3 15,-1 0 1-15,-4 2 0 16,-1-2-1-16,-3-3 5 16,-1-2 0-16,-2-1 4 15,-3-3 7-15,0-2 4 16,0 0 5-16,0 0 20 15,0 0 7-15,0-11-28 16,0-2-15-16,0-6-6 16,0-2-3-16,0-1 0 15,0 1-6-15,0 1-2 16,0 3-8-16,0 2 2 16,0 3-13-16,6 1-26 15,4 2-56-15,1 3-71 16,-2-2-103-16,0 4-138 15</inkml:trace>
  <inkml:trace contextRef="#ctx0" brushRef="#br0" timeOffset="27002.1">20840 295 838 0,'0'0'224'0,"0"0"-82"15,0 0-30-15,55 62-44 16,-42-45-28-16,-2-1-23 16,1-4-12-16,-7 1-3 15,1-5-11-15,-3-2-45 16,-3-3-67-16,0-3-120 16,0 0-198-16</inkml:trace>
  <inkml:trace contextRef="#ctx0" brushRef="#br0" timeOffset="27164.66">20845 142 1023 0,'0'0'38'0,"0"0"-7"16,0 0-30-16,0 0-35 15,0 0-141-15,0 0-160 16,0-9-195-16</inkml:trace>
  <inkml:trace contextRef="#ctx0" brushRef="#br0" timeOffset="28166.98">21069 320 681 0,'0'0'144'0,"0"0"24"0,0 0-64 15,0 0-29-15,0 0-19 16,81 68-13-16,-72-62-3 16,-2-2-6-16,2-1-11 15,-4-3-5-15,1 0 1 16,0 0 11-16,0-2-2 16,1-9-9-16,-1-2-10 15,-2-5-6-15,-1-1 2 16,-1-2-5-16,-1 2-6 15,-1 2-10-15,0 5 2 16,0 1-6-16,0 4-5 16,1 4-15-16,5 2-20 15,4 1-52-15,3 0-42 16,4 0-22-16,3 0 25 16,3 2 19-16,0 4 60 15,-1-3 43-15,0 1 29 16,-3-1 10-16,-3-3 56 15,-3 1 26-15,-6-1-19 16,-2 0 37-16,-4 0 16 16,-1 0 13-16,0 0-30 15,-3 0-47-15,-9 0-49 16,-5 4-15-16,-3 3-4 16,3 3-4-16,-2 3-6 15,6 0-7-15,4 0 15 16,2-1 0-16,4-1 4 0,3 0-4 15,0-5 7 1,3 0-1-16,10-2 3 16,2-4 3-16,3 0 2 0,0 0 0 15,0 0-1-15,0-7-2 16,-4-1 0-16,-4-1-2 16,0 0-4-16,-7 3 0 15,0-1 2-15,-1 3-2 16,-2 1-4-16,0 3-3 15,0 0-4-15,1 0-32 16,1 0-16-16,0 8 40 16,3 3 15-16,3 3 4 15,0-4 3-15,3 1 1 16,2-3-1-16,3-2 3 16,1-3 7-16,-1-3 17 15,3 0 1-15,-1-3 0 16,2-11 8-16,-2-2-9 15,-5-3-22-15,3-4 0 16,-4-3-3-16,-3-2-1 16,-2-3-11-16,-3-1-19 15,-3-1-16-15,-1 3-10 16,0 3 5-16,0 6 23 16,-4 6 17-16,-1 9 10 15,-1 6 10-15,0 0-5 16,1 18-7-16,1 6 6 15,3 6 19-15,1 3 12 16,0 3 12-16,0 0-2 16,5-2-3-16,4-3-1 15,0-4-18-15,-1-5-15 16,-2-6-7-16,-1-5-1 16,-5-5-33-16,0-5-57 0,0-1-70 15,-11-1-85-15,-10-13-463 16</inkml:trace>
  <inkml:trace contextRef="#ctx0" brushRef="#br0" timeOffset="28399.93">21488 202 757 0,'0'0'87'16,"0"0"69"-16,84-6-31 15,-44 6-27-15,5 0-38 16,0 0-20-16,-3 2-11 15,-3 7-14-15,-6 3-2 16,-2 3-3-16,-7 2 1 16,-4 1-7-16,-7 0 7 15,-4 1-1-15,-7-2-3 16,-2-1-5-16,0-3-13 16,-2-4-38-16,-11-6-83 15,0-3-155-15,-2-2-233 16</inkml:trace>
  <inkml:trace contextRef="#ctx0" brushRef="#br0" timeOffset="28554.96">21890 125 925 0,'0'0'14'0,"0"0"26"15,0 0-32-15,0 0-12 16,0 0-95-16,0 0-24 15,31-6-148-15,-20 12-192 0</inkml:trace>
  <inkml:trace contextRef="#ctx0" brushRef="#br0" timeOffset="29120.58">22043 258 415 0,'0'0'185'0,"0"0"-16"0,0 0-30 16,0 0-8-16,40 73-31 15,-30-63-20-15,5-2-20 16,-4-1-11-16,2-5-16 16,-3 0-16-16,-2-2-2 15,-1 0 0-15,1 0-1 16,-2 0-1-16,0-11 1 16,1-1-10-16,0-3-4 15,-4-5-4-15,-3 3-11 16,3 1-3-16,-3 0-1 15,0 6 6-15,0 5 9 16,0 1 3-16,0 4 2 16,3 0-11-16,4 0-7 15,2 0 4-15,5 4 12 16,1 1 3-16,2 3 0 16,-2-3 8-16,1 1-2 15,0-2 6-15,1-3 1 16,-3-1-5-16,4 0 12 15,-1 0-5-15,-3-5-3 16,1-6-7-16,-2-2 0 16,-6-2 1-16,0 2-6 15,-4-1 2-15,-3 5-3 16,0 2 0-16,0 2 5 16,0 5-5-16,-8 0 0 15,-4 2-7-15,-2 11 0 0,0 4 1 16,4 2 6-16,3 2-1 15,4 1 1-15,3-2-1 16,0-1-1-16,3-1-10 16,12-2-32-16,2-2-39 15,3-5-77-15,3-4-157 16,3-1-7-16</inkml:trace>
  <inkml:trace contextRef="#ctx0" brushRef="#br0" timeOffset="29835.23">23025 260 710 0,'0'0'139'0,"0"0"4"15,0 0-46-15,0 0-20 16,0-2-44-16,-12 13-26 16,2 1-4-16,-2 1 0 15,0 3-2-15,3-3-1 16,4-2-1-16,1-2 1 15,4-3 0-15,0 1-5 0,0-6-13 16,3-1 4 0,9 0 5-16,5-1 2 0,0-14 1 15,4-4-9-15,-1-5-24 16,-1-5 3-16,-2-6-3 16,-3-1-16-1,-3-7-25-15,-3 1 3 0,-5 6 31 16,-2 7 17-16,-1 7-2 15,0 8-6-15,0 8 40 16,0 6 13-16,0 0-9 16,2 4-21-16,-1 21 45 15,2 8 13-15,-1 11 14 16,-1 10 27-16,5 3 21 16,2 3 6-16,4 0 2 15,7 0-8-15,3-1-13 16,1-2-16-16,0-6-16 15,-6-5-9-15,-1-7-8 16,-9-10-9-16,-7-4-13 16,0-9-10-16,-6-6 5 15,-19-5 5-15,-4-5 1 16,-6 0-9-16,-3 0-9 16,2-12-5-16,4-4 3 15,6-1-6-15,5-3-15 16,8-2-6-16,6-1-13 15,7-3-24-15,0-1-28 16,15-5-16-16,11-2-64 16,5-2-128-16,3-2-167 15</inkml:trace>
  <inkml:trace contextRef="#ctx0" brushRef="#br0" timeOffset="30639.54">23735 216 517 0,'0'0'133'15,"0"0"-4"-15,0 0-45 16,0 0-27-16,-24 14-13 15,10-1 11-15,0 2-21 16,3 2-23-16,2-1-7 16,3 1 0-16,6-2-4 15,0-1 2-15,0-2 0 16,6 0 8-16,6-3-4 16,2-2 5-16,3 0-5 15,0-6-1-15,3-1 0 16,0 0-2-16,2 0-1 15,2-1 2-15,-1-7-2 0,-1-2 2 16,-5 2-2 0,-3 2-1-16,-6-1 9 0,-2 4 15 15,-3 0 8-15,-3 3 3 16,0 0-9-16,0 0-15 16,0 0-16-16,0 0-13 15,2 0 0-15,4 3 18 16,1 3-1-16,3-1-1 15,2 0-1-15,2-2 4 16,2-2-3-16,2-1 5 16,-4 0-2-16,0 0-1 15,-2 0 4-15,-1 0-1 16,-5-2 12-16,-3-2 6 16,-1-3 12-16,-2 1-2 15,0 0-11-15,0-2-7 16,0-2-7-16,-5 1-9 15,-4 0 2-15,-5 2-6 16,3 0-7-16,-5 1-7 16,1 6 4-16,0 0-28 15,-1 0-21-15,1 0-33 16,7 0-22-16,2 0-71 16,6 0-23-16,0 0-104 15,3 0 42-15</inkml:trace>
  <inkml:trace contextRef="#ctx0" brushRef="#br0" timeOffset="31009.19">24235 233 683 0,'0'0'176'0,"0"0"11"15,0 0-73-15,0 0-43 16,0 0-43-16,-35 5-21 15,20 2-7-15,4 1 2 16,3 1-1-16,3-2-4 16,5-1-5-16,0 2-4 15,0 0 8-15,10-1 3 16,4 5 2-16,0-3 1 16,-2 1-2-16,-2 0 2 15,-2 0 9-15,-3 2 9 16,-4-3 15-16,-1 0 8 15,0-1-13-15,-7 0-4 16,-7-2-7-16,0-1-14 16,-3-2 0-16,5-2-15 15,-2-1-30-15,4 0-34 16,1 0-60-16,3 0-89 16,2-7-117-16,4-3-189 15</inkml:trace>
  <inkml:trace contextRef="#ctx0" brushRef="#br0" timeOffset="31206.23">24382 281 639 0,'0'0'138'0,"0"0"-29"0,0 0-53 16,0 0-30-16,6 71-18 15,-6-59-9-15,0-6-67 16,0-2-114-16,-4-4-302 16</inkml:trace>
  <inkml:trace contextRef="#ctx0" brushRef="#br0" timeOffset="31379.44">24420 144 1090 0,'0'0'14'0,"0"0"42"16,0 0-44-16,0 0-15 15,0 0-28-15,0 0-59 16,-7-16-149-16,4 23-71 16,3 1-149-16</inkml:trace>
  <inkml:trace contextRef="#ctx0" brushRef="#br0" timeOffset="31886.4">24537 312 683 0,'0'0'185'0,"0"0"11"16,0 0-80-16,0 0-29 16,0 0-19-16,0 0-24 15,26 33-4-15,-23-33-6 16,3 0 3-16,1-11-7 15,2-3-22-15,2-4-9 16,-1 3-16-16,0-2 0 16,-1 3-13-16,-3 5 2 0,0 4-2 15,-2 1 10 1,0 4 10-16,2 0-6 0,0 0 0 16,1 9 11-1,2 2 7-15,3 0-2 0,0 1 3 16,4-2-2-16,1-1 1 15,3-3 4-15,2 0 15 16,3-3-5-16,-1-3-8 16,1 0-3-16,-2 0-1 15,-6-2-2-15,1-7 1 16,-8-1-2-16,-3-3 3 16,-5 1 4-16,-2-2-2 15,0 1-1-15,0 2 8 16,0 3-10-16,-9 1 0 15,1 6-1-15,0 1-2 16,-1 0-7-16,2 4 1 16,1 6 1-16,2 3 2 15,4-3 3-15,0 0-50 16,0-3-94-16,11-3-245 16,8-2-463-16</inkml:trace>
  <inkml:trace contextRef="#ctx0" brushRef="#br0" timeOffset="32038.55">25181 364 1337 0,'0'0'19'0,"0"0"88"16,0 0-48-16,0 0-32 16,0 0-15-16,0 0-25 15,-11-6-67-15,-11-4-232 16,-4-4-675-16</inkml:trace>
  <inkml:trace contextRef="#ctx0" brushRef="#br0" timeOffset="45828.98">8508 4065 258 0,'0'-6'31'15,"0"-2"22"-15,0 3-8 16,-2-2 0-16,1 0 1 15,1-1-7-15,-2-1-11 16,2-1 11-16,0 0-8 16,0-5 7-16,0 3 5 15,0-3-3-15,0 1-4 16,0-1-9-16,0 1-2 16,0 1-9-16,0 1-10 15,0 2-1-15,0 1 0 16,0 0-4-16,0 2 0 15,0 3-1-15,0-1 0 16,3 1-1-16,0 0 0 16,-2 1-2-16,1 2 2 15,3-1-1-15,-2 0 0 16,2-2 2-16,2 2-3 16,2 0 0-16,4 2-1 15,0-3-1-15,2 0 0 0,3 2-1 16,-1-2 2-16,2 2 2 15,3-3 3 1,-1 4-4-16,1 0-3 0,-2 0-5 16,3 0 7-16,-1-2 3 15,-3 2-1 1,1 0 1-16,0 0-3 0,-1 0-2 16,0 0 3-16,0 0 2 15,1 0 1-15,0 0 0 16,-1 0 0-16,2 0 0 15,-1 0 0-15,1 0 0 16,1 0-1-16,-1 0-1 16,1 0-17-16,1 0-4 15,0 2-1-15,0 2-4 16,-4-4 10-16,1 0 10 16,-1 0 4-16,-3 0 2 15,2 0 4-15,0 0-1 16,-1 0-3-16,-1-4 3 15,1 2-1-15,-2 0 1 16,1 2-2-16,-2-2 2 16,2 2-2-16,0 0 1 15,-2 0 1-15,2 0-2 16,3 0 1-16,-2-1-2 16,1-1-11-16,3 2 3 15,-2-2 8-15,3 2-14 16,-3-2-1-16,-2 2 15 15,2 0-19-15,-6 0-1 16,3 0 10-16,-3 0 10 16,2 0 2-16,-1 0 0 15,0 0-4-15,-1-1 1 0,3 0-2 16,-3-1 1-16,5-1 6 16,-1-1-4-16,3 4 4 15,0-3-2-15,2 2 0 16,1 1 1-16,1-1-1 15,-2-1 0-15,1 2 1 16,0 0 2-16,-1 0 0 16,-2 0-3-16,0 0-1 15,-5 0 3-15,1 0 2 16,-2 0-3-16,0 0 2 16,0-1 3-16,0 1 14 15,-1-1 6-15,4-2-22 16,1 2-3-16,3-1 0 15,1-1 0-15,0 2-1 16,1-3 9-16,-2 2-7 16,-2 0-7-16,-2 1-2 15,-1 1 6-15,-4 0 0 16,0-3-2-16,-1 2 2 16,-1 1 2-16,-1-2-1 15,2 0 1-15,-1 0 1 16,2 2 0-16,2-1-1 15,1 1 1-15,2 0 12 16,-1 0-11-16,0-3-7 16,0 1 5-16,-2 2-2 15,1-2-1-15,-1 0 1 16,-1 2 1-16,0 0 0 16,0 0-1-16,-1 0 6 15,1 0 0-15,-2 0-4 16,4 0 0-16,-4 0 1 15,3 0 1-15,0 0-2 16,-1 2 0-16,1 0 1 0,-1 0-4 16,1 0 2-16,0-1 0 15,0-1 3-15,-1 1 25 16,1-1-14-16,-5 0-12 16,1 2-2-16,-2-2 2 15,0 0-1-15,1 0-1 16,-2 0 1-16,0 1-1 15,3 0 0-15,-2 1 0 16,-1-2 2-16,0 1-2 16,2 0-1-16,-4-1-1 15,3 0 1-15,-2 0 1 16,0 2 1-16,0-2 0 16,0 0-2-16,0 1 2 15,0 1-1-15,2 4-1 16,-2 0 2-16,1 0 12 15,-1 1 5-15,2 2 2 16,0 0-9-16,-4 1-4 16,2 1 11-16,-3 2 11 15,2 3-5-15,-3 1-6 16,2 2 22-16,1 3-28 16,-2-3-2-16,0-1 15 15,0-2 1-15,-2-1-11 16,2-4-10-16,-3-5-1 15,0 0-2-15,0-5-9 16,-3-1-71-16,-10 0-109 16,-7-1-335-16</inkml:trace>
  <inkml:trace contextRef="#ctx0" brushRef="#br0" timeOffset="46678.85">9595 3411 470 0,'1'-8'79'15,"2"0"34"-15,-3-2-19 16,0 0-19-16,0-1-17 15,0 0-27-15,-8 1-14 16,-2 1-7-16,-4 0-3 16,-3 5-5-16,1 4-4 15,-7 0-4-15,2 0-9 16,-1 12 5-16,2 4 6 16,4 7 1-16,7 2-1 15,6 5 0-15,3-2-1 16,0 4 14-16,5-2 2 15,8-1 0-15,2-1 3 16,3-2 22-16,-4-1-12 16,1-1 8-16,-2-2-1 15,-3-2-15-15,-3-4-8 16,-3 0-6-16,-4-1 0 16,0-3-2-16,0-2-20 15,0 0-28-15,-8-2-29 16,-1-4-53-16,-4-1-61 15,0-3-154-15</inkml:trace>
  <inkml:trace contextRef="#ctx0" brushRef="#br0" timeOffset="46871.96">9374 3656 747 0,'0'0'101'0,"0"0"9"16,104-21-89-16,-65 16-16 15,0 0-11-15,-3 1-98 16,-1 0-132-16,-11 3-291 16</inkml:trace>
  <inkml:trace contextRef="#ctx0" brushRef="#br0" timeOffset="47102.37">9966 3641 813 0,'0'0'25'0,"0"0"109"15,0 0-28-15,0 0-65 16,0 0-12-16,78-16-23 16,-76 15-23-16,-2-3-63 15,-2 3-112-15,-14-2-234 16</inkml:trace>
  <inkml:trace contextRef="#ctx0" brushRef="#br0" timeOffset="47279.55">9894 3521 753 0,'0'0'54'0,"0"0"46"16,0 0-84-16,78-23-16 16,-55 21-36-16,-1-1-94 15,-2 1-191-15</inkml:trace>
  <inkml:trace contextRef="#ctx0" brushRef="#br0" timeOffset="47946.65">10349 3473 706 0,'0'0'68'16,"0"0"63"-16,0 0-38 16,0 0-30-16,0 0-42 15,0 0-24-15,-38-3-11 16,21 18 5-16,2 6 6 16,4-2 2-16,4 2 1 15,4-2-4-15,3-5 0 16,0 0 6-16,12-3 3 15,6-3-3-15,1-3-1 16,4-3 0-16,3-2 2 16,0 0-1-16,0-3 1 15,-2-9-2-15,-3 0-3 0,-2-2-1 16,-6 1 1-16,-2 0 0 16,-5 2 2-16,-3 3-1 15,0 2 2-15,-2 4 1 16,-1-2 1-16,0 4 13 15,0 0-12-15,0 0-7 16,0 0-11-16,2 6 6 16,-1 4 3-16,6-1-10 15,0-2 9-15,4 2 4 16,-1-2 2-16,7-2 1 16,2-1 1-16,0-1 0 15,2-2 8-15,2-1-1 16,-1 0-1-16,0 0-6 15,-5 0 2-15,-1-4 3 16,-5-1 14-16,-5-3 19 16,-4-1 11-16,-2-1 7 15,0 1-27-15,0-3-13 16,-8-2-15-16,-6 1-9 16,1 0-16-16,-4 2-22 15,-1 3 1-15,0 1-26 16,-3 4 0-16,4 3-52 15,-3 0-28-15,5 0-72 16,1 3-130-16</inkml:trace>
  <inkml:trace contextRef="#ctx0" brushRef="#br0" timeOffset="48382.24">10883 3427 406 0,'0'0'86'0,"0"0"102"15,0 0-57-15,0 0-28 16,-10-4-44-16,-2 4-34 15,-2 4 4-15,0 3-8 16,-2 2-10-16,6 0-5 16,2 2-5-16,1-3 1 15,6 0-5-15,1 1-2 16,0-1 1-16,7 2 9 16,6-2 1-16,4 1 5 15,-1 1 6-15,0 3 15 16,-1-3 11-16,-4 3 5 15,-5-3 4-15,-6 2-3 16,0-1-5-16,-2-1-16 16,-15-1-11-16,-3 0-8 15,-3-1-28-15,-2-3-48 16,-1-1-85-16,-4 1-147 16,1-5-258-16</inkml:trace>
  <inkml:trace contextRef="#ctx0" brushRef="#br0" timeOffset="50245.66">10298 4909 392 0,'0'0'40'0,"2"0"58"15,-2 0-16-15,0 0-7 16,0 4-4-16,0 3-37 15,0 5-4-15,0 6 23 16,0 3-10-16,0 7-10 16,4 0-19-16,0 1 3 15,2 0 16-15,3-2 8 16,1-4-14-16,0-1-3 16,0-4-8-16,4-4-3 15,1-1 0-15,2-4-2 0,1-2 4 16,5-4 4-16,1-1 1 15,4-2-9-15,-2 0-3 16,-3 0-5 0,-3-5-5-16,-4 1-28 15,-6-1-23-15,-4 2-52 0,-5 0-77 16,-1 2-79-16,0-5-254 16</inkml:trace>
  <inkml:trace contextRef="#ctx0" brushRef="#br0" timeOffset="50863.28">10191 5042 614 0,'0'0'87'0,"0"0"6"15,0 0-12-15,0 0-14 16,0 0-30-16,0-21-15 15,0 9-5-15,2-5 2 16,5-1 3-16,3 1-11 16,-1 2 2-16,-3 1-1 15,0 4-6-15,-2 2-1 16,0 4-3-16,0 0 0 16,1 1-2-16,2-1 0 15,3 0 0-15,4 0 1 16,3-3 0-16,4 2 5 15,1-4-4-15,0 4-1 16,1 1-2-16,0 3-5 16,0 1-46-16,-4 0-70 15,-2 0-87-15,-6 0-248 16</inkml:trace>
  <inkml:trace contextRef="#ctx0" brushRef="#br0" timeOffset="51729.68">10958 5267 545 0,'0'0'97'16,"0"0"30"-16,0 0-40 15,0 0-9-15,0 0-23 16,6-65-19-16,-6 51-12 15,0 2-7-15,-9 2 1 16,-8 3-10-16,1 4-4 16,-5 3-8-16,-2 0 1 15,0 0-3-15,2 12-10 16,4 0-6-16,5 3-4 16,6-4 7-16,6 1 4 15,0-3 2-15,3-2-1 16,12 1 12-16,3-4 4 15,2-4-3-15,1 0-1 16,1 0 1-16,-3 0-6 0,-1 0 3 16,-2-4 3-1,-6-4-7-15,-1 3 1 16,-2 0 5-16,-3 4 4 16,-2-2 0-16,-1 3 1 0,2 0 4 15,0 0-5-15,3 7 1 16,3 8 15-16,2 2 6 15,2 6 0-15,1 2 20 16,0 5 9-16,-3-1 17 16,-1 4 8-16,-4-1-2 15,-2 1-17-15,-1-1-8 16,-1 1-6-16,-2 1 5 16,0-2 21-16,0 0-25 15,-5-3-32-15,-9-2 0 16,-5-2-4-16,-2-8-8 15,-5-5-4-15,-1-6-33 16,-3-6-33-16,1 0-14 16,0-2-22-16,6-12-80 15,2-4-151-15,7-2-222 16</inkml:trace>
  <inkml:trace contextRef="#ctx0" brushRef="#br0" timeOffset="52020.76">11396 5274 1015 0,'0'0'87'0,"0"0"0"15,0 0-47-15,0 0-17 16,69-15-19-16,-66 15-17 16,-3-2-76-16,0 2-97 15,-4-2-109-15</inkml:trace>
  <inkml:trace contextRef="#ctx0" brushRef="#br0" timeOffset="52197.32">11299 5163 965 0,'0'0'40'0,"0"0"23"15,0 0-60-15,93-39-35 16,-70 27-151-16,-3 0-305 16</inkml:trace>
  <inkml:trace contextRef="#ctx0" brushRef="#br0" timeOffset="52948.67">11719 5124 624 0,'0'0'63'0,"0"0"12"0,0 0-31 16,0 0-7-16,0 0-7 15,-11 75 4-15,27-64 1 16,1 3 2-16,5-4-8 15,4 4 5-15,0-3 20 16,2 1-14-16,-3-1 4 16,-3 0 1-16,-4 2-6 15,-4-5-11-15,-7 1 1 16,-4 1 2-16,-3-3-7 16,0 1 1-16,-12-2-1 15,-8 0-15-15,-5 0-8 16,-5-3-10-16,-3-2-34 15,-2-1-47-15,-2 0-60 16,1-9-87-16,1-7-154 16</inkml:trace>
  <inkml:trace contextRef="#ctx0" brushRef="#br0" timeOffset="53128.87">11796 5089 813 0,'0'0'121'0,"0"0"40"16,100-12-94-16,-70 10-50 15,0 2-14-15,-7 0-26 16,-4 0-76-16,-7 2-120 16,-6 6-141-16</inkml:trace>
  <inkml:trace contextRef="#ctx0" brushRef="#br0" timeOffset="53514.66">12223 5176 811 0,'0'0'94'16,"0"0"53"-16,0 0-53 15,83 70-8-15,-63-49-10 16,2 0-35-16,-4 0-16 15,0-3-5-15,-3-3-5 16,-1 0-10-16,-6-3 0 16,1-3-2-16,-6-2-5 15,0-3-7-15,-3-1-21 16,0-2-34-16,0-1-34 16,0 0-44-16,0-1-92 15,-2-13-171-15</inkml:trace>
  <inkml:trace contextRef="#ctx0" brushRef="#br0" timeOffset="53739.12">12375 5168 750 0,'0'0'70'0,"0"0"103"0,-62 93-46 16,40-59-46-16,5-2-28 15,0-3-35-15,3-6-16 16,5-5-5-16,1-7-31 16,7-4-47-16,1-7-99 15,0 0-111-15,0-11-244 16</inkml:trace>
  <inkml:trace contextRef="#ctx0" brushRef="#br0" timeOffset="54133.42">12402 4952 805 0,'0'0'54'0,"0"0"90"16,0 0-52-16,0 0-15 15,0 0-20-15,50-6-26 16,-43 7-12-16,-4 11 0 16,-3 4 3-16,0 4 1 15,0 2-8-15,-7-2-3 0,-1-1-3 16,5-4-5-1,3-1-2-15,0-6-1 0,0-1-1 16,19-6 1-16,8-1 1 16,7 0 1-16,3-2-14 15,5-12-34 1,-4 2-66-16,-2-2-105 0,-11 0-192 16</inkml:trace>
  <inkml:trace contextRef="#ctx0" brushRef="#br0" timeOffset="57560.73">14120 3802 632 0,'0'0'130'0,"0"4"-22"15,-2 17-47-15,0 7 6 16,2 9 14-16,0 4-14 16,0 2-13-16,0 2 13 15,12-3-22-15,1 0-14 16,0-6-5-16,0-4-4 15,1-5-7-15,-3-6-2 16,-1-3-7-16,-1-8-2 16,-1-3 1-16,3-6-4 15,-1-1 2-15,2-1 3 16,5-16 8-16,-2-2-7 16,1-5-2-16,2 1-9 15,-2 0 1-15,-1 4 1 16,-4 5-2-16,0 7 2 15,-2 6-3-15,-1 1 2 16,4 0-1-16,-1 8 6 16,3 8 6-16,0 1-1 15,0 2-1-15,4-3 6 16,-4 3-3-16,2-6 1 16,-4 0-6-16,-1-4-2 15,-4-3-1-15,-2-2-16 0,-2-4-22 16,-2 0-47-1,-1 0-46-15,0 0-73 0,0-12-139 16</inkml:trace>
  <inkml:trace contextRef="#ctx0" brushRef="#br0" timeOffset="57853.06">14780 3639 941 0,'0'0'73'0,"0"0"40"16,0 0-9-16,0 75-20 15,-5-38-30-15,-5 1-34 16,-3 2-17-16,-1 0 1 16,-3-5-28-16,-2-2-70 15,3-5-128-15,-1-6-179 16</inkml:trace>
  <inkml:trace contextRef="#ctx0" brushRef="#br0" timeOffset="59024.71">15157 3908 523 0,'0'0'159'0,"0"0"-32"0,0 0-22 15,0 8-18-15,-11 11-26 16,0 7-18-16,-1 8 14 16,2 5-4-16,2 2-17 15,2 1 2-15,6 1 5 16,0-3-14-16,0-3-4 15,6-2-7-15,8-4-10 16,-1-2-1-16,6-5-3 16,-3-3-1-1,0-5 0-15,-3-3-3 0,0-5-24 16,-3-5-26-16,-1-2-31 16,-2-1-40-16,-2 0-57 15,-2-12-86-15,2-3-294 16</inkml:trace>
  <inkml:trace contextRef="#ctx0" brushRef="#br0" timeOffset="59318.33">15405 4121 842 0,'0'0'96'16,"0"0"83"-16,0 0-89 16,96 44-12-16,-71-26-8 0,1 0-24 15,-1 0-15-15,-5-4-13 16,-1-1-8-16,-3-3-9 16,-6-3 1-16,-4-2-5 15,-2-2-22-15,-2-3-34 16,-2 0-24-16,0-3-39 15,0-9-69-15,-3-9-139 16,-5-2-107-16</inkml:trace>
  <inkml:trace contextRef="#ctx0" brushRef="#br0" timeOffset="59508.97">15560 4095 659 0,'0'0'176'0,"-45"70"-8"15,20-31-24-15,2-2-37 16,6-3-49-16,1-7-45 16,9-6-10-16,1-10-6 15,4-5-34-15,2-6-50 16,0 0-68-16,2-16-89 16,8-9-230-16</inkml:trace>
  <inkml:trace contextRef="#ctx0" brushRef="#br0" timeOffset="59833.61">15665 3852 753 0,'0'0'168'0,"0"0"-6"15,87 91-67-15,-53-51 17 16,-2 1-41-16,0 1-19 16,-7 2-9-16,-4-4-7 15,-4 2 3-15,-6-6-5 16,-7 0-3-16,-4-4-11 16,0-1-4-16,-1-5-11 15,-13-2-1-15,-4-3-2 16,0-5-6-16,-3-3-26 15,1-7-32-15,2-6-26 16,2 0-61-16,5-2-96 16,5-15-149-16</inkml:trace>
  <inkml:trace contextRef="#ctx0" brushRef="#br0" timeOffset="60031.99">16173 4181 893 0,'0'0'175'0,"0"0"-69"15,0 0-49-15,86-15-12 16,-78 14-35-16,-3-1-14 16,-2-1-46-16,-3-1-41 15,0-2-48-15,-3-2-209 16,-10-1-291-16</inkml:trace>
  <inkml:trace contextRef="#ctx0" brushRef="#br0" timeOffset="60209.85">16066 4015 911 0,'0'0'170'0,"0"0"-86"0,0 0-40 15,99 0-22-15,-69 0-17 16,-3 0-48-16,1-6-126 16,-6-4-166-16</inkml:trace>
  <inkml:trace contextRef="#ctx0" brushRef="#br0" timeOffset="61911.96">16844 3817 344 0,'0'0'103'0,"0"0"47"16,0 0-21-16,14-15-40 15,-12 11 1-15,0-5-19 16,-2 2-18-16,0-1-19 16,0 0-12-16,0 1-1 15,0-4-5-15,0 2 2 16,-8 2-2-16,-4 0-10 16,2 2-9-16,-6-1-1 15,3 6-7-15,-4 0-4 16,2 0 5-16,-1 7 2 15,3 10 3-15,1 4 1 16,3 5-1-16,3 6 4 16,3 3 6-16,3 2 0 15,0 2 9-15,0 2 12 16,9 0 2-16,1-1 3 16,3-1 9-16,-2-1 1 15,0 0-2-15,-3-3-6 16,-4-4-9-16,2-2-5 0,-4-5-2 15,-2-2-8 1,0-4-7-16,0-6 2 0,0-1-4 16,0-5 0-1,0 0-2-15,0-5-11 0,0 2-21 16,-6-3-7 0,-4 0-51-16,-2 0-65 0,-1-8-45 15,-1-3-65-15,1-2-117 16</inkml:trace>
  <inkml:trace contextRef="#ctx0" brushRef="#br0" timeOffset="62112.78">16636 4177 718 0,'0'0'162'15,"0"0"14"-15,0 0-88 16,101-20-34-16,-75 16-35 16,0 1-17-16,-2-1-7 15,-2-5-76-15,-3 1-128 16,-2-4-158-16</inkml:trace>
  <inkml:trace contextRef="#ctx0" brushRef="#br0" timeOffset="62513.84">17349 3739 816 0,'0'0'128'0,"0"0"-8"16,-33 90-61-16,17-56-28 15,-3-1-19-15,2-2-11 16,1-1-20-16,0-4-80 16,0-4-99-16,4-4-135 15</inkml:trace>
  <inkml:trace contextRef="#ctx0" brushRef="#br0" timeOffset="63178.96">17624 3853 494 0,'0'0'102'0,"0"0"44"15,0 0-30-15,0 0 11 16,0 0-15-16,-80 90-27 16,63-53-18-16,2 6-8 15,4-3-16-15,5 4-6 16,3-1-1-16,3-1-13 15,0-3-2-15,6-2-7 16,10-3-2-16,1-2 0 16,3-3-5-16,0-3 2 15,1-5-5-15,-1-2-2 0,-4-7 0 16,-2-3 1 0,-1-2-10-16,0-3-10 0,-3-4-22 15,1 0-24-15,1 0-34 16,-1-4-63-16,-1-5-125 15,-2-4-198-15</inkml:trace>
  <inkml:trace contextRef="#ctx0" brushRef="#br0" timeOffset="63863.74">18048 4198 648 0,'0'0'70'15,"0"0"68"-15,0 0-28 16,0 0-5-16,0 0-26 15,7-46-22-15,-7 38-19 16,0 1-6-16,-7 1-15 16,-6 2-6-16,-4 2-9 15,-3 2-7-15,-2 0-5 16,-3 8 4-16,2 5-3 16,3-2 4-16,7 2-2 0,3-2-1 15,4-3 0-15,6-1-8 16,0-3-7-16,0-2 1 15,3 0 6-15,10-2 3 16,4 0 2-16,1 0-6 16,2-9 2-16,1-1-8 15,0-1 9-15,-4 2 5 16,-4 1 9-16,-2 4 0 16,-3 3 2-16,-2 1 8 15,-2 0 6-15,-1 0 14 16,1 13 11-16,3 3-5 15,-1 4 6-15,0 6 3 16,1 3-2-16,1-1 7 16,0 2-3-16,-2 0-2 15,0-3 3-15,-2-3-2 16,-1-2-4-16,-2-5-8 16,-1-1-7-16,0-2-11 15,0-1-1-15,-10-5-4 16,-3 0-6-16,-4-3 2 15,-5-3-10-15,0-2-23 16,-1 0-10-16,-1 0-16 16,4-4-32-16,4-9-17 15,5-1-59-15,5-9-115 16,6-2-214-16</inkml:trace>
  <inkml:trace contextRef="#ctx0" brushRef="#br0" timeOffset="64252.39">18351 3975 677 0,'0'0'75'15,"0"0"43"-15,0 0 17 16,0 0-27-16,-20 78-32 16,13-53-14-16,1-1-16 15,0 1-3-15,2-4-13 16,4 0-11-16,0-5-11 15,0 0-2-15,0-3-2 16,7-4-1-16,-1-2-5 16,0-3-9-16,0-3-19 15,2-1-34-15,-2 0-56 16,1-1-73-16,-1-9-104 16,0 0-221-16</inkml:trace>
  <inkml:trace contextRef="#ctx0" brushRef="#br0" timeOffset="64519.4">18436 4114 772 0,'0'0'215'16,"0"0"-75"-16,0 0-33 0,0 0-39 15,0 0-31-15,57 68-18 16,-46-58-14-16,-3-2-2 16,-1-3-2-16,0-1-7 15,-3-1-24-15,1-3-31 16,-1 0-43-16,-1 0-27 16,0-11-91-16,1-1-73 15,-1-3-99-15</inkml:trace>
  <inkml:trace contextRef="#ctx0" brushRef="#br0" timeOffset="64679.35">18538 4129 520 0,'0'0'170'15,"0"0"-51"-15,0 0-3 16,0 0-16-16,-94 60-46 16,74-45-40-16,8-3-10 15,-1-1-7-15,7-3-34 16,5-4-64-16,1-1-75 15,0-3-112-15,0 0-98 16</inkml:trace>
  <inkml:trace contextRef="#ctx0" brushRef="#br0" timeOffset="65080.73">18580 4014 703 0,'0'0'179'0,"0"0"-21"16,0 0-39-16,0 0-13 15,57 86-24-15,-44-65-27 16,-3 4-10-16,-1-6-10 16,-2 1-7-16,-1-4-10 15,-6 0-10-15,0 0-5 16,0-4-3-16,0-1-10 15,-7-2-27-15,-2-3-29 16,0-5-72-16,1-1-121 16,-1-3-180-16</inkml:trace>
  <inkml:trace contextRef="#ctx0" brushRef="#br0" timeOffset="65517.39">18568 3642 672 0,'0'0'176'16,"0"0"-33"-16,74 97-22 16,-42-54-24-16,1 2-28 15,1 3-15-15,-5 2-10 16,-1 3-3-16,-4-1-3 16,-5 0-2-16,-5-1-2 15,-4-2 4-15,-4-4-2 16,-4-6-4-16,-2-2-3 15,0-2-9-15,-3-6-6 16,-13 2-9-16,-2-6-1 16,-5 2-2-16,-4-7-18 15,-2-1-27-15,0-4-32 16,5-5-21-16,2-8-81 16,2-2-201-16,8-12-380 15</inkml:trace>
  <inkml:trace contextRef="#ctx0" brushRef="#br0" timeOffset="66192.84">19188 4129 1121 0,'0'0'156'0,"0"0"-60"16,0 0-44-16,0 0-24 15,7 0-15-15,-4 0-13 16,0 0-8-16,2 0-44 15,1-2-67-15,0-4-127 16,3 0-263-16</inkml:trace>
  <inkml:trace contextRef="#ctx0" brushRef="#br0" timeOffset="67136.06">19859 4146 571 0,'0'0'115'0,"0"0"32"0,0 0-39 16,0 0-15-16,0 0-19 16,1-25-21-16,-1 14-5 15,0-4-10-15,0 2-12 16,-8-3-9-16,-5 0-4 15,-2-2-10-15,-5 4-2 16,-3 5-3-16,0 2-6 16,-5 7-10-16,1 0-14 15,-2 3-18-15,6 12 15 16,3 1 7-16,8 1 5 16,7 1 0-16,5-2 5 15,0-5 8-15,4-2 10 16,14-2 2-16,3-4 2 15,5-3 0-15,1 0-2 16,2 0 0-16,3-3-1 16,-5-5 0-16,-2-3-5 15,-5-1-1-15,-4 3-3 16,-4 2 7-16,-5 3 0 16,-3 0 2-16,-1 0 0 15,-2 4 6-15,1 0 15 16,-1 0 1-16,2 1-9 15,3 14 6-15,0 7 12 16,2 6-10-16,1 4 15 16,1 8 9-16,6 2 6 15,-4 3 3-15,3-1 6 16,-3-1-13-16,-2-3 1 0,2-5 1 16,-5-4-5-1,-4-4-7-15,-3-7-5 0,0-2-13 16,0-4-2-16,-4-3-2 15,-14-4-4-15,-2-2 1 16,-6-5-9-16,-3 0-4 16,-1 0-12-16,-2 0-17 15,2-11-25-15,1-4-18 16,4-4-28-16,5-6-46 16,7-3-147-16,3-5-273 15</inkml:trace>
  <inkml:trace contextRef="#ctx0" brushRef="#br0" timeOffset="67521.03">20191 3734 900 0,'0'0'60'0,"0"0"75"0,0 0-35 16,0 0-34-16,-55 68-29 15,40-49-30-15,0 0-6 16,-2-3-26-16,4 1-46 16,-2-5-60-16,5-2-130 15,4-4-120-15</inkml:trace>
  <inkml:trace contextRef="#ctx0" brushRef="#br0" timeOffset="67918.8">20421 3802 831 0,'0'0'108'0,"0"0"49"15,-58 98-52-15,38-55-11 16,-2 3-38-16,5 1-16 15,2-4-11-15,4-1-7 16,8-4-10-16,3-5-5 16,0-5-5-16,7-5-1 15,8-2 1-15,3-6-2 16,3-7-5-16,0-4-18 0,4-4-26 16,-1 0-39-16,-3-7-83 15,-1-11-124 1,-4-3-203-16</inkml:trace>
  <inkml:trace contextRef="#ctx0" brushRef="#br0" timeOffset="68173.56">20507 4042 808 0,'0'0'178'0,"0"0"-12"16,0 0-64-16,93 75-15 16,-66-59-36-16,-1-1-19 15,-2-3-19-15,-3-2-8 16,-1-3-5-16,-7-2-7 16,2-2-20-16,-7-3-10 15,1 0-32-15,-3 0-52 16,-3-3-77-16,0-9-93 15,-3-5-260-15</inkml:trace>
  <inkml:trace contextRef="#ctx0" brushRef="#br0" timeOffset="68363.17">20671 4046 735 0,'0'0'142'0,"0"0"18"0,-93 96-33 15,65-61-45-15,0-7-37 16,8-2-34-16,3-5-7 16,6-7-10-16,5-4-51 15,5-7-97 1,1-3-171-16,0-6-310 0</inkml:trace>
  <inkml:trace contextRef="#ctx0" brushRef="#br0" timeOffset="68701.52">20754 3738 980 0,'0'0'54'0,"22"72"60"0,-6-26-13 16,4 3-10-16,-1 3-31 16,1-2-17-16,-3 2-13 15,-2-1 0-15,-6-2-7 16,-4-3 3-16,-5-1-3 16,0-4-4-16,-8-1-10 15,-11-5-2-15,-9 0-4 16,-5-5-3-16,-7-1-17 15,-5-4-44-15,-5-1-30 16,-3-3-84-16,-3-8-181 16,-2-4-380-16</inkml:trace>
  <inkml:trace contextRef="#ctx0" brushRef="#br0" timeOffset="72626.39">16378 5678 902 0,'18'0'22'0,"-2"0"21"16,0 0 2-16,-1-1-38 15,-1-3-6-15,-5-3-14 16,-1-2-67-16,-5 2-85 0,-3-5-172 16</inkml:trace>
  <inkml:trace contextRef="#ctx0" brushRef="#br0" timeOffset="72824.39">16327 5567 882 0,'0'0'37'0,"0"0"54"15,0 0-53-15,0 0-36 16,0 0-2-16,0 0-27 15,91-4-94-15,-73-2-109 16,0 1-319-16</inkml:trace>
  <inkml:trace contextRef="#ctx0" brushRef="#br0" timeOffset="75486.73">16854 5673 606 0,'0'0'116'0,"-3"0"12"16,3 0-15-16,-2 0-11 15,2 0-26-15,0 0-16 16,0 0-18-16,0 0-5 16,9 0 15-16,7 0-10 15,0 0-10-15,5 0 3 16,5 0-4-16,3 0-6 16,3 0 0-16,4 0-2 15,2 0 0-15,-1 0-9 16,-4-7-4-16,-4 1-8 15,-8 2-1-15,-4 0-1 16,-7 2-11-16,-4-3-29 16,-3 4-20-16,-3-1-25 15,0 1-91-15,0 1-187 16,0 0-133-16</inkml:trace>
  <inkml:trace contextRef="#ctx0" brushRef="#br0" timeOffset="76207.67">17709 5509 703 0,'0'0'130'0,"0"0"-1"15,0 0-39-15,0 0-40 16,0 0-41-16,-76 18-6 15,41-2-1-15,-2 2-1 16,3-1 1-16,5 3-3 16,3-4 5-16,10-1-3 15,5-3 2-15,11-1-5 16,0-3-4-16,14 1 5 16,13-1 12-16,11 0 3 15,5-4 1-15,3 3 21 16,-1-1 7-16,-3 0-6 15,-10 1-15-15,-10-1-5 16,-7 1 9-16,-9 0-6 16,-6 1 8-16,0 2 10 15,-10 4 0-15,-15-1-7 0,-6 6-19 16,-6-4-5 0,0 2-4-16,-2-5-2 15,6-3 1-15,3-2-7 0,8-3-15 16,3-4-11-16,7 0-17 15,11-6-37-15,1-8-70 16,3-7-72-16,19-2-19 16,7-6-94-16</inkml:trace>
  <inkml:trace contextRef="#ctx0" brushRef="#br0" timeOffset="76385.56">17927 5705 784 0,'0'0'222'16,"0"0"-58"-16,0 94-57 16,0-66-42-16,0-5-33 15,-2-3-27-15,2-8-2 16,-1-3-17-16,-2-9-63 16,-3 0-96-16,-2-9-163 15</inkml:trace>
  <inkml:trace contextRef="#ctx0" brushRef="#br0" timeOffset="76544.6">17866 5432 749 0,'0'0'-6'15,"0"0"5"-15,0 0-36 16,0 0-83-16,0 0-25 0,0 0-112 15</inkml:trace>
  <inkml:trace contextRef="#ctx0" brushRef="#br0" timeOffset="76891.09">18074 5713 513 0,'0'0'162'16,"0"0"25"-16,56 90-7 15,-44-71-57-15,-5-7-34 16,0-3-27-16,-2-5-19 15,-4-3-12-15,2-1 2 16,0-2-3-16,1-16 7 16,2-7-20-16,4-3-16 15,2-6-2-15,1 1-5 16,-2 3-3-16,1 8-7 16,-3 7 4-16,2 7 2 15,-2 8-4-15,1 0 1 16,3 9 2-16,-2 10 8 15,2 6 7-15,0 4 5 16,-1 1 5-16,1 0 3 16,0-2-4-16,-2-3-8 15,2-5-3-15,-1-5-3 16,4-4-22-16,-3-7-45 16,0-4-54-16,-3 0-176 15,-3-8-379-15</inkml:trace>
  <inkml:trace contextRef="#ctx0" brushRef="#br0" timeOffset="77979.34">18983 5164 681 0,'0'0'116'0,"0"0"1"16,0 0-11-16,-47 78-8 15,20-31-4-15,-2 8-28 16,-1 6-13-16,-1 4-11 15,5 3-5-15,7 0-3 16,8-4-8-16,7-6-5 16,4-3-1-16,7-7-1 0,14-5 0 15,7-3-6 1,1-4-1-16,1-4 2 0,-1-2 1 16,-2-3-9-16,-5-2-2 15,-2-6 0 1,-4-3-3-16,-7-4-1 0,-2-5-2 15,-2-3-16-15,-4-4-22 16,0 0-8-16,1 0-6 16,-1-7-22-16,-1-5-71 15,0-4-79-15,0-4-185 16</inkml:trace>
  <inkml:trace contextRef="#ctx0" brushRef="#br0" timeOffset="79126.96">20067 5121 655 0,'0'0'68'16,"0"0"27"-16,0 0-24 16,36 6-7-16,-10 12 12 15,7 5-14-15,5 8-6 16,5 8-13-16,3 5 3 15,-4 1 2-15,-2 5-7 16,-5 4-5-16,-10 1-13 16,-8 1 0-16,-5-2 1 15,-10 0-2-15,-2-2-1 16,0-1 4-16,-17-2 0 16,-3 0-1-16,-6-3-4 15,1-2 1-15,-2-4-6 16,4-8 7-16,2-6-17 15,4-8-1-15,6-7-14 16,4-4-11-16,4-7-13 16,3 0-15-16,0 0-9 15,0-11-58-15,0-6-87 16,4-2-55-16,4-5-148 16</inkml:trace>
  <inkml:trace contextRef="#ctx0" brushRef="#br0" timeOffset="81843.55">19245 5542 615 0,'0'-4'96'16,"-3"4"20"-16,3 0-27 15,-3 0-30-15,0 0-4 16,-2 0-30-16,-2 9-19 16,2 5-1-16,1 0 14 15,2 2-9-15,2 0-1 16,0-2-6-16,15 2 6 0,7 0 12 15,2 0-10 1,3 0 6-16,1 0-1 0,-3 1 4 16,-4 0 4-1,-2-1 11-15,-7 1-12 16,-6-2-3-16,-6 1 10 0,0-1 0 16,-5 0 3-1,-11-1 0-15,-7-4-18 0,-3 0-13 16,-4-6-2-1,-2-4-28-15,0 0-23 0,2 0-41 16,1-10-54-16,0-5-67 16,5-5-104-16,2-3-282 15</inkml:trace>
  <inkml:trace contextRef="#ctx0" brushRef="#br0" timeOffset="82034.09">19338 5524 947 0,'0'0'101'0,"0"0"18"15,75-10-68-15,-52 10-29 16,-6 0-14-16,-1 0-8 16,0 0-18-16,-3 0-56 15,-4 0-81-15,-2 0-154 16,-3 0-383-16</inkml:trace>
  <inkml:trace contextRef="#ctx0" brushRef="#br0" timeOffset="82463.17">19697 5607 769 0,'0'0'145'15,"0"0"1"-15,0 0-37 16,65 82-18-16,-43-58-19 16,1 2-28-16,2-2-14 15,-2-3-10-15,-3 1-7 16,0-1-6-16,-3-5-1 16,-2-4-6-16,-5 0 1 15,-3-5-1-15,-1-3-25 16,-5 0-27-16,-1-4-28 15,0 0-40-15,0-3-49 16,0-9-126-16,0-4-217 16</inkml:trace>
  <inkml:trace contextRef="#ctx0" brushRef="#br0" timeOffset="82677.59">19927 5589 737 0,'0'0'63'0,"0"0"85"0,-67 81-41 15,40-43-13-15,0-3-26 16,2-1-33-16,6-5-26 16,2-4-5-16,8-6-11 15,3-6-33-15,6-9-62 16,0-4-96-16,0 0-101 15,2-12-185-15</inkml:trace>
  <inkml:trace contextRef="#ctx0" brushRef="#br0" timeOffset="83142.67">20002 5350 644 0,'0'0'90'16,"0"0"33"-16,0 0-12 15,0 0-4-15,0 0-29 16,59 7-30-16,-49 2-17 16,-4 2-6-16,-3 1-8 15,-3 3-3-15,0 1 0 0,0 1 0 16,-6 0-7-16,-1-1-3 15,0 0-5-15,4-3 1 16,3-5 0-16,0 0-3 16,0 0 3-16,13-6-2 15,3 0-4-15,5-2-20 16,2 0-28-16,1 0-73 16,0 0-77-16,1 0-83 15,-4-4-245-15</inkml:trace>
  <inkml:trace contextRef="#ctx0" brushRef="#br0" timeOffset="84288.25">20897 5692 476 0,'0'0'80'0,"0"0"37"16,0 0-8-1,0 0-26-15,15 0 4 0,-14 3-6 16,1-1-22-16,-2 1-8 16,0-2-4-16,0-1-6 15,0 0-2-15,0 0-10 16,0 0-5-16,0 0 0 16,0 0-4-16,0 0-8 15,0-5-9-15,0-2 4 16,0 3-8-16,0-3 0 15,7 6 1-15,0 1-1 16,0 0-1-16,2 0 3 16,-3 0 0-16,1 8 5 15,-3 0 1-15,-4 0 5 16,0 0 3-16,0 2 8 16,0-4-2-16,-8 0-2 15,1-2-11-15,-2-1-3 16,0-3-1-16,1 0 2 15,0 0-3-15,3-1-2 16,0-8-6-16,4-3-5 16,1 0-1-16,0 1-6 15,0 0-3-15,0 4-5 16,1 2 1-16,2 2 2 16,0 2-3-16,0 1-18 15,0 0-35-15,1 0-63 16,-1 0-99-16,-3 0-118 15</inkml:trace>
  <inkml:trace contextRef="#ctx0" brushRef="#br0" timeOffset="90686.83">21507 5405 322 0,'0'-1'68'15,"0"-1"9"-15,0 1-22 0,0 1-6 16,0-1 16-16,0 1-3 16,0 0-15-16,0 0-1 15,0-1-2-15,0 1-9 16,0-2-9-16,0 2 0 15,0 0-2-15,0 0 2 16,0 0 3-16,0 0 3 16,0 0-2-16,0 0-2 15,0 0 5-15,0 0-3 16,0 0 0-16,0 0-2 16,0 0-12-16,0 17-11 15,0 8 0-15,0 6 24 16,0 10 1-16,0 1 5 15,0 4-15-15,0-5-1 16,3-4-7-16,5-3 2 16,1-6 0-16,-1-4 1 15,1-7-4-15,-3-2-1 16,0-4-3-16,-2-6-6 16,-1-1 1-16,-3-1 1 15,0-3-11-15,0 0-20 16,0 0-25-16,0 0-33 15,0 0-79-15,0-9-146 16,0-5-88-16</inkml:trace>
  <inkml:trace contextRef="#ctx0" brushRef="#br0" timeOffset="91200.14">21853 5499 555 0,'0'0'68'0,"0"0"-5"15,0 0-15-15,0 0 6 16,-35 71-9-16,20-39 4 15,3 2 17-15,4 0-18 16,5 0 2-16,3-3-8 16,0-2-2-16,14-7-11 15,11-5-8-15,9-6 2 16,5-7 13-16,8-4 6 16,3 0-8-16,2-12-12 15,-4-7-8-15,-3-4-2 16,-8 0 1-16,-9-2 5 15,-8 1-1-15,-11-4-6 16,-9 1 4-16,0-1-1 16,-13-3-7-16,-15 3-2 15,-5 3-1-15,-5 5-4 16,-4 4-4-16,-1 7-4 16,1 8-9-16,0 1-14 15,5 0-16-15,5 12-27 16,7 3-26-16,8 6-31 15,7-1-55-15,7 0-24 16,3-1-117-16</inkml:trace>
  <inkml:trace contextRef="#ctx0" brushRef="#br0" timeOffset="91707.75">22427 5511 506 0,'0'0'81'16,"0"0"35"-16,0 0-37 16,0 0-11-16,0 0 8 15,4-4-15-15,3 4-7 16,-1 0 12-16,7 10-13 15,2 2 0-15,2 5-8 16,3 4 6-16,5 1-11 16,-3 3-11-16,2-1-14 15,-1 1-2-15,-3-3-3 16,-1-2-2-16,-2 0 0 16,-5-2-5-16,1-4-1 0,-4-1-1 15,-1-3-1 1,-3-2-7-16,-2-1-17 0,0-3-12 15,-1-4-37-15,1 0-52 16,-1 0-72 0,-1 0-31-16,0-12-106 0</inkml:trace>
  <inkml:trace contextRef="#ctx0" brushRef="#br0" timeOffset="91924.6">22769 5515 756 0,'0'0'89'0,"0"0"80"15,-117 114-43-15,67-66-27 16,-1-1-30-16,5-3-39 16,4-7-27-16,7-6-2 15,8-8-24-15,8-8-43 16,6-10-73-16,6-5-122 15,4-1-141-15</inkml:trace>
  <inkml:trace contextRef="#ctx0" brushRef="#br0" timeOffset="92884.71">21322 5161 457 0,'0'0'55'0,"0"0"77"16,0 0-25-16,0 0-38 15,-69-8-19-15,54 19-19 16,2 8-14-16,6 8 15 16,1 5-4-16,6 8-7 15,0 3 2-15,0 3-13 16,2 3 2-16,5 3 17 16,0 1 3-16,3 0-14 15,-3-2-3-15,2-3-7 16,-1-2 2-16,0-4 15 15,-4-2 0-15,-1-2-5 16,-3-4-7-16,0-1-1 16,0-2-6-16,0-2 5 15,0-3-2-15,-1-2 1 16,-1-5 19-16,2-2-7 16,0-4-17-16,0-4-1 15,0-3 5-15,0 1-3 16,0-3 0-16,11 0 0 15,1 0 7-15,3 0 2 16,4 0 4-16,1-1-5 16,3-3-10-16,3 0 2 15,4 0-6-15,4 0-6 16,6-5-39-16,3-5-60 16,2-6-133-16,1 0-190 15</inkml:trace>
  <inkml:trace contextRef="#ctx0" brushRef="#br0" timeOffset="93885.18">22852 5177 378 0,'0'0'93'16,"0"0"38"-16,0 0-10 16,79-24-24-16,-50 18-16 15,5 2-24-15,-2 2-24 16,-2 2-10-16,-1 0-8 15,-4 5 3-15,-3 14-10 16,-4 7-2-16,-4 6 10 16,-6 8-6-16,-2 4 1 15,-5 6-4-15,-1 5-2 16,0 2 9-16,-1 5-1 16,-9-1-3-16,3 0-9 15,1-1 2-15,4-1-2 16,2-4 0-16,0-5-1 15,0-6 3-15,3-1-4 16,5-5 5-16,-3-5 2 16,2-5 24-16,-4-5 7 15,-1-6-19-15,-2-5-1 16,0 0 10-16,0-5 9 16,0-3 1-16,-10 1 2 15,-5-2-3-15,-5-2-7 16,-4-1-7-16,-4 0-5 15,-2 0-6-15,-5 0-11 0,1 0 0 16,3-1-4-16,5-2-15 16,4-2-16-16,2 5-20 15,4-4-38-15,3 4-62 16,6 0-102 0,3-3-120-16</inkml:trace>
  <inkml:trace contextRef="#ctx0" brushRef="#br0" timeOffset="97815.88">21748 5096 162 0,'-3'0'53'15,"0"0"30"-15,-1 0-35 16,1-1-12-16,0-2 10 16,0 0 2-16,-1 2-12 15,3-2-13-15,-1 1-3 16,2 0 4-16,-3-1-7 15,2-1 2-15,-1 1-11 16,1 1-2-16,-2-3-4 16,2 2-1-16,-2-1 0 15,0 0-1-15,-2 1 0 16,-2-2 1-16,0 0-3 16,0-2 2-16,-2 1 1 15,-1 0-2-15,1-2 1 16,-1 0 2-16,-3-1-1 0,3 2 0 15,0 0-1-15,-1-1 0 16,0 3 0 0,1-1-1-16,-3 0 0 0,3 0 1 15,-3 1-1-15,3 1 2 16,-2-2-8-16,-2 2-4 16,2 0 8-16,-2 3-3 15,3-2-8-15,-3 3 1 16,0-1-1-16,-3 1 14 15,-4 0 14-15,1 0-10 16,0 0-5-16,-5 0-8 16,1 0 6-16,0 0 4 15,-4 0-8-15,1 0 10 16,0-5-6-16,-3 1-79 16,-2 0 115-16,0 0 7 15,-2-3-88-15,-2 3 47 16,-2 0 6-16,-1 0-4 15,-4 0-1-15,-2 0 0 16,-1 1 3-16,1 0-7 16,-2 0 2-16,0-1-5 15,3 2 7-15,0-3-1 16,4-1 3-16,-2 0-2 16,5 0 2-16,0-1 2 15,0 0-1-15,-1 0 1 16,1 1-1-16,1 0-3 15,-2 2 1-15,-1 0 3 16,-3 0 0-16,0 0-4 16,0 1 1-16,-4-1-2 0,1 2 0 15,-4 1-1-15,0 0 0 16,1-1 1-16,-2 1 2 16,-1 0-2-16,1 1-1 15,-2 0 4-15,1 0-3 16,-1 0 2-16,2 0 1 15,1 0 2-15,0 0-1 16,-2 0-4-16,5 0 1 16,-3 0 2-16,4 0-3 15,-1 0 1-15,1 0 2 16,-1 0 2-16,1 0 1 16,0 0-3-16,-4 0 6 15,2 0-3-15,-1 0-4 16,-3 0-1-16,2 4 0 15,-4 0 0-15,1 0-1 16,-3-1 2-16,1 2-1 16,-2-1 0-16,-2 1 0 15,-1 1 0-15,0 0 0 16,0 0 0-16,-2 1-1 16,2-1-1-16,-3 0 3 15,3 1-2-15,5-1 2 16,-2 1 1-16,4-2 19 15,4-1 2-15,2 1-15 16,1-2 1-16,0 1-1 16,5 0-6-16,-1 0 0 15,3 0-2-15,3 2 1 16,2-1-1-16,4 1 5 16,3-1-7-16,0 2 2 15,4 0-2-15,-1 0 0 0,0 1 1 16,1 2 0-1,-3-1 1-15,1 3 0 0,0 1 0 16,-4 2 0-16,1 0 0 16,-1 1 0-16,2 1 0 15,-1 2 1-15,1-3-1 16,3 1 1-16,0-2 0 16,5-1 1-16,1-2 1 15,5-2-2-15,2-2 4 16,2-3 4-16,5 1-2 15,0-3-4-15,3 0-3 16,0-2-1-16,0-1 5 16,0 0 7-16,0 0 0 15,0 0 34-15,0 0 5 16,0 0-9-16,-3-4-26 16,3-5-14-16,-2-4-2 15,1-3-20-15,1-4 3 16,0-1 20-16,0-2-3 15,0-1 2-15,3 0-1 16,1 4 3-16,-1 2-3 16,-1 4 0-16,-2 4 2 15,0 6-3-15,0-2 1 16,0 6 9-16,0 0-8 16,0 0-1-16,-8 13-6 15,-3 10 4-15,-5 5 1 16,1 8 3-16,-2 3 3 15,2-1 14-15,3-3-7 16,2-5 5-16,2-2 7 16,4-9-2-16,4-8-11 15,0-1-1-15,0-6-6 0,6-4 16 16,14 0 13 0,8-1 15-16,3-12-11 0,4-1-21 15,4-2-14-15,-3 3-5 16,-3 2-43-16,-1 4-50 15,-3 6-82-15,-3 1-181 16</inkml:trace>
  <inkml:trace contextRef="#ctx0" brushRef="#br0" timeOffset="101783.66">16618 7322 752 0,'9'-7'91'15,"4"-1"48"-15,9 0-7 16,6-4-17-16,4 1-29 16,1 2-23-16,2 0-30 15,-4 2-10-15,-4 1-18 16,-6 3-4-16,-7 0-7 16,-3 3-42-16,-8 0-53 15,-3-1-102-15,0 0-118 16,-17-1-189-16</inkml:trace>
  <inkml:trace contextRef="#ctx0" brushRef="#br0" timeOffset="102002.33">16594 7121 1006 0,'0'0'110'0,"0"0"23"16,0 0-48-16,0 0-39 16,104-32-26-16,-70 29-12 15,8-1-7-15,3 0-25 16,1 3-77-16,-2-2-142 16,-4-1-380-16</inkml:trace>
  <inkml:trace contextRef="#ctx0" brushRef="#br0" timeOffset="102590.51">17427 7250 810 0,'0'0'105'0,"0"0"10"0,0 0-29 16,0 0 8-16,0 0 1 16,103-5-24-16,-64 3-22 15,1 1-20-15,-2 0-8 16,-5 1-15-16,-1 0-5 15,-5 0-2-15,-4 0-28 16,1 0-44-16,-3 0-66 16,-1 0-91-16,-4-2-153 15</inkml:trace>
  <inkml:trace contextRef="#ctx0" brushRef="#br0" timeOffset="102944.76">18057 7090 946 0,'0'0'58'0,"0"74"83"16,0-29-49-1,0-1-13-15,1-2-9 0,11-4-24 16,-2-4-20 0,4-6-12-16,-2-5-7 0,-2-6-6 15,0-6 1 1,-6-1-20-16,1-6-19 0,-1-4-35 15,2 0-55-15,-5-4-91 16,1-12-187-16</inkml:trace>
  <inkml:trace contextRef="#ctx0" brushRef="#br0" timeOffset="103325.57">18304 7245 813 0,'0'0'98'16,"0"0"-8"-16,0 0-23 15,26 82-14-15,-12-63-33 16,2-4-11-16,3-1 1 16,5-3 3-16,2-4-1 15,3-3-4-15,3-4 2 16,0 0 0-16,-5 0-4 15,-1 0-4-15,-6-9-1 16,-5-6 3-16,-7-3 0 16,-5-4 9-16,-3-4 19 15,0-2-14-15,-15-2-2 16,-10 0 4-16,-5 4-11 16,-5 3-5-16,-3 7-4 15,-2 7-2-15,-3 8-9 16,1 1-12-16,4 4-28 15,2 12-50-15,7 3-79 0,9 2-71 16,10-1-81-16</inkml:trace>
  <inkml:trace contextRef="#ctx0" brushRef="#br0" timeOffset="103815.93">18812 7231 795 0,'0'0'78'16,"0"0"70"-16,0 0-61 16,0 0-4-16,0 0-29 15,29-23-20-15,-13 14-16 16,1-1-10-16,-2 2 2 16,0 4 2-16,0 0-4 15,1 2-2-15,-2 2 1 16,3 0 0-16,1 3 5 15,1 8 5-15,-1 4-3 16,1 1 5-16,3 3-3 16,-1 0-2-16,1-1-6 15,0 2-1-15,-1-1-2 0,-3 1-4 16,1-5-2-16,-6 0 3 16,1-2-1-1,-5-3-10-15,-2-2-10 16,0-3-27-16,-1 0-29 0,0-4-30 15,-2-1-55-15,-1 0-101 16,0-3-94-16</inkml:trace>
  <inkml:trace contextRef="#ctx0" brushRef="#br0" timeOffset="104050.07">19150 7187 845 0,'0'0'98'0,"0"0"85"15,-85 81-91-15,54-50-31 16,1-2-21-16,1-2-29 16,3-1-9-16,4-4-3 15,2-4-24-15,3-2-59 16,3-4-98-16,-1-5-135 15,4-6-325-15</inkml:trace>
  <inkml:trace contextRef="#ctx0" brushRef="#br0" timeOffset="104579.65">19540 7204 1119 0,'0'0'60'15,"0"0"46"-15,0 0-49 16,0 0-41-16,0 0-10 15,20 7-3-15,-11-6-4 16,5-1-53-16,1 0-106 0,2 0-203 16</inkml:trace>
  <inkml:trace contextRef="#ctx0" brushRef="#br0" timeOffset="105510.56">20275 7059 603 0,'0'0'56'0,"0"0"49"0,0 0-14 15,0 0-17-15,0 0-17 16,-77 14-2-16,50-5-20 16,0 2-9-16,-1 1 5 15,5-3-8-15,7-1-10 16,6-1-10-16,6 1-4 16,4 1-9-16,11-1 8 15,15 2-1-15,6 0 4 16,8 1 1-16,1 1-2 15,2 0-1-15,-7 2 5 16,-4 0 1-16,-9 0 4 16,-10 0 4-16,-7 1 4 15,-6 0 18-15,-6 0 11 16,-17 0-2-16,-6-2-23 16,-2 0-12-16,-1-3-3 15,3-1-1-15,6-5-3 16,4-3-2-16,9-1-9 15,5 0-7-15,5-8-19 16,2-13-8-16,18-6-15 16,12-3 4-16,5-1 1 15,5 0-38-15,0 3 33 16,-2 4 37-16,-5 8 16 16,-4 5 6-16,-8 8 3 15,-3 3 29-15,-4 0 34 16,-3 9-12-16,-3 10 2 15,0 0-5-15,-3 2-2 0,-1 5-5 16,-3-1-8 0,0-2-16-16,-3 0-15 0,0-4-5 31,0-6-9-31,0-1-50 0,0-9-69 0,0-3-104 16,0 0-160-16</inkml:trace>
  <inkml:trace contextRef="#ctx0" brushRef="#br0" timeOffset="106011.48">20552 6935 888 0,'0'0'74'16,"0"0"48"-16,0 0-90 15,0 0-32-15,0 0-2 16,-13 30-40-16,13-11-31 15,2 0-1-15,8 2-7 16,3-1 4-16,0 3 13 16,4-1-14-16,-1 4 49 15,1 0 22-15,1 1 7 16,1 1 21-16,-1-2 59 16,-2-3 30-16,1-3 17 15,-2-2 2-15,-5-6-37 16,2-4-2-16,-5-4-18 15,-3-1-26-15,1-3-14 16,-1 0-1-16,4-5 3 16,1-13 1-16,1-2-23 15,5-9-10-15,-1-1-2 0,2 3-1 16,0 0-11 0,0 8-4-16,-3 5 3 15,1 7-2-15,-2 7 9 16,2 0 2-16,-2 8-4 0,1 14 8 15,1 2 11-15,-1 4-2 16,2 0 4-16,1 1-5 16,1-6-5-16,-1 0 0 15,4-9-6-15,0-3-21 16,-1-6-66-16,-2-5-72 16,-4 0-189-16,0-10-431 15</inkml:trace>
  <inkml:trace contextRef="#ctx0" brushRef="#br0" timeOffset="106733.47">21498 6608 711 0,'0'0'73'0,"0"0"51"15,0 0-17-15,-45 94 16 16,16-45-35-16,2 9-33 16,3 1-21-16,2 1-6 15,10 0-6-15,8-2 1 16,4-5-1-16,3-4-11 16,18-4-5-16,4-3-3 15,3-7 0-15,-1-2-1 16,1-8 1-16,-4-6-2 15,-5-3 0-15,-2-5 0 16,-8-6-18-16,-1-2-13 16,-5-3-33-16,-3 0-46 15,0 0-65-15,0-7-156 0,0-7-239 16</inkml:trace>
  <inkml:trace contextRef="#ctx0" brushRef="#br0" timeOffset="107311.93">21719 6964 764 0,'0'0'116'16,"0"0"-10"-16,0 0-54 16,0 0 2-16,0 0-20 15,-39 54-19-15,36-38-7 16,3-1-1-16,0-3 6 16,9 4-3-16,11-4 0 15,5 1 1-15,1 0 7 16,4 1-2-16,-1-1 9 15,-4 1 0-15,-4 0-5 16,-5 1 4-16,-7 0 4 0,-5 0 3 16,-4-2 1-16,0 2-3 15,-3-3-3-15,-13 1-9 16,-1-2-4-16,-8-2-7 16,2-2-5-16,-5-3-10 15,0-4-38-15,-1 0-41 16,0 0-57-16,5-15-114 15,-2-2-154-15</inkml:trace>
  <inkml:trace contextRef="#ctx0" brushRef="#br0" timeOffset="107495.52">21804 6928 1031 0,'0'0'147'0,"0"0"-31"16,84-13-92-16,-59 11-19 16,-5 2-5-16,2 0-29 15,-5 0-90-15,3 0-83 16,-3 5-114-16,1 1-295 16</inkml:trace>
  <inkml:trace contextRef="#ctx0" brushRef="#br0" timeOffset="107878.64">22157 7029 805 0,'0'0'101'0,"0"0"81"15,0 0-60-15,59 85-29 16,-39-59-19-16,3-2-16 16,-1 1-23-16,1-2-6 15,-3 0-9-15,0-4-7 16,-3-3-9-16,-2 0 1 15,-5-3-4-15,-2-5-2 16,-4 0-13-16,-1-1-15 16,0-4-20-16,-1-1-31 15,1-2-23-15,0 0-53 16,0-8-62-16,0-6-128 16,2-8-200-16</inkml:trace>
  <inkml:trace contextRef="#ctx0" brushRef="#br0" timeOffset="108100.58">22355 7077 763 0,'0'0'137'15,"0"0"30"-15,-90 83-72 16,61-54-27-16,0 2-25 0,8-6-26 15,3-3-10 1,6-5-2-16,3-2-13 0,4-7-56 16,5-5-71-16,0-3-94 15,0 0-60-15</inkml:trace>
  <inkml:trace contextRef="#ctx0" brushRef="#br0" timeOffset="108496.89">22440 6790 919 0,'0'0'122'16,"0"0"-35"-16,0 0-9 15,0 0-2-15,0 0-28 16,66 16-30-16,-61-4 0 16,-5 3-7-16,0 6 2 15,-3-2-3-15,-9 0-4 16,2-2-2-16,1-1-4 15,6-2 3-15,3-4-6 16,0-3 2-16,9-3 3 0,11-4-3 16,4 0 1-16,5 0-25 15,2 0-56-15,-2-11-120 16,-3 1-173-16</inkml:trace>
  <inkml:trace contextRef="#ctx0" brushRef="#br0" timeOffset="108881.55">22826 6643 760 0,'0'0'177'16,"49"88"-29"-16,-24-38-33 16,-3 4-9-16,-2 0-31 15,-2 2-19-15,-4-2-19 16,-2 0 3-16,-4-5-8 15,0-1 3-15,-5-5-3 16,-3-4-15-16,0-1-12 16,-3-5-1-16,-14-1-3 15,-4-6-8-15,-9 1-23 16,-5-5-49-16,-4-7-48 16,-1-2-172-16,2-6-396 0</inkml:trace>
  <inkml:trace contextRef="#ctx0" brushRef="#br0" timeOffset="112536.31">17225 6805 224 0,'-6'13'67'0,"2"6"-32"16,1 4 11-16,0 6 1 15,0 2-17-15,3 5-21 16,-3 1-4-16,1 4-4 16,2-1 0-16,-2 3-1 15,1-3 0-15,1-1 0 16,-2 0-1-16,2-4 2 15,0-2-1-15,0-1 3 16,0-6 9-16,0 1-8 16,0-5-3-16,0-1 0 15,0-2-1-15,0 1-1 16,0 3-3-16,0-1-6 16,0-1 3-16,0 3 0 15,0 0 2-15,-1-1-2 16,-1-1 6-16,2-2 1 15,0-2-1-15,0-5 1 16,2-3-1-16,9 0-4 16,2-4 2-16,3-2 3 15,3-1 2-15,1-2-5 0,0-1-6 16,5 3 0 0,1-2 5-16,3-1 4 0,4 0-1 15,0 0-1-15,2 0 2 16,1 0-1-16,0 0 0 15,-2 0-6-15,1 0-7 16,3-1 9-16,-3-2 4 16,3 0 1-16,0 1 0 15,1-2 1-15,-3 1 0 16,3 1 2-16,-3-1 11 16,2 3 14-16,-1 0-13 15,1 0-11-15,-1 0-3 16,-2 0 0-16,0 0 8 15,-2 0 15-15,-4 0-1 16,0 0-4-16,-4 0-7 16,-1 0-8-16,-1 0 0 15,1 0 6-15,1 0 1 16,2-2-9-16,4 0-1 16,0-1 1-16,4-1 1 15,3 0 9-15,-1 2-10 16,1-1-2-16,-2 1 0 15,-3 2-2-15,-3 0 2 16,-5 0-1-16,0 0 1 16,-2 0 0-16,0 0-5 15,-3 0 5-15,5 0 0 0,1 0 2 16,1 0-2 0,2-1 0-16,1 1 0 15,-1 0-1-15,0 0-6 0,0 0-6 16,-2 0 5-1,-2 0 7-15,1 0 0 0,0 0 0 16,-3 0 1-16,0 0-4 16,-3 0-14-16,0 0-13 15,1 0 18-15,-4 0 9 16,-1 0 4-16,0 0-1 16,-2-1 2-16,1-2-2 15,-1 0 0-15,-4-1-2 16,0 0 2-16,-1 2 0 15,1-4 2-15,-4 2 3 16,-2-1 2-16,1-2 1 16,-1-1 2-16,0-1 15 15,-1-3 1-15,1-2-13 16,2-4-7-16,0-1 0 16,0-4 2-16,2-5 16 15,-2-3 27-15,0-2 8 16,-2-2-15-16,-1-3-14 15,-1 0 4-15,-2 0 1 16,0 1-4-16,0 2-10 16,0-1-16-16,0 1-4 15,0 1 1-15,0-3-8 16,0 2-9-16,0-4-10 16,0 3 3-16,0-2 10 15,0 6 4-15,-5 3-2 0,1 6 6 16,1 3 3-1,-3 8 2-15,2 1 1 0,0 2-1 16,1 2 0-16,2-1 0 16,-1 3 0-1,1-1-1-15,-1 0 2 16,2-1-2-16,-3 2-6 0,-3-1-5 16,0 1-13-16,-5 5-2 15,-1-3 5-15,-5 2 11 16,-2 1 7-16,-2 0 5 15,-5 0-1-15,-3 0 2 16,-4 0 0-16,-2 0 0 16,-3 0-1-16,-1 0-1 15,-2-3 5-15,-1 3 5 16,-4-2-11-16,-2 1 1 16,-6 0 0-16,0 1 1 15,-4-3 6-15,-3 3 16 16,-4-2 2-16,-1 2-8 15,-5 0-5-15,0 0 2 16,-2 0-4-16,2 0 6 16,1 0-12-16,3 0-3 15,5 0-1-15,5-3-2 16,1 2-7-16,5-3 0 16,8 0 6-16,4-3-10 15,6 3 10-15,1-4 0 16,5 1 3-16,0 5 0 15,-3 0 2-15,-3 2-1 16,-3 0-4-16,-3 0 2 16,0 0 1-16,0 7 2 15,3-3-3-15,1 0 1 16,5 0-11-16,1-1-4 16,4-2 1-16,4 2 2 0,2-2 11 15,3-1 0-15,3 0 2 16,6 0 0-1,-2 0 4-15,5 2-1 0,-2-1-3 16,2-1-2-16,-2 1 0 16,-1-1 2-1,-2 3-2-15,-1-2-2 0,-3 2-9 16,-1 1-1-16,2 1 0 16,2-1-5-16,1 1-29 15,5-1-35-15,4-1-99 16,0 0-196-16</inkml:trace>
  <inkml:trace contextRef="#ctx0" brushRef="#br0" timeOffset="115695.03">19830 6679 164 0,'0'9'56'0,"0"5"70"0,0 2-101 16,0 1 20-16,0 2 7 15,0 1-1-15,0 3 7 16,0 2-10-16,0 3-11 16,0 1-11-16,0 1-12 15,2 4-4-15,-1-3-4 16,2 5-3-16,0-3-2 16,-3 2 0-16,1-3 1 15,2 0-1-15,0 0-4 16,1-2-2-16,-1-2-3 15,2 1-1-15,-3-1 6 16,0 1 3-16,-1-1 0 16,-1-3-1-16,0 1-8 15,0-2-18-15,0-1 13 16,0-6 5-16,0 3 5 16,0-2 4-16,0 1-1 15,0-1 2-15,-3 1-3 16,-1-2 25-16,3-2-9 15,1-3-14-15,0-5 1 16,0-6-1-16,7 2 2 16,9-3 11-16,4 0 5 15,3 0-2-15,2 0-7 16,2-4-7-16,-2-2-2 16,2 1 1-16,-2 2-2 15,-1 1 0-15,-1-1-1 16,-1 0-6-16,1 2-6 0,0-2-11 15,-2 1 15-15,3-4-5 16,1 1-13-16,-1-2 26 16,2 0 1-16,-1 1 0 15,-2 2 2-15,-3 2-4 16,0 2 3-16,-7-2-1 16,0 2-4-16,3 0-12 15,4 0 9-15,2-1 8 16,4-1 10-16,4 2 1 15,7-1-9-15,4 1-3 16,4 0 1-16,4 0 89 16,3 0-67-16,5 0-17 15,0 4 11-15,2 0-11 16,5 2-3-16,-2-1 0 16,5 1 1-16,-1-3-3 15,5 1 1-15,-2-1 1 16,-2-1-2-16,1 0 1 15,-5 0 0-15,-4 2-1 16,-2-1 0-16,-6 1 1 16,-3 0-1-16,-3 0 0 15,-5 0 0-15,0-4 0 16,0 4-2-16,-3-4 3 16,-1 0-2-16,-1 0 2 15,-2 0 0-15,-1 0-2 16,-4 0 1-16,-4 0 0 15,-4 2 0-15,-2 0 0 16,-4 0-1-16,-4-1-5 0,-2 0-1 16,0 2 0-16,-4-3 4 15,1 1 4 1,1-1-1-16,-1 0 2 16,4 0-2-16,0 0 1 0,2 0-1 15,5 0-1-15,0 0 2 16,7 0 2-16,1 0-4 15,5-5 2-15,5 1-2 16,3-2 0-16,-1 2 1 16,2 0 0-16,2 2-6 15,-1-1-5-15,-1 3 8 16,0 0-20-16,0 0 16 16,0 0 7-16,-3-1 0 15,-2-1 4-15,-3 2 13 16,-1-1-16-16,0 0 1 15,-2-1-1-15,-1 1 0 16,-4-2 0-16,1 1-1 16,0 0 1-16,-4 0-1 15,1 2 6-15,-1-2 3 16,-1-1-1-16,-1 2 0 16,0-3 5-16,0-1-2 15,-1 1-3-15,-1 2-6 16,-2-2 0-16,-2 2-2 15,-1 0 1-15,-2 0 15 16,2 1 3-16,-2-1-3 16,1 2 2-16,2-1-7 15,0-2-5-15,-3 2-6 16,1-2 2-16,0-1-2 16,-4 0 7-16,1 0 9 0,-1-4-2 15,1 1-2 1,0-1 5-16,0-4-2 0,2-1-5 15,0-1-4-15,-1-3-4 16,-1-2 0-16,0-4-2 16,-3-3 1-16,-2-5 1 15,-1-1 0-15,0-6 1 16,0-3-5-16,0-4 2 16,0 0-1-16,0-2-8 15,0 3-12-15,0 0-6 16,0 2 6-16,0 1-21 15,0 0 3-15,0 1 14 16,0 2-1-16,0 1-5 16,0 1 19-16,0 1 3 15,0 3-3-15,0 4 3 16,-7 1-1-16,-2 5-4 16,-5 2 9-16,1 3-3 15,-3 3 4-15,3 0 4 16,-1 2 0-16,2-1 3 15,3 3-4-15,2 1-5 16,3 2-16-16,0 1 9 16,-1 0-6-16,-1 4 4 15,1-1-1-15,-5 1 7 16,-1 1 1-16,-2 1 5 16,-1 0 3-16,-2-1 0 15,-3 1-6-15,-4 0 0 16,-4 0 0-16,-3 0-8 15,-5 0 3-15,-3 0 6 0,-1 0 2 16,1 0 4 0,-2 0 10-16,3 0 4 15,2 0-9-15,3 1-3 0,0 0-3 16,-1 1 1 0,1-1 1-16,-2 1-2 0,-5-1 1 15,-6-1-3-15,-10 3 0 16,-10 3 0-16,-11-2 3 15,-7 2-6-15,-5-1-1 16,0 3-10-16,3-5 23 16,11 0 0-16,9-2-3 15,10-1 3-15,8 0 3 16,9 0-9-16,4 0 7 16,0 0 15-16,3 0-7 15,-6 0-17-15,-2 0-1 16,-7 0 1-16,-7 3-9 15,-5 3 9-15,-7 5 1 16,-6-3 9-16,-1 4-14 16,-3-4 12-16,1 1-7 15,2-5 1-15,4-1 2 16,11 0-4-16,6-3 19 16,9 0-6-16,6 0-7 15,7 0 5-15,3 0-3 16,4 0-1-16,2 0-3 15,4 0 0-15,-2 0-6 16,0 0 3-16,2 0 0 16,-4 0-2-16,1 4-2 15,-5 1 5-15,-5-1-5 16,-3 4 7-16,-3-2-1 0,-1 3-3 16,-4-1-9-16,-1 0 12 15,2 0-5-15,2 0-5 16,4-1 3-1,1 0 15-15,7-2-25 0,1-1 3 16,5-2-6-16,3 1 15 16,6 0 3-16,0-3-2 15,4 1 0-15,0 0 6 16,-2 2-4-16,1-3-2 16,-1 3 0-16,-2-2-3 15,2-1 5-15,0 1-1 16,1-1 3-16,0 1-1 15,0-1 0-15,2 0 0 16,2 0-1-16,2 0 1 16,-2 0 5-16,0 0 1 15,0 0-4-15,-1 0-1 16,1 0-1-16,-3 0 1 16,5 0 0-16,-2 0-2 15,3 0-1-15,-1 0 0 16,-1 0-1-16,2 0-1 15,0 0-9-15,0 0-66 16,0 0-104-16,0 0-137 16</inkml:trace>
  <inkml:trace contextRef="#ctx0" brushRef="#br0" timeOffset="117854.07">15519 6885 258 0,'-1'-6'68'16,"1"2"26"-16,0 0-3 15,0 1-1-15,0-1-6 16,0 3-27-16,0-2-7 16,0 3-3-16,0 0-10 15,0 0-15-15,0 13-9 16,0 11 20-16,0 11 57 16,0 7-14-16,0 11-45 15,0 4 21-15,0 4-3 16,-3-2-6-16,1-5-13 15,2-5-5-15,0-6-11 0,0-7 2 16,0-8-5-16,8-6-4 16,-3-6-1-16,1-5-6 15,3-4 1-15,-2-7-1 16,0 0 2-16,2-2 8 16,2-14 5-16,4-8-11 15,1-5-4-15,-2-3-3 16,5 1-1-16,-4 2-5 15,2 9 1-15,-6 3 4 16,2 10 1-16,-3 7 0 16,1 0-3-16,-3 9-1 15,2 11 6-15,-1 6 4 16,2-2 3-16,0 4-2 16,-3-3 2-16,4-3 1 15,-3-4-3-15,-1-4-1 16,0-3-2-16,0-3 0 15,-4-1-1-15,1-5-9 16,-2-2-26-16,0 0-46 16,-2-4-41-16,2-12-75 15,-2-6-185-15</inkml:trace>
  <inkml:trace contextRef="#ctx0" brushRef="#br0" timeOffset="118135.29">16078 6703 744 0,'0'0'77'0,"0"0"28"0,0 0-12 15,0 0 7-15,-7 74-40 16,-7-36-36-16,-1 4-18 16,-1 1-2-16,2-2-4 15,-2-2-23-15,6-1-59 16,1-7-65-16,3-6-74 16,2-6-208-16</inkml:trace>
  <inkml:trace contextRef="#ctx0" brushRef="#br0" timeOffset="118771.58">16166 7040 594 0,'0'0'86'0,"0"0"3"16,0 0-21-16,0 0 9 16,0 0 13-16,-21 93-27 15,6-53-24-15,1 3-3 16,2 4-14-16,2-4-2 15,1-2-7-15,7-2-2 16,2-7-5-16,0-5-4 16,4-4-2-16,12-6 0 15,4-6-3-15,-1-6-18 16,4-3-15-16,0-2-30 16,-4-3-82-16,-4-12-69 15,-3-2-175-15</inkml:trace>
  <inkml:trace contextRef="#ctx0" brushRef="#br0" timeOffset="119019.49">16227 7255 635 0,'0'0'111'0,"0"0"44"16,0 0-41-16,59 87-17 15,-37-66-19-15,1-2-20 16,1-4-23-16,-1-2-16 16,-4-2-13-16,-1-7-5 15,-5 2-10-15,-3-6-37 16,-3 0-33-16,-1 0-31 16,-3-9-58-16,-3-4-79 15,0-8-181-15</inkml:trace>
  <inkml:trace contextRef="#ctx0" brushRef="#br0" timeOffset="119194.55">16420 7282 642 0,'0'0'126'16,"0"0"21"-16,-60 89-35 15,41-60-43-15,2-4-49 16,2-5-19-16,1-5-10 15,5-2-46-15,3-8-67 16,1-5-80-16,2 0-136 16</inkml:trace>
  <inkml:trace contextRef="#ctx0" brushRef="#br0" timeOffset="119505.38">16416 7063 609 0,'0'0'96'0,"0"0"81"16,52 77-44-16,-29-36-31 15,0 2-6-15,-1 3-23 16,-4 2-17-16,-4-1-16 15,-8-3-3-15,-4-4-13 16,-2-3-7-16,0-3-6 16,-4-1-9-16,-8-4-8 15,-3-4-33-15,-1-1-43 16,-5-4-69-16,-1-1-101 16,-4-5-152-16</inkml:trace>
  <inkml:trace contextRef="#ctx0" brushRef="#br0" timeOffset="124228.83">12323 10179 275 0,'0'-8'68'0,"0"2"0"15,0 5 4-15,0 0-25 16,0-1-3-16,0 2-11 15,0 0-14-15,0 0-12 16,0 13-2-16,0 6 29 16,0 8 12-16,0 6-13 0,5 4 1 15,-3 2-11-15,5 3-5 16,-2 1-4-16,2 1-5 16,2 1-3-1,1-1-4-15,1 3 0 0,4-4-2 16,-1 2 1-16,-1 2 0 15,-1-4-2-15,-1 4 2 16,-2-4 0-16,0 2 0 16,-2-6-1-16,-1-1 0 15,0-7-1-15,-2-2 2 16,1-4-1-16,-2-1-2 16,0-5 1-16,0-2 1 15,2-3 0-15,-1-2-1 16,5-2-3-16,2-3-7 15,4-3 4-15,3-4 7 16,1 0-3-16,7 0 6 16,0 0 4-16,3-5-5 15,1-2-1-15,-1 1-1 16,2-1 2-16,0 3-3 16,0 0 1-16,1 4 0 15,1-3 1-15,0 3-2 16,0-1-2-16,1 1 0 15,1 0 3-15,-2 0 0 16,4 0-2-16,-1 0-7 16,4 0 8-16,2 0 2 15,2 0 0-15,3 0-1 16,1-3 2-16,2 0 3 16,4 1-1-16,-1 0-3 0,2 0 0 15,1 2 0 1,-1 0-1-16,0 0 0 15,0 0 0-15,1 0 0 0,2 1 0 16,0 2-1-16,3-2 1 16,4-1 0-16,0 0-2 15,3 0 3-15,2 0-2 16,2-1 3-16,1-2-3 16,0 1 1-16,0 0 1 15,-3 2-2-15,2 0 1 16,1-1 2-16,-1 0-2 15,3-1 1-15,2-2-1 16,2 0 1-16,1 0-1 16,0-1 0-16,0 0 2 15,-4 1 1-15,2-1 1 16,-4 1-2-16,-3 4-2 16,1-2-1-16,-4 1 0 15,-3 1 2-15,0 0 0 16,-3 0-1-16,-3 0 1 15,-1-1 0-15,-3 1-1 16,-5-2 0-16,1 0 2 16,-6 0-3-16,-2-1 2 15,-4 3 0-15,-4-1-3 16,-5 1 2-16,-6 0 1 16,-3 0 0-16,-7 0-2 15,-4 0 0-15,-1 0 1 16,-5 0 0-16,-1 0 1 15,-3-3-1-15,2 3 2 16,-2-4 2-16,0-2 5 16,2-3-8-16,1-3-2 15,2 0 8-15,1-3 4 0,-2-5 5 16,1 1-7-16,-2-6-5 16,-1-2 0-1,-2-2-2-15,0-7-1 0,0-2 5 16,-5-3-1-16,-2-2-4 15,-1-4-1-15,-1 2 0 16,0 0 0-16,1 3 2 16,2 1-4-16,2 1 2 15,1 1-2-15,0 3 3 16,3 0-1-16,0 1 2 16,0-1-2-16,0 0 0 15,0 2 0-15,0 0-4 16,-3 4-3-16,-3 3 6 15,-1 4 1-15,1 3 2 16,2 5-3-16,-3 2 1 16,1 4-2-16,-1 2 0 15,1 0 1-15,-3 3-2 16,-1-1-1-16,-3 1-4 16,0 0-2-16,-3 0 6 15,-1 3 2-15,-2-1 0 16,-1 2 4-16,1 0-2 15,-4-1 0-15,0-2 3 16,0 3-4-16,-3-4 3 16,0 0-2-16,-3 0 1 15,0 2 4-15,-3-3-1 16,-4 3-3-16,-6-2 1 16,-1 0-3-16,-6 2 1 15,-2 0 0-15,-4 0 0 16,-2-2-1-16,-1 3 1 15,-1-2 0-15,0 1 2 16,-2-1 1-16,0 3 9 0,-1-1-6 16,-4 1-1-16,1 0-4 15,-6 0 1-15,1 0-4 16,-2 6 3-16,1 4 0 16,4-2 1-16,-3 0 0 15,3-1 0-15,-1-1 0 16,0 2-2-16,0-1 0 15,0 1 2-15,-1-3-3 16,2 3 2-16,-1-1-2 16,2 1 1-16,-1-1 1 15,-2 5-2-15,3-3 2 16,-1 3-1-16,-1 0 0 16,-1 0 1-16,-3-1-2 15,2 1 1-15,-2 0-1 16,-3-1-1-16,6 0 3 15,-1 0-3-15,5-4 4 16,3 0-4-16,4-4 2 16,5-2 0-16,3 0 1 15,3-1 0-15,3 0-1 16,2 0 1-16,3 0 0 16,-1 0-1-16,3-1 2 15,1 0-2-15,1-2-1 16,4 2 0-16,-1-2 3 15,4 0-3-15,1 0 1 16,7 0 2-16,2-1-2 0,3 2 0 16,3-1 0-1,3 0 1-15,2 0-1 16,2 3 1-16,2-1 3 0,1 1 16 16,2 0-6-16,-1-3-9 15,-2 3-4-15,0 0 1 16,-2 0-3-16,-2 0-2 15,-1-1 4-15,0 1-3 16,0 0 3-16,-1 0-1 16,3 0 3-16,2 0-2 15,0 0-1-15,2 0 4 16,1 0 2-16,-1-2 2 16,2 2-6-16,0 0 0 15,0 0-5-15,0 0 2 16,0 0-2-16,0 0-1 15,0 0 4-15,-1 0-3 16,-2 0 0-16,0 0-15 16,-2 0-34-16,0 0-30 15,1 0-70-15,-1 0-185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40:29.62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5271 5538 303 0,'0'0'30'15,"0"0"16"-15,0 0 29 16,0 0-12-16,0 0 3 16,0 0-6-16,0-4-20 15,0 1-23-15,0-4-15 16,0-2 3-16,0 4 3 16,0-3-3-16,0-2 3 15,0 1-5-15,0 1-2 16,0-1-1-16,0 0-1 15,0 3 3-15,0 0-3 0,0 0 0 16,0 2 0 0,0 1-2-16,0 2-3 0,3-2 0 15,0 3-7-15,1-1-13 16,2 1-6-16,0-3 12 16,1 3 7-16,2 0 5 15,2 0-12-15,1-1-5 16,0-1 6-16,2 2 9 15,-1-1-9-15,2 0 4 16,-1 0-8-16,0 1 0 16,-1 0 1-16,1-2 2 15,-1 2-11-15,-1 0-8 16,2-1 3-16,-2-2 22 16,4 3 4-16,-3-1 7 15,3-1 0-15,-2 2 2 16,3 0 1-16,-1 0 0 15,3 0 0-15,-3 0-8 16,1 0 5-16,0 0-20 16,1 0 2-16,1 0-46 15,-2 0 21-15,5 0 23 16,-4 0 31-16,3 0 15 16,0 0-64-16</inkml:trace>
  <inkml:trace contextRef="#ctx0" brushRef="#br0" timeOffset="1025.21">6265 5388 7 0,'0'0'37'0,"78"-6"36"0,-38 5-63 16,2-3-8-16,0 1 13 16,-2 2 2-16,0-2-11 15,0 2-3-15,-1-2-1 16,-3 3 0-16,-3 0-2 16,0 0 0-16,-2 0 0 15,-1 0-1-15,0 0-5 16,1 0-1-16,-4 0 1 15,2 0 5-15,-3 0 1 16,0 0 1-16,0 0-1 16,0 0 0-16,-3 0 0 15,3 0 2-15,0 0 0 16,1 0 6-16,1 0-4 16,1 0-2-16,1 0 2 15,-1 0-5-15,0 0 2 16,2 0 9-16,0 0-2 15,2 0 10-15,-3 0 3 16,1 0-7-16,0 3-9 16,1-3-2-16,0 0 1 15,1 0 6-15,-1 0 12 16,3 0-6-16,-1 0-2 16,3 0-6-16,0 0-4 15,2 0 4-15,-1 0 3 16,-1-3-8-16,3 1 1 15,-1 2-4-15,1 0 2 16,-3 0-2-16,2 0 0 16,0 0 0-16,-3 0 1 0,0 0-1 15,-1 0 0-15,-2 0 0 16,-2 0 0 0,-1 0 1-16,-6-3-1 0,-1 2 0 15,-5 0 1-15,-5-1-2 16,-3 2-3-16,-4 0-2 15,-2 0 6-15,-1 0 1 16,0 0-2-16,0-1 2 16,2-2 3-16,1 2 2 15,2-3 2-15,0 0-4 16,-2 1-3-16,0-1 1 16,1 1-2-16,-3 2 0 15,-1 0 0-15,-2 0 1 16,1 1 0-16,-2 0 19 15,0 0 39-15,0 0-6 16,0 0-20-16,0 0-18 16,0 0-13-16,0 0-4 15,0 0 0-15,0 0 2 16,0 0 0-16,0 0-1 16,0 2 1-16,0 6 2 15,0 1-1-15,0 2-1 16,0 6 0-16,0 1 1 15,0 2-2-15,0 2 3 16,0 3-2-16,0-2 6 16,0-2-2-16,0 3-1 15,0-5 4-15,0-4 0 16,0-3 1-16,0-3 15 16,0-4-23-16,0-3 0 15,0-2 0-15,0 0-20 0,0 0-63 16,0-7-193-1</inkml:trace>
  <inkml:trace contextRef="#ctx0" brushRef="#br0" timeOffset="1940.23">6626 4936 314 0,'0'0'106'15,"0"0"-9"-15,0-29-9 16,0 18-24-16,-6 2-18 16,-6-2-17-16,1 1-13 15,1 1-9-15,1 2 0 16,-1 2-5-16,3 3-3 16,1 1-3-16,-2 1 1 15,2 0-4-15,3 9-1 16,0 9 1-16,3 5 3 15,0 5 5-15,0 3-1 16,3 0 1-16,6 1 1 0,0-1 3 16,2-3 5-1,0-1 2-15,-2-3-3 16,-1-1 6-16,1-4-3 16,-2-1-8-16,0-3-4 0,-2-3 1 15,-2-2-1-15,-2-3-2 16,-1-1-25-1,0-4-30-15,0-2-36 0,-3 0-44 16,-6 0-66-16,-5 0-1 16</inkml:trace>
  <inkml:trace contextRef="#ctx0" brushRef="#br0" timeOffset="2118.35">6496 5160 413 0,'0'0'47'16,"0"0"71"-16,0 0-28 16,0 0-33-16,0 0-20 15,94-27-22-15,-69 19-11 16,0-1-22-16,-2-1-85 16,-1 0-164-16</inkml:trace>
  <inkml:trace contextRef="#ctx0" brushRef="#br0" timeOffset="4141.82">6750 5964 311 0,'0'0'40'0,"0"0"10"15,0 0-7-15,-4-46 11 16,4 30-1-16,0-4-1 16,0 1-13-16,0-1-9 15,1 1-28-15,3 1 2 16,-1 3 0-16,0 4-4 16,-1 1 0-16,2 5 1 15,-1 1-1-15,0 0-1 16,1 3-1-16,0-4 0 15,1 4-1-15,1-2 1 16,3 2-4-16,0 0 6 16,3-1-1-16,1 1 3 15,1 0-3-15,2 1 1 16,0 0-4-16,1 0 5 16,1 0-8-16,2 0 2 15,0 0-2-15,-3 0 5 16,6 0 2-16,0 1 2 15,0-1-2-15,-3 1 0 16,3-1 0-16,-2 2 0 16,0-1-5-16,-1 0-3 0,1-1 5 15,0 2 0-15,0-1 3 16,-1 0-2 0,1-1-13-16,0 0 2 0,1 0 6 15,0 0 3-15,1 0-5 16,0 0-1-16,0-1 3 15,-3-2 5-15,0 2 2 16,-2 0-1-16,-5 1-2 16,0 0 2-16,0 0-1 15,-2 0 1-15,1 0-2 16,-1 0-7-16,0 0-3 16,0 0 6-16,1 0 2 15,-4 0-1-15,2 1 5 16,-2 0-1-16,0-1 3 15,-2 2-1-15,-1 0-1 16,1 0 0-16,-1 1-5 16,-1 0 0-16,1-1 1 15,-1 1 2-15,2-2 3 16,-1 2 0-16,3-3-1 16,-1 0 0-16,-1 0 0 15,2 0 2-15,1 0 1 16,-3 0-1-16,0 0-2 15,-2 0 2-15,-2 0-2 16,1 0 2-16,-1-1-2 16,-2 1 2-16,0 0-1 15,0 0 0-15,0 0 3 16,0 0 0-16,0 1 3 16,0 3 1-16,0 3-4 15,0 1 1-15,0 4-2 16,0-1-2-16,0 4 2 15,0 2 1-15,0-2 0 0,0 1-1 16,0-3 1-16,0 2 7 16,0-6 1-16,0 0 3 15,0-3-8-15,0 2-2 16,0-4-2-16,0 0-2 16,0-3 1-16,-4-1-3 15,0 0-87-15,-4 0-231 16</inkml:trace>
  <inkml:trace contextRef="#ctx0" brushRef="#br0" timeOffset="5232">7223 5598 297 0,'0'0'81'16,"0"0"30"-16,0 0-27 16,8-12-19-16,-8 8-4 15,1-3-16-15,1 2-4 16,-2-2 5-16,0 1 2 16,0-1-17-16,0 0-6 15,0 2-5-15,0-2-7 16,0 3-4-16,-6 0-8 15,-1 2-1-15,-3 2-13 16,-1 0-15-16,-1 0-5 16,0 10-12-16,-1 2 19 0,3 2 17 15,0-1-2-15,7-1 5 16,3-3-6 0,0-2-10-16,0-3-10 0,0-4-1 15,3 0 28 1,4 0 8-16,2 0 5 15,1 0 0-15,1-7 7 0,-3 0-1 16,1 1 2-16,-3-1-4 16,-1 3-8-16,-2 3-2 15,1 1-2-15,2 0-3 16,1 0-6-16,2 12 12 16,2 2 6-16,1 5 5 15,1 3-3-15,1 1 13 16,-4 2 17-16,0-1-10 15,0 2-12-15,-2-4 11 16,-3 0 4-16,0-2 1 16,-2-8 14-16,-2 4-9 15,-1-7-5-15,0-1 2 16,0-2 11-16,-4-1-13 16,-6-3 0-16,-3 0-10 15,0-2-9-15,-4 0-9 16,0 0-5-16,3-8 0 15,1-1-9-15,4-2-24 16,3-5-20-16,6 0-33 16,0 0-35-16,6-4-20 15,12-2 14-15,5 0-16 16,3-1-70-16,-2-2-194 16</inkml:trace>
  <inkml:trace contextRef="#ctx0" brushRef="#br0" timeOffset="10381.91">10213 5006 74 0,'0'0'24'16,"0"0"11"-16,0 0-3 15,0 0 15-15,0 0 23 16,0 0-16-16,0 0-15 15,0 0 7-15,0 0 10 16,0 0 0-16,0 0-3 16,0 0 28-16,0 0-26 15,0 0-30-15,0-4-5 16,0 1-3-16,0-3-1 16,0 2-1-16,0-2 1 15,0 1-3-15,0-2-2 16,0 2-7-16,0-4-1 15,0 3-1-15,-2-1-3 0,-3 2 1 16,-1-2-3-16,-1 3 2 16,1 1-13-16,0 2-6 15,-4 1 3-15,3 0 8 16,1 0-5-16,-1 0 9 16,-2 7-1-16,4 5 0 15,0 4-1-15,1 3 6 16,1 4-1-16,3 1 2 15,0 3 1-15,0-1 3 16,0 2 1-16,3 1 2 16,4-1 2-16,0-4 1 15,-2 0-6-15,3-1 2 16,-3-4 1-16,-1-1 9 16,-1 0-2-16,0 0 1 15,0-2-2-15,-3 1-4 16,4-4-3-16,-4 0 7 15,3-2-4-15,-2-3-3 16,-1-4-4-16,0-1-1 16,0 0 0-16,0-2 0 15,0 0 1-15,0-1-4 16,0 0-26-16,0 0-41 16,-11 0-59-16,2-8-122 15,-3-3-145-15</inkml:trace>
  <inkml:trace contextRef="#ctx0" brushRef="#br0" timeOffset="10605.2">10067 5263 518 0,'0'0'43'0,"0"0"58"0,0 0-18 15,0 0-33-15,45-17-21 16,-34 17-16-16,1-2-15 16,0 1-19-16,2-2-19 15,-2-3-73-15,-1 0-95 16,-1-2-155-16</inkml:trace>
  <inkml:trace contextRef="#ctx0" brushRef="#br0" timeOffset="10958.37">10454 4931 362 0,'0'0'56'0,"0"0"11"16,0 0 12-16,0 0 18 15,0 0-29-15,-4 60-17 0,-3-34-14 16,-2-1-21-1,2 2-9-15,-3-1-6 0,4-3 0 16,0-2-5-16,0-1-66 16,-1-4-85-16,3-4-124 15</inkml:trace>
  <inkml:trace contextRef="#ctx0" brushRef="#br0" timeOffset="11743.76">10681 5018 367 0,'0'0'44'0,"0"0"36"16,0 0-2-16,0 0-17 15,-23 74-1-15,16-42-14 16,1 4-11-16,0 0 1 16,5 0 5-16,1-2-11 15,0-5-3-15,0 1-6 16,5-5 3-16,4-5-4 15,1-1-7-15,5-4-7 16,-4-1-2-16,1-5-2 16,-1-1-1-16,-2-2-14 15,-3-2-30-15,0-2-51 16,-2 0-54-16,-3-2-105 0,-1 0-95 16</inkml:trace>
  <inkml:trace contextRef="#ctx0" brushRef="#br0" timeOffset="12567.46">10876 5295 276 0,'0'0'42'0,"0"0"26"16,0 0-5-16,0 0 11 15,0 0-4-15,10-36-18 16,-10 29-8-16,0 1-12 16,0 2-3-16,0-4-4 15,0 3-7-15,-4-1-1 16,-2 0-7-16,0 0-3 16,-1 1-5-16,-1 1 0 15,0 3-5-15,-2 1-1 16,1 0-11-16,-1 1-9 15,3 7 13-15,3 3 1 16,1 0-5-16,3-1 1 16,0-2 0-16,0-1 10 15,1-1-6-15,8-3-7 16,1-3 14-16,1 0 1 0,1 0 4 16,1 0 3-16,-3-3-4 15,-1-3 2-15,-2 0-2 16,0 1 2-16,-4 1-1 15,0-2 0-15,-1 4 1 16,-1 0-2-16,-1 1 5 16,0 1-6-16,1 0 0 15,1 0 1-15,1 0-2 16,1 0-1-16,3 0 8 16,0 7 8-16,4 6 7 15,-1 1 14-15,3 3 4 16,-3 0-1-16,3 2 9 15,-3 0 5-15,0-2-6 16,0 0 19-16,-3-3-13 16,1-2-7-16,-4-4-5 15,0-1-4-15,-2-3 2 16,-2 0-10-16,0-3-3 16,0 2-8-16,0 1-7 15,-10-1 0-15,-5 3-19 16,-2-2-20-16,1 0-18 15,-1 0-41-15,1-3-48 16,4-1-83-16,2 0-68 16</inkml:trace>
  <inkml:trace contextRef="#ctx0" brushRef="#br0" timeOffset="13061.72">11110 5124 519 0,'0'0'36'0,"0"0"43"16,0 0-1-16,0 0-27 15,-36 46 13-15,27-28-3 16,5 3-15-16,4-2-7 16,0 0-13-16,0 0-12 15,0 1-4-15,0-5-4 16,10-2-6-16,3 0 3 16,-3-4-3-16,3-3 1 15,-1 0-9-15,-2-4-15 16,3-2-21-16,-2 0-26 15,-3 0-29-15,0-4-57 16,-2-2-62-16,-3-3-44 0</inkml:trace>
  <inkml:trace contextRef="#ctx0" brushRef="#br0" timeOffset="13472.38">11159 5242 352 0,'0'0'128'0,"0"0"21"0,0 0-36 16,0 0-38-16,0 0 3 15,0 0-23-15,81 29-24 16,-69-22-8-16,-1-2-15 16,-2-2-1-16,-3 0-5 15,-2-1-1-15,0-1-4 16,2-1-12-16,-3 0-17 15,-2 0-33-15,2 0-12 16,-1-1 4-16,-2-8-9 16,0 0 11-16,0-1 47 15,0 4 22-15,0-1 7 16,0 3 23-16,-3 4 34 16,-2 0 0-16,-6 0-4 15,4 1-39-15,-1 9-6 16,0 3 2-16,-2 0 17 15,2 2-16-15,4-3-10 16,0-4-6-16,2 1-1 16,1-3-30-16,1-6-48 15,0 0-62-15,0 0-90 16,0-2-116-16</inkml:trace>
  <inkml:trace contextRef="#ctx0" brushRef="#br0" timeOffset="13838.05">11296 5147 414 0,'0'0'109'16,"0"0"44"-16,0 0-40 15,0 0-17-15,0 0-1 16,91 67-21-16,-78-52-14 16,-1 0-16-16,-5-2 2 15,0 1-12-15,-2-2-16 16,-5 0-9-16,0-1-6 15,0 0 0-15,0-1-11 16,-12-1-35-16,1-3-41 16,-1-3-82-16,2-3-70 15,-3 0-125-15</inkml:trace>
  <inkml:trace contextRef="#ctx0" brushRef="#br0" timeOffset="14267.73">11305 4899 612 0,'0'0'61'15,"0"0"93"-15,0 0-51 16,88 86-24-16,-58-57 9 16,1-1-14-16,-1 4-12 15,0-1-9-15,-1 1 0 16,-3-1-28-16,-4 0-6 15,-2-1-8-15,-3 0-1 16,-5 0-2-16,-5-1-2 16,-4-2-5-16,-3 2-2 15,0-2-4-15,-3 0-4 16,-11 1-22-16,-3-7-46 16,0-3-76-16,0-7-168 15,3-10-353-15</inkml:trace>
  <inkml:trace contextRef="#ctx0" brushRef="#br0" timeOffset="14811.41">12105 5211 1193 0,'0'0'67'15,"0"0"-11"-15,0 0-43 16,0 0-10-16,0 0-4 15,3 0-30-15,3 0-85 0,-3 0-95 16,2-2-266 0</inkml:trace>
  <inkml:trace contextRef="#ctx0" brushRef="#br0" timeOffset="15719.86">12521 5250 481 0,'0'0'99'0,"0"0"4"15,0 0-44-15,0 0-20 16,0 0-12-1,6-63-12-15,-6 45 4 0,0 0 9 16,0 2-19-16,-9 1-4 16,-1 4 3-16,-3 6 5 15,-3 5-11-15,0 0-5 16,-1 12-14-16,2 7-9 16,0 2 11-16,6 2-6 15,3-3 16-15,4-5 3 16,2-5 2-16,0-2-1 15,3-4 5-15,9-2 0 16,5-2 2-16,1 0 10 16,2-4-5-16,0-3-5 15,-4-3-2-15,0 3-3 16,-5 0-1-16,-2 6 0 16,-1 1 0-16,1 0-2 15,0 0 1-15,1 12 2 16,3 5 4-16,0 2 19 15,0 2 20-15,-1 1 15 16,1 2-3-16,0-3 3 16,-3 1 12-16,0-3-7 15,-4-2-14-15,-2-1-10 16,0 0-10-16,-4-3-3 16,0-1 8-16,0 1-6 15,-10-2-8-15,-7-1-11 0,-3-1-5 16,0-2-3-1,-2-1-9-15,-1-5-14 0,2-1-16 16,1 0-21-16,2-14-52 16,3-7-99-16,3-8-137 15</inkml:trace>
  <inkml:trace contextRef="#ctx0" brushRef="#br0" timeOffset="15940.31">12751 4924 853 0,'0'0'51'0,"0"0"30"16,-15 71-59-16,5-45-16 15,1-2-5-15,3 0-65 16,-2-8-136-16,2 0-214 16</inkml:trace>
  <inkml:trace contextRef="#ctx0" brushRef="#br0" timeOffset="16446.23">12938 5056 630 0,'0'0'55'16,"0"0"41"-16,0 0-35 16,0 0-14-16,-42 75 32 15,36-50-24-15,1 2-37 16,5 0-3-16,0-1-6 16,0-3-3-16,0 0 2 15,11-3-5-15,-2-1-4 16,3-3 2-16,-2-3-2 15,-2-3-21-15,0-4-73 16,0-6-84-16,-1 0-103 16,-1-3-101-16</inkml:trace>
  <inkml:trace contextRef="#ctx0" brushRef="#br0" timeOffset="16699.43">13019 5176 593 0,'0'0'62'0,"0"0"51"15,0 0-47-15,0 0-13 16,0 0 4-16,78 66-11 16,-61-57-9-16,-5-1-3 15,2 0-19-15,-5-2-12 16,-1-1-4-16,-3-1-3 15,1-4-32-15,-2 0-69 16,-1 0-47-16,2 0-54 16,-4-12-145-16</inkml:trace>
  <inkml:trace contextRef="#ctx0" brushRef="#br0" timeOffset="16873.63">13131 5187 563 0,'0'0'109'16,"0"0"-8"-16,-56 79-23 16,38-54-29-16,2-5-29 15,7-4-17-15,3-6-19 16,4-5-50-16,2-3-38 16,0-2-95-16,0-2-125 15</inkml:trace>
  <inkml:trace contextRef="#ctx0" brushRef="#br0" timeOffset="17188.78">13200 4969 634 0,'0'0'100'16,"0"0"39"-16,70 84-57 15,-44-52 7-15,-7 3-2 16,2-4-20-16,-8 1-10 16,-1-4-10-16,-4-1-12 15,-5-2-13-15,-3-2-12 16,0-3-7-16,0-1-6 15,-11-2-29-15,-7 2-64 16,-3-1-98-16,-6-2-181 16</inkml:trace>
  <inkml:trace contextRef="#ctx0" brushRef="#br0" timeOffset="20787.41">5294 6552 184 0,'0'0'29'0,"0"0"23"15,1 0-1-15,2 0-6 16,0 0-11-16,2 0-2 15,1 0 9-15,3-2-6 16,2-3-7-16,-1 1-7 16,4-1-7-16,1 0 14 15,-1-1-2-15,1 2-11 16,0 1 2-16,-2 3-8 16,2-1-4-16,-1 1-2 15,2 0-3-15,0 0 1 16,3 0 0-16,0 0 0 15,4 0-2-15,0-3-2 16,0 0-5-16,0 2-8 16,0-3-3-16,0 4 3 15,-1 0 4-15,-2-4 3 16,2 4 5-16,-2-2 2 16,0-1-8-16,-1 2-12 15,1-2 0-15,-1 3-7 16,1 0 15-16,-4 0 4 0,1 0-6 15,0 0 10-15,-2 0 4 16,2 0 2-16,-4 0-1 16,2 0 1-1,1 0 1-15,2 0-1 0,-1 0 0 16,1 2 0-16,0 0 0 16,2 3 0-16,0-5 1 15,-3 4-1-15,3 0 0 16,-3-1 0-16,0-2 0 15,-6 2 3-15,1-2-2 16,-3-1-1-16,-4 1 3 16,0 1 3-16,-2-2 7 15,-2 0 2-15,1 0 1 16,-2 0 5-16,1 0-4 16,-1 0-3-16,0 0-1 15,0 0-4-15,3 0-2 16,-2 2-5-16,-1 0 2 15,0-2 0-15,2 0-3 16,-2 0-1-16,0 0 2 16,0 3 0-16,0-2-1 15,0-1 3-15,1 0 1 16,0 2 6-16,-1-1 3 16,0-1-11-16,3 1-1 15,-1-1-2-15,-2 0 0 16,0 0-18-16,0 0-102 15,0 0-220-15</inkml:trace>
  <inkml:trace contextRef="#ctx0" brushRef="#br0" timeOffset="23311.29">9893 6531 246 0,'0'-2'57'0,"0"-2"-32"15,0 4 27-15,9-4-2 16,3 4-14-16,-3-2-5 16,8 1-9-16,1 1-2 15,3 0 4-15,2 0-11 16,5 0-3-16,0 0-7 16,4 0-1-16,0 0 0 15,1 3-4-15,0 1 2 16,-1 3-3-16,1-3 4 15,1-2-2-15,-2 1-2 16,-2 0-9-16,2-2-8 16,-3 0 9-16,-2 1-6 15,-1 0 10-15,-4-2 2 16,-4 0 5-16,-2 0 0 16,-3 0 0-16,-4 0 5 15,-1 0 5-15,-2 0 0 16,-3 0-7-16,0 0 0 15,-3 0 1-15,2 0 3 16,-2 0 7-16,0 0-1 16,3 0-12-16,1 0 1 15,-1 0 1-15,5 2-1 0,-2-2-2 16,0 2 4 0,1-2-2-16,-1 0-1 15,1 2-1-15,0-2-1 0,-2 0 2 16,-1 1-4-1,0-1 2-15,-1 0-4 0,-1 2-3 16,3-1 5-16,-5-1-1 16,0 0-1-16,0 1 2 15,0-1 8-15,0 0 1 16,3 2-3-16,-3-1-3 16,3-1 3-16,0 1 3 15,0 3 5-15,0-4-5 16,0 1-1-16,1 0-5 15,-4 1 2-15,0-2-1 16,0 0 2-16,0 1 5 16,0-1 6-16,0 0-7 15,0 0-3-15,0 0 3 16,0 1-2-16,0-1 7 16,0 2 4-16,0-2 0 15,0 0 2-15,0 0-7 16,0 0-9-16,0 0-2 15,0 0-16-15,-3 0-54 16,-1 0-65-16,-2 0-106 16</inkml:trace>
  <inkml:trace contextRef="#ctx0" brushRef="#br0" timeOffset="35128.57">9601 5623 194 0,'-3'6'19'0,"0"-2"18"16,-1 4 39-16,2 1-40 15,1 4-1-15,-1 1-3 16,1 2 2-16,-1 3-8 15,1 3-3-15,0 0 0 16,1-2 10-16,-2 3-2 16,2 2-13-16,0 1-3 15,0-2-2-15,0 4-8 16,0-1-1-16,0-2-3 16,0 2 1-16,0-3-3 15,0 2 3-15,3-3-2 16,1 2 1-16,-1-1-1 15,-1 1 0-15,-2 1 2 16,4-2-2-16,-4 4 6 16,0-1-7-16,0 1 2 15,0 3-1-15,0-3 0 16,0 1-3-16,0-3 5 16,0-1 2-16,0-1-5 15,0-2 0-15,0-5 1 16,0-1 0-16,0-2 8 15,0-1-1-15,0-1-13 16,0-5 11-16,0-1-2 16,4-1 0-16,-2 0 4 15,-1 2-4-15,1-1-2 16,-1 1 0-16,0 3 5 16,-1 0-5-16,2 2-2 0,-1-1 3 15,-1 1 1 1,0 3-2-16,0-1 1 0,0-2 26 15,0-1-13-15,0-1-16 16,3-4 2-16,2 1-2 16,1-3 3-16,0 3-7 15,0-3 2-15,3-1 21 16,-2-2 2-16,2 3-11 16,0-3-2-16,-1 2 0 15,2-3-2-15,-1 0-4 16,0 1 0-16,4 2 1 15,-3-3-2-15,1 0 1 16,1 0 2-16,2 0-1 16,1 0-2-16,-2 0 0 15,1 0 0-15,2 0 1 16,-4 0-1-16,4 0 1 16,-5 0-2-16,3 2 3 15,0-2-3-15,0 0 3 16,0 0-2-16,2 0 0 15,-1 0 1-15,0-2 1 16,0-1-2-16,-3 2 0 16,-1 1-1-16,-1 0 2 15,-1 0-2-15,1 0 0 16,-1 0 3-16,-2 0-2 16,0 0 0-16,3 0 1 15,0 0 0-15,-1 0-1 16,3-4 0-16,-2 1 0 15,3 2 0-15,-3-3 2 16,0 1-4-16,-1 2 1 16,2-1 1-16,-1 1 0 15,-1 1 1-15,1 0-4 0,-1 0 2 16,1 0-7-16,3 0-5 16,-1 0-3-16,3 0 12 15,0-4 11-15,0 4-11 16,0-3 3-16,-2 2 2 15,-1 1-2-15,-1 0 2 16,2 0-4-16,-3 0 7 16,2 0 7-16,-2 0-17 15,2 0 4-15,-1 4-2 16,1 0 1-16,-2-4 4 16,3 4 0-16,-3 0-2 15,4-1 0-15,2-2 0 16,1 2 3-16,1-2 14 15,2 2-11-15,0-2-11 16,2 2 6-16,1-3 7 16,1 3-4-16,0-1-1 15,0-2 21-15,5 0-26 16,-3 1 5-16,3 0-3 16,-2 1 3-16,2-2-2 15,0 1 0-15,0 2-1 16,-3-3 1-16,3 0 1 15,0 0-1-15,0 1 8 16,-2 1-2-16,-1-2-4 16,-1 2-1-16,-1 1-2 15,-3 1 1-15,0 0 1 16,-1 0-1-16,-1 0 0 16,-2 0-1-16,0 0 2 15,0-2-6-15,0-1 1 0,-1-1 4 16,1 0 0-16,-1 3 0 15,1-2-7-15,-2 2-1 16,2 1 6 0,-1 1 4-16,4-1 1 0,-4 1-6 15,4-1 6-15,2-1-2 16,0 0-2-16,5-2 1 16,-4-1-2-16,5 3 4 15,-1-2-2-15,2 2-3 16,1-2 3-16,-1 3 0 15,0-3 1-15,1 2-3 16,-1 0 3-16,2 1-1 16,-2-2 0-16,0 0 1 15,1 0 1-15,0-2-2 16,1 0 0-16,-1 0 1 16,3 0-1-16,-1 0-1 15,2 1 2-15,-2 0-1 16,3-1 1-16,-3 1-1 15,-1-1 2-15,0 0 0 16,-1 0 1-16,-1 0-2 16,-2 0 0-16,0 0 2 15,-1 0-1-15,-2 2-2 16,2-1 5-16,-2-1-3 16,-2 0-1-16,1 0-2 15,-3 0 1-15,2 0 0 16,-6 0 0-16,4 0 1 15,-4 0-2-15,1-3 0 0,-2 2-1 16,2-1-2-16,-1-2 6 16,1 1-4-1,1 0 0-15,-1-1 2 0,2 0-1 16,0 0 0 0,1 1 0-16,-3-1-2 0,4 4 2 15,-3-4 0-15,0 4 1 16,-1 0-2-16,-2 0 1 15,-1 0-1-15,-3-3 1 16,2 1-4-16,-3 1 3 16,1-2 0-16,1 2 1 15,-3-2-1-15,1 2 2 16,-1-1 1-16,-2 2-2 16,0-3 0-16,-1 3 3 15,-1 0-4-15,0 0 2 16,1 0 0-16,-2 0 0 15,1 0 1-15,1-1 0 16,2 0-1-16,1-2 1 16,-2 2-1-16,3-2 0 15,2 0-1-15,-1 2 1 16,-2 0 0-16,2-1 0 16,-5 2 0-16,0 0 1 15,1 0-2-15,-4 0 0 16,3 0 1-16,-3 0 1 15,0 0-1-15,1 0-1 16,2 0 2-16,0-4-1 16,2 2 0-16,2-2 0 15,-1 1 1-15,1-1-1 16,-3 0 0-16,-1 1 0 16,-3-2 1-16,2 5-1 0,-3-3 1 15,0 0 5-15,-1-1-1 16,2-2-6-1,3 2 1-15,-2-4 1 0,1-3 0 16,-3 0-1-16,1-3 1 16,-1 1 5-16,-1-3 7 15,-1-1 8-15,0 0 15 16,0-2-13-16,0-4-14 16,0-1-2-16,0-3-2 15,0-3 0-15,0-1-3 16,-3 3-1-16,2-1 1 15,-1 1 0-15,1 1 0 16,0 2 4-16,1 2 7 16,-3 0-6-16,1 1 12 15,2-1 0-15,-1 0-9 16,1 3-7-16,-2-3-1 16,2-2 1-16,0-2 0 15,-1 4-2-15,1 0 0 16,-2 1-1-16,2 2 1 15,-4 1 5-15,1 4 0 16,-1-1 2-16,-2 0-4 16,0 4-5-16,2-2 2 15,-1 0-1-15,-1-1 1 16,1-1-2-16,1 4 1 16,1-1 1-16,0-1-2 15,0 1 2-15,-1 1 0 16,2 0-1-16,-2 1-5 15,3 0 2-15,-1 0 2 16,1 2 1-16,-1 1 1 16,-1-1 0-16,0 1-2 0,1 0 2 15,-3 0-2-15,2 1 1 16,0-1 0-16,3 0 0 16,0-1 0-16,0-1-2 15,0 2 0-15,0 0 0 16,0-1 4-16,0 3-4 15,0 2 3-15,0-1 0 16,0 1-1-16,-1 0 0 16,1 0-1-16,-2 0 1 15,1-4-1-15,-2 5-1 16,0-2 3-16,2-1-2 16,-2 1 0-16,0 1 1 15,-1-2-2-15,-1 0-1 16,-2 2-2-16,-3 4-1 15,1-3 2-15,-4 3 2 16,1 0-2-16,-5 0 3 16,0 0 3-16,-1 0-1 15,-3 0-1-15,-2 0 0 16,-3 0 1-16,-1 0 0 16,-3 0-1-16,1 0 5 15,-2 3 0-15,1-3 2 16,0 0 5-16,2 0-11 15,2 0 0-15,1 0 0 16,1 0-1-16,1 0 2 16,2 0-2-16,-2 0 1 15,2 0 0-15,-1 0-2 16,-2 0 1-16,-1 4 1 0,1-4 6 16,-2 3-5-1,0 1 3-15,1-1-5 0,0-1 2 16,2-1 3-16,2-1 7 15,3 0-8-15,0 0-2 16,3 0 0-16,-1 0-2 16,3 0 1-16,-4 0 0 15,2 0-3-15,-3 0 7 16,-7 0 2-16,-4 0-3 16,-2 0-4-16,-6 0-2 15,-2 3 4-15,-1 2 3 16,1-1 0-16,1-1 0 15,5 0-3-15,3-2 1 16,1-1-1-16,6 0-1 16,3 0 3-16,-1 0-2 15,5 0 2-15,-4-4 1 16,-1 1 0-16,-1-1 0 16,-6 3-3-16,-3 1-1 15,-8 0-1-15,-2 0 0 16,-8 0 3-16,-1 8-1 15,-7-1-1-15,-3 4 0 16,1-2 0-16,-1 0-1 16,4-5 2-16,2 2 0 15,0-2 5-15,2-2-5 16,1 1 0-16,2-3 1 16,3 0-1-16,1 0 1 15,0 0 0-15,5 0 1 16,2 0-4-16,1 0 2 0,-2 0-4 15,4 0 3 1,2 0 1-16,0 0 3 0,1 0-3 16,2 0-2-1,-1 0 0-15,2 0 1 0,1 0 0 16,-1 0-1-16,0 0 0 16,1 0 0-16,-1 4 3 15,-3 0-3-15,3 0-1 16,2 0 1-16,1 0 0 15,2 0 2-15,4-1 3 16,5-3 2-16,2 0-2 16,0 0-2-16,0 0-1 15,2 0 1-15,-3 0-4 16,3 0 2-16,-4 0-1 16,1-1 0-16,1-1-1 15,0-2 1-15,0 4-2 16,-3 0-1-16,-1-1 1 15,1-2 1-15,-3 3 0 16,2 0-9-16,-2 0 10 16,0 0 0-16,5 0 0 15,-2 0 1-15,1 0-1 16,0 0 0-16,2-3 0 16,-2 2 0-16,5-1 3 15,0 0-4-15,1 2 0 16,1-4 3-16,0 2-2 15,3 0 0-15,0-1 1 16,1 1-1-16,-2-1 2 16,2 2-3-16,2 0 2 0,0-1-2 15,0 1 0 1,-1-1-6-16,3 1-36 0,0 1-65 16,0 0-88-16,0 0-171 15</inkml:trace>
  <inkml:trace contextRef="#ctx0" brushRef="#br0" timeOffset="38718.82">13198 5756 197 0,'0'19'7'0,"0"8"26"15,0 2-25-15,0 3 5 16,7 4 11-16,-4-2-1 16,3-1-13-16,-1-2 0 15,-2-3 4-15,-1-2-4 16,2 2-8-16,-4-1 0 16,0-1 10-16,0 1 8 15,0 0-2-15,0 1-1 16,0-1-12-16,0-4-4 15,0 0-2-15,0-2-1 16,0-2 0-16,0-1 4 16,0-2 0-16,0 2-2 15,0-4 0-15,0 3-1 16,0 0 1-16,0-1 0 16,0 4-1-16,0-2-1 15,0 3 1-15,0-2 2 16,0 1-2-16,0-4 1 15,0 0-1-15,0-4 0 0,0-4-1 16,0 0 2 0,3-1 0-16,3-2 0 0,0 2 5 15,-2 1 17-15,2 1-5 16,0 1-9-16,-2-1-4 16,1 2-3-16,-3-2 1 15,1 1 0-15,-1-3-1 16,1-1-1-16,0 1 1 15,0-3-2-15,4-3 1 16,-5 3 1-16,3-1-1 16,-2-2 0-16,0 2 1 15,1-1-1-15,1-1-1 16,-3 1 1-16,5-2 0 16,-1 1 2-16,4-1-3 15,-1 0 2-15,3 0 6 16,-1 0 8-16,3 0-8 15,-3 0 0-15,0 0-5 16,-1 0-1-16,0 0 0 16,-1 0-1-16,1 0 0 15,-1 0 1-15,0 0 0 16,1 0-1-16,0 0 0 16,1 0 1-16,-2 0-2 15,4-1-2-15,-3-2 2 16,2 1 1-16,-2-1 0 15,1 2 2-15,1 1 0 16,-1-3-2-16,0 3-1 16,-1 0 0-16,1 0 2 15,0 0-2-15,0 0 2 16,-2 0-2-16,-1 0 2 16,2 0 1-16,-2 0 0 0,0 0 24 15,5 0 7-15,0 0-18 16,4 0 1-16,2 0 51 15,1 0 4-15,5 0-56 16,1 3-13-16,2 1 0 16,4-1 46-16,3-1-18 15,1-1-20-15,4 0-7 16,-3 1 9-16,3-2 3 16,-1 0-11-16,-1 1-4 15,-2 2 1-15,2-2 0 16,1 1 0-16,-5 2-1 15,0-2 0-15,-1 1 0 16,-1 0 0-16,-1 1 0 16,-2-3 1-16,0 1-3 15,-3 2-1-15,-2-2 0 16,-3-2-12-16,1 0 13 16,-6 0-17-16,-1 2-5 15,0-2 19-15,1 2-11 16,-3-2 2-16,0 0-4 15,1 0-3-15,0 0 12 16,3 0 7-16,0 0-12 16,2 0-8-16,1 0 11 15,3 0-1-15,3-2 13 16,-1 0 0-16,1-4-3 16,-1 3 3-16,0 0-2 15,-1 2 2-15,-2-2-1 16,1 2 1-16,-4 1 1 0,-1 0-2 15,-4 0 0 1,-1 0 0-16,0 0 0 0,-5 0 0 16,0 0 1-1,-1 0-1-15,0 0 1 0,0-3 1 16,1-2 0-16,-4 1 1 16,4-3 3-16,0-2-1 15,-1-3 0-15,2-1-2 16,1-1 1-1,-5-4-1-15,3-1 4 0,-2-3 14 16,-2 2 10-16,-1-6-11 16,-1 2-10-16,0-5-3 15,-2-3-4-15,0 0 0 16,0-3-4-16,0 2 1 16,0 0 1-16,0-2-2 15,-2 3 1-15,-3-3-1 16,-2-1-1-16,2 0-1 15,-1 1 0-15,1-1 2 16,-4 1-2-16,3 1-3 16,1 1 5-16,2 2-1 15,-2 3-4-15,1-1 3 16,2 7 1-16,-2 1 2 16,3 0 0-16,-2 6 0 15,0 0 0-15,-1-1 0 16,-2 4-2-16,1 0-1 15,0 1 1-15,-2 3-8 16,-1 3-3-16,3-2 8 16,-1 4-6-16,-3 0 1 15,2 0 6-15,-2 2 1 0,-1 0-3 16,-1-1 4 0,-3 2-1-16,0-1 4 15,3-2 0-15,-4 2 0 0,4-2-1 16,-4-1 5-16,-1 1 3 15,2-1-8-15,-3-1 1 16,-4-1 0-16,-1 4 1 16,-5-1-4-16,-5 0 2 15,-2 2 2-15,-7-1-5 16,2 2 1-16,-3-2 4 16,1 1 4-16,3-2-2 15,2-1 1-15,4 0-5 16,0-3 2-16,5 1 0 15,0 0-4-15,1-3 5 16,-5 2-2-16,-1 2-1 16,-2-2-1-16,-5 4 1 15,-4 2 0-15,-5-3-1 16,0 4 2-16,0-2 0 16,2-2-1-16,6 2 2 15,4-2-1-15,5 0-1 16,7-2 2-16,5 1-2 15,6 1 0-15,3 1-1 16,0 0 2-16,-2 0-1 16,2 3-1-16,-7 0 1 15,-6 0-1-15,-5 0-1 16,-8 0-4-16,-1 9 3 16,-3-2-2-16,-3 1 6 15,6-4 1-15,2 2-3 16,5-2 4-16,4-2-1 15,5-2-4-15,3 0 3 16,3 0 1-16,2 0 1 0,3 0-2 16,-3 0-4-16,3 0 2 15,-3 3 0-15,-1-2 3 16,2 2-4-16,-1-1 3 16,3 1 0-16,1-2 6 15,2 3-4-15,3-4-3 16,2 2-2-16,2-2 1 15,0 0-2-15,0 0-4 16,0 0 1-16,0 0-4 16,0 0-9-16,0 0-41 15,0 0-113-15,0 0-109 16</inkml:trace>
  <inkml:trace contextRef="#ctx0" brushRef="#br0" timeOffset="43149.98">9621 7095 228 0,'0'0'37'0,"2"5"57"16,0 5-33-16,0 4-19 15,-1 2 0-15,0 4-14 16,1 5-11-16,-1-1 2 15,2 4 0-15,-3-1 6 16,2-2-4-16,-2 1-4 16,0-3-8-16,1 0 1 15,1-2-6-15,-1-1 1 16,1-1-3-16,-1 1-1 0,1 3-2 16,1-1 2-16,-2 4-2 15,2 0-1 1,1 3 1-16,-1-3 0 0,1 6 1 15,-1-2-2-15,-1 1-1 16,-1-3 4-16,1-1 0 16,-1-1-2-16,0-1-7 15,2-5 3-15,-1 3 7 16,1-3 3-16,-2 4-8 16,3 0 2-16,-1-5 1 15,2 1 4-15,-1-3-6 16,0-2 1-16,2-3 0 15,0 1-1-15,1-2 3 16,-3-3-1-16,2-1 0 16,-1 3-2-16,-3-4-3 15,3 2 0-15,-1-1 5 16,-1 0-2-16,1 0 1 16,1 0 1-16,0-1-1 15,3-2 1-15,2-2 0 16,0-2 1-16,3 0-1 15,1 0 2-15,1 0-2 16,3-4 1-16,1-2-1 16,0 0 3-16,1-2-2 15,-4 3-1-15,3 2 0 16,-3 2 1-16,1 1-3 16,0 0 0-16,1 0 5 15,0 0 1-15,3 0-8 16,2-1 1-16,1 0 2 15,1-3 8-15,5 2-5 0,-2-2-4 16,-1 1 5-16,1 2-3 16,2-1 0-16,-1 1 0 15,1 1 1-15,4 0-2 16,0 0 2-16,3 0 1 16,1 0 3-16,1 0 3 15,-1 0 2-15,4 0-6 16,-2 0-4-16,1 0 3 15,3 0-3-15,-2 0-1 16,4 0 2-16,-1 0-2 16,1 0 1-16,-1 0 1 15,1 0-1-15,1 0 4 16,-1 0-2-16,0-2-2 16,0-1 0-16,-1 0 1 15,2-1-1-15,-3 2 0 16,-3 0 0-16,-1 0 1 15,-6 1 0-15,0 1-1 16,-4 0-1-16,0 0 2 16,-2 0-1-16,1 0 0 15,-2 0-1-15,-1 0 3 16,3 1-3-16,-1-1 2 16,0 0 0-16,1 0-2 15,-3 0 1-15,2 0 1 16,-3 0 0-16,1 0 0 15,-1 0 2-15,-2 2 2 0,2-1-4 16,-1 0 1 0,-2 1-1-16,3-2 3 15,1 3-2-15,0-2 0 0,-2-1-1 16,3 4-1 0,0-4 4-16,0 3-2 0,2-2-1 15,1 0 1-15,1 1-1 16,0-1 3-16,-2 2 2 15,3-2 2-15,0 3-1 16,-2-1-3-16,3-1-1 16,-1 1 2-16,2-1-2 15,1-1-1-15,1 0-1 16,-1-1 1-16,3 0 0 16,-1 0 4-16,1 0 3 15,-2 0-2-15,1 0-3 16,0 0-3-16,-1 2 0 15,0-2 0-15,-2 1 0 16,0 0 0-16,-3 2-1 16,0-1 1-16,-3 1 0 15,1-2-1-15,-4 2 2 16,0-3 0-16,-2 0-2 16,-6 2 0-16,0 0 0 15,-3-2 1-15,-2 1-2 16,-3 2 3-16,-2-3-3 15,0 1 1-15,-2 0-1 16,1-1 1-16,-1 0 1 16,3 0-1-16,0 0 2 15,2 0-3-15,1 0 1 16,0 0 0-16,-1 0 1 16,0 0-1-16,3 0-2 15,-3 0 3-15,1 0-2 0,-1 0 2 16,-2 0 0-1,3-2-1-15,-3-1-1 0,1 0 2 16,-1 1-1-16,2 0-1 16,1 0 1-16,-4 2-1 15,0 0 3-15,2 0-3 16,-7 0 0-16,1 0 1 16,0 0 0-16,-1 0 1 15,-1 0 0-15,-1 0-1 16,3 0 0-16,0 0-1 15,2 0 0-15,-3 0 0 16,2 0-1-16,1 0 1 16,-1 0 0-16,-2 0 1 15,-1-2-1-15,2 2 2 16,-1 0-3-16,-1 0 3 16,0 0-2-16,2 0 1 15,2 0-1-15,0 0-6 16,0 0-3-16,0 0-6 15,-2 0 5-15,-1 0 2 16,1 0 0-16,-2 0 4 16,-1 0 3-16,2 0 2 15,-1 0 1-15,4 0-3 16,-1 0 2-16,-2 0 1 16,3 0 0-16,2 0-2 15,-1 0 1-15,0 0 1 16,1 0-2-16,-1 0 0 15,-1 0 0-15,0 0 1 16,-2 0-1-16,1 0 1 16,-2 0-1-16,0 0 2 0,3 0-1 15,-5 0 1-15,2 0-3 16,0 0 2 0,-1 0 0-16,2-1 1 0,-1-2-4 15,1 0 5-15,0 0-5 16,0 2 2-16,0-3 0 15,2 2 1-15,-2-3 0 16,0 2 0-16,0-1 0 16,-2 0 0-16,4-1 1 15,-2 0-1-15,-1-2 0 16,0-1 0-16,-1-3 0 16,2-3 1-16,1-1-1 15,-1-3 0-15,2-2 3 16,-1-4 0-16,-3 1 0 15,1-2-3-15,-2-3 1 16,0-1 0-16,0 2 0 16,0 0 0-16,0 0-2 15,-4 2 2-15,1 0-2 16,1 1 1-16,1 0 0 16,-1 0 0-16,2-5 1 15,0 2-2-15,0 2 2 16,0-2-2-16,0 0 1 15,0 0 0-15,0 3 1 16,0-3-3-16,0 4-11 16,0 2-7-16,0-1 1 15,0 4 7-15,0 3 0 16,5 0-14-16,-2 3 14 16,-1-1 9-16,-2 3-1 15,0 0 6-15,0-1-1 0,0-1 2 16,0 0 3-16,0 1 1 15,0-4-1-15,0 2-8 16,0 0 5-16,0 0-4 16,0 0 1-16,0 4 0 15,0-1 2-15,0 1-1 16,-2 5 2-16,-6-1-2 16,1-1-3-16,1 2 5 15,1 2-3-15,-3 0 0 16,2-2 1-16,1 2-2 15,-1-2 3-15,2 2-3 16,-1-2 2-16,-1 2-2 16,-3-1 3-16,-2 3 1 15,0-2-9-15,-4 2 8 16,-2 0-4-16,-3 0 2 16,-3 0 1-16,1 0 0 15,-3 0 0-15,2 0 10 16,-1 0 0-16,-1 0-4 15,4 0-2-15,-2 0-5 16,-2 0-1-16,1 0 1 16,0 0 1-16,1 0 0 15,3 0 0-15,-2 0 1 16,4 0 0-16,-5 0-2 16,2-1 2-16,-3 1-2 15,-5 0 2-15,-5 0-3 16,-4 0 0-16,-4 0 1 15,-2 0 0-15,0 1 9 16,3 1 8-16,5-1 2 0,3-1-5 16,2 0-10-1,1 0-3-15,1 0-1 0,3 0-4 16,0-4 5 0,3-1 2-16,-3 2-1 0,0-1-4 15,-6 2 2-15,-5 2-2 16,-1 0 2-16,-10 0 1 15,-2 0-1-15,-5 2 0 16,-7 5 1-16,-3-2 1 16,-1 2 3-16,-2-3 9 15,3-1-5-15,1-3 10 16,3 0-2-16,7 0-15 16,2 0-1-16,1 0 1 15,5 0-1-15,4-7-1 16,0-1 0-16,3-3-3 15,-1 2 4-15,-3-2 1 16,1 3 0-16,-3-2-3 16,1 3 0-16,0 0 4 15,-4-2-1-15,3 3-1 16,-4 2-5-16,0 0-1 16,1-1 5-16,-4 3-1 15,5 0-1-15,-1-2 2 16,2 3-1-16,0 0 4 15,4-1-5-15,-1 2 2 16,2 0 3-16,2 0-4 16,0 0 3-16,3 0-3 15,4 0-4-15,2 0 5 0,1 0 2 16,6-1 1 0,0-2-3-16,1 3-1 15,2-3 1-15,2 0 0 0,0 1-2 16,0-1 4-16,1-1-5 15,-2 2 7-15,-2 0-4 16,-2 1 0-16,-2 1-3 16,-1 0 1-16,-2 0 1 15,-1 0 0-15,-1 4-4 16,-2 0 5-16,2 0 1 16,-2 0-3-16,2 0 3 15,-2-4 0-15,2 3 0 16,0-2-4-16,2 1 2 15,-2 0 2-15,2-2 0 16,5 2 1-16,2 0-3 16,6-2 0-16,5 2 2 15,3-1-1-15,3 0-2 16,1 1-2-16,3 2-34 16,0 2-52-16,0-2-88 15,7-1-136-15</inkml:trace>
  <inkml:trace contextRef="#ctx0" brushRef="#br0" timeOffset="46285.32">13773 7065 124 0,'-1'-4'43'0,"1"4"-8"15,0 0 2-15,0 0-16 16,0 0-18-16,0 0-9 16,0 0 13-16,6 0-8 15,0 0 5-15,2 9 1 16,-1 3 1-16,0 5 8 0,-1 9 15 15,0 6-13 1,0 4 16-16,-1 6 96 0,1 3-115 16,0 2-8-16,0-4 1 15,-1 1-3-15,0-1-1 16,-1 0 1-16,1 0-3 16,1 0 1-16,0 0-1 15,-1 1 0-15,-1-3 1 16,-1-1-1-16,-1-5-2 15,-2-2 4-15,0-2-3 16,0-2 3-16,0-1 3 16,-8 0-1-16,-1 1-3 15,0-1-1-15,1-2 0 16,4-2 1-16,1-4-1 16,2 0 1-16,1-4 2 15,0-2 0-15,0-1 2 16,0-2-5-16,0 1 2 15,0 1-1-15,0-3 1 16,0 2 1-16,0-5 2 16,0 0-4-16,1 0-2 15,3-3-1-15,2-1-1 16,2-3 11-16,1 0 28 16,5 0-13-16,1 0-12 15,3 0 2-15,5 0-1 16,3-4-3-16,1-3 0 15,1 3-2-15,1-2-6 16,0 1-1-16,0 0 1 16,-1 1-1-16,1-1 0 0,2 2 0 15,-1-3 0 1,5 1 0-16,-1 0-1 16,5 0 0-16,-1-2 2 0,-1 3 2 15,1 0-3-15,1-3 1 16,-6 2-1-16,2 1 0 15,-4-3 0-15,1 3 0 16,-3-1 0-16,0 2 0 16,-5 0-6-16,0 3 2 15,-3 0 2-15,-1 0 2 16,-2 0 0-16,2 0 0 16,0 3 1-16,1 1 2 15,2-3 6-15,3-1-3 16,2 0-1-16,3 0-3 15,2 0-1-15,2 0 0 16,-1 0-1-16,3 0 1 16,-4 0-1-16,-1 0-1 15,-5 0 1-15,-1 0 0 16,-2 3 0-16,-1-2-1 16,-4 2 1-16,3-3 0 15,-1 0-1-15,0 0-2 16,2 0 0-16,-1 0-3 15,0 0-2-15,-1 0 3 16,2 0-3-16,-1 0-5 16,0 0-1-16,-1 0 3 15,2 0-2-15,-1 0 2 16,0 0 7-16,-1 0 5 16,-3 0-2-16,-3 0 1 15,-1 0 0-15,-5 0 0 16,-1 0-1-16,-2 3 0 0,-1-2-2 15,-2 3 2-15,3-1 1 16,-2-2 1-16,-1 2-2 16,0-2 2-16,0-1-1 15,1 0 1-15,1 0 6 16,2 0 4-16,-3 0-7 16,2 0-1-16,0-3 1 15,-2 1-1-15,1-2 1 16,-3 0 1-16,2-1 7 15,-2-1 6-15,1-3-1 16,-2-1-6-16,4-1-1 16,-4-3-5-16,4 2-1 15,0-4-4-15,1-2 0 16,1 0 0-16,-1-3 0 16,-2 1 1-16,4-3-1 15,-7-2 3-15,1 0 4 16,-2-3 9-16,0-3 1 15,0-3-3-15,-5-1-9 16,-1-5-3-16,3 3-1 16,2-2 0-16,1-3-1 15,0 4 1-15,0 0 1 16,0 3-3-16,0-1 2 16,0 1-1-16,0 2 3 15,0 1 0-15,0 1 4 16,-1 2 5-16,-5 4-7 15,-1 3-2-15,1 4-3 16,2 3 0-16,-1 3 0 16,1 2-2-16,1 0-7 15,-2 3-1-15,-1-2 2 16,1 2 7-16,-2 3-2 0,-3-2-2 16,-2 3 3-16,-1 2-1 15,-3 1 7-15,3 0-5 16,-1 0 1-1,-1 0 1-15,4 0 1 0,-1 0-2 16,1 0-1-16,-4 0 1 16,2 0 0-16,-2 0 1 15,-2 0 0-15,0 0-2 16,0 0 2-16,-3 0-2 16,2 0 2-16,-2 0 0 15,-1 0-1-15,-4 0-3 16,-1 0 3-16,-6 0 0 15,-5 0-1-15,-2 0-1 16,-3 0 2-16,-2 0 1 16,4 0 8-16,4 0-1 15,0 0-4-15,7 0-2 16,3-3 0-16,1-3 0 16,7 0-2-16,3-1-3 15,-1-1 2-15,3 4-9 16,0-2 3-16,-3 2 0 15,2 1 1-15,-5 0 2 16,-2 3-2-16,-5 0 1 16,-6 0 5-16,-1 0-2 15,-4 2 0-15,-2 3 2 16,2 0-3-16,-2-1 4 16,4 0-1-16,3-3 0 15,4 1-1-15,3-1 3 16,3-1 0-16,4 0-2 0,4 0 0 15,2 0 1-15,1 0 0 16,3 0-1-16,-4-1 0 16,2-6 1-16,-2 4-5 15,0-3 6-15,-5 2-1 16,-1 0-1-16,-4 1-1 16,2-1 2-16,-3 0-2 15,1 0 1-15,3 0 1 16,1 1 0-16,2 1-1 15,0-2 1-15,3 4-2 16,0-4-1-16,1 4 2 16,-1 0-2-16,3 0 3 15,3 0-1-15,0 0 1 16,-3 0-1-16,1-2 1 16,2 1 2-16,-5 0 1 15,1 1-5-15,0-2-2 16,0 2 7-16,2 0-5 15,2 0 3-15,0 0-3 16,1 0 1-16,2 0-4 16,-1 0 4-16,3 0 1 15,2 0 1-15,0 0 0 16,0 0-3-16,0 0 0 16,0 0 1-16,0 0-10 15,0 0-36-15,0 0-49 16,0 0-56-16,0 0-29 15,2 0-12-15</inkml:trace>
  <inkml:trace contextRef="#ctx0" brushRef="#br0" timeOffset="50053.26">9849 8400 153 0,'0'-3'28'0,"0"1"3"16,0 0-6-16,-1 1-15 15,-1 1 5-15,1 0-7 16,-1 0-7-16,2 0-1 16,0 0-4-16,0 0 4 15,0 9 6-15,-1 9 19 16,-3 2 5-16,2 8-21 0,-1 2 19 16,0 5 2-1,1 2-28-15,-1-2-2 0,1 1 0 16,1-3-5-16,1 0 2 15,0 2 4-15,0-2-1 16,0 4 0-16,1 2-2 16,2 1-9-16,1-4-10 15,1 2 11-15,-2-2-3 16,2-4 1-16,0-1-22 16,-1-7-18-16,0 0 18 15,1-2 25-15,2-4 5 16,-1-2 4-16,-2 1 1 15,0-2-2-15,1 0 1 16,-2-1 8-16,-2-2 5 16,-1 2-1-16,0-4 6 15,0 5-4-15,0-1-8 16,0 1-6-16,0 0 1 16,0 1 1-16,0-1 1 15,0-1 2-15,2 0-4 16,1-3-1-16,1-1 1 15,0 0-1-15,2-4 0 16,-2 1 14-16,0-2 18 16,1-3-21-16,-2 3-3 15,0-2-3-15,1-2-4 16,-3 4 2-16,1-1-2 16,1 0-1-16,-1-1 0 15,3 0-8-15,2 1-15 16,-1-4 16-16,2 4 3 0,1-2 6 15,-1 0-1-15,0-1 3 16,2 2 5 0,0-2-4-16,2 3 0 0,1-1-5 15,4 2 6-15,5 1 1 16,1 1 8-16,3 0 21 16,0 1-40-16,0-3-19 15,0 1 20-15,0-2 3 16,-2 0-1-16,-1-1 0 15,-2-1-2-15,-1 1 1 16,-3 0-10-16,-2-2-10 16,1 3-3-16,-5-2 6 15,0 1 14-15,0-2 5 16,-1 1-2-16,-1 0-1 16,4-1 3-16,-2-1-1 15,5 0-3-15,-1 1-13 16,0-1 7-16,3 0 39 15,0 0 53-15,2 0-96 16,-2 0-33-16,-2 0 42 16,3 0 5-16,-1 0-1 15,-1 0 3-15,-2 0 9 16,0 0-19-16,-1 0-18 16,-1 0 23-16,-2 0-47 15,1 0 13-15,0 0 10 16,4 0 27-16,1 3 7 15,3 1 31-15,2-1 48 16,1-1-71-16,6-1-56 0,1-1 53 16,4 0-2-1,3 0 6-15,5 0 7 16,1-1-21-16,5-4-2 0,0-2 3 16,2 2-3-16,-1 1 1 15,-1 0-2-15,1 0 3 16,-3 1-3-16,-1 2 1 15,-3-1 0-15,-3 2 0 16,1 0 1-16,-4 0-1 16,1 0 1-16,-3 0 2 15,0 0-2-15,0 0 5 16,-2 0-4-16,2-1 1 16,-3 0-3-16,2 0 0 15,-1-1 0-15,-2 2 2 16,3 0-2-16,-1 0 2 15,3 0-1-15,-3 0 0 16,2 0 0-16,1 0 2 16,3 0-3-16,2 0 1 15,0 0 6-15,2 0 5 16,4 0 2-16,-1 0 3 16,1 0-10-16,2 0-3 15,0 0-3-15,0 0 0 16,-1 0-1-16,3 0 1 15,0 0-1-15,0 0 2 16,2-1-1-16,-3-2 3 16,3-1 0-16,-4 3 1 15,1-2-2-15,-1 0 1 16,-1 3-5-16,-1 0 4 16,-1 0-3-16,1 0 1 0,1 0 1 15,0 0-2 1,-2 0 1-16,3 0-1 15,-3 0 2-15,1 0 0 0,-3 0 0 16,-1 0 1 0,0 0-2-16,-4 0-1 0,-7 1 0 15,-3-1 0-15,-5 2-1 16,-6-1-3-16,-4 1-7 16,-6-1 1-16,-2-1 5 15,-4 0 4-15,2 0 1 16,-3 0 2-16,2 0 5 15,-2 0 2-15,0 0-4 16,3 0-3-16,-1 0-12 16,3 0 11-16,0 0 4 15,3 0 1-15,-4 0-2 16,-1 0 1-16,0-1-1 16,-2-1-2-16,-1 2-1 15,0 0 8-15,0 0 18 16,-4 0-33-16,-5 0-16 15,-2-1-14-15,1-2-61 16,-2-4-115-16</inkml:trace>
  <inkml:trace contextRef="#ctx0" brushRef="#br0" timeOffset="52917.64">9875 8405 200 0,'0'0'16'16,"0"0"-6"-16,6 0 6 0,1 0 12 15,1 0 5-15,3 0-8 16,-1 0-14-16,6 0-2 16,0 0 44-16,2-1-22 15,4-3-18-15,1 1-7 16,2 1-3-16,-1 0-1 15,4-1-1-15,-2 2-2 16,3 1 2-16,0-2-1 16,4 2-3-16,-1-1-4 15,4 0-4-15,-2 1-5 16,1 0 3-16,1 0 11 16,-1 0 1-16,3 0 1 15,0 0-2-15,0 0-1 16,-2 2-8-16,0 0 0 15,-1 1 3-15,2-2 1 16,-4 2-4-16,1-2 2 16,0-1 8-16,1 2-9 15,0-2-12-15,-2 1-4 16,0-1 3-16,-2 0 3 16,-3 0 15-16,0 1-32 15,-2-1 34-15,-5 0 4 16,0 2-7-16,-3-1-7 15,0-1-8-15,-1 0-6 16,-4 0 44-16,2 0 9 16,-1 0-82-16,-3 0 48 15,1 0 17-15,0 0-1 16,-1 0-8-16,-1 0 2 16,3 0 7-16,-1 0 9 15,0-3-8-15,0 2 54 0,2 0 29 16,3-2-93-16,0 0 1 15,6-3 0-15,0 2 1 16,3 0 72-16,2-1-42 16,3-1-31-16,0 2 1 15,-1 1 4-15,6 0-3 16,0 0 4-16,5 0-5 16,1 0 2-16,0-1-1 15,1 1 6-15,3 2 3 16,-2-2-1-16,2 2-6 15,-1 1 1-15,1-1-4 16,-3-2 0-16,5 2 2 16,-2-2 3-16,1-1 8 15,-2 1-2-15,1-1 0 16,-2 0-7-16,-2 3-5 16,1-2-1-16,-1-1 1 15,0 4-1-15,-2-2 2 16,-1 2-1-16,2 0-1 15,-1 0 0-15,-1 0 0 16,0 0 0-16,3 0 0 16,-3 0 1-16,0-3-1 15,0 3 1-15,1 0 0 16,-5-1 1-16,3 1 0 16,-4 0 2-16,1-1-4 15,1-1 0-15,-3 2 2 16,0 0-4-16,-2 0 4 15,-4 0-4-15,-1 0 4 16,-1 0-2-16,-4 0-4 16,-3 0 1-16,-1 0-2 15,-1 0 1-15,-3 0 0 0,-1 0-3 16,3 0 4-16,-3 0 3 16,5 0 0-16,-1 0 0 15,2 0 0-15,-1 0-1 16,2 0 0-16,-1 2 1 15,0-1 1-15,-1-1-1 16,-2 0 0-16,-3 1-1 16,-4-1 1-16,-2 3 0 15,-1-1-1-15,-2-2 1 16,0 3-1-16,1-2 1 16,1-1 0-16,1 0 0 15,-1 0 1-15,3 0 0 16,2 0 0-16,-3 0 0 15,0 0-1-15,1 0 0 16,-3 0-1-16,-2 0 3 16,-3 0-3-16,0 0-1 15,0 0 10-15,0 4-3 16,0 0 4-16,-8 1-5 16,0 1 3-16,1 1 2 15,1-2-2-15,0 3-4 16,1 1-3-16,2 1 1 15,0 0-1-15,1 1 0 16,2 0 0-16,0 4 0 16,0-2 1-16,0 4-1 15,0 1 3-15,0 2-1 0,0 0 0 16,0-1 1 0,0 1-1-16,0-1-1 15,-3 1-1-15,1-1-1 0,2-1 2 16,0 1-1-16,0 0 0 15,0 0 0-15,0 2 0 16,0-1 1-16,0 0 0 16,0-1 1-16,2 0 0 15,3-1-1-15,-1 0 1 16,1-2 4-16,-1 0 6 16,-1-1-1-16,-3-1-4 15,0 1 1-15,0 3-4 16,0 0-1-16,0 1 1 15,0 3-1-15,0 0-4 16,0-3 1-16,0 1 1 16,0-2-2-16,0-2 1 15,0-3 0-15,0-1 0 16,0 0 1-16,0 0-2 16,2 3 2-16,-2 1-1 15,2 0 0-15,-2 2 1 16,1 0-1-16,1 1 0 15,-2-3 0-15,1 0 0 16,2 1-1-16,-1-4 2 16,-1 1 0-16,2 1-2 15,-3-2 2-15,0 2 1 16,0 0 2-16,0 5 1 0,0-3 12 16,0 2-10-1,0-3-3-15,0 0-1 0,-3-5-2 16,2 2-1-1,1-3 1-15,0 1-1 16,0-1-1-16,0 0 2 16,0 1-1-16,0 0 0 0,0-3 0 15,0-1 1-15,0-1-2 16,0-3 1-16,0 0-1 16,0-1 2-16,0-2-3 15,0 0-26-15,1 0-16 16,-1-2-33-16,2-8-100 15,-2-4-122-15</inkml:trace>
  <inkml:trace contextRef="#ctx0" brushRef="#br0" timeOffset="55401.46">13864 8542 123 0,'0'19'12'0,"0"2"6"16,0 3 17-16,0-1-3 16,0 2-12-16,6-1 3 15,-1 2-16-15,1-2 22 16,0 1-7-16,1 0-13 15,-1 0-5-15,1-2-4 16,1 1 1-16,-4 3 12 16,-1 2 13-16,0 2 31 15,-2-1 70-15,-1-1-75 16,0-1-48-16,0-2-1 16,0-2-3-16,0 3 1 15,0-2-1-15,0-1 6 16,0-1 5-16,0-4-7 15,0-1-5-15,0-3 3 16,0 1-2-16,0-1 0 16,0-3 1-16,3 3 18 15,0-2-9-15,3-3-9 16,-5 0 1-16,0 2-2 16,-1-1 1-16,0 1 1 15,0 1-2-15,0-1 2 16,0 0 0-16,0-1 0 15,0-3 3-15,-1 2 7 16,1-5-9-16,0-1-6 16,0-4-7-16,0 3 5 15,0-1-3-15,3 0 2 16,1 1 5-16,1 0-1 0,-1-3 1 16,1 0-5-16,-1 0-9 15,3 0-2-15,0 0 3 16,2 0 6-16,0 0-16 15,3 0 22-15,-1-1 0 16,1-2 1-16,2 3 2 16,-3 0-1-16,4 0-1 15,-1-2-6-15,0 2 8 16,1-2 11-16,1 2-15 16,1-5-1-16,0 1 2 15,4 4 2-15,-2-4 5 16,4 1 10-16,0 2-22 15,1 0 7-15,1 1 1 16,2 0-2-16,1 0 3 16,4 0-3-16,1 0 4 15,3 0 7-15,3 0-1 16,0 0-2-16,1 0 0 16,2 0 0-16,0-2-2 15,-1 2-1-15,3 0-3 16,0 0 4-16,3 0 8 15,-2 0-4-15,4 0 0 16,-1 0-2-16,4 0-1 16,-3 0 0-16,-2-1-3 15,2-2-1-15,-4-1-1 16,0-2-1-16,-6 2 1 0,-1 2-1 16,-5-1 0-1,-3 2 0-15,-2 1 0 16,-4 0 0-16,-1 0-1 15,-5 0 1-15,-6 0-2 0,-1 0-3 16,-7-1-1 0,-1 1 3-16,-3 0 2 0,0-3 4 15,0 0 4-15,0-3-9 16,0 1 1-16,0-3 1 16,0-3 1-16,-1-3-1 15,1 0 2-15,0-5-4 16,0-3 2-16,1-4 2 15,5-4-2-15,2-2 0 16,-2 0 0-16,1-3 1 16,-2 0 0-16,1 2 0 15,-3 3 4-15,-2 2-2 16,2 3-2-16,-3 4 2 16,0-1-1-16,0 0-2 15,0 2 1-15,0-5 0 16,0-1 2-16,0-3 0 15,-3-1 7-15,-1-3 0 16,-1-2-3-16,-1 0-2 16,2-1-3-16,0 1-3 15,1 2 0-15,0 2 1 16,-3 0-2-16,5 7 0 16,-2 4 2-16,0 0 0 15,-1 5 1-15,-4 3-3 16,-2 1 0-16,2 3-10 15,-6 2-1-15,-3 0 1 0,3 3 0 16,-3 0-1-16,-1 2-3 16,-1 0 12-16,1-1 1 15,0 1 2-15,-3 0 2 16,1 1 0-16,-2 0-3 16,-4 0 3-16,-3 0-1 15,0 0 0-15,-3 0-1 16,-4 0 2-16,-2 0-1 15,-5 6 0-15,3 0-1 16,-8 1 1-16,2-2 1 16,0 0 1-16,2-2-2 15,0 0 2-15,0-2 0 16,2 1 8-16,1-1-6 16,-4 2-4-16,-3-2 1 15,0 3 2-15,-4 0 1 16,1 3 3-16,-2-1-6 15,-1 0 1-15,0 1-3 16,5-1 2-16,1-2-1 16,5-1 1-16,4-3 2 15,5 0-1-15,3 0 0 16,5 0-3-16,3 0 1 16,0-3 5-16,3-1 5 15,2 2-4-15,0-1-4 16,-2 3-2-16,0 0 0 15,0 0 1-15,0 0 0 16,3 0 0-16,1 5-1 16,4-1 3-16,4-3 3 15,2 1 2-15,3-1 0 16,3-1 0-16,0 0-7 16,0 0-4-16,0 0-13 15,0 2-4-15,4-1-74 0,-4 0-71 16,0 1-143-16</inkml:trace>
  <inkml:trace contextRef="#ctx0" brushRef="#br0" timeOffset="59453.4">9820 9922 208 0,'-4'10'5'16,"1"5"51"-16,1 2 0 15,1 5-29-15,-2 1-15 16,3 3-5-16,0 0-6 16,-1 7 2-16,1-2 0 15,-1 0 7-15,1 0 7 16,0 1-6-16,0 0 0 15,0 0-4-15,0 0-3 16,0 2-4-16,0-1-1 16,0 3-2-16,0-2-10 15,0-1-2-15,-3 1 6 16,0-4 6-16,1-1 3 0,-1-4 1 16,3-6 1-16,0-2-1 15,0-2 0-15,2-4 1 16,5 0 1-16,1-2 3 15,1 0 0-15,0-2-4 16,0 2-1-16,1-2-1 16,-2-1-1-16,3 0-4 15,-2-2-7-15,0-1 5 16,2-2 5-16,0 1 3 16,2-2 0-16,1 0 0 15,2 0 1-15,4 0-1 16,1 0-2-16,2 0-4 15,1 0-9-15,2 0 3 16,0 0 6-16,-2 0 4 16,0 0 11-16,-1 0 21 15,-1 0-28-15,-2 5-2 16,0 0 0-16,0 2 2 16,-2-1-5-16,2-1 4 15,0 0-1-15,2 0-1 16,1-1 0-16,3 1-5 15,1-1-2-15,-2 0-13 16,5 1 18-16,3-3 5 16,2 0 18-16,1-2-18 15,0 0-2-15,2 0 12 16,2 0 6-16,-2-2-3 0,-1-2-2 16,1 0-9-1,-2 0 1-15,3 0-2 16,-1 0-2-16,-1 1-2 0,1 2 1 15,1-1-1-15,0-1 3 16,-2 3 3-16,1-1 8 16,2-1 0-16,-1 1-4 15,0 1-5-15,-1 0-1 16,2 0-3-16,-2-1-1 16,-2 1 1-16,2-2-1 15,-2 1 1-15,-2 0-1 16,2 0 4-16,0-1 7 15,-1 1 5-15,1 1-4 16,2-1-2-16,2-1-6 16,-2-1-1-16,2 2-2 15,0-2-1-15,1-1 1 16,1 0 0-16,0 2 1 16,0-1 2-16,1 0 3 15,0-1 1-15,-1 1-1 16,1-1 6-16,-1 0 3 15,-2 1-2-15,-1 2-7 16,-1-3-2-16,0 4-3 16,-3-2 1-16,1 2-2 15,-1 0 1-15,2 0-1 16,-3 0 4-16,3 0 1 16,-1 0 1-16,2-3 5 15,-1 3 1-15,2-1-3 16,0-2-1-16,2 2-3 15,-1-2 0-15,-1 0-3 16,1 1 3-16,-1 0 0 16,2 2-1-16,-2-2-1 0,-3 0 1 15,2 2-2-15,-1 0-2 16,-1 0-1-16,-1 0 0 16,-1 0 1-16,1-1-1 15,-2 1 2-15,1-1-3 16,-1 1 1-16,-3-2 0 15,0 2 1-15,1 0 0 16,-4 0 1-16,1 0-1 16,-4 0 1-16,-2 0-1 15,-5 0 0-15,-3 0 0 16,-2 0-3-16,-3 0 3 16,-1 0-1-16,2 0-1 15,-2 0 1-15,2 0 1 16,-2 0 0-16,1-1-2 15,4 1 2-15,-3-1-3 16,0 1 1-16,3 0 1 16,-1 0 1-16,0 0-2 15,2 0 0-15,-2 0 1 16,0 0-1-16,3 0 1 16,1 0 0-16,-2 0 0 15,3 0 0-15,-1 0 0 16,2 0-1-16,-5 0 1 15,2 1 0-15,-6 2-2 16,2-1 1-16,-3 0 0 16,-2 0 1-16,0-2 1 15,-3 0-2-15,1 0 2 16,0 0-1-16,-1 0 1 16,1 0-1-16,2 0 0 0,-2 0 0 15,1 0 0-15,-1 0 0 16,-1 0-1-16,2 0 1 15,-1 0 0-15,-2 0-2 16,0 0-4-16,1 0 3 16,-2 0 3-16,1 0 0 15,2 0-2-15,1 0-4 16,-1 0 3-16,0 0-3 16,2 0 3-16,0 0-1 15,-3 0-3-15,1 0-1 16,2-2 6-16,-2-4 2 15,3 1 1-15,-3-3-3 16,2 0-1-16,-1-4-2 16,1-2 2-16,-2-2 1 15,-1 0-1-15,1 0-8 16,-1-2-1-16,-2-2 2 16,1-1 8-16,-2 0 2 15,0-3 1-15,0-1 0 16,0-1 4-16,0-2-1 15,-3 1 0-15,-6-4-1 16,4 3 1-16,-4-3-3 16,4-2 0-16,0-2-1 15,-2-1 0-15,4 1 1 16,-2 0 0-16,1 0 2 0,0 6-1 16,-4 2-1-1,1 2 0-15,2 4 1 16,-4 4-2-16,1 1 2 0,3 2-2 15,-4 1 0 1,3 2 1-16,2 0 0 0,0 0-2 16,1 2 1-16,-4-1 0 15,1 4 0-15,0-3 2 16,-3 5-1-16,-1 0-3 16,0 0 1-16,-2 3 2 15,-2 1 1-15,4 0 2 16,-2 0-2-16,-1 0 4 15,0 0 0-15,-1 0-5 16,-1 0 0-16,0 0-1 16,0 0 1-16,-3 0 0 15,1 0-2-15,-1 0 2 16,-2 0-1-16,-2 0 1 16,-1 0-1-16,0-1 0 15,-3-1 2-15,2 2-1 16,-2-1 1-16,-2-2 0 15,0 3-2-15,2 0 1 16,-3-1-1-16,1 1 1 16,-1 0 2-16,-2 0 1 15,3 0-2-15,-4 0-1 16,1 0-1-16,0 1 0 16,-1 2 1-16,0 0-1 15,-3-1-4-15,-1-2 1 16,-1 3 1-16,-4-2 6 15,-2 2-3-15,-2-2-1 16,-7 3 0-16,0-1 2 16,-3 1-2-16,-1-1 0 0,-1 1 0 15,1-3 1 1,-1 2-1-16,2-2 0 0,1 2-1 16,1-2-1-16,2-1 2 15,3 0-1-15,2 0 1 16,1 0 0-16,-1-4 1 15,3-3-1 1,-2 1 0-16,0-1-1 0,-1 0 1 16,4 3 0-16,-4 0-1 15,4 0 2-15,0 1-2 16,-4-1 2-16,4 3-1 16,-2-3-1-16,0 1 1 15,1-1 0-15,-2 3 0 16,3-2 0-16,-2 0 1 15,0 1-2-15,-2 1 2 16,3 1-1-16,-2 0 0 16,-3 0 0-16,5 0 0 15,-3 0 0-15,4-3 1 16,0 3-1-16,3-3 0 16,1 3-1-16,1-4 5 15,-2 0-4-15,4 3-1 16,-4-2 2-16,1 3-4 15,-2 0 6-15,1-1-3 16,0 1 0-16,-1 0 0 16,-2 0 0-16,0 0 0 15,1 0 0-15,1 0 0 16,0 0-3-16,2 0 5 16,3 0 2-16,-3 0-2 0,3 0 1 15,0 0-1 1,0 0-1-16,-1 0 0 0,2 0 0 15,-3 0 0-15,2 0-1 16,-3 3 0-16,-1 3 0 16,0 0 2-16,-3 2-2 15,-3-1 0-15,1 0 1 16,0 1-1-16,-2-2 0 16,3-1 1-16,2-1 1 15,2-1 0-15,6-2-2 16,7-1 2-16,3 0-3 15,9 0 0-15,5 0 0 16,6 0-11-16,3 0-22 16,0-1-115-16,10-7-225 15</inkml:trace>
  <inkml:trace contextRef="#ctx0" brushRef="#br0" timeOffset="62145.78">14363 9879 201 0,'-3'0'5'0,"0"4"5"15,-2 2 8-15,2 1 24 16,2 1 18-16,-1 3-10 16,2 1-9-16,0 0-13 15,0 4 0-15,0 3-5 16,0-3-7-16,0 3-2 16,0 1-5-16,0 2-1 15,0 1-1-15,0 0-6 16,0 3 1-16,-1 0-3 15,-3-3 2-15,-2 2-2 16,2-2 0-16,1-1 1 16,0 0 1-16,1-2-1 15,2 3 0-15,0-4 0 16,0 4 0-16,0-1 0 16,0-3 0-16,0 4 0 15,0 0-1-15,0 1-2 16,0 1-3-16,0 0 9 15,0 1 11-15,0 0-7 0,0-2 8 16,0-1-13 0,0-4-2-16,0-1 25 0,3 1 31 15,0-2-56-15,6-2-10 16,-6 3 7-16,2 0 2 16,1-2 0-16,0 2 41 15,1-4-16-15,2-2-34 16,0-2 0-16,-1-5-10 15,2 1-5-15,-1 2 16 16,1-3 8-16,1-1 2 16,1-2 2-16,1 0-20 15,2-2 11-15,-1 0-2 16,0 1-2-16,0-1-3 16,0 3-1-16,-1-3 16 15,1 1 13-15,1 1-17 16,1-1-1-16,1-1-3 15,3 2-5-15,-1-1 10 16,4 0 9-16,2-1-10 16,1 0 1-16,0 0 6 15,1 0-1-15,2 0-3 16,4 0 2-16,2 0-1 16,1 0 17-16,2 0-13 15,2 0-5-15,2 0 1 16,0 0 0-16,2 0 5 15,1 0 3-15,0 0-6 16,1 0-1-16,-2 0 1 16,0 0 3-16,0 0-1 15,-1 0-3-15,-4 0-1 16,2-1-1-16,-7-2-1 16,4 0 1-16,-4 2-2 15,-2-3 1-15,-2 1 0 16,-1 2 1-16,-4 1-1 0,-2 0-1 15,-1 0 0-15,-6 0 1 16,1 0 0-16,0 0-2 16,-2 0 0-16,3 0-2 15,1 0-3-15,1-3 3 16,3 1 3-16,1-2 1 16,2 1 0-16,0-2-1 15,0 3 1-15,-2-1 0 16,0 2 0-16,-3 0 0 15,1 1 0-15,-2-3 0 16,-4 3 0-16,-1 0 0 16,0-1 0-16,-2-1 1 15,1 2-2-15,-2-1 2 16,1 1-1-16,-1-1 1 16,-1-1 0-16,2-1-3 15,-1 2 2-15,1-1 1 16,-3 0-2-16,-1 0 1 15,-1 1 0-15,-2 0 1 16,-3-3-1-16,0 1 2 16,-2-3 1-16,1 1-2 15,-1-3 2-15,1-3 0 16,-1-4-2-16,0 0-1 16,2-6 0-16,4-1 1 15,-2-4 5-15,1-6 3 16,-2-2-1-16,0-2-2 15,-2-3 0-15,-2-1 1 16,0 1-4-16,0 0 0 0,0-2 1 16,-6 1 0-16,2-2 2 15,-2-1 8 1,1 4-3-16,-2-1-8 0,3 1-1 16,-2 2-1-16,2 1-1 15,-4 2 1-15,3 3 2 16,-1 2-2-16,-1 3 4 15,0 6-6-15,-5 4 3 16,-1 4-1-16,-4 7-1 16,-2 3-2-16,-1 2-2 15,-2 0 2-15,2 0 3 16,-2 0-1-16,5 1-2 16,-3 3-7-16,1-3-2 15,1 0 7-15,3 1 1 16,-3-2 3-16,1 0 0 15,-2 0 0-15,-1 0 2 16,-3 0-2-16,-4 0-2 16,-2 0 1-16,-5 1 1 15,-2-1-2-15,-1 3-6 16,-5-2-5-16,0-1-2 16,0 3 8-16,-4-1 5 15,1-1 1-15,-1 0 2 16,1 1 0-16,-1-2 3 15,1 1 6-15,-2 0 0 16,2 1-5-16,-1 0 5 16,2 0 0-16,1 2-4 15,2 0 1-15,2 0-1 16,5 0-6-16,0 0 2 16,3 2-1-16,-1-2 1 15,1-3 0-15,3 2 1 0,-3 0-3 16,2-2 0-16,1 0 3 15,-1-1-4 1,0 0 2-16,0 0 1 0,3 0 0 16,0 0 0-16,-1-4 4 15,3 0-3-15,0 2-2 16,-1 0 0-16,2 1 1 16,4 1 3-16,2 0-3 15,3 0 0-15,1 0 2 16,5 0-4-16,3 0 2 15,-1 0 6-15,4 0 13 16,-1 0-10-16,1 0-8 16,-3 0-3-16,3 0 1 15,-6 0-2-15,-1 0-1 16,0 0-2-16,-2 0-5 16,3 0-7-16,-4 0-27 15,4 0-92-15,-3 0-174 16</inkml:trace>
  <inkml:trace contextRef="#ctx0" brushRef="#br0" timeOffset="67572.33">9608 11261 198 0,'1'0'6'15,"-1"0"4"-15,0 0 45 16,2 4-9-16,-1 6 1 16,1 0 6-16,-2 1-11 0,6 1-3 15,-1 1 4 1,2 2-8-16,1 1 3 15,-1 3-7-15,0 4 8 16,3 2-1-16,-2 2-6 0,-3 2-5 16,0 1-14-16,2 0-10 15,-3 0-2-15,-1 1 0 16,1-1 0-16,1-3-1 16,-1 1 0-16,-1-1 0 15,3 0 1-15,-4 0-1 16,1 2 0-16,-1 1 0 15,-1-1 1-15,1-2 0 16,2 0 0-16,-1 1-2 16,-3-4 1-16,2 1 0 15,-2 2 0-15,0-3-2 16,0 2-3-16,0-2-5 16,0-5 1-16,1 1-9 15,3-5 4-15,-1-1 6 16,3-3 3-16,1-3 0 15,-3 1-2-15,2-2-3 16,-1-1-7-16,3-1-18 16,-2-1-11-16,0-3 11 15,3 2 16-15,0-2 5 16,2-1 2-16,-1 3 8 16,4 0 2-16,-1 0-3 15,3 0 2-15,0 1 21 16,4 0-20-16,-1-3-7 15,1-1 8-15,6 1 18 16,0 1-7-16,2-1-10 0,2 1 2 16,2-1 11-16,1 1 3 15,2-1-9-15,2-1-4 16,1 1-2-16,2-1 0 16,1 0 0-16,-1 0 0 15,0 0-2-15,1 0 2 16,-1 0-1-16,-2 0-1 15,2 0 1-15,-2 0-2 16,0 0 0-16,-1 0-1 16,-1 0 2-16,-1 0 0 15,-1-1-7-15,1-2 5 16,1 2 2-16,-2-2 1 16,2 0 0-16,1 0 0 15,1-1 0-15,-1 0 0 16,2 0 0-16,-1-2 0 15,1 4 1-15,1-1-1 16,-1 1 0-16,3-2 0 16,0 1-1-16,0 0 1 15,3-1-6-15,-2 0-9 16,0 0 6-16,-1 1 5 16,3-1 4-16,-3 0-1 15,1 2 1-15,2-2 0 16,-2 0 0-16,0-1 1 15,-1-1 3-15,0 2 2 16,-3 0-4-16,2 1 0 16,-2 0-2-16,-2 3 0 15,2 0 0-15,-1-4-1 16,-1 4 1-16,-3 0 0 16,0 0 1-16,-2 0-2 0,-2 0 1 15,-1 0-1 1,0 0 0-16,-1 0 1 15,-1 0 0-15,0 0 0 0,1 0 0 16,-2 0 0-16,-3 0 0 16,3 0 0-16,1 0 0 15,-4 0 0-15,2 0 0 16,-2 0 0-16,3 0 0 16,-1 0-1-16,1 0 1 15,1 0 0-15,0 2 1 16,0 0-1-16,0-2 0 15,2 0 0-15,0 0 0 16,0 0 0-16,1 0 1 16,-1 0-2-16,0 0 1 15,-2 0 2-15,1 0-1 16,-1 0 6-16,0 0-5 16,-2 2 0-16,1-1-3 15,2-1 3-15,0 0-3 16,-2 0 1-16,3 0 1 15,-1 2-1-15,0-2 2 16,1 0 1-16,-1 0-1 16,2 0-1-16,-2 0 1 15,1 0 4-15,-2 2-3 16,1 0-1-16,-1-1-3 16,2-1 2-16,-2 0 0 0,3 1-1 15,-1-1 0 1,0 0 0-16,2 0 0 15,-1 0 0-15,0 2 1 16,-1-1-1-16,-1 1 1 16,2 1 3-16,-2-2 3 15,2 2-3-15,-1-2 0 0,3-1-2 16,-2 1-1-16,0 1-1 16,3-2 0-16,-1 0 1 15,1 0-1-15,-1 1 0 16,3-1 0-16,-2 0 1 15,0 3 0-15,-1-2-1 16,3 2 0-16,-4-3 0 16,4 4 1-16,0-4-1 15,-1 0 1-15,1 3-1 16,1-2 1-16,-3-1-1 16,0 2 0-16,-1-1 1 15,0 0 5-15,0 2 0 16,0-2-2-16,-2 0-3 15,2 1 1-15,-1-1 0 16,1-1 1-16,0 1 6 16,0 1-1-16,0 1-3 15,-1-2 0-15,3 2-3 16,-3 0 0-16,6-1 0 16,-4-1-1-16,6-1-2 15,-3 2 3-15,0-1-2 16,3 0 1-16,0-1 0 15,-3 3 2-15,0-1 4 16,2-1-2-16,-4 1-2 16,0-1-2-16,1-1-1 15,2 0 1-15,-4 0-1 0,0 0 1 16,0 0-1 0,-2 0 0-16,-1 0 0 0,-1 0 0 15,-3 0 0-15,-3 0 1 16,-1 0-1-1,-5 0-1-15,-1 0 1 16,-3 0 0-16,-4 0 1 0,1 0-1 16,-2 0 0-16,1 0 0 15,0 0 0-15,1 0 0 16,1 0 0-16,0 0 0 16,3 0 1-16,-4 0-2 15,3 0 1-15,0 0 1 16,2 0-1-16,2 0 0 15,-1 0 1-15,2-3 1 16,4 2-1-16,-2-1 1 16,3-1 1-16,2-1-2 15,-1 4 1-15,0-3-1 16,2 3-1-16,0-2 0 16,-3 2 0-16,1 0 0 15,-3 0 0-15,-1 0 0 16,-4 0 1-16,-1 0-2 15,-1 0 2-15,-2 0 1 16,-1 0 0-16,-1 0 0 16,0 0 2-16,0 0-2 15,-1 2-1-15,1-2 0 16,0 0 0-16,-3 0 2 16,2 0-3-16,-2 0 3 15,-4 0 4-15,1-3 6 0,-1 0 3 16,-1 0 1-1,-1 0 0-15,-1 2-5 16,0-2-6-16,2-1-3 0,-2 2-3 16,1-5 0-16,0 3 0 15,-1-2 0-15,6 1 0 16,-5-3 1-16,2 3 1 16,-1 0 6-16,1-1 1 15,1-2 0-15,-1 4-4 16,-2-1-3-16,4-1-1 15,-4 0-1-15,1 0 2 16,1 1-1-16,-3-3 0 16,2-3 0-16,1-1 0 15,0-1-2-15,0-5 2 16,0 1-1-16,1-3 0 16,-2-2 0-16,1 1 0 15,-2-4 0-15,-1-1 0 16,0 2 0-16,0-3-1 15,0 1 0-15,0-1 1 16,-1-1-1-16,-5 2-1 16,1-3-2-16,0 0 2 15,-2-1 2-15,2-2 0 16,-1 1-1-16,2-2 1 16,0 0-1-16,-1 2 1 15,1 2 0-15,-2-1 0 16,4 3 0-16,-3 3 0 15,2 1 1-15,3 1-1 16,0-1 1-16,0 2-2 16,0 2 0-16,0 0 1 15,0 4 1-15,0-2 0 0,0 5-2 16,0-1 1-16,0 2 0 16,0-2 0-1,0-1 2-15,0 2-3 0,0 1 1 16,0 2 0-1,0 1 0-15,0-1 2 0,0 6-3 16,-6-1-1-16,0 1-7 16,-2 0 4-16,2 1 4 15,-1 1-1-15,0 1-1 16,-3-1-1-16,1 1 3 16,-1 0-1-16,-3 0-1 15,0 0-2-15,-4 0-2 16,-1 2 2-16,-2 3 3 15,-3-1 2-15,3-1-1 16,-3 0 1-16,1 1 1 16,3-2-2-16,-3 2 2 15,4-1-1-15,-1-2 0 16,-3 3 0-16,-1 0-1 16,0-1-8-16,-3 1 2 15,0 0 5-15,-1-2 1 16,2 0-6-16,1-2 1 15,2 0 5-15,0 0 2 16,2 0 0-16,0 0-1 16,1 0 0-16,-1 0 0 15,-1 0 1-15,-2 0-2 16,-1 0 2-16,-2 4-2 16,0 3-1-16,-5 2 3 15,-2-1-2-15,3 2 3 16,-2-1-4-16,6-2 2 15,-1 2 1-15,5-2-2 16,1-3 2-16,3 1-1 0,4-5-1 16,2 0 1-1,2 0 1-15,1 0-2 0,4 0 0 16,-1 0 0-16,1 0-1 16,-1 0 2-16,0 0-3 15,-2 0 1-15,-1 0 3 16,1 0-4-16,-4 0 2 15,1 0 0-15,-4 0-1 16,1 4 2-16,-2-4-1 16,0 0-21-16,-3 2 8 15,-1-2 13-15,-5 0 1 16,2 0 0-16,0 0-41 16,-2 0 12-16,-3 0 44 15,-3 0 14-15,4-4-29 16,-2-2-9-16,-4 2 6 15,1 1 4-15,-1 1-2 16,-1-1-24-16,0 0 21 16,0 3 2-16,-1-2 3 15,2-2-1-15,-1 2 0 16,3-2 0-16,-4 0 1 16,2 0 1-16,-5 2 0 15,1-1-1-15,-4-1 3 16,-1 4 1-16,-2-2-2 15,0 2-1-15,0 0-2 16,0 0 0-16,0-1 1 16,2 1-2-16,-3-2 2 15,1 1-1-15,-1 0 0 0,1-2 1 16,0-1-1-16,-2-1 1 16,3 4-1-1,-4-3 0-15,0 1 0 0,-5-1 0 16,3 3 0-16,-4-2-1 15,-4 3 0-15,2-4 0 16,-1 1 0-16,1 2 2 16,0-2-2-16,0 0 2 15,2 1-2-15,4-2 2 16,-2-1-1-16,3-1 0 16,2-1 1-16,1-1-1 15,-2 0 0-15,1 0 0 16,1-1 1-16,-1 2-1 15,-3 1 0-15,2 0-1 16,-2 2 2-16,0 0-2 16,0 0 1-16,0 0 1 15,3 4-1-15,-3-4-1 16,4 3 0-16,0-2 3 16,2 0-2-16,0-1 1 15,-1-1-1-15,2 1 1 16,-4-1-2-16,1 1 1 15,-2 1 0-15,0 1 0 16,-2 0-1-16,-2 2 1 16,1 0 0-16,0 0-1 15,-1 0 1-15,-1 0 0 16,2 0 0-16,-2 0 0 16,1 0 0-16,2-1 0 15,1-1 1-15,-2 0-1 16,-2-1 1-16,4 3-1 0,-4-3 0 15,0 3 0 1,3 0 0-16,0 0 1 16,3 0-1-16,-2 0-1 0,5 0 1 15,-2 0 0-15,3 0 0 16,3 0 1-16,-3 0-2 16,3 4 1-16,0 0 1 15,-2 1 1-15,-2 1-2 16,0 3 0-16,-3 2-2 15,1-3 2-15,-1 4-2 16,4-2 2-16,-1-1 0 16,8-2 0-16,0-1 0 15,5-1 0-15,4-2 2 16,4 1 6-16,4-3-1 16,1 0-3-16,2 1-4 15,5 0 0-15,-3 0 0 16,6-1 0-16,-1 1 2 15,-2-1 2-15,3 1 1 16,-5-1 0-16,-2 3-4 16,-6 0 0-16,-5 3-1 15,-4 1-1-15,-4 1 2 16,-3 1 0-16,-3-1 8 16,0 3 6-16,-1-3-5 15,0-3 3-15,2 3-1 16,4-1-2-16,7-2-3 15,4-1-4-15,4-2-1 16,6-1-1-16,2-2 0 16,2 2-1-16,4-2 0 15,1 0 2-15,-1 0 1 0,-1 0-2 16,1 0-1-16,1 0 1 16,0 0-1-16,1 0 0 15,-3 0 0-15,2 0 0 16,-1 0-1-16,2 0-4 15,1 0-5-15,-3 0-6 16,2 0-18-16,-1 0-110 16,2-10-318-16</inkml:trace>
  <inkml:trace contextRef="#ctx0" brushRef="#br0" timeOffset="73238.25">9813 12545 81 0,'0'-4'25'0,"0"2"9"16,-2 0 27-16,1 0-16 0,1 2 22 15,-3 0-19 1,3 0-11-16,0 0 8 0,0 0 1 15,0 0-4-15,0 0-9 16,0 0-4-16,0 0 2 16,0 0-10-16,0 0-16 15,0 6 5-15,0 5-4 16,0 5-2-16,0 5-3 16,0 4 2-16,0 4-4 15,-1 3 3-15,-2 4-1 16,0-1 0-16,0 4-1 15,2-1-3-15,-2 2-3 16,0 0-4-16,1 0-4 16,2-2 10-16,0-1 2 15,0 0 0-15,0-3-2 16,0-2 0-16,2-3-3 16,5-3-3-16,-1 1-3 15,1-4 9-15,-3-2 4 16,2-2 0-16,-3 1-4 15,-3-3-14-15,2 1 1 16,-2-2-1-16,1 2 3 16,-1 0 12-16,0 0 3 15,0-1 1-15,0 1 0 16,0 0-1-16,0-3 0 16,0-2 1-16,0 0-1 15,0 0 0-15,2-3 2 16,0 0-3-16,3-2-2 15,2-1 2-15,0-3 2 16,2 0-4-16,1-2 1 16,0 0 0-16,0 0-2 15,0-2 4-15,3 3-1 0,-1 0-8 16,1 2-39-16,-3 3 25 16,3-1 16-16,0 2 11 15,0 2-5-15,3-3 1 16,-3 2-1-16,4-4 1 15,-1-1 1-15,1 1-1 16,-2-2-1-16,3-2-3 16,0-2 3-16,2 0 2 15,0 0-2-15,-4 0-1 16,4 0-22-16,-1-4-9 16,-1-4 9-16,-1 4-6 15,-3-1 21-15,2 3 5 16,-3-1-13-16,0 0 15 15,2 3-2-15,-2-2-2 16,2 0 7-16,-1 2 25 16,4-2 17-16,-3 1-51 15,2-2-3-15,-1 2 9 16,0 0-2-16,2-1 5 16,0 1-2-16,2 1 2 15,2 0 28-15,1-1 21 16,3 1-49-16,1 0-5 15,4 0 4-15,0 0-1 16,4 0 1-16,0 0 0 16,4 0 0-16,-2 0 2 15,4 0 0-15,1 0-2 0,1 0 3 16,0 0 0 0,3 0 2-16,2 0-5 0,0 0 1 15,0 0 0-15,1 0-1 16,1 1 0-16,-4 0 1 15,3-1-1 1,-4 2 1-16,1 0-2 0,-2 0 3 16,-2 0-2-16,1 2-1 15,-1-2-1-15,1 2 7 16,-1-2-1-16,3-2-4 16,3 0 1-16,0 0-1 15,3 0 0-15,0 0-1 16,2 0 1-16,-1-6-2 15,0 4 2-15,0 0 2 16,-1 2-1-16,-1 0-1 16,2 0-1-16,0 0-1 15,2 0 1-15,0-3 1 16,1 2 0-16,0-3 1 16,-1 1-2-16,1-1 2 15,-1 0-1-15,-1 4 0 16,0-3 0-16,-3 1 2 15,0 0-2-15,0 0 1 16,-2 1 0-16,-2 0 0 16,0-1 0-16,-2 1-2 15,-2-1 2-15,2 2 0 16,-2-3-2-16,0 2 4 16,1-4-1-16,1 1 0 15,0-2 3-15,1 4 0 16,-2-2 0-16,1 0 2 15,-2 2-4-15,-1 0-2 16,0 2 2-16,-2 0 0 0,1-2 0 16,-2 2-2-16,0-1 0 15,-2 1 0-15,0-2-1 16,1 1 0-16,-2 1 4 16,0 0-5-16,-1 0-1 15,0 0 4-15,-1 0-2 16,0 0 0-16,-1-1 1 15,0 1-1-15,-1 0 0 16,1-2 0-16,-1 1 1 16,2 0 2-16,2-3 11 15,-3 2 6-15,3 0-6 16,-3-1-6-16,3 0-5 16,-5 2 0-16,2-1-2 15,-4 1 0-15,3-1 0 16,1 2-1-16,-4-1 0 15,1-1 1-15,3 2-1 16,-3 0 1-16,0-1 3 16,0 1 1-16,-3 0-5 15,1 0 1-15,1 0 0 16,-1-3-1-16,-1 3 1 16,0 0-1-16,0 0 3 15,-1 0 0-15,1 0 5 16,0 0-3-16,0 0 3 15,0 0-3-15,1 0 0 16,-1 0-3-16,2 0-1 16,-1 0-1-16,1 0 2 15,0 0 0-15,3 0 1 0,-2 0 8 16,-1 0 1-16,3 0-1 16,-2 0-4-16,1 0 3 15,-1 0-4-15,3 0-3 16,-2 0-2-16,2 0 0 15,1 0 0-15,2 0 0 16,-2 0-1-16,2 0 0 16,2 0 1-16,-1 0 1 15,0 0 2-15,-1 0 1 16,0 0-4-16,1 0-2 16,-4 0 2-16,-1 0 0 15,0 0-1-15,-2 0 1 16,-2 0-2-16,0 0 2 15,1 0-1-15,-5 0 0 16,1 0 1-16,-3 0-1 16,-1 0-1-16,-6 0 2 15,2 0-1-15,-4 0 0 16,-5 0 0-16,1 0 0 16,-3 3 0-16,1-3-1 15,-3 0 0-15,1 1 1 16,2 1-1-16,1-1 1 15,-1-1-1-15,2 2 1 16,4-2-1-16,-2 0-1 16,2 0-1-16,0 0 0 15,5 0-1-15,0 0 2 16,2 0 1-16,2 0-4 16,1 0-4-16,2 0 1 15,0 0 4-15,-1 0-7 16,1 0-1-16,-2 0-1 15,-3 0 8-15,-2 0 1 0,-1 0 2 16,-2 0 2-16,1 0-1 16,-2 0 2-1,0 0-1-15,2 0 0 0,-1 0-2 16,-1 0-2-16,-2 0 2 16,1 0 1-16,-5 0 0 15,1 0 1-15,-2 0 1 16,-1 0-2-16,-2 0 1 15,1 0-1-15,0 0 3 16,2 0-2-16,0 0 0 16,0 0 1-16,2 0 0 15,0 0-1-15,2 0 1 16,-3 0-1-16,0 0 0 16,-1 0 0-16,2 0 0 15,0 0-1-15,-4 0 1 16,2 0 1-16,0 0-1 15,1 0 0-15,-4 0 0 16,0-2 0-16,1 1 1 16,-1-1-1-16,0 1 1 15,1-2 0-15,-1 1 0 16,1-2-1-16,-1 1 0 16,1-1 0-16,-1 1 0 15,-1-4 1-15,1 4-2 16,-2 0 1-16,-1 0 1 15,2-3-2-15,-2 2 1 16,1-1-2-16,-1-2 0 16,0 0 0-16,0-1 2 15,0-1 0-15,0-3-1 0,0 0 1 16,0-2 0-16,0-3 0 16,0-2 1-16,2-2-1 15,-1 2 1-15,1-2 0 16,-1 1-1-16,-1-1 2 15,0-2-1-15,0 3 0 16,0-3-1-16,0 1 1 16,0-1-1-1,0-2 1-15,0 1-1 0,-1 1 0 16,-2-2 0-16,0-1 0 16,0 1 0-16,0-3-1 15,-2 1 0-15,1 0 1 16,1-1 1-16,-1 4-1 15,1 2 1-15,2 0-1 16,-2 4 0-16,3 1 0 16,-3 1 0-16,0 0-1 15,0 1 2-15,-1 2 4 16,1-1 1-16,-4 0 5 16,2 2-3-16,-2 0-1 15,1 1-4-15,-1 0-2 16,0 2 2-16,3-1-4 15,1 2 2-15,0 1-2 16,0 1-2-16,0 1 6 16,-1 1-3-16,1 1 1 15,-4 1-2-15,4 0-2 16,-5-1 6-16,4 3-2 16,-2-1 1-16,0 1-1 15,-2-3 0-15,-1 3-2 16,-1 0-1-16,-1 0-8 15,-2 0 0-15,1 0 4 16,-5 0 6-16,1 0 0 0,1 0 0 16,-3 3-2-16,2 1-1 15,-4 0-3-15,0 2-12 16,0-1-6-16,0 2-3 16,3-1 0-16,-2-2 19 15,3-1 7-15,2-3 1 16,-2 2 1-16,0-2 0 15,1 0-1-15,-2 2 13 16,-1-2-2-16,0 1-11 16,-3 2 0-16,0-2 1 15,-2 2 0-15,0-1-2 16,-1 3 2-16,-1-1 0 16,3 2-1-16,-2-3 1 15,1 1-1-15,2-3 2 16,0-1-2-16,2 0 0 15,0 0 22-15,-1 0-13 16,1-1-12-16,-1-3 1 16,-3 1 3-16,-5-1-1 15,-2 1-1-15,-5 0-2 16,1 2-20-16,-5 0 17 16,-3 0 21-16,1-1-14 15,-3 1 0-15,-3 0 4 16,-3-1 0-16,1 1 0 15,-6 1-4-15,0-1-4 16,-3 1 6-16,1 0-2 16,-4-2-1-16,3 0 0 0,-1 0 1 15,-3-2-2-15,1 3 0 16,-1-2 0-16,3 0 1 16,-2 1-2-16,2-3 2 15,1 1 0-15,0-1 2 16,4 1-4-16,-4 0 2 15,3-1 0-15,-2 4 2 16,1-3-2-16,-2 1 1 16,1-1-1-16,-1 2 0 15,0-1 1-15,2 0-1 16,-2 0-1-16,0 0 2 16,2 1 1-16,0 0-3 15,-1 1 1-15,2-1 2 16,0 0 0-16,-2 0 2 15,2 0 0-15,-1 1 1 16,-1-2-2-16,2 1 4 16,0 1-4-16,-1 0-2 15,1-1-1-15,-1 1 0 16,2-2 1-16,-2 2 0 16,0-3 0-16,0 1 3 15,-1-1 2-15,-3 1 0 16,0-1 2-16,-4 1-8 15,0 2 2-15,-3-1-3 16,2 0 1-16,-1 2 0 16,-1-1 0-16,4 0 0 15,-2-1-1-15,3-1 1 16,-2 2 1-16,1-2-2 16,-1 0 3-16,1 2-3 15,-1 1 0-15,-1 0-1 16,3 0 2-16,-3 0 0 0,3 0 0 15,1 0-2-15,-1 0-3 16,0 0 2-16,3 0 3 16,3 0 0-16,-1 0 1 15,5 0 0-15,-1 0 0 16,1 0 2-16,3 0 0 16,0-1-3-16,2 1 0 15,-2 0 0-15,3 0-1 16,-3 0 2-16,3 0-2 15,-2 0 0-15,2 1 1 16,1 3 0-16,-1 2 0 16,3-2-1-16,-1 1-3 15,0-1 5-15,2 0 0 16,-3 1-2-16,1-1 1 16,1 1 0-16,0 0 0 15,1 1 0-15,0 0 0 16,5 0 0-16,-1-1 1 15,5 1 4-15,-1 0-4 16,4-1 2-16,4 0-4 16,2-1 2-16,5-1 0 15,3-1 0-15,7 0 13 16,3 0 7-16,2-2-5 16,3 0-6-16,0 0-10 15,1 1-4-15,-2 0 2 16,1 1 3-16,-2 0 0 15,-3 2 0-15,0 2 0 16,-4-2 1-16,-2 2-1 16,2-1 1-16,-4 1 1 0,4-2 12 15,-1-2 17-15,0 0-5 16,4-2-8-16,-1 0-7 16,4 0-6-16,-3 0 1 15,3 0 1-15,1 0 3 16,0 0-3-16,0 0-5 15,2 0-2-15,-1 0 0 16,2 0-1-16,0 0-2 16,0 0-11-16,0 0-34 15,0-2-73-15,0-3-114 16,4-2-134-16</inkml:trace>
  <inkml:trace contextRef="#ctx0" brushRef="#br0" timeOffset="80193.12">23124 3793 550 0,'0'-2'94'0,"0"-1"15"15,0 2-13-15,0 1-23 16,0 0-18-16,0 0-19 15,0 11-29-15,0 8 4 16,3 10 46-16,2 3-22 16,-1 6-17-16,2 2-10 15,2-4-1-15,1 2-6 16,4-3 1-16,4-7-2 16,-2-4 0-16,4-7 1 15,-1-5-2-15,1-3 2 16,-2-8 0-16,0-1 0 15,1 0 1-15,-2-15 0 16,1-9 3-16,-3-4-1 16,0-6-2-16,-2-3 1 15,-1-3 1-15,-4-3-4 16,1 4 2-16,-6 3 0 16,3 5 1-16,-4 4-2 15,-1 12 7-15,0 3 8 0,0 7 1 16,0 5 5-16,0 0-13 15,0 8-16-15,3 10-2 16,0 7 11-16,0 9 1 16,3 3 7-16,2 1-3 15,4 1 5-15,-1-1 0 16,2-2-6-16,3-5-3 16,2-3-3-16,0-7 0 15,2-4 0-15,-1-5-7 16,2-4-37-16,-1-3-39 15,-3-5-50-15,-1 0-86 16,-4 0-113-16</inkml:trace>
  <inkml:trace contextRef="#ctx0" brushRef="#br0" timeOffset="80428.24">23761 3991 853 0,'0'0'105'0,"0"0"22"16,78-15-84-16,-50 10-22 15,-1-2-14-15,-4 0-5 0,-5 2-16 16,-5-4-66-16,-8 3-86 15,-5-3-94 1,0 2-172-16</inkml:trace>
  <inkml:trace contextRef="#ctx0" brushRef="#br0" timeOffset="80626.8">23721 3846 793 0,'0'0'63'0,"0"0"35"16,0 0-60-16,0 0-32 15,102-13-5-15,-71 11-13 16,-4 0-79-16,2 0-91 16,0-2-169-16</inkml:trace>
  <inkml:trace contextRef="#ctx0" brushRef="#br0" timeOffset="80918.14">24148 3904 624 0,'0'0'110'0,"0"0"33"15,0 0-58-15,15 91-11 0,-12-72-13 16,1-1-28-16,0-2-18 16,-4-1-11-16,3-4-2 15,-3 0-13-15,0-5-84 16,0-4-81-16,0-2-91 15,-6 0-331-15</inkml:trace>
  <inkml:trace contextRef="#ctx0" brushRef="#br0" timeOffset="81093.47">24206 3699 769 0,'0'0'60'0,"0"0"11"16,0 0-72-16,0 0-57 16,0 0-56-16,0 0-147 15,-30 26-61-15</inkml:trace>
  <inkml:trace contextRef="#ctx0" brushRef="#br0" timeOffset="81444.3">24325 3963 476 0,'0'0'128'16,"0"0"22"-16,0 0-43 15,0 0-44-15,0 0 9 16,0 0 6-16,37 39-14 0,-32-39-4 16,-1-6-9-1,3-7-18-15,-1-5-24 0,3-4-6 16,-2-1-4-16,-1 1-5 15,2 5-22 1,-2 5-3-16,0 0-1 0,0 10 13 16,3 2 6-16,0 0 6 15,2 7 3-15,0 5 1 16,-1 6 4-16,0-1 4 16,2 1 4-16,-2 2 2 15,-1-3-3-15,0-1-5 16,0 0-2-16,-1-3-5 15,-1-2-40 1,1-4-69-16,0-4-109 0,-1-3-114 16</inkml:trace>
  <inkml:trace contextRef="#ctx0" brushRef="#br0" timeOffset="82198.49">24690 3908 564 0,'0'0'76'0,"0"0"84"15,0 0-56-15,15 76-6 16,-8-61-5-16,0-3-30 16,-1-2-18-16,-1-4-17 15,-2-3-12-15,-1-1-3 16,1-2-5-16,0 0 4 16,4-2 13-16,0-10-9 15,0-7-10-15,4-1-5 16,0-3-13-16,1 0-10 15,-4 2-8-15,1 6-2 16,-1 3 13-16,-3 6 10 16,1 4 4-16,1 2 0 15,0 0 1-15,2 5 3 16,-2 11 10-16,3 2 12 16,-1 5 7-16,-1-1-5 0,1 1-5 15,0-1-6-15,-2-3-8 16,-3-2-3-1,1-6 0-15,-2-1-26 16,-2-6-66-16,-1-4-99 0,0 0-151 16,0-1-314-16</inkml:trace>
  <inkml:trace contextRef="#ctx0" brushRef="#br0" timeOffset="82961.53">25055 3908 630 0,'0'0'145'15,"0"0"-44"-15,0 0-39 16,0 0 12-16,0 0-22 15,61-4-20-15,-51-4 3 16,-1 1 1-16,1-3-4 16,-1 0-8-16,-2-2-9 15,-1 3-6-15,-3-2-3 16,0-1 4-16,-3 2 0 16,0 2-1-16,0-1-4 0,0 4 0 15,0 3-5 1,-6 2-1-16,-3 0-5 15,-4 0-4-15,0 2-1 16,-3 14 1-16,0 2-2 16,2 1 0-16,-1 5-2 0,5-1-6 15,2-1 6-15,5-2 6 16,3-3 3-16,0-3-5 16,0-1 0-16,7-4 2 15,4-2 1-15,7-3 4 16,-1-4 5-16,5 0 0 15,1 0 0-15,0 0-1 16,2 0-1-16,-2 0 1 16,-3 0-2-16,-4 0 1 15,-3 0-1-15,0 0 1 16,-6 4 0-16,-3 3 0 16,-1 1 2-16,-1 1 7 15,-2-4 2-15,0 1-1 16,0-4-3-16,0 1 4 15,0-3 5-15,0 0 11 16,0 0 14-16,0 0 2 16,0-3-10-16,-3-7-26 15,-2-6-4-15,3-2 3 16,-1 0-1-16,3-4-3 16,0 0 0-16,0 0-1 15,5 2 1-15,10 1-1 16,1 1 0-16,5 0-1 15,4 2-1-15,0 2-2 16,2 0-13-16,5 3-42 16,4-2-72-16,-2 3-88 15,-3-2-146-15</inkml:trace>
  <inkml:trace contextRef="#ctx0" brushRef="#br0" timeOffset="83579.27">25987 3679 658 0,'0'0'86'0,"0"0"-16"16,0 0-35-16,-5-79-4 16,-4 58 7-16,0 2-15 15,-4 5-16-15,-2 3-4 0,-1 5-2 16,-2 4 2 0,2 2 1-16,0 0-2 15,3 14-2-15,0 7-2 16,6 8 2-16,1 4 2 15,1 6 7-15,4 0 17 16,1 2-6-16,0-2 8 0,0 0 1 16,1-4 3-1,8-2-8-15,2-1-3 0,0-1-7 16,-2-4-6-16,1-1-6 16,0-4-1-16,-3-3 0 15,-1-5-5-15,-3-3-33 16,0-3-19-16,-3-2-32 15,0-6-24-15,0 0-14 16,0 0 6 0,-3 0-90-16,-8-10-141 0</inkml:trace>
  <inkml:trace contextRef="#ctx0" brushRef="#br0" timeOffset="84113.41">25778 3949 477 0,'0'0'91'16,"0"0"54"-16,0 0-45 16,102-28-1-16,-65 23-3 15,0-1-38-15,-1 2-22 16,-4 2-17-16,-6 2-1 16,-5 0-8-16,-3 0-8 15,-7 0-3-15,-1 4-2 16,-5 5 9-16,-1 2 12 15,-1 2-7-15,0 2-4 16,0-3-1-16,0-1 1 16,1-2-4-16,-1-1-1 15,-1-2 0-15,4-2-2 16,-1 0 3-16,2-4-1 16,1 0 3-16,1 0 11 0,0 0-2 15,0-7-5-15,2-5-3 16,-2-3-3-16,1 0-1 15,-2-1 0-15,0 2-6 16,-2 2-5-16,-1 2 3 16,-2 5 4-16,-1 1-1 15,2 1 2-15,-4 3-2 16,3 0-6-16,0 0-5 16,1 4 3-16,0 7 15 15,4 4 8-15,0 1 0 16,-1 1-2-16,4-2-5 15,-2-2-2-15,2 0-2 16,-2-5-3-16,-2-2-29 16,1-3-41-16,0-3-28 15,-3 0-68-15,1 0-41 16,-1-8-155-16</inkml:trace>
  <inkml:trace contextRef="#ctx0" brushRef="#br0" timeOffset="84496.98">26410 3909 470 0,'0'0'122'0,"0"0"51"16,0 0-53-16,0 0-2 16,0 0-9-16,25 66-41 15,-18-61-24-15,-4 0-11 0,0-2-6 16,-1-2-6-1,1-1-7-15,2 0-4 0,-2 0 5 16,3-6-7-16,2-8-7 16,1-2-9-16,0-2-10 15,0-1-8-15,-1 3 3 16,0 4 5-16,0 2 10 16,-1 6 2-16,-1 3 2 15,1 1-5-15,2 0-5 16,-2 5 5-16,6 6 8 15,-3 6 14-15,3-2-2 16,-3 3-4-16,2-4-4 16,-3-3-2-16,2-2-15 15,0-4-49-15,2-4-90 16,-1-1-102-16,2 0-257 16</inkml:trace>
  <inkml:trace contextRef="#ctx0" brushRef="#br0" timeOffset="84882.33">26891 3840 745 0,'0'0'60'0,"0"0"72"16,0 0-49-16,0 0-73 15,0 0-11-15,-49 15 9 16,32-1 6-16,2 2-8 0,4 1-2 16,2 1-1-1,6 0-2-15,3-3 8 0,0 0-7 16,0-4-3-16,13-3 0 16,4-3 2-16,4-2 5 15,0-3 0-15,4 0-1 16,1 0-2-16,0-7-3 15,-1-6-3-15,-1-5-8 16,0-4-12 0,-2-4-15-16,-4-2-20 0,-4-7-40 15,-5-2-15-15,-5-6-46 16,-3 1-23-16,-1-3-4 16,0 3 100-16,-1 2-25 15</inkml:trace>
  <inkml:trace contextRef="#ctx0" brushRef="#br0" timeOffset="85077.84">27060 3503 325 0,'0'0'68'16,"0"0"-63"-16,0 0 49 16,0 0 26-16,10 89 17 15,2-48 34-15,-1 5-30 16,2-1 3-16,-1 1-18 16,-2-2-48-16,-3-3-13 15,-1-7-13-15,0-2-7 16,-2-4-2-16,-4-6-2 15,0-6-1-15,0-4-27 16,0-4-47-16,0-5-53 16,-13-3-26-16,-2 0-141 15</inkml:trace>
  <inkml:trace contextRef="#ctx0" brushRef="#br0" timeOffset="85354.8">26981 3707 741 0,'0'0'151'16,"0"0"-34"-16,98 8-45 16,-62 7-5-16,0 1-12 15,-6 4-17-15,-3 1-8 16,-4 2-5-16,-5 0-5 15,-3-1-11-15,-4-2-4 16,-2-2-3-16,-6-1-4 16,-3-3-10-16,0-3-41 15,0-3-57-15,0-8-93 16,-6 0-189-16</inkml:trace>
  <inkml:trace contextRef="#ctx0" brushRef="#br0" timeOffset="85508.09">27314 3663 885 0,'0'0'-29'16,"0"0"32"-16,0 0-47 16,0 0-98-16,0 0-48 15,15-7-112-15</inkml:trace>
  <inkml:trace contextRef="#ctx0" brushRef="#br0" timeOffset="86196.11">27454 3782 785 0,'0'0'20'0,"0"0"51"15,0 0-24-15,0 0 0 16,-11 88 6-16,9-69-21 16,1 0-5-16,1-3 1 15,0-3-14-15,0-1 3 16,0-1-7-16,6-6 0 16,1 1-1-16,3-2-5 15,-1-4 1-15,1 0 6 16,1 0 1-16,-1-9-6 15,1-4-2-15,-4-5-4 16,0-3-5-16,-4-4-13 16,-2 1-17-16,1-3 1 15,-1 3-4-15,1 5 0 16,-1 3-8-16,1 6 17 16,-1 4 16-16,2 3 10 15,0 3 1-15,1 0-19 16,2 3 9-16,-2 8 30 15,3 2 30-15,1 0 21 16,0 1-6-16,-2-1-18 16,1-5-12-16,-1 1-4 15,-1-3 1-15,0-3-2 16,-1-3-8-16,4 0-4 16,-1 0 1-16,4-1-7 15,1-11-7-15,5-5-12 16,1 0-21-16,-1-4-12 15,0 3-25-15,1 2 16 16,-2 4 20-16,-2 5 17 0,-1 3 2 16,0 4 8-16,-3 0 2 15,0 2 7-15,0 11 16 16,2 3 13-16,-2 4 4 16,3 3-3-16,-1 0 7 15,-1-2-12-15,1 2-15 16,-2-7-1-16,1 4-11 15,-2-4-2-15,-3-2-40 16,-2-6-101-16,-2-4-102 16,-2-4-278-16</inkml:trace>
  <inkml:trace contextRef="#ctx0" brushRef="#br0" timeOffset="90570.27">24489 5802 116 0,'0'-1'69'15,"-1"1"10"-15,1 0-26 16,0-2-28-16,0 2-9 16,0 0-6-16,0 0-4 15,0 0-3-15,-2 0 0 16,2 3 14-16,0 5 0 16,-2 0 1-16,2 5 79 15,-3 0-84-15,0 2 14 16,0 3-6-16,0 1-18 15,0 2 4-15,-1 0-3 0,0 1 5 16,1 3 4-16,-3-2-4 16,1 4-4-16,1-1-3 15,0 0-2-15,4 1 0 16,0-3-1-16,0-5 0 16,0 1 0-16,0-4 1 15,2 1 0-15,3-4 0 16,-1 1-3-16,1 3-6 15,-5-1-2-15,0 3 6 16,0 0-2-16,0 2 3 16,-2 1-3-16,-7 2-3 15,0-4 6-15,0-2-3 16,3 0 7-16,2-3 0 16,1-4-1-16,3 2 1 15,0-2-1-15,0 0-1 16,0-1 2-16,0 2-2 15,3-1 2-15,-1 4 3 16,1-3-3-16,-3 0-1 16,2-2 2-16,-2 1-1 15,0 0 0-15,0-3-1 16,0-1 1-16,1-2-2 16,2 2 1-16,3-2 1 15,1-1 1-15,0 3 2 16,1-3-1-16,0 3-1 15,2-1 0-15,1-1-1 16,2 1 6-16,2-4 1 16,1 1 9-16,3-1 0 15,3-2-11-15,-2 0-4 16,3 2 2-16,-1-2 8 16,1 0-9-16,-1 0 0 15,-2 0-1-15,0 0-2 16,-3 0 1-16,2 0 2 0,-1 0-2 15,2 0-1-15,-2 0 2 16,1 0-1-16,3 0-1 16,-1-2 2-16,0-2-1 15,0 4 0-15,1-2 0 16,-2 2-1-16,0-1 1 16,1 1 0-16,-5 0 0 15,4 0 0-15,-6 0 0 16,3 0 0-16,0 0 0 15,-2 0 0-15,0 0 0 16,1 0 0-16,0 0 0 16,2 0 1-16,2 0-1 15,1 0 0-15,3 0 0 16,4 0 0-16,-1-3 1 16,1-1-2-16,-3 0 1 15,-1 1-1-15,-3 1-1 16,-1 1-1-16,-3 0 1 15,0 1 2-15,-3 0 0 16,4 0 0-16,-2 0 0 16,2 0 0-16,1 0 0 15,1-2 2-15,2 0-2 16,-1 0 0-16,0 0 0 16,-2 0 0-16,-3 1 0 15,1 0 0-15,-5 1 0 16,2-2-2-16,-4 2 4 15,3-1-4-15,-5-1 2 0,3 2 0 16,1 0 2-16,-1 0-4 16,-2 0 2-1,3 0 0-15,0 0-1 0,0 0 1 16,2-1 0-16,-1-1 0 16,1 2-4-16,0-1 2 15,-3 1 1-15,1 0-2 16,-5 0-1-16,3 0 1 15,-5 0 2-15,3 0 0 16,-2 0 1-16,0 0 2 16,3-1 4-16,2-1-3 15,-1 1-1-15,3 0-2 16,-2 0 1-16,4-1-1 16,-4 1 0-16,1 1-2 15,1-1 1-15,-2-1 0 16,0 2 1-16,0-1 0 15,1-2 2-15,-4 3-3 16,4-3 3-16,-3 3-3 16,1-1 1-16,0-1 0 15,-2 1 1-15,3 0 2 16,-3-1 3-16,1 0-2 16,0 2 2-16,2-3-1 15,-4 2-5-15,1-2 1 16,-1 3 0-16,0-1-1 15,0-2 0-15,-1 3 0 16,0-2 1-16,-2 1-1 0,3 0 1 16,-1-1 0-1,0 1 1-15,0-2 4 16,-1 1-1-16,4-2-1 0,0-4-2 16,-1 3-1-1,1-1 3-15,0 2 9 0,-2-2 5 16,-1 0-8-16,0 3-6 15,0-1-3-15,-1-2-1 16,1 2 2-16,0-3 6 16,-1-1 12-16,1 1 6 15,0 0 2-15,0-3-1 16,-2 2 2-16,-1-3-14 16,1-1-6-16,1-1-6 15,-2-3-2-15,1-1-1 16,0-2 1-16,-1-3-1 15,0 1-1-15,0 1 2 16,0-2-1-16,-3 3 1 16,0 1-1-16,0-1 0 15,0 3 0-15,0-3 1 16,0 2-1-16,0-2 1 16,-2 2-1-16,-2-2 1 15,-1-1 0-15,3 4 0 16,2-3-2-16,0 3 2 15,0-2-1-15,0 1 0 16,0 3 0-16,0-2 0 16,0 2 1-16,0-1-1 15,0 1 1-15,1 0-2 16,0-2 2-16,-1 4-2 16,0-3 2-16,0 4-1 15,0-2 1-15,0 2-2 16,0-3 1-16,0 4-1 0,-1-2-6 15,-2 0 3 1,-1 3 2-16,0 1 2 16,-2 1 0-16,-1-1-4 0,-2 4-3 15,-5 0 0-15,2 0-1 16,-5 1 4-16,1 1 3 16,-5 0 0-16,1 2 1 15,0-3 0-15,-3 1 0 16,-3-1 0-16,-3-1 0 15,-3 2 1-15,-2-1-1 16,-3 1 0-16,3 0 0 16,-2 2 1-16,-5 0 2 15,7 0-3-15,-2 0 0 16,-1 0 1-16,3 0 1 16,-1 0 5-16,1 0-1 15,0 0-1-15,0 0-4 16,-3 0-1-16,-2 0 0 15,-5 0 0-15,-1 0 0 16,-3 0 1-16,0 0 0 16,0 2-1-16,3-1 3 15,-3 0-3-15,5 1 0 16,1 1 1-16,3-2 0 16,3 2-1-16,0 0-1 15,4-2 2-15,3 2-2 16,3-2 1-16,4 0 0 15,3 0 2-15,-1 1-4 16,0 1 2-16,1-1-1 16,-2 1-3-16,-5 0 1 15,1 1-2-15,0 0 1 16,-1 0 1-16,1 0-4 0,0 2-3 16,4-4-4-16,1 1 5 15,3 0 7-15,3-2 2 16,1-1 1-16,0 1-2 15,1 2 2-15,-2-2-2 16,4 2 3-16,0-3 3 16,2 2-1-16,3-1-2 15,2 1-2-15,-2-2 1 16,4 0-2-16,-1 0-1 16,1 1-8-16,-1-1-11 15,2 0-2-15,-1 0-6 16,-2 1-16-16,3-1-7 15,0 0 19-15,0 0 9 16,0 0-27-16,0 0-58 16,0 0-150-16</inkml:trace>
  <inkml:trace contextRef="#ctx0" brushRef="#br0" timeOffset="93541.67">24693 7441 178 0,'0'29'45'0,"0"2"41"16,0 3-37-16,0-1-22 16,6-2-11-16,-2-1 4 15,0-2 1-15,-1 1 3 16,-1 2 2-16,-2-3-3 16,0 1 1-16,0-2-5 15,0 1-4-15,-3 1-4 16,-4-3-7-16,-1 0-1 15,2-1-3-15,3-3 0 16,-2 1 1-16,4-4-1 16,1-1-1-16,0-6-1 15,0 3-2-15,0-4 3 0,0-2-3 16,0 0 4 0,6-1 2-16,3-2-2 0,0 3 0 15,0-4 1-15,4 2-1 16,-2-3 0-1,4 0 0-15,-2 0 1 0,4-2 1 16,0-1 4-16,4 0-5 16,1-1 3-16,3 0 1 15,3 0-2-15,2 0 3 16,2 0 4-16,1 0 4 16,3 0-5-16,2-1-4 15,-2-2-1-15,1 0-2 16,1-1-1-16,1-1 1 15,-5 1 0-15,3 0-1 16,-6-1 0-16,1 2 0 16,-2-2-1-16,-1 3 0 15,0-2 0-15,2 0 3 16,-4 2-3-16,2 0 0 16,0 0 0-16,-1 2 0 15,0 0 1-15,3-1-2 16,1 1 2-16,3-2-1 15,1 2 0-15,1-4 0 16,-1 3 0-16,-3-2 0 16,-1 3 0-16,-3-3-1 15,-5 3-1-15,-2-1 2 16,-2 0 0-16,0 0 0 16,3 1 3-16,0-2-2 15,1 2-2-15,2-2 3 16,-2 2-2-16,3 0 1 15,-1 0-2-15,-1 0 1 16,1 0 1-16,0 0-1 16,-1 0 0-16,-1 0-1 0,-3 0 2 15,-1 0-1-15,-3 0 1 16,-6 0-1-16,3 0 1 16,-3 2 1-16,-2-2 5 15,1 2 15-15,0-2-11 16,1 0-10-16,2 0 0 15,-1 0-1-15,3 0 2 16,-1 0 2-16,2 0 4 16,0 0-8-16,-2 0 0 15,-1 0 1-15,-4-4-1 16,-3 3 2-16,-2 1 5 16,1-1 13-16,-2 1 15 15,2 0-2-15,1-3-16 16,4 2-7-16,0-2-6 15,3 0-3-15,-1 1-1 16,0 1 0-16,-1-1 0 16,-7 1 0-16,3-2 0 15,-4 3 0-15,-2 0 1 16,1-4 3-16,2 4 19 16,2-3 9-16,3-1-20 15,1 0-9-15,0-1-2 16,2-2 0-16,-1 2-1 15,1-2 1-15,-5 3 0 16,0 0 2-16,-1 0 2 16,-3 0 5-16,-1-1-1 15,3-3 6-15,-1 1-4 16,1-1 2-16,2-3-6 0,0 1-5 16,2-2 0-1,-3 2-2-15,2-6 0 0,1 3 2 16,-2-1-4-1,0-3 2-15,2 2-1 0,-5-1 1 16,-1 1 1-16,0-1-2 16,-2-1 1-16,-1 1 0 15,0-3-1-15,0 4 1 16,0-2 1-16,0 1-1 16,0-2 1-16,0 2-1 15,0 0 2-15,0-4-2 16,0 4 0-16,0-3 4 15,0 0 1-15,0-2 3 16,-1 1-3-16,-2 0 1 16,0-3-4-16,-1 2-2 15,-3-2 0-15,1 4 1 16,2-1-1-16,-1 3 1 16,1-1-1-16,1 5 1 15,0-2 2-15,0 2 7 16,-1-2-1-16,1 3-5 15,0-1-2-15,-1 3 0 16,1-3-1-16,-3 4-1 16,-1-1 0-16,0 3 0 15,1 2-2-15,-1-2 2 16,1 2 0-16,0 1 0 16,-2 0-1-16,2 0 1 15,-3 1 0-15,-2-1 0 16,-3 1-1-16,-3 0 1 15,0 1-1-15,-6 2 1 16,-3 0 0-16,-3 0 0 0,-1 0 1 16,-5 0-2-1,-1 0 1-15,-2 0-1 0,2 0 1 16,3 0 1 0,-2 0-2-16,5 0 1 0,4 0-1 15,-3 0 1-15,3 0 0 16,1 0 0-16,-1 0 0 15,-2 0 1-15,-1 0 0 16,-6 0-1-16,0 0-1 16,-2 0 1-16,-2 0 0 15,0 0 1-15,3 0-1 16,0 4 0-16,1 0 0 16,2 0 0-16,2-1 0 15,2 1 0-15,3-3 0 16,1 2 0-16,2-2-3 15,1 2 0-15,-4-2 3 16,-3 2 0-16,1 0 0 16,-1-2 0-16,-2 2-1 15,0-2 2-15,0-1-2 16,-1 2-3-16,-1-1-1 16,1 0-1-16,0 0 0 15,2 2 1-15,1-2 1 16,4 2 4-16,2 0-4 15,3-3 1-15,0 0 1 16,0 2 2-16,1 0 0 16,-1 0 0-16,-5 0-1 15,0 2 1-15,-2 0-2 16,-3 0-6-16,-2 4-2 16,-2-3-1-16,4-1-3 15,1 0 2-15,3 0 8 0,3-1 5 16,9-3-2-16,2 0 0 15,2 0 1-15,3 0 1 16,0 0-1-16,4 0-1 16,2 0 1-16,-2 0 1 15,1 0-2-15,1 0 1 16,1 0-1-16,0 0-7 16,0 0-20-16,0 1-17 15,0-1-10-15,0 3-4 16,0-1-32-16,0 0-70 15,0 2-130-15</inkml:trace>
  <inkml:trace contextRef="#ctx0" brushRef="#br0" timeOffset="96447.27">24705 8501 330 0,'-2'17'26'0,"1"3"62"16,-2 3-63-16,1 2-15 15,-1 4 7-15,0 1-5 16,0 0 2-16,0 1-6 15,-2 2-3-15,1-4 2 16,-2-2-5-16,1-3 0 16,2-1-1-16,3-4-1 15,0 2-1-15,0-2 1 16,0 2 1-16,0-1-2 16,0 1 2-16,2 1-1 15,-1-1 0-15,2 0 0 16,0-1 0-16,2-2 0 15,-2 0 0-15,1-2 0 16,1-1 1-16,1-3 1 16,-1 1 0-16,1-2 11 15,-4 0-3-15,3-1-9 16,0-3 2-16,-2 3 3 16,-1-2-6-16,2 0 2 15,0-1-1-15,-1 0-2 16,5 0 2-16,2 0 2 15,3-2 13-15,1 3 6 16,1-2 2-16,5-1-14 16,-4 0 7-16,4 1 3 15,-3-2-6-15,3 0-1 16,-1 2 1-16,-1-2-1 16,-3 0-5-16,1 0-2 15,2 0 0-15,-2 0-3 16,-1-1-2-16,1 1 0 0,2 0 0 15,-4 0 1-15,5-3 3 16,-1 1 4-16,4-2 7 16,1 0-2-16,0 0-1 15,3 0-7-15,2 0-3 16,-3 0-3-16,2 0 1 16,0 0-1-16,-1-3 0 15,3 2 0-15,0-2 0 16,1 3 1-16,1-2-2 15,-2 0 2-15,-1 2-3 16,-2 0-1-16,-1 0-1 16,0 0 2-16,-1 0 0 15,1 0-4-15,-3 0 0 16,1-2 4-16,0 0 0 16,0-2 3-16,-6 1-2 15,0 0 2-15,-1 2-2 16,2-1 0-16,-5 2 1 15,2 0 0-15,6 0 0 16,-2 0 0-16,1 0 1 16,3 0-2-16,-4-2 2 15,4 0-2-15,-3 0 2 16,-4-2-1-16,0 2 1 16,-3 0 1-16,-2 0 0 15,1-1 0-15,-3 2-1 16,-2 1 1-16,3-2-1 15,0 2 6-15,2-1-3 16,-1 1-2-16,1 0 1 16,1 0 1-16,1 0-1 15,1 0-3-15,-3 0 1 0,0 0-1 16,1 0 2-16,-3 0-4 16,-1 0 1-16,1 0 1 15,-1 0 1-15,-2 0-2 16,0 1 2-16,0-1-1 15,0 2 0-15,1-1 0 16,-1-1 1-16,3 2 0 16,0-2 0-16,2 0 0 15,1 0-1-15,0 0 1 16,-1 0 0-16,2 0-1 16,-1 0 1-16,0 0-2 15,-3 0 1-15,-1 0 1 16,2 0-3-16,-2 0 2 15,-1 0 1-15,4 0-2 16,-3 0 1-16,1 1-1 16,0-1 2-16,0 0-1 15,-1 0 0-15,2 0 1 16,-2 0-1-16,1 0 0 16,3 0 0-16,-4 0 0 15,1 0 0-15,0-1 0 16,-2-1 0-16,0 1-2 15,-2-2 2-15,-2 2 0 16,3-2 1-16,-1 0-1 16,1 0 1-16,2 0 0 15,-1-3 1-15,2 1 0 16,1-3 6-16,3 0 0 16,-2-3 1-16,2 0 0 15,-2-2 10-15,1 1 20 16,-2-2 5-16,-1 1 0 15,2-2-11-15,-4-1-7 0,1 0-18 16,-2 0-3-16,2 1 1 16,-3-1 2-16,-3-2-1 15,1 2-2-15,-1-2-4 16,-2 0-1-16,1-1 1 16,-2 0 0-16,0 0-1 15,0 0 1-15,0-2 0 16,0 2-1-16,0 2 0 15,-3-1 0-15,3 1 1 16,-2-2-2-16,2-1-1 16,0 2 1-16,0 0-1 15,0-1 1-15,0 3-3 16,0-1-7-16,-1 1 6 16,-2 0 4-16,-3 2 0 15,-1 0 1-15,-4 0 0 16,2 2-2-16,0 0 1 15,-1 1 1-15,3-1 0 16,0 3 0-16,1 1 0 16,-1 0 0-16,1 1 0 15,-1 3 0-15,-2 4 1 16,-4-3-4-16,0 1 1 16,-4 0-1-16,-2-1 4 15,-1 0-1-15,-3 0 1 16,-2-2-1-16,2-1 2 15,-3 2-1-15,3 0 1 16,0 0 0-16,1 1 3 16,2 0-1-16,-3 1-3 15,1-1 2-15,-1 2-6 0,-3 0 2 16,-2-2 1-16,-2 2-1 16,-3-1 0-16,-3 1 0 15,-3 1 1-15,-4-3 0 16,-2 1 0-16,0 0 1 15,0 2-2-15,1 0 1 16,2-1 1-16,1 1-2 16,2-1 2-16,5-1-1 15,2 2 1-15,3-3-1 16,2 2 0-16,2-3 0 16,-4 1 1-16,-2-1-1 15,0 1 0-15,-8 0 0 16,-2-1 0-16,-1 4 0 15,-4-1-1-15,1 1 1 16,-1 0-1-16,3 0 2 16,0 0-1-16,5 0 0 15,5 0 0-15,6 0 0 16,1 0 0-16,7 0 1 16,3 0-2-16,3 0 2 15,-2 1-2-15,-1 2 0 16,1 1 1-16,-4 0-7 15,-7 2 0-15,-2-1 0 16,-1 2 4-16,-2-3 3 16,2 2 0-16,1-4 2 15,5 0-3-15,6-2 1 0,4 0 0 16,3 0 1 0,3 0 0-16,4 0-1 15,0 0 1-15,3 0-1 16,0 0-1-16,0 0 0 15,0 0-1-15,0 0-39 0,1 0-56 16,8 0-18-16,0 0-77 16,3 0-252-16</inkml:trace>
  <inkml:trace contextRef="#ctx0" brushRef="#br0" timeOffset="98383.51">21892 2473 647 0,'0'0'89'0,"-2"0"42"16,-20 0-13-16,-7 3-93 16,-11 12 1-16,-8 4 0 15,-3 4 1-15,-3 3-7 16,3-4 10-16,8 0-15 15,9-2-7-15,14-2-5 16,14-3-3-16,6-1-2 16,23-1 2-16,19 1 0 15,18-1 1-15,9-2 0 16,7 1 0-16,-2 0-1 16,-9 0-1-16,-11 0 0 15,-18 0 1-15,-18 2-1 16,-15 0 7-16,-3 2 31 15,-26 1 11-15,-10 0 0 16,-7-2-19-16,-2 0-11 0,-1-2-11 16,6-8-2-16,8-2-3 15,7-3-3-15,9 0-16 16,6 0-9-16,9-12-25 16,1-7-38-16,11 2-11 15,15-6 21-15,10 0-9 16,6-1 42-16,4 3 33 15,1 3 7-15,-3 3 4 16,-7 6 2-16,-9 3 1 16,-3 2 0-16,-8 2 8 15,-5 2 16-15,-1 0 10 16,-2-1 19-16,1-1 6 16,3-2 0-16,3-2-16 15,3 2-23-15,2-3-13 16,1 2-5-16,1-2-2 15,3-1-1-15,-3 1 3 16,1-2-2-16,-3 1 1 16,-1 0 0-16,-5 1 2 15,-1 0 6-15,-6 3 11 16,-4-2 10-16,-3 4 11 16,-1 0 4-16,0 0-15 15,0 1-8-15,0-2-7 16,-2 0-8-16,-9 2-6 15,-4 1-4-15,-4 0-5 16,-6 7-2-16,-4 8 1 16,-3 6 5-16,1 6 1 15,3 0 0-15,5 0-1 16,6-2-1-16,5-2 0 16,11-4 0-16,1-4 0 0,0-4-6 15,13-4-7-15,4-5 5 16,6-2 7-16,3 0 5 15,-1-9 2-15,-2-8 1 16,0-2-2-16,-3-4-2 16,-4 0 1-16,-4-1 0 15,-4 2 0-15,-2 4 1 16,-4 3 0-16,-1 5 0 16,-1 7-1-16,0 3 1 15,0 0 2-15,0 11-8 16,0 9 4-16,0 3 5 15,5 1 9-15,3 1-1 16,2-3 0-16,2-6-3 16,-1-2-7-16,2-6 0 15,-2-3-4-15,1-5-21 16,1 0-21-16,0 0-36 16,0-8-64-16,2-7-84 15,-4-1-111-15</inkml:trace>
  <inkml:trace contextRef="#ctx0" brushRef="#br0" timeOffset="99215.34">22548 2662 691 0,'0'0'116'0,"0"0"62"15,22 69-34-15,-13-44-41 0,3-2-21 16,-3-7-26-16,0-2-23 15,-2-4-9 1,-1-5-7-16,-2-2-7 0,-2-3-4 16,0 0 4-16,0-13 16 15,-1-6-6-15,2-8-18 16,-3-3-11-16,0-4-6 16,0 3-8-16,0 4 1 15,0 4-2-15,0 6 7 16,0 9 14-16,0 4 1 15,3 4-4-15,3 0-11 16,2 6 8-16,3 8 8 16,0 3 8-16,2 1 7 15,0-1 3-15,-2-2-2 16,1-1-3-16,-3-5-3 16,-1-3-3-16,1-4-2 15,-3-2 0-15,1 0 2 16,2-7 1-16,0-6-2 15,-1-6-6-15,3-2-5 16,-2 0-4-16,0 3 0 16,-3 3-2-16,-1 2 3 15,-1 6 5-15,0 0 1 16,-3 6 1-16,2 1-3 16,2 0-4-16,1 0-2 15,1 9 7-15,0 4 0 16,4 1 1-16,0 3 2 15,1-3 2-15,0 2-1 16,3 0 3-16,0-4-2 0,4 2 3 16,2-5-1-1,0-1 0-15,2-6 3 0,-1-2 2 16,4 0-1-16,-2 0 2 16,2-9-1-1,0-7-2-15,-2-3-2 0,-1-5 0 16,-3 1 0-16,-4-2 3 15,-2-2-1-15,-4 3-1 16,-7 4-3-16,0 0 0 16,-3 8-2-16,0 2 0 15,-1 8 1-15,-14 2-4 16,-3 4-1-16,-1 12-1 16,-2 8 1-16,4 4 2 15,3 4 0-15,6-2 1 16,8 2 1-16,0 0-1 15,0-5-1-15,16-4-13 16,2-5-42-16,-1-3-56 16,0-7-110-16,-2-7-253 15</inkml:trace>
  <inkml:trace contextRef="#ctx0" brushRef="#br0" timeOffset="99781.92">23861 2371 663 0,'0'0'136'16,"18"74"10"-16,-4-27-14 16,-3 5-38-16,1-1-29 15,-1-5-20-15,-2-6-28 16,3-9-13-16,-7-5-2 16,1-7-1-16,-1-7-34 15,-5-5-53-15,0-7-69 16,0 0-96-16,-14-5-149 15</inkml:trace>
  <inkml:trace contextRef="#ctx0" brushRef="#br0" timeOffset="100461.28">23660 2513 766 0,'0'0'95'0,"0"0"51"15,97-38-66-15,-52 23-32 16,1-2-16-16,2 3-9 16,-3 1-5-16,-4 5 1 15,-5 8-6-15,-4 0-13 16,-3 8 1-16,-2 14 8 16,-5 5 15-16,1 6-3 15,0 2-4-15,-3-1-6 16,0-1 2-16,0-3-4 15,3-5-3-15,-4-3-1 16,1-7-3-16,0-6 0 16,-3-2 0-16,-1-5 1 15,-1-2 1-15,0 0 1 16,-1-13 0-16,1-5-2 16,-2-2-6-16,-1-2-4 15,-1 2-2-15,-2 1-4 16,-1 6 2-16,-3 3 3 15,-1 5-1-15,1 2 3 16,-2 3-1-16,1 0-5 16,2 4 3-16,0 7 8 15,4 3 3-15,-2 0 1 16,3-1 1-16,1-1 3 16,0-1 5-16,0-1 0 15,1-1-2-15,-2-3-4 16,2-2-1-16,-3-2-3 0,2-2-1 15,1 0-1-15,-2-7 4 16,2-6-7-16,0-3-8 16,-1 0-1-1,1 1-2-15,-3 0-3 0,-1 2 5 16,1 5 4-16,-3 4 3 16,-1 4-1-16,0 0-1 15,1 3-2-15,-3 9 9 16,0 7 9-16,-2 0-3 15,-1 4-3-15,-1-3-2 16,0-1-6-16,0-4-35 16,0-7-110-16,0-6-135 15,0-2-198-15</inkml:trace>
  <inkml:trace contextRef="#ctx0" brushRef="#br0" timeOffset="101333.6">24765 2391 1014 0,'0'0'31'15,"0"0"62"-15,0 0-72 16,0 0-24-16,-17-10-41 16,17 14-90-16,0 12-45 15,0 3 22-15,13 4-54 16,5 2 8-16,1 2 94 15,4-1 90-15,0-1 69 16,-1-1 83-16,0 0 17 0,-3-7 1 16,-3-1 2-16,-4-6-28 15,-4-1-10 1,-2-6-25-16,-3-3-30 0,1 0-6 16,-1 0 11-16,4-11-8 15,-1-6-45-15,2-2-10 16,3-4-1-16,-2 4-6 15,2 3-14-15,-3 4 2 16,2 4 6-16,1 4 1 16,-3 4 2-16,4 0-3 15,-2 0-1-15,2 10 9 16,0 3 3-16,0 3 0 16,1-2 5-16,-1 0-3 15,1-3-1-15,1 1 1 16,1-5 2-16,3-1 1 15,1-2 2-15,0-4 0 16,4 0-1-16,0 0 0 16,3-4-1-16,-1-6-3 15,1-5 1-15,-2-1 1 16,0-3 0-16,-4-1-2 16,-2 0 4-16,-6-1 3 15,-2 0 1-15,-7 1-2 16,-3 2 2-16,0 1 0 15,-3 3-3-15,-12 3-9 16,-1 6-6-16,1 5-8 16,-1 0-3-16,-2 2-6 15,5 16-4-15,3 3 1 16,5 3 1-16,3 3 12 16,2 4 9-16,6-1 4 0,15 5 1 15,4 2 4 1,5-1 5-16,1 4 6 0,2 0 19 15,-4-1 13-15,0-2 10 16,-9-4-3-16,-1-4 2 16,-8-6-9-16,-2-4-5 15,-8-6 4-15,-1-4-4 16,-8-2-2-16,-17-4-6 16,-7-3-7-16,-8 0-17 15,-3 0-5-15,-2-1-7 16,4-13-19-16,5-1-20 15,6-1-18-15,7-2-30 16,8-4-48-16,5 1-140 16,10-5-222-16</inkml:trace>
  <inkml:trace contextRef="#ctx0" brushRef="#br0" timeOffset="101999.48">26172 2089 908 0,'0'0'89'0,"-68"113"45"15,40-42-44-15,8 4-27 16,9 0-15-16,6-3-15 15,5-4-19-15,0-6-7 16,15-9 2-16,8-6-7 16,3-8-6-16,6-6-17 15,2-7-65-15,4-10-113 16,1-8-136-16,3-8-403 0</inkml:trace>
  <inkml:trace contextRef="#ctx0" brushRef="#br0" timeOffset="102732.36">26702 2571 706 0,'0'0'35'15,"0"0"24"-15,0 0-53 16,-85-20-5-16,50 20 1 16,2 15 1-16,0 6-1 15,4 3 0-15,4 0 5 16,11 0 2-16,4-2 2 16,10-6 6-16,0-3 16 15,4-2 19-15,12-3 4 16,5-4 15-16,2-4-19 15,1 0-7-15,-1 0-8 16,0-16-8-16,0-4-15 16,-4-4-10-16,-2-6-1 15,-2-3-4-15,-4-6-6 16,-5-4-13-16,-2-6-10 16,-4-4-2-16,0-3 0 15,0 3-7-15,-10 3 6 16,-7 10 12-16,0 8 18 15,-1 13 10-15,-2 14-1 16,1 5-6-16,3 16-1 16,5 17 3-16,8 12 23 0,3 9 12 15,0 4 13-15,19-1 9 16,7 0-5-16,5-6-4 16,3-8-2-16,2-7-14 15,-3-8-7-15,0-8-15 16,-5-8-4-16,-1-4-4 15,-4-8 0-15,0 0 1 16,-5-10-7-16,-1-12-5 16,-4-4-5-16,-2-2-12 15,-3 3-6-15,-5-1-1 16,-2 9 5-16,-1 5 11 16,0 5 10-16,0 7 5 15,0 0 1-15,0 8-14 16,0 8 7-16,0 6 10 15,3 3 9-15,0 1 0 16,4-2-6-16,-3-4-5 16,0-3-2-16,1-3-22 15,-2-7-61-15,-3-7-98 16,1 0-124-16,-1-12-280 16</inkml:trace>
  <inkml:trace contextRef="#ctx0" brushRef="#br0" timeOffset="103286.22">26890 2315 1108 0,'0'0'44'0,"0"0"25"16,0 0-67 0,0 0-22-16,-6 4-54 0,15 11-22 15,11 3-82-15,6 1 54 16,4-1-28-16,8-3 44 15,1-2 58-15,4-3 47 16,-4-3 18-16,1-6 61 16,-2-1 9-16,-6 0 3 15,-5-8-26 1,-5-9 0-16,-5-4 4 0,-10-2-9 16,-4-5-10-16,-3-4 6 15,0-4-18-15,-3-2-8 16,-11-2-10-16,1 1-12 15,-6 2-2-15,2 6-2 16,-2 7 0-16,-2 9-2 16,0 15-2-16,-2 0-4 15,0 27-1-15,5 14 4 16,3 16 1-16,6 8 5 16,9 9 13-16,0 1 6 15,9 1 35-15,11-2 8 16,9-6 11-16,0-5-19 15,4-6-1-15,-4-7-8 16,1-4-12-16,-4-10-6 16,-10-9-8-16,-4-6-7 15,-5-7-9-15,-7-4-2 16,-3-6-2-16,-23-2-6 0,-9-2-12 16,-8 0-41-16,-5 0-20 15,-1-14-51 1,3-3-82-16,6-6-73 15,5-1-95-15</inkml:trace>
  <inkml:trace contextRef="#ctx0" brushRef="#br0" timeOffset="103463.7">27138 2638 875 0,'0'0'134'0,"0"0"26"16,113-46-102-16,-79 28-44 15,-3 0-10-15,-1 0-3 16,-4-3-48-16,-2-1-73 16,-2 0-93-16,0-2-50 15,-2-1-67-15</inkml:trace>
  <inkml:trace contextRef="#ctx0" brushRef="#br0" timeOffset="103752.47">27531 2155 434 0,'0'0'103'0,"0"0"38"16,0 0-8-16,-79-58-24 16,51 58-9-16,-1 11-46 15,0 18-33-15,2 10 21 16,4 12-7-16,7 6-4 16,10 5-3-16,6 4-7 15,0-3 8-15,16 0 6 16,4-5-3-16,5-3-5 15,-2-6-4-15,-3-4 1 16,-3-7-11-16,-2-7-7 16,-8-7-3-16,-3-7-2 15,-4-6-6-15,0-7-24 0,-13-4-24 16,-11 0-45-16,-11-11-175 16,-11-12-237-16</inkml:trace>
  <inkml:trace contextRef="#ctx0" brushRef="#br0" timeOffset="103925.29">27140 2538 964 0,'0'0'131'16,"85"-10"5"-16,-35 5-109 15,-4-1-22-15,-2-1-4 16,-4 0-21-16,-5 1-78 15,-6-3-127-15,-6 1-194 16</inkml:trace>
  <inkml:trace contextRef="#ctx0" brushRef="#br0" timeOffset="104551.37">27651 2613 731 0,'0'0'160'16,"0"0"-37"-16,0 0-54 16,0 0-2-16,78 1-3 15,-67-9-25-15,-4-3-18 0,-1-2-7 16,-4 0-9-16,-2-3-3 15,0 1-1-15,0-2-2 16,-16 2-10-16,-4 4-19 16,-3 1-24-16,-3 8-16 15,-1 2 3-15,3 0-6 16,2 11 19-16,8 5 3 16,1 4 21-1,10-1 16-15,3 2 14 0,0-3 3 16,9 0 1-16,8-5 10 15,7-2 20-15,4-2 23 16,1-2-13-16,2 0-3 16,0 0-11-16,-5-1-9 15,-3 2-1-15,-3-1 7 16,-5 0-9-16,-2-2 3 16,-8-1 4-16,0 0 0 15,-4-1-2-15,-1-3 4 16,0 0 12-16,0 0 9 15,0 0-8-15,-7-8-28 16,1-7-6-16,-2 0-1 16,5-5 1-16,0-1-4 15,3-1-2-15,0 1-3 16,0 2-3-16,0 3 0 16,13 4-2-16,3 0 6 15,2 2-8-15,3 0-20 16,-1 4-18-16,0 0-51 15,-2 2-114-15,-6 1-150 16,-3 2-265-16</inkml:trace>
  <inkml:trace contextRef="#ctx0" brushRef="#br0" timeOffset="105369.25">28126 2615 708 0,'0'0'81'0,"0"0"28"16,0 0-30-16,0 0-3 16,39-36-31-16,-35 23-32 15,-1-2-9-15,-3-1-4 16,0 0-6-16,0 0-6 16,0 4-1-16,-6 1-4 15,-8 6-17-15,-2 5-11 16,-4 0-39-16,0 9 50 15,2 10 30-15,1 5 2 16,4 1 6-16,7 1 9 16,3-2 11-16,3-3 15 15,0-3 15-15,4-4 8 16,8-3 8-16,3-2-9 0,2-3-8 16,3-6-11-1,-2 0-14-15,3 0-9 16,-1 0-7-16,1-8-6 0,-1-5-4 15,0-1-6-15,-3-2-5 16,0 0-3 0,-3 4-1-16,0-1-6 0,-4 3 3 15,-1 5 8-15,-3 4 0 16,-1 1-5-16,-3 0-6 16,-2 5 9-16,0 8 12 15,0 0 9-15,0 0 2 16,0-1-1-16,0-4 5 15,0-2-3-15,0-1-1 16,0-4 4-16,0-1 0 16,0 0-4-16,0 0 11 15,10-7 5-15,2-4-17 16,5-3-11-16,-1-1-10 16,4-2-4-16,0 5 0 15,-1 1 2-15,1 2 1 16,-1 5 1-16,-3 4 2 15,-1 0 0-15,-3 0-2 16,-2 10 5-16,-1 2 0 16,-2 2 3-16,-2 1-4 15,-1-1-18-15,-3-1-27 16,1-2-78-16,-2-3-116 16,0-2-153-16</inkml:trace>
  <inkml:trace contextRef="#ctx0" brushRef="#br0" timeOffset="105827.91">28699 2085 652 0,'0'0'114'16,"0"0"-39"-16,0 0-13 15,0 86 59-15,7-30-26 16,8 9-23-16,-1 2-20 16,3-3 4-16,1-3-18 15,-2-9-22-15,-6-7-12 16,-1-9-2-16,-8-10-1 15,-1-4-17-15,0-9-29 16,-1-8-50-16,-14-5-55 16,-5 0-126-16,-4-13-319 15</inkml:trace>
  <inkml:trace contextRef="#ctx0" brushRef="#br0" timeOffset="105981.01">28549 2342 827 0,'0'0'49'0,"78"-15"54"0,-30 7-41 16,6-3-50-16,0-1-10 15,-6-3-50-15,-4 0-176 16,-8 0-370-16</inkml:trace>
  <inkml:trace contextRef="#ctx0" brushRef="#br0" timeOffset="106905.84">29310 2566 832 0,'0'0'120'0,"0"0"39"15,0 0-74-15,0 0-15 0,0 0-9 16,51 67-27 0,-50-67-12-16,-1 0 0 0,0 0-2 15,2 0-8-15,0 0-2 16,1-8 0-16,3-4-10 16,3-6-18-16,1-4-5 15,4-3-5-15,2 1-21 16,3 1-30-16,-2 5 26 15,1 3 19-15,-1 7 12 16,-2 5 15-16,-3 3 3 16,0 0 0-16,-3 8-7 15,-1 6 9-15,-1 2 7 16,-2 2 2-16,-1-1 4 16,2 0 7-16,0-2-1 15,1-3-1-15,-3-2-7 16,2 0-3-16,1-6 0 15,3-4 1-15,2 0 5 16,0 0 14-16,3 0-17 16,0-7-8-16,2-5-3 15,-4 3-3-15,0-2-3 16,-4 0-1-16,-3 3-5 16,-2 3-5-16,-1 2 0 15,-2 1 2-15,5 2 1 16,-3 0-5-16,0 0-2 15,3 10 17-15,1 1 2 16,0 3 3-16,3-1 0 16,2-3 1-16,2 0 0 15,-1-1 1-15,3-2 2 16,0-2 4-16,1-1 1 16,-4-4 7-16,3 0 0 0,-1 0-1 15,-4 0 4-15,2 0 6 16,-4-8-7-16,-2-1 1 15,-3-3-1-15,-4-3 4 16,0 2 10-16,0-5-10 16,-17 2-14-16,-6 0-8 15,-3 2-8-15,-7 1-9 16,-2 3-7-16,-1 6-17 16,1 1-35-16,2 3-22 15,6 0-87-15,5 0-69 16,10 0-117-16</inkml:trace>
  <inkml:trace contextRef="#ctx0" brushRef="#br0" timeOffset="107196.1">30103 2211 826 0,'0'0'90'0,"7"89"28"16,-3-36-35-16,1 4-11 16,2-5-25-16,3-1-35 15,0-5-9-15,2-11-1 16,-2-6-2-16,-3-6-14 15,-1-9-32-15,-6-5-41 16,0-8-103-16,-3-1-129 16</inkml:trace>
  <inkml:trace contextRef="#ctx0" brushRef="#br0" timeOffset="107991.26">29951 2342 826 0,'0'0'98'0,"0"0"36"0,116 0-81 15,-67 0-16-15,-1 0-12 16,-2 6-20-16,-4 3-4 16,-6 3 0-16,-7-4-2 15,-9 0-1-15,-3 0 1 16,-10-1-3-16,-4-1-4 15,-3 0 6-15,0 3 1 16,-1 3 3-16,-16 2 0 16,-1 1-2-16,-2 2-1 15,0-1-1-15,4-1-5 16,4-2-1-16,7-1-2 16,2-4-1-16,3-3-2 15,0 0-3-15,0 1 5 16,0-3 0-16,8-3 4 15,1 0 3-15,1 0 5 16,3-2 4-16,0-7-2 0,0 0-2 16,0-1-1-1,-3 3 0-15,-1 1 0 16,1 1 0-16,-4 4-1 16,0 1 0-16,0 0 2 0,0 0-2 15,0 3 5 1,3 8 8-16,0-2 3 0,2 3-8 15,2-1 1-15,4-3 3 16,1-1 14-16,2-3-9 16,3-3-11-16,-4-1-4 15,1 0 3 1,-4-5-7-16,0-10-21 0,-4-4-18 16,-4-2-40-16,-5-9-72 15,-3-3-19-15,0-7-27 16,0-3-3-16,-4-5 37 15,-6 1 79-15,1 2 42 16,0 6 44-16,2 7 109 16,3 12-13-16,3 7-18 15,1 7 43-15,0 6-38 16,0 7-53-16,0 16 35 16,8 7 32-16,5 7-37 15,7 6 19-15,-1 4 7 16,6 2 1-16,-1 0-26 15,-2-4-25-15,-5 0-23 16,-4-7-6-16,-3-4-4 16,-7-8-2-16,-3-5-29 15,0-7-47-15,0-4-54 16,-10-8-47-16,-7-2-162 16</inkml:trace>
  <inkml:trace contextRef="#ctx0" brushRef="#br0" timeOffset="108259.82">30461 2346 883 0,'0'0'110'15,"85"-4"17"-15,-30 4-61 16,-3 0-12-16,0 7-2 15,-3 13-23-15,-7 0-17 16,-9 5-7-16,-8 0 2 16,-7 2 1-16,-9-1-5 15,-4 1-2-15,-5-7-7 16,0 0-12-16,-2-5-25 16,-9-2-57-16,-1-9-90 15,2-4-161-15</inkml:trace>
  <inkml:trace contextRef="#ctx0" brushRef="#br0" timeOffset="108421.29">30900 2285 985 0,'0'0'-44'0,"0"0"21"16,0 0-54-16,0 0-118 15,0 0-10-15,84-15-59 16</inkml:trace>
  <inkml:trace contextRef="#ctx0" brushRef="#br0" timeOffset="109005.96">31108 2459 542 0,'0'0'84'15,"0"0"48"-15,0 0-64 16,0 0-38-16,-34 83-6 16,32-69 2-16,2 0 4 15,0-5 1-15,0-1-10 16,9-4 4-16,4-4 2 16,0 0 3-16,0 0-12 15,1-4-13-15,-1-9-4 16,2-2-11-16,-5-4-3 15,-1-1-1-15,-4-2-4 16,-2-1-33-16,-2 0-15 16,-1 4 17-16,0 3 17 15,0 4 20-15,0 7 11 16,3 5 11-16,3 0 7 16,0 4-19-16,5 11 42 15,1 4 8-15,1 0-2 16,0-1-3-16,2-2 2 15,-1-2 4-15,-1-3 8 16,-2-3-19-16,0-2-12 16,-3-1-10-16,1-2-6 15,-1-2-3-15,1-1-1 16,-3 0-1-16,0 0-4 16,1 0-4-16,-4 0 3 15,-2 0-3-15,-1 0 0 16,0 0 1-16,0 0-1 0,0 3 4 15,0 2-8 1,0 0 6-16,0 2 1 0,3 0 0 16,0-2-1-16,0 2 0 15,1-4-9-15,-2 0-18 16,-2-2-39-16,0-1-67 16,0 0-125-16,-9 0-221 15</inkml:trace>
  <inkml:trace contextRef="#ctx0" brushRef="#br0" timeOffset="109516.93">31320 2529 661 0,'0'0'116'0,"0"0"33"15,0 0 6-15,0 0-59 0,52-54-31 16,-40 44-33-16,1 1-17 16,0 2-10-16,2 5-4 15,0 2 0-15,0 0 2 16,4 2 1-16,-2 11 7 15,-3 5 11-15,1 1-3 16,-1 3-5-16,-5-1 1 16,1-1-7-16,-3-4-4 15,-1 0-3-15,-3-4 2 16,0-3-16-16,-2-1-17 16,1-6-48-16,-2-2-82 15,0 0-127-15,0-10-164 16</inkml:trace>
  <inkml:trace contextRef="#ctx0" brushRef="#br0" timeOffset="109873.5">31501 1785 645 0,'0'0'24'15,"0"0"130"-15,111 112-5 16,-65-54-27-16,-4 6-33 0,-3 9-24 16,-9 3-10-1,-8 3-6-15,-6 1-9 0,-12-6-2 16,-4-3 4-1,0-8-12-15,-7-9-3 16,-14-8-7-16,-7-7-12 16,-5-7-4-16,-8-3-11 0,-9-4-25 15,-2-2-50-15,-5-5-86 16,0-5-171-16,-1-7-417 16</inkml:trace>
  <inkml:trace contextRef="#ctx0" brushRef="#br0" timeOffset="113069.97">21415 3002 575 0,'0'-5'72'0,"-8"5"-8"15,-8 0-59-15,-7 0 1 16,-6 17 5-16,-2 8 7 16,-3 9 5-16,0 12 12 15,2 6-6-15,2 14-1 16,2 9-11-16,4 8 3 16,2 9 28-16,3 6 3 15,2 1-17-15,8 1-11 16,3 1 17-16,6-4-6 15,0-1-13-15,0-5 10 16,12-4 3-16,5-7-5 16,-1-5-7-16,0-8-4 15,-3-6-6-15,0-8-4 16,-3-5 3-16,-5-6 1 16,-1-5-1-16,-3-4 1 15,-1-6-3-15,0-4-1 16,0-5 1-16,0-5-1 15,0-5 0-15,0-4 0 16,0-2 11-16,-1-2 6 16,-3 0-1-16,-1 0-7 15,-5-6-10-15,0-7-5 16,-2-3-1-16,-3-1-1 16,0-1-2-16,-1 1-1 15,0-1 3-15,2 7-1 16,2 1 0-16,0 0 0 0,3 5 0 15,1 1 0 1,3 0-1-16,2 2 2 0,1 1 1 16,1 1-1-16,1 0-1 15,0 0-3-15,0 0-3 16,0 6-3-16,4 10 3 16,5 3 8-16,3 5 0 15,2 1 0-15,-1-2 0 16,0-1 0-16,-2-5 2 15,-2-4 2-15,-2-7 0 16,-1 0 4-16,-3-3 2 16,0-3 1-16,1 0 3 15,5-3 9-15,5-14 4 16,5-7-4-16,7-6-12 16,6-2-7-16,1-6-2 15,3 5-2-15,-3 1 0 16,-4 4-4-16,-2 4-21 15,-6 2-38-15,-1 6-44 16,-7 3-89-16,-5 2-174 16,-4 0-313-16</inkml:trace>
  <inkml:trace contextRef="#ctx0" brushRef="#br0" timeOffset="114871.61">3417 5948 298 0,'-2'0'113'16,"1"0"-25"-16,1 0 6 16,0 2-26-16,0 7-27 15,0 5-14-15,0 2 39 16,5 3-5-16,1 0 18 16,2-1-11-16,-3-3-31 15,-1-5-9-15,-1-2 8 16,3-6-11-16,3-2-5 15,8-1 8-15,9-28 28 16,10-17 12-16,11-21-21 16,9-20-32-16,9-16-14 15,5-13-3-15,7-12-49 16,2-1-78-16,-3 6-73 16,-8 13-222-16</inkml:trace>
  <inkml:trace contextRef="#ctx0" brushRef="#br0" timeOffset="116124.58">20474 6068 811 0,'0'0'38'0,"0"0"42"15,0 0 30-15,13 35-27 16,-5-20-13-16,0 1-10 16,1-4-12-16,0-1-8 15,0-1-3-15,3-4-4 16,0-2-5-16,7-4-5 15,6 0 5-15,10-14 3 16,10-15-5-16,10-14-8 16,10-17-8-16,10-17-8 15,5-20-6-15,8-11-50 16,-2-4-45-16,-4 3-112 16,-17 12-224-16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43:06.85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9553 4595 141 0,'0'0'20'0,"0"-3"11"16,0 3-3-16,0-1-7 16,0 1 9-16,0 0 6 15,0 0-9-15,0 0-6 16,0 0 12-16,0-2-4 16,0 2-10-16,0 0-4 15,0-1-7-15,0 1-1 16,0 0 4-16,0 0 10 15,2 0-11-15,-2 0-8 16,0 0-1-16,0 0 1 16,0 0 2-16,0 0 4 15,0 4 4-15,0 5 29 16,0 0-28-16,0 1-7 16,0 2-4-16,0 0-1 15,0 1 0-15,1 0 0 16,1 2-1-16,-1-2 2 15,-1 6-3-15,1-3 2 16,-1 3-1-16,0 2 0 16,0-1-1-16,0 3 2 15,0-2-1-15,0 1 0 16,0-2-3-16,0-3 0 16,0 1 2-16,-1 0-2 15,1-2 1-15,-1 1-2 16,1 0-4-16,-2 0-4 15,-1 2 1-15,0 0 2 16,-1 0 8-16,2-2 2 16,-1-2-1-16,2-3-3 0,1-3 2 15,0 1 0-15,0-1 1 16,0 4-4-16,0-1 2 16,0 0 2-1,0 0 1-15,0 2-1 0,0-2-9 16,0-1 1-16,3-1-4 15,-2 2-8-15,1 2 11 16,-1-1 9-16,1-2 5 16,-1 1-1-16,1-3-5 15,-1 2 3-15,-1 0-2 16,2-1 0-16,-2 1 0 16,1 1 2-16,-1-5-2 15,2 5 0-15,-1-4 0 16,0 1 1-16,1 1 0 15,2-2 3-15,-3 0 22 16,1 0-24-16,1 0 0 16,0-4 0-16,0 3 0 15,-2-3-2-15,2 0 2 16,0 2 2-16,0-2-3 16,-2-1-1-16,2 1 9 15,3-2 7-15,-5 2-16 16,4-1 0-16,-3 0 1 15,1 0 0-15,2 0-1 16,-2-1-5-16,5 0-1 16,-4-1 2-16,4-1 0 15,1 1-4-15,-1 0 10 16,2-1-4-16,0 0 0 16,1 0 3-16,0 0 0 0,-1 0 1 15,2 0-2 1,-4 0 1-16,3 0-1 0,-3 0 0 15,4 0 0-15,-2 0 0 16,0 0 0-16,0 0-1 16,0 0 1-16,0 0 1 15,3 0-1-15,-1-1-3 16,5 0 3-16,-1-2-4 16,1 1 4-16,1-1 0 15,-1 3-1-15,2 0-4 16,-3 0 6-16,-1 0-1 15,0 0 3-15,-1 0-2 16,-1 0-3-16,1 0 2 16,-2 0-4-16,2 0 0 15,1 0 11-15,0 0 3 16,5 0-16-16,3 0 4 16,-1 0 7-16,4 0 18 15,4 0-18-15,-2 0-3 16,0 0-1-16,1 0-1 15,2 0 1-15,-1-3 1 16,0 2-3-16,-1-2 1 16,1 1 0-16,-2 1 1 15,1 1-2-15,-2 0 2 16,-2 0-1-16,1 0 0 16,-3 0 0-16,1 0 0 15,1 0 1-15,-6 0-2 16,2 0 1-16,-2 0 0 15,2 0-1-15,-3 1-1 16,1-1-4-16,0 3 5 0,2-1 2 16,-2-1-2-16,6 0 2 15,-1 1-1-15,1-2 1 16,0 0-2-16,1 0 2 16,-1 0-1-16,3 0 0 15,-1 0 1-15,-1 0-2 16,-1 0 2-16,-3 0-1 15,-1 0 1-15,-1 0-2 16,-4-2 2-16,-1 1-1 16,-5 1 2-16,-1 0-4 15,-2 0 4-15,0 0-4 16,-3 0 8-16,1 0-6 16,-1 0-2-16,0 0 1 15,2 0 2-15,0 0-3 16,1 0 3-16,0 0-2 15,2 0 2-15,1 0 1 16,-1 0-2-16,1 0 0 16,1 0 4-16,1 0 6 15,2 0-1-15,-1 0 8 16,2 0 12-16,2 0-12 16,0 0-15-16,-2 0-2 15,1 0 0-15,-2 0 2 16,3 0-1-16,-2 0 0 15,2 0-2-15,-2 0 1 16,-1 0 0-16,-1 0 0 16,-1 0 0-16,2 0-1 15,-1 0 1-15,0 0 1 16,0 0-1-16,-1 0 0 16,2 0 0-16,-1 0 0 15,3 0-1-15,-3 0 0 0,4 0 1 16,-2 0-1-1,2-1 2-15,-1-1-1 0,1 1 1 16,3-1-1-16,-2 0 1 16,4 0-1-16,-2 0-1 15,0 2 1-15,0-1 0 16,-1 1-1-16,1 0 1 16,-3 0 1-16,1-2-1 15,-2 1 0-15,1 0 0 16,-1-1 0-16,-1-1 1 15,0 2-1-15,0-2 0 16,-1 2 1-16,-1-1-2 16,-1 0 1-16,-1 2 0 15,-2-2 1-15,2 1 0 16,1-2 1-16,0 2 0 16,1-2 1-16,0 2 2 15,0-1 2-15,0 1 8 16,-2 1-9-16,2-2-6 15,-3 1 2-15,2 0 0 16,-2-1 3-16,2 1 1 16,0 0 1-16,2-1 8 15,0 2 10-15,-1 0-3 16,0 0-2-16,1 0-13 16,-3 0 1-16,1 0 0 15,-3 0-4-15,0 0 4 16,-3 0 16-16,1 0-6 15,-3 0-6-15,0 0-2 16,-1 0-5-16,0 0-4 16,-1 0-1-16,-2 0-2 0,0 0-24 15,0 0-45-15,-12 0-62 16,-4-2-185-16</inkml:trace>
  <inkml:trace contextRef="#ctx0" brushRef="#br0" timeOffset="2888.4">9521 4579 137 0,'0'0'55'0,"0"0"14"16,0 0-14-16,2 0 1 15,1 0-13-15,1 0-17 16,2 0 1-16,-3 0 2 16,1 0-6-16,2 0-5 15,1 0-3-15,-1 0 6 0,1 0 26 16,3 0-30-16,-1 0-12 15,2 0-3 1,-1 0-1-16,6 0 1 0,-4 0-1 16,5 0 2-16,2 0-2 15,3 0 2-15,-2 0 0 16,2 0 0 0,1-2-3-16,-3 1 0 0,0 1 0 15,0 0 0-15,-4 0-1 16,3 0 1-16,0 0-2 15,-3 0 1-15,1 0-1 16,-1 0 1-16,2 0 0 16,-1 0-1-16,1 0-4 15,1-1-4-15,-2-1 7 16,1 1 3-16,-1-1 1 16,0 2-1-16,-1 0 0 15,1-1 1-15,1 0 0 16,2-1 1-16,0 1 0 15,-2 0-2-15,2-3 1 16,0 3-1-16,-2-2 0 16,-1 3-2-16,0-3 3 15,2 2-1-15,4-1 1 16,-3 1 5-16,8-1 0 16,1 0-6-16,1 0 0 15,3 0 1-15,0-1 2 16,5-1-2-16,-1 1 1 15,-1-3 0-15,1 5-1 16,0-3 4-16,-2 0-5 16,2 2 3-16,-2-3 0 15,3 1 3-15,-1 0-1 16,-2 0 1-16,4 0 5 0,-5 0 0 16,2 4-8-1,-1-1-2-15,0-2 0 16,0 3 0-16,-2 0-1 15,3 0 2-15,-3-3-2 0,-1 2 1 16,1 1-1-16,-1-2 0 16,-1 1 1-16,-2 0-1 15,0-1 2-15,-1 1-4 16,-2-3 2-16,0 3 2 16,-2-2-2-16,2 1 0 15,-3-1 0-15,-1 2 0 16,-3 1 0-16,-3-3 0 15,0 3-3-15,-5 0-3 16,-1 0 0-16,-4-1 4 16,1 1 2-16,-2 0-1 15,1 0 0-15,-1 0 1 16,1 0 1-16,1 0-2 16,1 0 1-16,4 0-1 15,0 0 1-15,4 0 0 16,1 0 0-16,3 0 0 15,1 0 0-15,0-1 0 16,2 1 0-16,0 0-1 16,-1 0 1-16,1 0 0 15,0 0 0-15,-4 0 1 16,3 0-2-16,-3 0 1 16,-2 0 0-16,-1 0 0 15,-2 0 0-15,-2 0 0 16,-1 0 0-16,0 0 0 15,0 0 0-15,-2 0 1 16,1 0-1-16,1-2 0 0,1 1 0 16,1-1 0-16,-2 2-1 15,1 0 1-15,2 0 0 16,-3 0 0-16,1 0 1 16,-3 0-2-16,0 0 1 15,-2 0 0-15,2 0 0 16,-4 0 0-16,3 0 0 15,-1 0 0-15,-2 0 0 16,3 0 0-16,-2 0-1 16,0 0 2-16,-1 0-1 15,1 0 0-15,1 0-1 16,-2 0 1-16,0 0-1 16,-2 0 1-16,0 0-1 15,0 0 0-15,0 0 1 16,3 0 0-16,-5 0 0 15,3 0 1-15,-1 0-1 16,-1 3-1-16,-1 0-4 16,-1 0 1-16,0-1 9 15,0 3-2-15,0-1-3 16,0-1 1-16,0 1-2 16,2-3 1-16,1 2 0 15,0-1 1-15,0 0 0 16,-2 2 0-16,0 3-1 15,2-3 1-15,-3 1 3 16,0 2 1-16,0 1 1 16,0-3-4-16,0 1-2 15,0 0 1-15,3 0 0 0,-3-2-2 16,0 2 1 0,1 1 1-16,-1-3 0 15,0 0 1-15,0 0-2 0,0 1 0 16,0 1 1-16,0-2-1 15,0 1 0-15,0 2 0 16,0 1 0-16,0 2 1 16,0 0-1-16,0 1 0 15,0 1 5-15,0 1-4 16,0-2-1-16,0 3 4 16,2-1 57-16,1-3-43 15,0 0-18-15,-2 0 2 16,1-1-2-16,-1-1 2 15,-1 0-1-15,0 0 0 16,2-2 0-16,-1 1-1 16,-1-1 0-16,1 0 0 15,2 1 0-15,-3-2 0 16,3 3 0-16,-3-1 1 16,2 2-2-16,1 5 1 15,1 0 0-15,-1 1-1 16,-2 0 7-16,2-2 19 15,1 1-25-15,-2-4 0 16,-1 1 0-16,1-3 2 16,-2 0-1-16,3 0-1 0,-2 0 0 15,1 3 0 1,2 0-1-16,0 2 1 16,0 2 0-16,-1-1 6 0,0 1 17 15,0 0-24 1,-1 2 0-16,-1 4-2 15,-1 0-6-15,2-2 3 0,-1 2 8 16,3-2 1-16,-1-3-2 16,3-2-3-16,0-2 1 15,-2 0 0-15,3-3 2 16,-2 3 5-16,-1-5-6 16,0 2 0-16,-2-4 0 15,-1 2 1-15,-1 1-1 16,0-3 0-16,0 3-1 15,0 0-2-15,0 2-4 16,0 4-6-16,0 0 4 16,0 2 5-16,-1 1 4 15,-1-2 10-15,1 0-4 16,1-7-8-16,0 0 1 16,0-4 1-16,0-1 0 15,0 1-1-15,0 0 1 16,0 0 0-16,0-1 0 15,0 0 0-15,1-1 0 16,-1 0-1-16,2-2 2 16,-2 0-2-16,1 0 2 15,-1 0-4-15,0 0-27 16,0-6-59-16,0-7-150 16,0-5-239-16</inkml:trace>
  <inkml:trace contextRef="#ctx0" brushRef="#br0" timeOffset="5023.78">12476 4556 92 0,'-1'0'4'16,"1"-3"1"-16,0 2 28 0,0-1 7 15,0 1 15-15,0-1 6 16,0 1-5-16,0 0-17 16,0-1-3-16,0 2 12 15,0 0 1-15,0 0-32 16,0 0 5-16,0 0 3 16,0 0-6-16,1 4 3 15,2 6-3-15,-1 1-8 16,-1 3-6-16,-1 0-1 15,0 5-2-15,2 0 0 16,-1 3-2-16,1 0-5 16,1 2 4-16,0-1 2 15,0-2 1-15,2-1 4 16,-1-1-6-16,0 2-3 16,2 0 3-16,1 1 3 15,-1 1-1-15,1 0-3 16,1 2 0-16,-2 1-15 15,0-3 5-15,0-1 12 16,-1-2 1-16,-1-2-4 16,-2-1-18-16,-1 0 15 15,-1-2 6-15,0 3 1 16,0-3 11-16,0 1-3 16,0 0-13-16,0 2 3 15,0 0 0-15,2-2 0 16,0 0 2-16,0 1 3 15,-1-3-5-15,3-5-7 16,-1-3 8-16,2 3-1 16,-2-2 0-16,0 2 0 0,-1-2-1 15,1 3 2-15,-1 1 0 16,1-2 3-16,-2 1 20 16,3 1-25-16,-1-3-1 15,-3 0 3-15,2 0-1 16,-2 6 0-16,0 0 0 15,0-2-3-15,0 0 9 16,0 0 10-16,0-3-20 16,0-3-2-16,0-2 1 15,0 0-1-15,0 1 3 16,0-2 2-16,0-2 0 16,0 2 0-16,0-3 1 15,0 0 0-15,0 1 1 16,0-1-4-16,0 0-7 15,1 0 4-15,2 0 5 16,1 0 1-16,-1 0-4 16,2 0-1-16,-1 0-2 15,4 0 2-15,0 0 1 16,-1 1 4-16,3 0-1 16,3 1 5-16,-1 0 20 15,3 0-22-15,-3 1-3 16,4 1 1-16,-1-3 5 15,2 3 4-15,-3-1-10 0,3-2 2 16,-2 2 0 0,4-3 0-16,0 0-2 15,2 0 1-15,1 0 4 16,1 0 2-16,-1 0-4 16,1 0-2-16,1 0 2 0,1 0 0 15,-2 0 0 1,5 0 1-16,-1 1 0 15,0 2-1-15,2-2 0 0,0 2-2 16,0-3 1-16,3 2-1 16,-1-1 0-16,4 0 2 15,1-1-1-15,1 0 10 16,1 3-3-16,1-2-2 16,0 1-2-16,-2-1-2 15,3-1 1-15,-3 0-2 16,0 0 0-16,-1 0-1 15,0 0 1-15,-3 0-1 16,1 0 2-16,-3 0-3 16,-2 0 1-16,-1 0-1 15,-1 0 1-15,2 0 0 16,-2 0 0-16,1 0 0 16,-1 0 0-16,0 0 0 15,1 0 0-15,1 0 0 16,2 0 0-16,0 0 1 15,2 0-1-15,5 0 0 16,-2 0 0-16,3 0-1 16,2 0 1-16,2 0 1 15,-1 0-2-15,2 0 1 16,0 0 1-16,2 0-1 16,-1 0 0-16,1 0 0 15,0 0 0-15,3 0 0 0,-1 0 1 16,4 0-2-1,-3 0 2-15,0 0 0 16,0-4-1-16,1 1-1 0,0 2 2 16,-1-2-2-16,-2-1 1 15,1 1 0 1,0-1 2-16,-4 2-2 0,1-2 0 16,-5-1-2-16,0 3 1 15,-4-3 0-15,-3 3 0 16,-3-1 1-16,-2 2-1 15,-2-2 0-15,-3 2-5 16,-6-2 0-16,-1 2 3 16,-4-4-1-16,-5 5 4 15,-3-2-3-15,-4 0 3 16,2 2 1-16,-2 0 2 16,0-1 1-16,0 0-1 15,0-1-3-15,0 1 0 16,0 0 0-16,0-1 0 15,0 0 1-15,-2 0-1 16,1 1 0-16,-1-2 1 16,-1 0 2-16,2 2 4 15,-3-2-1-15,-2-1 2 16,-3 0-8-16,-2-3-25 16,-5-1-120-16,-2-4-280 15</inkml:trace>
  <inkml:trace contextRef="#ctx0" brushRef="#br0" timeOffset="6925.39">12410 4460 192 0,'6'1'28'15,"2"1"4"-15,2-1-17 16,2-1 5-16,4 0 62 16,0 0-35-16,2 0-6 15,4 0-8-15,1 0-17 16,2 0-9-16,1-3-5 15,1 2-1-15,5 1 0 16,1-1-1-16,2-2 0 16,2 2 0-16,1-2 1 15,4 1-1-15,-5-2 1 16,1 4-1-16,-2 0 1 16,1 0-1-16,-2 0 0 15,-2 0 0-15,4 0 1 16,-3 0 0-16,2 0-1 15,3 0 0-15,0 0 1 16,0 0 6-16,3 0 5 0,1 0 5 16,4 0-7-1,2 0 1-15,1 0-3 16,5 0-3-16,0-8-1 0,4 1 1 16,-1 1-1-1,1-1 3-15,0 0-1 0,1 2-1 16,0 0-3-16,1-3 0 15,0 4-1-15,-1 0 1 16,-2 1 0-16,2-2 3 16,-1 2-1-16,0 0 0 15,-1 2 9-15,-4-2 5 16,3 1-3-16,-5 0-9 16,0-1-3-16,0 2-1 15,-2-3-1-15,1 2 1 16,-1-1-3-16,0 3 2 15,-3-3-1-15,-2 2 0 16,0 1 1-16,0-2-2 16,-2 0 2-16,-4-1-1 15,1 0 0-15,-1-1 1 16,-1 0-1-16,-4 1 0 16,-3-1 2-16,-5 1-4 15,-4 2 2-15,-4-1-1 16,-5 2 0-16,-1-1 1 15,-7 1 1-15,0 0-2 16,-4 0 1-16,4 0 1 16,-4 0-2-16,4 0 0 15,-1 0 1-15,1 0 0 16,3 0 0-16,-1 0 1 16,3 0-1-16,-1 0 1 15,-1 0 0-15,-2 0-1 16,3 6-3-16,-3 1 2 0,-2 2 2 15,0 5 10 1,-2 2 3-16,-1 3-7 0,1 2-2 16,-2 2-3-16,0 1-1 15,1 4 1-15,2-3-2 16,3 2 3-16,-1 0 12 16,3-3 4-16,-1 2 6 15,4 2-18-15,-2 1-7 16,-2 2 2-1,1 4 1-15,-1 2 46 0,-3 2-30 16,-1 1-17-16,-2-2-1 16,-1-1 1-16,0 2 4 15,0-3 2-15,0 2-5 16,0-1-3-16,0-2 1 16,0 1 20-16,0-1-14 15,0 0-7-15,0 0 0 16,0-2 1-16,5-1 24 15,1-5-5-15,-2-3-18 16,3-5-2-16,-3-7 0 16,2-1 0-16,-1-3 1 15,-2-3-1-15,-1-1 1 16,1 0 0-16,-3-1 0 16,2 0 0-16,-2-1 2 15,0 0-1-15,0 2-1 16,0 0 1-16,0 0 1 15,0-1-1-15,0 0-2 16,0-3 1-16,0 3-1 16,0-3 1-16,0 0-2 0,0 0 0 15,0 3 0-15,0-2 0 16,0-1 1-16,0 0 0 16,-2 0-38-16,-5 0-67 15,0-8-85-15,-6-7-178 16</inkml:trace>
  <inkml:trace contextRef="#ctx0" brushRef="#br0" timeOffset="26608.13">10699 4070 160 0,'0'0'52'16,"0"0"20"-16,0 0-7 15,-2-11-9-15,2 5-12 16,0 3 13-16,0-4 2 16,0 0 14-16,0 1-5 15,0 0-7-15,0 0-10 16,0 1-14-16,0-1 11 15,0 1 4-15,0 2-14 16,0-1 5-16,0 0 1 16,0 1-7-16,0 3-2 15,0 0-8-15,0 0-3 16,0 0-5-16,0 13-13 16,0 9 2-16,0 5 6 15,3 5 4-15,4 3-4 16,3 0-4-16,2-2 1 15,6-4 5-15,4-4-1 16,0-7-6-16,4-4-4 16,1-6 0-16,-4-3-2 15,0-5-3-15,-1 0 4 16,-2 0-2-16,-1-13-3 16,-2-6 4-16,2-6 1 0,-3-5-1 15,-2-2-2 1,-2-4-2-16,-5-1 0 0,0 0 1 15,-7 5-1-15,0 4 1 16,0 6 0-16,0 8 2 16,0 4-3-16,0 8 3 15,-5 2 5-15,2 2-6 16,0 18-3-16,2 7 1 16,1 7 8-16,0 6 11 15,1 4 5-15,16-3-2 16,4-4-5-16,5-5-7 15,2-4-3-15,3-7-5 16,1-7-7-16,-2-6-45 16,3-8-58-16,-5 0-88 15,-5 0-187-15</inkml:trace>
  <inkml:trace contextRef="#ctx0" brushRef="#br0" timeOffset="29155.34">13525 3921 555 0,'-2'-2'122'0,"-1"0"7"16,2 2-20-16,-1 0-19 15,2 3-15-15,0 12-14 16,0 7 5-16,0 5 5 16,0 4-4-16,9 5-19 15,4-2-17-15,-1-2-10 0,5-1-4 16,0-4 1 0,1-2-6-16,-1-4-3 15,2 0 0-15,-2-3-4 16,0-3-3-16,-2-2 0 0,-2-2 0 15,-4-3-2-15,-3-1 2 16,-1-4-5-16,-4-2-7 16,-1-1-21-16,0 0-14 15,0 0-17-15,0-3-33 16,0-7-68-16,0-6-84 16,0-2 8-16,0-6-23 15</inkml:trace>
  <inkml:trace contextRef="#ctx0" brushRef="#br0" timeOffset="29426.07">13824 3901 749 0,'0'0'89'0,"0"0"31"16,0 0-18-16,0 0-36 15,0 0 29-15,-15 94-12 16,2-53-25-16,1 2-25 16,-2-1-16-16,3-4-9 15,-2-5-5-15,5-4-4 16,0-3 3-16,2-4-2 16,0-4-16-16,2-3-34 15,1-3-58-15,-1-2-94 0,-2-3-97 16,-1-4-275-1</inkml:trace>
  <inkml:trace contextRef="#ctx0" brushRef="#br0" timeOffset="31862.81">18039 2356 297 0,'2'-5'84'0,"-1"0"32"16,1 1 0-16,-1-3-11 16,-1 2-12-16,0 2-4 15,0 3-9-15,0-2-7 16,0 2-11-16,0 0-15 15,0 0-21-15,0 17-22 16,-1 7 0-16,-5 6 23 16,-1 7 3-16,3 1-11 15,1 0-7-15,3-5-3 16,0-5 10-16,7-3-9 16,10-5-2-16,2-4 3 15,3-4-1-15,2-3-4 16,1-5-3-16,-1-4-2 15,-1 0 0-15,-1 0-1 16,-2-10 0-16,-2-5-7 16,-3-3-4-16,-3-6 4 0,-1-2 4 15,-3-4 0-15,-4-2 4 16,-1-3-2-16,0 2 2 16,-3 1-1-16,0 5 0 15,0 4-1-15,0 7 1 16,0 8 1-1,0 4 5-15,0 4-2 0,0 0-5 16,0 8-3-16,0 13 3 16,0 8 6-16,0 6 4 15,3 2 12-15,4 2 6 16,3 2 2-16,2-4-2 16,2-1-3-16,1-5-3 15,-1-6-14-15,-1-2-3 16,0-4-1-16,-3-7-3 15,-3-4-1-15,-2-2-22 16,2-3-39-16,-3-3-49 16,-1 0-59-16,-2-2-101 15,-1-10-176-15</inkml:trace>
  <inkml:trace contextRef="#ctx0" brushRef="#br0" timeOffset="32051.14">18564 2553 1181 0,'0'0'82'0,"0"0"10"16,0 0-45 0,0 0-35-16,0 0-8 0,14-2-4 15,-8-1-41 1,-2-1-103-16,-1-1-230 0</inkml:trace>
  <inkml:trace contextRef="#ctx0" brushRef="#br0" timeOffset="32724.37">18878 2327 705 0,'0'0'145'0,"0"0"-9"15,0 0-46-15,0 0 4 16,0 0-15-16,22 71-17 15,-6-43-5-15,3 2-18 16,5-3-4-16,1-1-10 16,2-3-8-16,-1-3-5 15,-1-2-2-15,-4-3-6 16,-3-2-2-16,-4-5-1 16,-5-1 2-16,-2-3-2 15,-4-2-5-15,-1 0-10 16,-2-2-17-16,0 0-12 15,0 0-15-15,0 0-17 16,0-4-61-16,-3-7-56 16,-3-4-28-16,4-3-108 15</inkml:trace>
  <inkml:trace contextRef="#ctx0" brushRef="#br0" timeOffset="32985.47">19228 2306 766 0,'0'0'114'0,"0"0"-8"0,0 0-15 16,0 0 5 0,0 79-15-16,-7-48-34 15,-1 2-16-15,1-2-12 0,-3-4-9 16,3-2-9-16,-2-5 0 15,3-2-3-15,1-6-15 16,1 0-38-16,1-8-50 16,1-2-77-16,-1-2-87 15,3-2-216-15</inkml:trace>
  <inkml:trace contextRef="#ctx0" brushRef="#br0" timeOffset="33514.65">19286 1913 490 0,'0'0'119'0,"0"0"0"0,0 0-31 16,95 46 25-16,-55-17-14 16,4 10-46-16,2 4 4 15,-1 7-6-15,-5 3 9 16,-5 4-16-16,-8 2-17 16,-8 1-3-16,-13-1 6 15,-6-5 9-15,0 0-9 16,-4-8-10-16,-14-6-7 15,2-5-5-15,-2-6-5 16,-1 0 0-16,0-8-2 16,-1 0-10-16,1-5-30 15,0-4-61-15,2-5-81 16,-2-7-144-16,-1 0-233 16</inkml:trace>
  <inkml:trace contextRef="#ctx0" brushRef="#br0" timeOffset="34181.39">17999 1903 588 0,'0'0'161'0,"0"0"-21"16,0 0-57-16,0 0 9 15,-94 81-3-15,54-23-16 16,-4 8-16-16,1 9-18 15,7 4-6-15,7-3-5 16,10-2-2-16,8-8-11 16,11-4-10-16,0-6-6 15,14-6 2-15,11-7-1 16,5-3-5-16,9-8-20 16,3-5-42-16,7-8-52 15,2-7-105-15,2-11-231 16</inkml:trace>
  <inkml:trace contextRef="#ctx0" brushRef="#br0" timeOffset="35072.86">19807 2034 458 0,'0'0'121'0,"0"0"18"16,0 0-5-16,0 0-21 15,29-24 5-15,-6 3-24 16,1-1-32-16,7-2-25 16,2-5-3-16,0 2-18 15,2-3-9-15,-5 3-3 16,2 1-9-16,-6 3-57 0,-4 4-88 15,-6 3-114 1,-8 0-153-16</inkml:trace>
  <inkml:trace contextRef="#ctx0" brushRef="#br0" timeOffset="36015.49">20139 2532 689 0,'0'0'116'0,"0"0"8"16,0 0-11-16,0 0-10 0,85 0-30 15,-53 0-35-15,1-3-20 16,-4 1-12-16,-3-1-5 16,-4 2-1-16,-5-2-15 15,-5 2-50-15,-1-4-51 16,-2 0-85-16,-7-1-76 16,-2-2-194-16</inkml:trace>
  <inkml:trace contextRef="#ctx0" brushRef="#br0" timeOffset="36223.44">20152 2400 827 0,'0'0'66'16,"0"0"0"-16,0 0-19 15,0 0-23-15,0 0-17 16,100 0-7-16,-68-4-30 16,-2 0-112-16,0-3-185 15</inkml:trace>
  <inkml:trace contextRef="#ctx0" brushRef="#br0" timeOffset="37734.83">20874 2327 704 0,'0'0'122'15,"0"0"-12"-15,0 0-42 16,0-4-13-16,3 4-18 16,0 10-13-16,2 6 16 15,-1 5-2-15,0 5-9 16,3-1-6-16,1 3-7 16,-1-1 6-16,3-2-12 15,4-6-7-15,0-3 0 16,3-5 2-16,0-3 0 15,3-4-3-15,-1-4 3 16,0 0-5-16,0 0 6 16,1-10-5-16,-3-4-2 15,-1-2 1-15,-1-6-2 16,-1-2 0-16,-4 0-3 16,-3-1-1-16,-1 2-1 15,-3 3 4-15,-3 1-1 16,0 8 5-16,0 2-2 15,0 5 1-15,0 3 1 16,0 1 0-16,0 5-5 16,0 9 0-16,0 8 10 15,0 5 1-15,0 5 10 16,0-1 7-16,11-1-6 16,1-1 2-16,2-5-7 0,-1-4 1 15,3-3-7-15,-4-3-2 16,-2-5-6-1,0-3 1-15,-3-2-25 0,-4-4-36 16,2 0-47-16,-2 0-63 16,-2-15-125-16,0-9-286 15</inkml:trace>
  <inkml:trace contextRef="#ctx0" brushRef="#br0" timeOffset="37944.53">21482 2062 1038 0,'0'0'40'16,"0"0"53"-16,0 0-37 15,-14 90-39-15,5-59-13 16,-1 0-7-16,2 1-70 15,0-3-149-15,-1-1-225 16</inkml:trace>
  <inkml:trace contextRef="#ctx0" brushRef="#br0" timeOffset="39045.12">21648 2355 606 0,'0'0'110'0,"0"0"-3"16,0 0-5-16,0 0 0 16,0-2-30-16,0 2-22 15,3 3-12-15,3 11 9 16,4 4 9-16,3 4-12 15,3 3-12-15,0 2 2 16,4 0-9-16,-1 1-8 16,-2-3-1-16,-1-4-6 15,0-2-1-15,-3-3 0 16,-3-3-3-16,-3-5 1 0,-1-2 2 16,-3-2-2-1,0-4 0-15,0 0 2 16,4 0 6-16,0-12 7 0,4-7 6 15,1-8-13 1,3-5-6-16,1-5-5 0,1-1-2 16,-3 0-3-16,1 4-7 15,-3 2-18-15,-1 6-5 16,-1 5-10-16,-4 6-20 16,-3 2-29-16,0 6-29 15,-3 4-39-15,0 3-77 16,0 0-97-16</inkml:trace>
  <inkml:trace contextRef="#ctx0" brushRef="#br0" timeOffset="39439.08">21498 2507 1070 0,'0'0'136'0,"0"0"-39"16,0 0-47-16,0 0-27 0,0 0-17 15,3 0-7-15,2 0-34 16,2 0-85-16,-2 0-126 15,1 0-280-15</inkml:trace>
  <inkml:trace contextRef="#ctx0" brushRef="#br0" timeOffset="40643.87">22514 2303 598 0,'0'0'117'0,"0"0"-6"15,0 0-25-15,8 0-43 16,-1 8 27-16,-1 4 11 16,3 4-21-16,-2 4-9 15,3 2-17-15,-1 2-4 16,-2 1-6-16,0-2-3 15,0 0-11-15,-2-4-8 16,-1-1-2-16,-1-4 0 16,0-5-6-16,-2-2-25 0,-1-3-25 15,0 0-37 1,0-4-38-16,0 0-40 0,-5 0-99 16,-6 0-163-16</inkml:trace>
  <inkml:trace contextRef="#ctx0" brushRef="#br0" timeOffset="40868.08">22434 2464 683 0,'0'0'112'0,"0"0"-10"15,0 0 36-15,0 0-56 16,88-21-43-16,-59 17-31 15,0 0-7-15,0 0 0 16,0 0-3-16,-2-2-37 16,-1 2-61-16,0-1-64 15,-2-3-58-15,-2 0-180 16</inkml:trace>
  <inkml:trace contextRef="#ctx0" brushRef="#br0" timeOffset="41449.6">23085 2244 676 0,'0'0'34'16,"0"0"47"-16,0 0-13 0,-14 85-3 16,8-54 10-16,3 1-26 15,3-3-12-15,0-3-8 16,0-5-13-16,9-5-3 16,5-2 2-16,2-6 5 15,2-3-1-15,-1-3-4 16,3-2-5-16,0 0-2 15,-4-3-2-15,4-10-5 16,-5-4 3-16,2-3-3 16,-4-5-1-16,0 0-2 15,-3-2-1-15,-2 3 0 16,-2 2 3-16,-1 4-2 16,-4 6 2-16,1 5 2 15,-1 3 3-15,-1 2 2 16,0 2-1-16,0 0-2 15,0 13-6-15,0 5 4 16,0 3 1-16,6 7 21 16,5-1 1-16,0-1 1 15,3-1-8-15,2-4-7 16,0-2-9-16,1-4-1 16,-3-3-2-16,1-3-15 15,-3-1-44-15,-3-4-29 16,2-1-29-16,-2-3-63 15,0 0-84-15,-1 0-237 16</inkml:trace>
  <inkml:trace contextRef="#ctx0" brushRef="#br0" timeOffset="41771.54">23600 2335 1121 0,'0'0'75'16,"0"0"-4"-16,0 0-46 15,0 0-16-15,0 0-8 16,1 0-35-16,2 0-110 16,1 0-148-16,-4-8-247 15</inkml:trace>
  <inkml:trace contextRef="#ctx0" brushRef="#br0" timeOffset="42270.36">23782 2252 760 0,'0'0'144'16,"0"0"8"-16,0 0-52 16,0 0-16-16,80 94-26 15,-61-69-12-15,3 1-13 16,-3-3-8-16,-3 0-3 15,-1-5-11-15,-4-3-7 16,-3-4-2-16,-1-3 1 16,-2-2-3-16,-2-4-14 15,-3 0-35-15,0-2-40 16,0 0-39-16,0 0-64 16,0-4-100-16,0-10-272 15</inkml:trace>
  <inkml:trace contextRef="#ctx0" brushRef="#br0" timeOffset="42540.21">24144 2199 685 0,'0'0'104'0,"0"0"20"0,0 0-40 16,0 0 0-1,0 0-8-15,-4 64-17 0,-10-33-21 16,-4 2-9-16,-2 0-11 16,1 0-6-16,0-3-7 15,4-4-3-15,3-4-2 16,4-6-3-16,3-4-29 16,2-6-65-16,3-4-60 15,0-2-78-15,0-1-84 16</inkml:trace>
  <inkml:trace contextRef="#ctx0" brushRef="#br0" timeOffset="42860.45">24452 1843 752 0,'0'0'47'16,"0"0"84"-16,0 0-3 16,0 0-61-16,0 0 1 15,-11 32 4-15,-3-1 4 0,0 6-20 16,-1 4-31-1,1-2-15-15,2-1-6 0,1-5-1 16,2-3-5-16,-2 1-32 16,0-7-63-16,-3-2-93 15,-2-6-199-15</inkml:trace>
  <inkml:trace contextRef="#ctx0" brushRef="#br0" timeOffset="50921.13">17760 3717 436 0,'2'-3'94'0,"-2"0"12"16,0 2-13-16,0 1-16 15,0 0-8-15,0 0-20 16,0 1-18-16,0 15-16 15,0 4 18-15,0 6 9 0,0 3-23 16,0 2-2 0,0 1-5-16,4-5-4 0,4-2-2 15,2-4-2-15,3-3-1 16,0-8 6-16,4-1-2 16,1-6 2-16,-1-3-3 15,1 0-3-15,0 0 1 16,-1-9-1-16,-2-4-1 15,0-5 1-15,-1-4-3 16,-2-1 3-16,0-1-2 16,-3-3 2-16,-2 4-3 15,0 2 0-15,-1 5 2 16,-5 4-1-16,2 5 0 16,-3 3 6-16,0 0 1 15,2 4-1-15,-1 0-3 16,1 8-7-16,-1 8 2 15,4 5 7-15,-1 4 16 16,3 0 1-16,2 0 1 16,1 0-6-16,1-1-4 15,2-3-9-15,3-1-1 16,-3-2-2-16,3-5-1 16,0 0-7-16,1-7-46 15,1-1-64-15,0-5-86 16,0 0-154-16</inkml:trace>
  <inkml:trace contextRef="#ctx0" brushRef="#br0" timeOffset="51912.3">18428 3924 415 0,'0'0'131'0,"0"0"-11"15,0 0-20-15,0 0-17 16,11 0 23-16,4 0 7 15,2 0-34-15,5 1-23 16,1-1-23-16,3 0-11 0,-2 0-13 16,-1 0-8-16,-4 0 1 15,0 0-5-15,-6-1-23 16,0-2-46-16,-6 1-39 16,1-2-58-16,-4-2-28 15,-4 1-141 1</inkml:trace>
  <inkml:trace contextRef="#ctx0" brushRef="#br0" timeOffset="52187.17">18419 3810 721 0,'0'0'105'0,"0"0"17"15,0 0-44-15,0 0 7 16,0 0-8-16,65-3-47 16,-37 3-28-16,2 0-4 15,-1 0-34-15,-2-1-62 16,1 0-110-16,-4-4-170 15</inkml:trace>
  <inkml:trace contextRef="#ctx0" brushRef="#br0" timeOffset="53756.11">19163 3440 438 0,'0'0'113'0,"0"0"18"0,0-1-37 16,0 1-21-1,0 0-19-15,0 7-28 16,0 12 17-16,0 5 18 16,0 4-22-16,-9 7 16 15,0 5-9-15,-2 1-13 0,-1 1 4 16,2 1-13-16,2 2-10 16,2-6 0-16,3 0-8 15,3-1-3-15,0-3 3 16,5-6-1-16,12-1 1 15,2-4-5-15,4-8 2 16,1 0-2-16,-1-7-2 16,-2-5-20-16,0-2-42 15,-2-2-39-15,-3 0-50 16,-2 0-76-16,-7-8-179 16</inkml:trace>
  <inkml:trace contextRef="#ctx0" brushRef="#br0" timeOffset="54539.53">19388 3714 617 0,'0'0'145'0,"0"0"-1"15,0 0-26-15,0 0-20 16,-4-7-21-16,11 1-32 16,6 0-21-16,6-5-3 15,3 3-10-15,1-2-3 16,1 4-1-16,-1 2-3 15,-4 4-1-15,0 0-3 16,-6 0 1-16,-3 8-2 16,-6 7 2-16,-2 2 4 15,-2 5 3-15,0 4 1 16,-13 1 4-16,0 2-4 16,1 0-3-16,-2-5-2 15,5 1-6-15,3-5 2 16,3-2 1-16,3-4-1 15,0-1 1-15,0-3 0 16,3-3 0-16,10-3 0 0,3-2 2 16,3-2 0-1,3 0-1-15,-1 0-2 0,1 0-9 16,1-5-33 0,-3 1-35-16,-2-1-45 0,-1 0-46 15,-2 3-48-15,-3-2-109 16</inkml:trace>
  <inkml:trace contextRef="#ctx0" brushRef="#br0" timeOffset="55339.99">19883 3676 466 0,'0'0'162'16,"0"0"-14"-16,0 0-30 15,0 0-23-15,-6-4-6 16,6 4-24-16,0 0-28 16,1 11-3-16,12 5 19 15,3 3-4-15,7 2-2 16,3 0-9-16,3 1-4 15,1-2-3-15,0-1-10 16,2 1-7-16,-3-5-6 16,-5 0-7-16,-3-4-2 15,-4 0 1-15,-2-3 0 16,-4-1 0-16,-5-3-3 16,-2-1-10-16,-1-2-17 15,-3 0-20-15,0-1-20 16,0 0-19-16,0 0-21 15,0-3-55-15,0-9-63 16,0-2-44-16,-3-3-80 16</inkml:trace>
  <inkml:trace contextRef="#ctx0" brushRef="#br0" timeOffset="55584.61">20183 3695 643 0,'0'0'97'16,"0"0"18"-16,0 0-12 15,0 0-14-15,-86 64-14 16,57-38-27-16,-1 3-21 16,0-1-11-16,2-1-13 15,7-7-2-15,2 0-3 16,7-4-11-16,5-4-38 15,6-6-51-15,1-3-88 16,0-3-89-16,6 0-173 16</inkml:trace>
  <inkml:trace contextRef="#ctx0" brushRef="#br0" timeOffset="55914.98">20477 3652 837 0,'0'0'105'0,"0"0"21"0,0 0-42 15,3 82-12 1,0-57-20-16,3-2-26 0,2-3-12 16,-2-1-9-16,-2-3-3 15,2-3-2-15,-3-3-5 16,0-4-26-16,-3 1-32 16,0-3-45-16,0-4-54 15,0 0-56-15,-7 0-130 16</inkml:trace>
  <inkml:trace contextRef="#ctx0" brushRef="#br0" timeOffset="56123.1">20377 3755 747 0,'0'0'132'0,"0"0"41"16,0 0-95-16,94-12-10 15,-63 8-22-15,-3-1-34 16,-3 1-10-16,-3 1-8 16,-2-1-44-16,-2-1-63 15,-3-2-57-15,-4 1-47 16,0-1-168-16</inkml:trace>
  <inkml:trace contextRef="#ctx0" brushRef="#br0" timeOffset="56431.32">20806 3523 745 0,'0'0'66'16,"0"0"92"-16,0 0-22 15,22 74-42-15,-12-41-10 16,-3 1-22-16,2-2-11 16,-1 0-21-16,0-4-11 15,-4-2-13-15,1-6-4 16,-4-1-1-16,-1-5 0 16,0-3-11-16,0-2-29 15,0-4-44-15,0-3-65 16,0-2-125-16,0 0-150 15</inkml:trace>
  <inkml:trace contextRef="#ctx0" brushRef="#br0" timeOffset="56857.84">20984 3221 744 0,'0'0'50'0,"0"0"59"15,0 0-12-15,80 63-2 16,-52-27-24-16,3 7-15 15,-2 4-15-15,-1 3-7 16,-2 3 2-16,-2-1-5 16,-3-3-1-16,-2 1-3 15,-3-4-3-15,-2-5-4 16,-5 0-2-16,-5-4-8 16,-2-3-7-16,-2-4-1 15,0-2-3-15,-12 0 3 16,-8-5-1-16,-3-3 0 15,-3-2-8-15,-2-5-17 16,1-6-42-16,1-7-43 16,2 0-60-16,2-2-107 15,6-16-155-15</inkml:trace>
  <inkml:trace contextRef="#ctx0" brushRef="#br0" timeOffset="57341.31">21427 3277 711 0,'0'0'87'0,"0"0"46"15,0 0-74-15,0 0 0 16,0 0-12-16,-14-3-16 16,8 11-2-16,0 3 7 15,4 0-9-15,2 1-6 16,0-1-5-16,0 1-3 15,7 1 1-15,7 0 4 16,2 2 6-16,4 0-4 16,-1-3-5-16,0 2 3 15,-4-1-3-15,0-1-4 16,-6-3 2-16,-3-1-1 16,-1 0-4-16,-5-1-1 15,0-6-7-15,0 2 0 16,-4-1-6-16,-13-2-22 15,-6 0-64-15,-6 0-92 16,-3-6-154-16,-3-9-292 16</inkml:trace>
  <inkml:trace contextRef="#ctx0" brushRef="#br0" timeOffset="57502.14">21503 3262 1055 0,'0'0'144'0,"83"-25"-37"16,-41 17-96-16,-5-2-10 15,-2 2-8-15,-7 0-71 0,-8 3-97 16,-3-4-177-16</inkml:trace>
  <inkml:trace contextRef="#ctx0" brushRef="#br0" timeOffset="59059.78">17798 4731 626 0,'0'0'111'16,"0"0"4"-16,0 0-50 15,0 15-17-15,0 3 27 16,0 7-5-16,0 2-30 16,0 0-2-16,0 0-5 0,0 2-4 15,12-5-4 1,2-3-8-16,1-2 2 0,2-5-1 16,-1-2-9-16,1-6-7 15,-4-2-1 1,3-4-1-16,-4 0 0 0,2-4-5 15,-2-9-12-15,1-6 0 16,1-8 0 0,-2 1 2-16,-1-4-3 0,-4-1 14 15,-1 2-6-15,-1 2 3 16,-5 4 4-16,0 3 3 16,0 6 1-16,0 5 0 15,0 3 0-15,0 4 3 16,0 2 2-16,0 0-4 15,1 14-1-15,2 3 10 16,2 7 20-16,1 2 2 16,0 2-8-16,1 0 1 15,1-4-8-15,3 1-7 16,-1-5-9-16,1-2 1 16,1-4-1-16,0-1-3 15,-1-5-10-15,1-3-45 16,1-3-53-16,0-2-104 15,-1 0-134-15</inkml:trace>
  <inkml:trace contextRef="#ctx0" brushRef="#br0" timeOffset="59307.09">18503 4528 1056 0,'0'0'6'0,"0"0"52"16,0 0 5-16,-46 87-33 16,27-52-17-16,-3-2-10 15,2 1-16-15,3-5-105 16,-3-6-167-16,0-3-339 15</inkml:trace>
  <inkml:trace contextRef="#ctx0" brushRef="#br0" timeOffset="59935.49">18669 4977 723 0,'0'0'98'16,"0"0"79"-16,0 0-33 15,84 0-61-15,-54-2-32 16,-1-3-24-16,-2 1-22 16,-2 1-5-16,-8-3-27 15,-1 2-52-15,-7 1-52 16,-8-1-74-16,-1-2-61 15,0 0-176-15</inkml:trace>
  <inkml:trace contextRef="#ctx0" brushRef="#br0" timeOffset="60144.61">18672 4863 851 0,'0'0'135'0,"0"0"-38"16,0 0-17 0,0 0-23-16,0 0-45 15,110-17-11-15,-76 14-28 0,3-1-89 16,-3 0-136 0,-2-3-249-16</inkml:trace>
  <inkml:trace contextRef="#ctx0" brushRef="#br0" timeOffset="61729.82">21230 3288 95 0,'0'0'82'0,"0"0"27"15,-25 69-42-15,25-42-12 0,0 2 6 16,3 0-27-16,11-1 2 16,8-2-4-16,4-5-6 15,4 0-14 1,5-4-7-16,4-3-3 0,3-5 0 15,4-5 0-15,-1-1 6 16,3-3-4-16,-3 0-2 16,1-1-2-16,-1-10-4 15,-1-6-13-15,-3-1 4 16,-4-3 12-16,-1-5 2 16,-3-2-2-16,-5-3 1 15,-6 0 0-15,-4-4 0 16,-8 2-3-16,-4-3 1 15,-6 1-2-15,0 2-6 16,-7-2 8-16,-8 3-1 16,-6-1 2-16,-4 3 1 15,-3 3 1-15,-6 4 0 16,-5 5-5-16,-5 7 2 16,-4 7-3-16,-6 4 5 15,-3 0-1-15,-2 9 3 16,-1 11 1-16,7 3-2 15,2 4-1-15,8 1 1 16,8 1-2-16,13 1-4 16,10-1-28-16,10-3-94 15,2-1-51-15</inkml:trace>
  <inkml:trace contextRef="#ctx0" brushRef="#br0" timeOffset="64031.77">21325 3140 242 0,'0'0'92'0,"0"0"4"0,0-6-6 16,0 4-22-16,0 0-13 15,0 0-18-15,0 1-27 16,0-3 1-16,0 2-9 16,0 1-3-16,-6 0-1 15,-2-4 1-15,-1 2 3 16,-3 1-1-16,1-2-1 15,-1 0-1-15,-1-2-1 16,0-1-5-16,0-1-7 16,0 1 6-16,-3-1-9 15,3 0 3-15,-1 3-5 16,-2-4 1-16,-3 3-20 16,3-1 24-16,-4-2 9 15,1 2 4-15,-2 1-2 16,-1-2 0-16,3 1-3 15,-1-1-5-15,0 4-6 16,2 0 9-16,0 0 4 16,2 1 4-16,-3-1 0 15,2 3-7-15,-1-2-6 16,-2 3 6-16,-1 0-3 16,-1-2-3-16,-1 1-10 15,-2 1 11-15,2-2-6 16,-2 1 11-16,1-2 3 15,-1 0 4-15,1 2 0 16,0 0 0-16,0-1 0 16,1 2 4-16,0 0-2 0,4-4 3 15,0 3-4-15,1-3 0 16,2 1-2 0,-1 2-3-16,-1-2 3 15,-4 2-8-15,-2 1-5 0,0 0-12 16,-3 0-33-16,-2 0 30 15,0 0 21-15,2 0-9 16,1 0-12-16,0 0-6 16,0 0 34-16,0 1 1 15,1 0 2-15,1 1 7 16,-5-1 20-16,2 2 7 16,-2-2-9-16,1 3-22 15,3 0-5-15,-3-1-1 16,3 1 2-16,1 0-3 15,-1 1 0-15,2-2 0 16,1 1 2-16,2 0 0 16,2-3-1-16,0 2-3 15,0 1 4-15,-2-3 3 16,2 2-1-16,-4 3 1 16,2-1-1-16,-6 1 0 15,0 2 0-15,-3 2 1 16,-4 1-3-16,-2 1 0 15,-1 2 8-15,-4 0 0 16,5-2-1-16,-1 2 8 16,4-2-4-16,5-1 6 15,2-1-11-15,6 2 0 16,2-1 2-16,4 2-4 16,0-1-3-16,3 2 0 15,0 0 9-15,-3 1 9 0,1 2 1 16,-5 2 5-16,-3 2 16 15,-5 1-15-15,-4-1-13 16,-4 3-10-16,-3-1 0 16,0 0-1-1,1-4-3-15,5-1 5 0,8-4-2 16,5-3 3-16,5-1-2 16,8-6 1-16,1 0-2 15,3-1 0-15,0 1 0 16,0-3 7-16,0-1-4 15,0 3-3-15,4-3 2 16,-1 0-1-16,0 0 10 16,2 0-1-16,-1 0 0 15,0-3-3-15,1-2 0 16,-1-3-5-16,3-2-2 16,-3-2-1-16,2 0-1 15,0-1-1-15,1-3-20 16,2 1-25-16,-2 0 45 15,-1 2 1-15,-2 0-20 16,1 5 10-16,-1 2 11 16,-3 1 4-16,-1 4 2 15,0 1 9-15,0 0-7 16,0 0-7-16,-8 1 3 16,-2 8-2-16,-4 3 0 15,-1 0-2-15,0 3 1 16,1 0 5-16,2-3 40 15,2-1-20-15,6 2-6 16,1-6 7-16,3 2-16 16,0-3 2-16,3 4 18 15,13-6-4-15,1 3 0 0,9-3-22 16,3 0-3 0,3 0-5-16,4-4-55 0,1 0-74 15,-4 0-135-15</inkml:trace>
  <inkml:trace contextRef="#ctx0" brushRef="#br0" timeOffset="65048.45">19281 4663 424 0,'0'0'67'0,"0"0"0"16,-4 10-15-16,-6 5 5 15,-3 3 24-15,1 1-27 16,4 0-11-16,-1-3-11 0,6-2-18 15,3-3 1-15,0-1-9 16,6-4-1-16,14 1 7 16,6-3 6-16,4 0 2 15,5 0 0-15,1 0-10 16,1 0-4 0,-6 2 4-16,-2 1 12 15,-7 1 0-15,-5 0 4 0,-7 1-8 16,-4 2 1-16,-6 0 10 15,0 2 6-15,0-1-2 16,-6 2-1-16,-10-2-1 16,-1-1-12-16,-6 0-9 15,-3-2-8-15,0-1 1 16,-3-4-10-16,3-3-42 16,-3-1-47-16,1 0-68 15,1-9-57-15,1-9-140 16</inkml:trace>
  <inkml:trace contextRef="#ctx0" brushRef="#br0" timeOffset="65206.29">19362 4670 794 0,'0'0'100'16,"80"-18"27"-16,-33 12-103 15,0-1-30-15,-3 0-80 16,-3 2-111-16,-8-2-252 16</inkml:trace>
  <inkml:trace contextRef="#ctx0" brushRef="#br0" timeOffset="65615.5">20067 4402 722 0,'0'0'38'15,"0"0"80"-15,-71 98-24 16,46-53-21-16,-2 6-13 16,1 4-12-16,3 1-3 15,6 3-21-15,5-1-4 16,11-2-1-16,1-4-8 15,10-6-6-15,16-7-2 16,10-6-1-16,6-10-7 16,3-7-40-16,2-10-100 15,-5-6-174-15,-6 0-439 16</inkml:trace>
  <inkml:trace contextRef="#ctx0" brushRef="#br0" timeOffset="66667.6">20183 4733 676 0,'0'0'103'0,"0"0"0"16,0 0-42-16,0 0-6 15,30 0-17-15,-7 0-3 16,0-2-14-16,0 2-11 16,-4 0-6-16,-2 0-3 15,-7 11 1-15,-2 6 2 16,-7 2 0-16,-1 4 4 0,0 1 4 16,-7 6 5-1,-6-2 4-15,-3-1-4 16,1-1 1-16,4-3-2 0,5-3-4 15,3-3-2-15,3-3-5 16,0-5 0-16,3-1-2 16,12-4-1-16,2-2 2 15,6-2-2-15,0 0-3 16,1 0-14-16,0 0-39 16,-2-2-39-16,-2-4-63 15,-4-2-63-15,-1 1-135 16</inkml:trace>
  <inkml:trace contextRef="#ctx0" brushRef="#br0" timeOffset="66964.17">20675 4839 705 0,'0'0'91'16,"0"0"65"-16,0 0-23 15,82 72-29-15,-48-52-27 16,0-1-26-16,1-2-15 16,-3-2-23-16,-3-1-10 15,-5-4-2-15,-4-2-4 16,-5-4-26-16,-4-1-34 15,-1-3-39-15,-4 0-33 16,-3 0-59-16,-3-7-51 16,0-9-196-16</inkml:trace>
  <inkml:trace contextRef="#ctx0" brushRef="#br0" timeOffset="67163.92">20939 4839 553 0,'0'0'111'0,"0"0"21"16,0 0-22-16,-98 75-10 16,72-51-41-16,0 1-30 15,3-3-20-15,4-1-8 16,3-4-12-16,6-3-45 16,4-3-57-16,5-5-48 15,1-4-92-15,0-2-104 16</inkml:trace>
  <inkml:trace contextRef="#ctx0" brushRef="#br0" timeOffset="67433.31">21172 4847 710 0,'0'0'59'16,"0"0"105"-16,40 71-30 15,-27-46-59-15,0-2-20 16,-6-4-23-16,-1-3-24 16,0-4-5-16,-3-4-5 15,-3 0-31-15,0-4-59 16,0-4-58-16,-9 0-79 0,-5 0-196 15</inkml:trace>
  <inkml:trace contextRef="#ctx0" brushRef="#br0" timeOffset="67615.99">21130 4931 725 0,'0'0'145'0,"0"0"33"16,0 0-84-16,85-6-36 15,-62 5-28-15,-1 0-27 16,1-1-1-16,-6-1-8 16,-2-1-54-16,-2-1-74 15,-6-2-127-15,-3-4-251 16</inkml:trace>
  <inkml:trace contextRef="#ctx0" brushRef="#br0" timeOffset="67883.21">21566 4721 737 0,'0'0'136'0,"0"0"16"15,17 81-70-15,-8-50-8 16,-1-1-22-16,1-5-34 0,0-3-13 16,-2-4-4-1,-1-4-21-15,-3-5-75 16,-3-4-64-16,0-5-70 0,0 0-134 16</inkml:trace>
  <inkml:trace contextRef="#ctx0" brushRef="#br0" timeOffset="68234.89">21660 4414 690 0,'0'0'38'0,"0"0"108"16,108 67-33-16,-66-32-16 16,3 5 6-16,-5 0-40 15,-5 6-12-15,-7 1-14 16,-8 1-8-16,-9 0-3 16,-8 2-8-16,-3-5-5 15,0-2-2-15,-11-3-4 16,-7-5-4-16,2-4 0 15,-1-7-1-15,1-4-11 16,3-8-35-16,0-4-63 16,3-8-80-16,4 0-143 15,4-16-391-15</inkml:trace>
  <inkml:trace contextRef="#ctx0" brushRef="#br0" timeOffset="69135.75">22004 4224 551 0,'0'0'79'0,"0"0"21"15,0 0-42-15,0 0 17 16,0 36-14-16,0-21-19 16,0-1 7-16,2 2-10 15,1-3-15-15,0 0 4 16,5-5 2-16,-1-1 1 16,4-2-3-16,2-1-10 15,-1 0-7-15,2-4-5 16,-3 0-3-16,1 0-2 15,-3 0-2-15,0 0-15 16,-2 0-34-16,3 0-18 16,0-7-32-16,-1 1-48 15,2-1-39-15,-2-2-39 0,-3-1 16 16,1 0-18 0</inkml:trace>
  <inkml:trace contextRef="#ctx0" brushRef="#br0" timeOffset="69372.21">22197 4239 264 0,'0'0'122'0,"0"0"23"0,0 0-26 16,0 0-1-16,0 0-19 15,0-9-18-15,0 14-23 16,0 9 27-16,0 2-1 16,0 6-9-16,0-3-22 15,5 2-16-15,0 0-3 16,1 0-13-16,3-2-11 15,-3-1-5-15,2-3-2 16,-2 1-2-16,1-3-8 16,0-3-32-16,-1 0-51 15,-3-5-82-15,-3-5-135 16,0 0-294-16</inkml:trace>
  <inkml:trace contextRef="#ctx0" brushRef="#br0" timeOffset="70195.98">22488 4801 1096 0,'0'0'1'16,"0"0"-21"-16,0 0-119 15,0 0-126-15,12-9-299 16</inkml:trace>
  <inkml:trace contextRef="#ctx0" brushRef="#br0" timeOffset="70969.92">22938 4375 616 0,'0'0'85'0,"0"0"5"16,0 0 3-16,-55 100-30 15,35-59 6-15,1 3 0 16,-1-1-29-16,5 4 4 15,4 1-7-15,7-4-12 16,4 2 2-16,0-3 0 16,6-4-6-16,11 1-5 15,3-6-2-15,0-4-9 0,2-5 0 16,-1-3-4 0,-3-6 3-16,-2-3-3 15,-3-6 0-15,-4 0-2 16,-4-5-2-16,-1 1-15 0,-4-3-24 15,0 0-32-15,0 0-57 16,-11 0-128-16,-5-3-215 16</inkml:trace>
  <inkml:trace contextRef="#ctx0" brushRef="#br0" timeOffset="72818.08">20339 5180 183 0,'0'0'24'0,"0"0"27"0,0 0 13 15,-11 8-14-15,11-5-4 16,0-2-4-16,0-1-16 16,0 0 5-16,0 3 5 15,0-3-6-15,0 0 6 16,0 0-6-16,0 0-9 16,0 0-6-16,0 0-2 15,0 0-5-15,0 0-7 16,12 0 0-16,2-6 1 15,5 1-2-15,0 0-2 16,4-1-3-16,-3 1-14 16,-2 3-29-16,-4 0 2 15,-2 2 18-15,-5 0 10 16,-1 0 6-16,-3 0 0 16,-1 0 8-16,1 0 3 15,-1 0-1-15,2 0 2 16,2 2-3-16,3 0-4 15,5-2 5-15,1 0 2 16,6 0 3-16,1 0-3 16,0 0-1-16,1 0 2 15,-2 0-1-15,-3-2 1 16,-3 2-1-16,-4-1 1 16,-4 0-1-16,-2 1 1 15,-2 0 1-15,0 0 0 16,0 0 2-16,0 0-2 15,1 0-1-15,8 0 1 0,-1 0-3 16,7 0 2-16,5 0-1 16,0-1-1-16,0-3-5 15,-1 1-12-15,0-2-15 16,-4 4-1-16,-5 0 5 16,2 1 19-16,-4 0-8 15,0 0 13-15,-2 0 6 16,0 0-1-16,-2 0 1 15,2 0 0-15,1 0 6 16,0 1 6-16,3 0-9 16,0 1-4-16,2-2 1 15,3 0 0-15,4 0 2 16,0 0-3-16,2 0 0 16,1 0 0-16,-1 0 0 15,-2 0 0-15,-5 0 0 16,1-2 0-16,-5 2 0 15,-3 0 1-15,1 0 2 16,-3 0 0-16,-1 0-2 16,3 0-1-16,-3 0-3 15,3 2 3-15,3 2 1 16,0-1-1-16,4-2 0 16,2 1 0-16,4-2-1 15,2 0 1-15,2 0 0 16,-2 0-1-16,1 0-1 15,-3 0-6-15,-1 0-3 0,-6 0 9 16,-2-2 2 0,-4 2 0-16,1-1 1 0,-2 1 4 15,3-3 1-15,4 2 4 16,1-2-6-16,3-1-5 16,1 1-5-16,2-2-4 15,-2 1 4-15,-1 1 6 16,-5 0 0-16,-5 0-1 15,-3 3 1-15,-4 0 1 16,-3 0 1-16,2 0 1 16,-1 0-1-16,-1 0-2 15,3 0 1-15,1 0 2 16,1 0 2-16,-1 0 3 16,1 0 2-16,0 0 11 15,-1 0 24-15,-1 0-3 16,0 0-21-16,0 0-17 15,-3 0-24-15,0 0-160 16</inkml:trace>
  <inkml:trace contextRef="#ctx0" brushRef="#br0" timeOffset="75131.35">23093 4646 339 0,'-2'0'46'0,"1"0"24"16,-1 0-14-1,2 0 13-15,0 0 13 0,0 0-17 16,0 0-17 0,0 0 3-16,0 0-5 0,0 0-2 15,0 0 1-15,0 0-6 16,0 0-5-16,2 0-6 15,8 0-4-15,4-4-3 16,2-2-5-16,3 1 0 16,-2 1-4-16,1 1-4 15,-5 3-4-15,0 0-2 16,-3 0-4-16,-3 0 0 16,-2 12 3-16,-3 5-1 15,-2 3 0-15,0 2 1 16,0 4 5-16,-7-1 4 15,-5 2 2-15,-2-3 0 16,2 0-5-16,2-2-3 16,0-1 0-16,5-6 2 15,0-3 5-15,5-2-1 16,0-4-2-16,0 0 4 16,0-4-5-16,10 1 7 15,8-3 9-15,2 0 2 16,5 0-9-16,0 0-7 15,-2-1-6-15,-3-3-3 16,-3 1-3-16,-3 0-28 16,-4 2-40-16,-1 1-30 15,-2 0-36-15,2-3-75 16,-4 1-80-16,1-3-186 16</inkml:trace>
  <inkml:trace contextRef="#ctx0" brushRef="#br0" timeOffset="75808.35">23393 4311 212 0,'0'0'53'0,"0"0"26"15,0 0 14-15,0 0 12 0,-7-9-17 16,7 9-29 0,0 0-20-16,4 7-17 0,14 9 18 15,0 6 13 1,10 6 6-16,-1 7-4 0,8 1-4 16,-2 0-5-16,0 2-10 15,-1 1-7-15,-3-2 11 16,-6 1-1-16,-3 1-8 15,-5-1 1-15,-10 1-3 16,-5 0 0-16,0-3 0 16,0 2 5-16,-12-5-5 15,-2-1-8-15,0-5-12 16,4-4-4-16,1-3-3 16,3-7 0-16,3-3-8 15,3 0-40-15,0-4-56 16,0-5-86-16,0-1-129 15,3 0-214-15</inkml:trace>
  <inkml:trace contextRef="#ctx0" brushRef="#br0" timeOffset="79350.14">25156 3291 696 0,'0'0'61'0,"0"0"61"16,0 0-19-16,3 0-31 16,5 6 1-16,1 5 14 15,3 1-22-15,3 3-14 16,2 2-11-16,2 0-10 15,0 2-9-15,1-1-3 16,-3 1-4-16,0-1-3 16,0-2 0-16,-3-5-5 15,-5-2-1-15,-2 0-2 16,0-4-1-16,-4 0-1 16,-3-5 0-16,0 0 1 15,0 0-3-15,0 0-6 16,0 0-10-16,0 0-16 15,0-3-42-15,-5-7-43 16,0-1-38-16,3 0-57 16,2-4-79-16,0-1-167 15</inkml:trace>
  <inkml:trace contextRef="#ctx0" brushRef="#br0" timeOffset="79651.41">25539 3188 685 0,'0'0'103'0,"0"0"-2"16,0 0 1 0,0 0-3-16,0 0-14 0,-37 89-23 15,24-60-25-15,0 0-8 16,3-1-1-16,1-3-9 15,-1-2-12-15,3-2-4 16,2-2 1-16,2-3-5 16,2-4 2-1,1 0-2-15,0-5-19 0,0 1-44 16,0-5-41-16,6-3-65 16,2 0-62-16,4 0-140 15</inkml:trace>
  <inkml:trace contextRef="#ctx0" brushRef="#br0" timeOffset="79987.83">25866 3442 869 0,'0'0'66'15,"0"0"96"-15,0 0-79 0,91 0-36 16,-68 0-14-1,-4-3-18-15,-2 0-13 0,-7 1-11 16,-3 2-43-16,-5-2-65 16,-2 0-47-16,0-1-43 15,-10-1-236-15</inkml:trace>
  <inkml:trace contextRef="#ctx0" brushRef="#br0" timeOffset="80183">25826 3356 908 0,'0'0'83'0,"0"0"45"16,0 0-63-16,83-15-49 16,-56 13-10-16,-1 0-6 15,0 0-49-15,-7 0-105 16,0-1-123-16,-5-3-278 15</inkml:trace>
  <inkml:trace contextRef="#ctx0" brushRef="#br0" timeOffset="81551.06">26609 3043 600 0,'0'0'128'0,"0"0"-10"0,0 0-38 16,-4 17-30-16,-9 2 9 15,-1 8 16-15,-2 6-21 16,0 2-17-16,3 1-2 16,3 0-7-16,3 3 0 15,5 0-6-15,2-3 1 16,0-1-6-16,7-2-4 15,11-2 0-15,1-6-1 16,1-3 0-16,0-3-4 16,-1-7-3-16,-5-3-3 15,-2-3-2-15,-6-2-7 16,-2-1-17-16,0-3-24 16,-3 0-21-16,2 0-18 15,2-3-41-15,-1-7-62 16,2-3-55-16,1-3-226 15</inkml:trace>
  <inkml:trace contextRef="#ctx0" brushRef="#br0" timeOffset="82168.34">26752 3274 544 0,'0'0'81'15,"0"0"34"-15,0 0-7 16,0 0-18-16,0 0 6 15,0-5-35-15,2 2-18 16,8-1 8-16,3-1-1 16,6 0-12-16,4-1-16 15,3-2-13-15,1 3-7 16,-3 1-1-16,-3 0-1 16,-2 4-1-16,-6 0-2 15,-7 0-7-15,-3 0-17 16,-3 9-4-16,0 3 13 15,0 4-2-15,-6-1 6 16,-2 1 5-16,3 1 2 16,3-3 0-16,2 1 1 15,0-1 4-15,4 1 0 16,10 0 3-16,0 1-2 16,1-1 3-16,0 1 4 15,-3 1 9-15,-3-1 3 16,-2-4 8-16,-7 2 5 15,0-5 2-15,0 0-3 0,-4-1 1 16,-8-2 0-16,-7-2-11 16,2 0-12-16,-6-3-2 15,1 2-11 1,2-3-23-16,0 0-35 0,2 0-35 16,5 0-73-16,5-8-86 15,5-3-128-15</inkml:trace>
  <inkml:trace contextRef="#ctx0" brushRef="#br0" timeOffset="82457.72">27210 3325 800 0,'0'0'79'16,"0"0"90"-16,0 0-82 16,81 54-14-16,-59-36-14 15,1 4-19-15,-4-3-11 16,-2-1-10-16,-1 0-7 16,-2-1-8-16,-2-3-1 15,-3-4-3-15,-2 0-7 16,-3-5-22-16,0-1-37 15,-2-1-46-15,-2-3-62 16,0 0-46-16,0-4-138 16</inkml:trace>
  <inkml:trace contextRef="#ctx0" brushRef="#br0" timeOffset="82685.3">27435 3352 700 0,'0'0'85'0,"0"0"56"16,-77 36-38-16,45-14-34 15,0 2-21-15,2 1-23 16,-2-2-14-16,5 1-8 16,3-3-2-16,3 0-4 15,6-4-36-15,7-4-56 16,6-2-97-16,2-5-97 15,2-5-154-15</inkml:trace>
  <inkml:trace contextRef="#ctx0" brushRef="#br0" timeOffset="83785.28">27746 3424 585 0,'0'0'106'15,"0"0"28"-15,0 0-29 16,7 3-1-16,10-1 13 15,2-1-25-15,3 3-29 16,1-4-21-16,0 0-21 16,-4 2-15-16,-3-2-4 15,-3 0-1-15,-3 0-11 16,1 0-45-16,0 0-26 16,-2 0-49-16,2-4-88 15,-2-4-93-15,1-2-161 0</inkml:trace>
  <inkml:trace contextRef="#ctx0" brushRef="#br0" timeOffset="84236.29">28059 3265 757 0,'0'0'94'0,"0"0"38"16,0 0-34-16,0 0-34 16,0 0-11-16,60-28-21 15,-39 24-12-15,0 4-1 16,-3 0-5-16,-3 0-5 16,-2 0-4-16,-3 6-6 15,-6 5 2-15,-1 4 1 16,-3 1-1-16,0 3 1 15,0 1 1-15,-10 2-2 16,-3 1 4-16,-3 0-3 16,3-1 1-16,0-2-3 15,6-2 3-15,1-3-2 16,6 0 0-16,0-1 0 16,0-1 2-16,3-4-2 15,10-2 0-15,7 1 1 16,3-7-1-16,5-1 0 15,0 0-10-15,3 0-33 16,-1-3-41-16,0-7-54 16,-3-1-66-16,-1-2-61 15,-2-2-171-15</inkml:trace>
  <inkml:trace contextRef="#ctx0" brushRef="#br0" timeOffset="84703.88">28390 2878 385 0,'0'0'126'0,"0"0"5"16,0 0-42-16,106 96 17 15,-73-60-4-15,-4 1-5 16,-3 3-17-16,-5 1-11 15,-6 1-3-15,-5-1-25 16,-6 3 2-16,-1-2-5 16,-3 0-16-16,0-2-7 15,0-5-3-15,0-1-3 16,-1-4 0-16,-7-2-3 16,0-3-3-16,-2-3-3 15,-2-2 2-15,-1-4-7 16,3-4-11-16,-3-4-46 15,6-5-77-15,1-3-104 0,3 0-89 16</inkml:trace>
  <inkml:trace contextRef="#ctx0" brushRef="#br0" timeOffset="85221">28711 2863 657 0,'0'0'86'15,"0"0"32"-15,0 0-37 16,0 0 7-16,0 0 1 16,85-1-26-16,-50 1-20 15,1 0-10-15,-6 0-2 16,-1-2-6-16,-6 1-6 15,-4 1-8-15,-6 0 0 16,-6 0 0-16,3 0-8 0,-4 3-1 16,-2 8 2-1,1 4 5-15,-4 7 3 16,-1 2 4-16,0 7 5 0,0-1-7 16,-4 0-6-16,-4 1-5 15,0-4 0-15,1-4-1 16,4-2-10-16,0-2-34 15,0-3-53-15,0-3-68 16,-1 0-133-16,-6-3-209 16</inkml:trace>
  <inkml:trace contextRef="#ctx0" brushRef="#br0" timeOffset="86417.25">25261 4570 619 0,'0'0'111'0,"0"0"9"15,0 0-9-15,-2 0-36 16,2 0-29-16,7 13 33 16,8 2-3-16,-2 1-24 15,3 4-3-15,0 2-1 16,1 0-8-16,-3 1-16 16,1-3-8-16,-4 0-3 15,2-2-6-15,-3-3-2 16,1 0-3-16,-3-4 0 15,-1-3 0-15,-1-2-1 16,-1-4 0-16,-1 1-2 16,-3-2-6-16,2-1-16 15,-1 0-14-15,2 0-18 16,-4-2-24-16,0-8-31 16,1-2-31-16,1-3-28 0,1-5-2 15,1 0-65-15,2-3-97 16</inkml:trace>
  <inkml:trace contextRef="#ctx0" brushRef="#br0" timeOffset="86668.82">25622 4489 408 0,'0'0'112'16,"0"0"12"-16,0 0-9 15,0 0-46-15,0 0 21 16,-19 39 16-16,6-11-17 15,-6 3-13-15,2 2-24 16,-1 0-12-16,4 0-13 16,0-1-14-16,5-8-5 15,1-2-2-15,4-5-6 16,0-6-1-16,3-3-21 16,-1-6-53-16,1-2-56 15,1 0-68-15,0-1-72 16,0-15-330-16</inkml:trace>
  <inkml:trace contextRef="#ctx0" brushRef="#br0" timeOffset="87001.4">25894 4373 759 0,'0'0'107'0,"0"0"42"15,-23 68-30-15,10-35-29 16,-2-1-34-16,-2-1-26 15,2-3-14-15,3-4-11 16,1-2-4-16,3-2-12 16,3-4-40-16,3 0-68 15,2-8-88-15,0 3-158 16</inkml:trace>
  <inkml:trace contextRef="#ctx0" brushRef="#br0" timeOffset="87392.56">26046 4830 717 0,'0'0'107'0,"0"0"94"0,0 0-78 15,106 0-40-15,-77 0-27 16,-4 0-32-16,-3 0-20 16,-7-2-2-1,-5-1-24-15,-3-1-42 0,-6-1-44 16,-1 0-61-16,0-2-109 16,-14-1-272-16</inkml:trace>
  <inkml:trace contextRef="#ctx0" brushRef="#br0" timeOffset="87574">26061 4696 795 0,'0'0'124'16,"0"0"23"-16,0 0-50 16,0 0-19-16,82-19-50 15,-47 16-21-15,1 0-5 16,-2 2-20-16,0 1-73 15,-5-4-72-15,-9 1-131 16,-6-4-342-16</inkml:trace>
  <inkml:trace contextRef="#ctx0" brushRef="#br0" timeOffset="89193.5">28643 2909 149 0,'0'0'26'15,"0"0"28"-15,-42 97-11 16,39-65-22-16,3-2 4 16,0 1 10-16,0-3 1 15,16-2 1-15,4 3-19 16,6-5-12-16,4-1 1 15,5-3 12-15,6 0-9 16,2-8-8-16,5-2-2 16,-3-4 2-16,1-3-2 15,-3-3-1-15,3 0-9 16,-5-4 0-16,-2-10 3 16,-5-3 5-16,-2-4 4 0,-7-2-1 15,-5-3 5 1,-7-3 15-16,-3-3-8 0,-6-3-12 15,-4-4-3-15,0-1-5 16,0-1 0-16,-4 0 5 16,-13 6-4-16,-4 3-3 15,-8 8 5-15,-4 4-3 16,-7 0-24-16,-5 8-4 16,-3 4 23-16,-1 2 5 15,-4 4 1-15,-2 2 4 16,0 0-3-16,3 0-30 15,0 8-72-15,3 2-61 16</inkml:trace>
  <inkml:trace contextRef="#ctx0" brushRef="#br0" timeOffset="91142.9">28656 2788 170 0,'0'0'82'16,"0"0"4"-16,0 0-22 15,0 0-17-15,0 0-10 16,0 0-12-16,0 0-3 15,0 0-4-15,0 0-7 16,0-3-4-16,0-1 4 16,0-1 5-16,-3-2-2 15,-1-1-1-15,-2 0-1 16,-1-2-2-16,-1 0-7 16,-3 0-2-16,1-1-4 15,-3-1-9-15,3 1-11 16,-3-1-16-16,-2 0 8 15,2-1-7-15,-3 0 8 16,2 1 24-16,-3-1 7 16,-1 2-1-16,-2-1 0 15,0-1-4-15,1 2-7 16,-3 0 8-16,4 1-17 16,-1-1-19-16,-1 0 8 0,-1 0-19 15,0 0-12-15,-2 0 43 16,-3 3 17-1,-3-2 2-15,-1 1 3 0,-2 2 1 16,-3-1 13-16,3 2 12 16,-1-2-12-16,4 2-14 15,0-2-6-15,2 1-2 16,0-1 3-16,0 0 0 16,0 2-12-16,-1-1 9 15,1 3 5-15,-3 0-11 16,-1 1-21-16,-2 2-9 15,-3 1-21-15,-4 0 11 16,1 0 26-16,-6 0 13 16,-1 0 63-16,-2 0 27 15,-3 1-23-15,0 2-13 16,-2 1-29-16,-2 0 8 16,1 0 7-16,-1 3-11 15,3-1 4-15,1 4-8 16,2-2-6-16,3 1-3 15,3 0-5-15,2 2 2 16,4 0-1-16,2 1-1 16,2 0 2-16,1 3-2 15,3 0 2-15,0 3-1 16,-1 1 0-16,1 0 1 16,-3 0-1-16,2 2 1 15,-2-2 7-15,0 1 15 16,-1 1 18-16,3 1-16 0,-2 0-7 15,2-1 13 1,2 1 1-16,5 0-15 16,6-6-2-16,7 0 3 0,4-2-2 15,6-5-5 1,0 0 0-16,0-4-6 16,0 0 0-16,4-2 1 0,1 0-2 15,-2-3 3-15,0 0-2 16,0 0 10-16,0 0 4 15,0 0 11-15,2-6-22 16,-2-3-8-16,3-1 1 16,-1-1 2-16,2-5-3 15,1 1 2-15,-4 1-9 16,0-2 2-16,-1 3 6 16,-1 2 4-16,-2 2 0 15,0 1 0-15,0 3-1 16,0 1-1-16,0 2 3 15,0 0-5-15,0 2-2 16,-3 0-2-16,-4 0-1 16,1 6 2-16,-4 4-1 15,1 5 2-15,-1 2 2 16,0-2-1-16,3 1 1 16,1-2 9-16,4 1-4 15,2-3 8-15,0-2 3 16,0-2 0-16,3-3 2 15,6-1 9-15,4 0 4 16,-1-4-5-16,3 0-22 16,1 0-2-16,3 0-3 15,1 0-32-15,3 0-38 16,0 0-39-16,-3 0-99 0,1 0-159 16</inkml:trace>
  <inkml:trace contextRef="#ctx0" brushRef="#br0" timeOffset="92193.39">26479 4485 661 0,'0'0'42'0,"0"3"19"16,14-2 9-16,7-1 6 15,6 0 4-15,7 0-11 16,3 0-22-16,1-4-9 16,1 0-3-16,-6 0-6 15,-7 2-12-15,-9 2-6 0,-2 0-4 16,-7 0-5 0,-3 6 0-16,-2 6-3 15,-3 6 3-15,0 2 3 0,0 5 1 16,-3 2 8-16,-6 4-2 15,1 2 0 1,0-1-5-16,2 0 0 0,4-2-4 16,-3-1 3-16,4-3-1 15,1-6 0-15,0-1-2 16,0-3-1-16,0-3 0 16,0-2-3-16,0-3-7 15,0-4-38-15,0-2-50 16,4-2-122-16,3 0-95 15,1-10-245-15</inkml:trace>
  <inkml:trace contextRef="#ctx0" brushRef="#br0" timeOffset="92729.91">27387 4253 686 0,'0'0'49'15,"0"0"83"-15,-87 85-43 16,54-41-10-16,1 7-2 16,5 5-25-16,6 2-17 15,5 1-6-15,6-2-9 16,7 1-7-16,3-2 0 16,0-5 25-16,9-2-18 15,10-6-17-15,3-10-1 16,2-4 0-16,2-9-15 15,0-5-45-15,0-11-41 16,-2-4-69-16,-5 0-107 16,-3-4-273-16</inkml:trace>
  <inkml:trace contextRef="#ctx0" brushRef="#br0" timeOffset="93613.65">27362 4596 475 0,'0'0'72'0,"0"0"23"16,0 0 4-16,0 0-40 15,0 0 8-15,0 0-1 16,0 0-12-16,0 0-2 16,0 0-9-16,11 0-4 15,3-4-6-15,6-1-1 16,4-3 5-16,2-1-14 15,-1 3-12-15,-1 2-8 0,-2 1-2 16,-7 3-2-16,-4 0 0 16,-4 0-3-16,-4 7 0 15,-3 8 0-15,0 1 1 16,-3 4 2-16,-7-1 0 16,-3 2 0-16,3-2 0 15,4-2 2-15,5-2-3 16,1-2-1-16,0 1 0 15,7-1 2-15,9-3 1 16,3 3 2-16,1-1-1 16,-1 0 2-16,-2 1 5 15,-7 0 3-15,-1-2 6 16,-5 0 12-16,-4-2 3 16,0 1 0-16,0-4 0 15,-13 3-1-15,0-2-6 16,-7-1-11-16,-3 1-11 15,1-1 1-15,-1-2-9 16,0 0-21-16,1-3-33 16,5-1-39-16,3 0-52 15,6 0-125-15,5-11-191 16</inkml:trace>
  <inkml:trace contextRef="#ctx0" brushRef="#br0" timeOffset="93975.39">27846 4615 776 0,'0'0'137'15,"0"0"1"-15,0 0-49 16,50 83-2-16,-32-60-24 16,3 2-15-16,2-1-9 15,2-2-11-15,-3 0-6 16,1-3-7-16,-2-3-8 16,-3-1-5-16,-1-4-1 15,-7-3-3-15,0-3-7 16,-6-2-22-16,-1-2-23 15,-1-1-19-15,-2 0-17 16,0 0-23-16,0-10-75 16,0-7-69-16,0-3-57 15</inkml:trace>
  <inkml:trace contextRef="#ctx0" brushRef="#br0" timeOffset="94185.2">28087 4650 614 0,'0'0'69'16,"0"0"65"-16,0 0-15 15,-90 81-8-15,63-53-30 16,1-2-25-16,3-2-33 0,3-2-8 16,4-3-9-16,3-4-5 15,4-4-14-15,6-4-92 16,3-3-140-16,0-4-179 15</inkml:trace>
  <inkml:trace contextRef="#ctx0" brushRef="#br0" timeOffset="94688.07">28249 4715 880 0,'0'0'87'15,"0"0"75"-15,0 0-64 16,92 10-53-16,-63-8-28 16,-6 0-15-16,-3 0-3 15,-2-2-26-15,-3 0-47 16,-1 0-52-16,0 0-84 15,-3-2-118-15</inkml:trace>
  <inkml:trace contextRef="#ctx0" brushRef="#br0" timeOffset="95131.95">28562 4552 796 0,'0'0'76'16,"0"0"58"-16,0 0-22 16,0 0-32-16,85-6-36 15,-60 6-25-15,-2 0-6 16,-4 0-9-16,-2 6-4 15,-8 6-1-15,-3 0 0 16,-5 4 0-16,-1 2 0 16,0 3 3-16,-7 1 0 15,-5 3 2-15,-5-1-2 16,2-1 3-16,2-2-4 16,5-3 0-16,2-1 1 0,3-2-1 15,3-3 0 1,0-2 0-16,4-1 1 0,11-3-1 15,6-2 3-15,4-3 1 16,1-1-5-16,3 0 0 16,-2 0-20-16,-2-8-33 15,1-3-43-15,-6-2-63 16,-4-1-65-16,-3-1-108 16</inkml:trace>
  <inkml:trace contextRef="#ctx0" brushRef="#br0" timeOffset="95568.48">28867 4212 683 0,'0'0'63'16,"0"0"-3"-16,0 0-25 15,0 0 66-15,56 84-22 16,-24-44-19-16,4 6 5 16,3-1-6-16,0 1-20 15,-6 0-1-15,-4 1-8 16,-6 1-1-16,-10-3-4 15,-7 2 0-15,-6-1-4 16,0-2 0-16,-7-5 7 0,-10-2-1 16,0-4-2-1,-1-4-6-15,0-6-8 16,1-2-6-16,1-6-2 0,2-2-2 16,2-2-2-16,2-7-19 15,0 2-20-15,3-6-24 16,2 0-33-16,4 0-59 15,1-13-139-15,0-8-213 16</inkml:trace>
  <inkml:trace contextRef="#ctx0" brushRef="#br0" timeOffset="96415.16">29296 4150 570 0,'0'0'101'0,"0"0"2"16,0 0-38-16,0 0-27 16,-26 16 2-16,14-1 30 15,2 4-13-15,-3 0-18 16,6 3 2-16,4 1-14 16,3 0-4-16,0 1-13 15,0 1-3-15,10-2-2 16,7 0 1-16,6-3-1 15,-1-4-3-15,4-3 1 16,-3-6-1-16,2-1-1 16,-5-4 4-16,0-2-2 15,-5 0 2-15,-1 0 7 16,-4-11 0-16,-1 3 3 16,-5-5-1-16,-1 1-6 15,0-2-3-15,-3 1 0 16,0 1-1-16,0 2-1 15,0 3-1-15,-4 0-2 0,-9 4-1 16,1 1-5 0,-5 2 7-16,-2 0-3 0,0 5 1 15,3 3 0 1,-1 4-3-16,5-4-27 0,4 0-38 16,5 2-53-16,0-2-78 15,3-3-62-15,0-1-151 16</inkml:trace>
  <inkml:trace contextRef="#ctx0" brushRef="#br0" timeOffset="99505.45">30048 4264 689 0,'0'0'80'16,"0"0"24"-16,-13 0-38 15,-1 4-16-15,-5 12 0 16,-5 6-9-16,-1 6-7 16,-3 9-4-16,1 3-11 15,1 4-2-15,3-1-5 16,4 2 3-16,6-1 1 15,7-4 4-15,6-1 3 16,0-3-6-16,9 2 2 16,13-4 9-16,2-3-1 0,2-1-3 15,-1-4-4-15,-2-2-5 16,-3-3-3-16,-4-3 1 16,-2-3 1-16,-5-4 0 15,0-4-4-15,-4 2-2 16,-2-5 0-16,-1-3-3 15,-1 2-2-15,-1-3-1 16,0 0-1-16,0 0-1 16,0 0-13-16,0 0-34 15,0 0-47-15,0 0-85 16,0-1-171-16,0-9-358 16</inkml:trace>
  <inkml:trace contextRef="#ctx0" brushRef="#br0" timeOffset="99992.19">29613 4744 1044 0,'0'0'42'0,"0"0"59"0,0 0-16 15,0 0-43-15,0 0-18 16,0 0-18-16,0 0-12 16,0 0-47-16,0 0-56 15,0 0-89-15,0 0-153 16</inkml:trace>
  <inkml:trace contextRef="#ctx0" brushRef="#br0" timeOffset="102498.81">27508 5054 188 0,'0'0'46'0,"0"0"-4"15,-2 0-2-15,2 0-18 16,0 0 4-16,0 0 0 16,0 0-10-16,0 0-4 15,5 0 6-15,5 0 5 16,3 0 1-16,-2 0-1 16,5 0-8-16,3 0-4 15,-2 0-9-15,5-1 1 0,-2 0 3 16,3-1-5-1,-1 2 0-15,1-4-9 0,-4 4-5 16,0 0 4-16,-3 0 1 16,-4 0 4-1,-1 0 3-15,-3 0 0 0,1 0-1 16,-3 0 1-16,1 4 2 16,6-1-1-16,1 0 0 15,8-3 0-15,4 0 2 16,4 0-2-16,6 0-3 15,2 0 4-15,-2-6-18 16,-1 1-25-16,-3-2 31 16,-5 2 10-16,-7 3-1 15,-4 0 3-15,-2 0 2 16,-3 0 4-16,1 2-1 16,2 0 5-16,3 0-8 15,0 0 0-15,5 0-4 16,2 0-2-16,1 0-4 15,3 0 4-15,-1 0 2 16,2 0 1-16,-2 0 1 16,-1 0-2-16,-1 0 2 15,-3 0 0-15,-1 0 1 16,-2 0-2-16,-2 0 1 16,2 0 0-16,0 0 0 15,1-4 3-15,3 0 2 16,1 0-2-16,0 0 1 15,-1 1 8-15,0-1-8 16,0 4-5-16,-4 0 1 16,-2 0-1-16,-2 0 0 15,-2 0 0-15,-3 0-1 16,0 0 1-16,0 0 2 0,-1 0 8 16,-2 0 12-1,3 0 3-15,0 0 6 0,-1 0 7 16,-2 0-13-16,3-1-13 15,-4-2 5-15,0 3 10 16,-2-3 5-16,-1 3-4 16,-3-2-19-16,3 1-8 15,-3 0-21-15,0-2-86 16,0 0-163-16</inkml:trace>
  <inkml:trace contextRef="#ctx0" brushRef="#br0" timeOffset="103840.56">30182 4579 129 0,'0'0'5'0,"0"0"40"16,-5-4 0-16,3 4 19 15,-1-2-4-15,2 1-18 16,-1 1 14-16,-2-2 9 16,3 1 9-16,-2 0-12 15,0-1-16-15,2 2-9 16,-2-1-11-16,1 0 3 15,-1 1 3-15,2 0 4 16,1 0-4-16,0 0 2 16,0 0 16-16,0 0 3 15,0-1-20-15,0-2-5 16,1 0-1-16,8-1-4 16,5-2-7-16,2 2-1 15,6-1 2-15,-1 2-3 16,0 1-5-16,0 2-1 15,-2 0-5-15,-4 0-1 16,-5 0-4-16,-2 5 1 16,-5 4-1-16,-3 3 0 15,0-1 0-15,0 3-1 16,-4 1 1-16,-6-3 1 0,1 1-4 16,3-3 2-1,5-1 2-15,1-1-4 16,0 0-1-16,4 0 3 0,11 0 3 15,2 2 1-15,-1 1 3 16,1-1 2-16,-1 1 9 16,-6-3 3-16,-4 0-3 15,-6-1 10-15,0-1 1 16,0 1-5-16,-9 0 2 16,-6 2 1-16,-3-3-10 15,-2 1-10-15,0 0 2 16,4-4-2-16,0 1-12 15,6-1-28-15,1-3-39 16,3 0-61-16,6 0-88 16,0-3-104-16</inkml:trace>
  <inkml:trace contextRef="#ctx0" brushRef="#br0" timeOffset="104336.46">30464 4166 563 0,'0'0'50'0,"0"0"-31"0,0 0 35 16,0 0 27-16,56 35 1 16,-21-8 13-16,3 6-27 15,0 5-30-15,0 5 9 16,-6 0 15-16,-2 3-15 15,-11 0-19-15,-3-2-1 16,-9 3 8-16,-4-2 0 16,-3-3 3-1,0 1-8-15,-13-4-6 0,-4-3-7 16,-1-4 2-16,1-2-12 16,1-4-4-16,0-4-2 15,3-4 1-15,0-5-5 16,5 0-27-16,0-6-54 15,2-2-52-15,1-5-92 16,2 0-87-16,3 0-245 16</inkml:trace>
  <inkml:trace contextRef="#ctx0" brushRef="#br0" timeOffset="106405.14">19201 5123 349 0,'0'0'45'16,"-12"0"53"-16,9 0-28 0,3 0-4 15,0 0 18-15,0 0-17 16,0 0-22-16,9 0 13 16,11 0 17-16,4-4 6 15,10 0-15-15,2-2-10 16,6 2-11-16,1 3-20 15,0-3-16-15,2 4-7 16,-7-3 0-16,-5 3-2 16,-3 0-3-16,-10-1-18 15,-5 1-27-15,-6 0-27 16,-8 0-18-16,-1 0-38 16,-3 0-15-16,-13 0-134 15,-10 0-163-15</inkml:trace>
  <inkml:trace contextRef="#ctx0" brushRef="#br0" timeOffset="106629.76">19196 5206 628 0,'0'0'109'16,"0"0"60"-16,82-5-29 15,-41-1-53-15,2-1-16 16,2 3-24-16,-2 0-25 16,-4 1-19-16,-1 2-6 15,-3 1-44-15,-4-1-92 16,1 1-126-16,-3-3-223 16</inkml:trace>
  <inkml:trace contextRef="#ctx0" brushRef="#br0" timeOffset="107549.28">23045 5031 577 0,'0'0'154'16,"0"0"-20"-16,0 0 0 15,0 0-40-15,107-10-20 16,-64 6-28-16,6 0-11 16,-1 1-17-16,3-1-13 15,-5 4-3-15,-3-1-2 16,-5 1 0-16,-7 0 0 16,-8 0-12-16,-6 0-33 0,-8 0-49 15,-9 0-50 1,0 1-66-16,-15 3-118 0</inkml:trace>
  <inkml:trace contextRef="#ctx0" brushRef="#br0" timeOffset="107750.03">23129 5131 817 0,'0'0'179'0,"79"0"-15"15,-27-7-72-15,3-1-36 16,1 0-27-16,-8 2-25 16,-3 1-5-16,-10 1-51 15,-12 0-90-15,-12 0-107 16,-8 2-220-16</inkml:trace>
  <inkml:trace contextRef="#ctx0" brushRef="#br0" timeOffset="108808.2">18874 5975 760 0,'0'0'84'0,"0"0"70"16,0 0-46-16,78-8-33 15,-53 1-31-15,-1 3-27 16,-4 0-13-16,-4 0-2 16,-4 1-3-16,-5 2-19 15,-4-1-51-15,-3 1-52 16,0-2-58-16,0 1-64 15,-6-3-221-15</inkml:trace>
  <inkml:trace contextRef="#ctx0" brushRef="#br0" timeOffset="109023.92">18865 5846 824 0,'0'0'124'0,"0"0"-23"16,0 0-28-16,0 0-24 16,0 0-38-16,103-27-11 15,-74 22-8-15,1 1-77 16,-1 0-102-16,-2-3-119 16,-2-1-281-16</inkml:trace>
  <inkml:trace contextRef="#ctx0" brushRef="#br0" timeOffset="110078.27">18259 5851 534 0,'0'0'139'16,"0"0"-7"-16,0 0-35 15,0 0-23-15,0-5-12 0,0 9-24 16,0 13-17-16,0 2 13 16,0 8-8-16,0-2-6 15,0 1 31-15,0-1-25 16,0-3-7-16,0-5-4 16,1-2-9-16,8-2-1 15,2-4-1-15,0-4-3 16,2 0 1-16,1-5-1 15,-1 0-2-15,1 0-8 16,-2-11-9-16,0-3-8 16,-4-4-3-16,1-2 3 15,0-3 13-15,-2-5 5 16,0-1-17-16,0-1 20 16,1 2 6-16,-4 2-3 15,3 9 4-15,-4 4-2 16,-2 5 5-16,-1 5 5 15,0 3 1-15,0 3-7 16,2 11-2-16,-1 6 19 16,2 3 15-16,3 3 4 15,0 2-8-15,2-4-4 16,1 1-8-16,0-3-7 16,0-5-6-16,-1-2-6 15,-2-2 0-15,1-4-2 16,-1-2-23-16,1-4-49 15,-3-2-50-15,2-1-61 16,-1 0-92-16,-1-12-265 16</inkml:trace>
  <inkml:trace contextRef="#ctx0" brushRef="#br0" timeOffset="110312.93">18682 5546 873 0,'0'0'44'16,"0"0"-3"-16,0 0-19 16,0 0 4-16,0 0 0 15,-7 92-22-15,3-60-8 16,-2-2-70-16,1-2-137 15,4 0-219-15</inkml:trace>
  <inkml:trace contextRef="#ctx0" brushRef="#br0" timeOffset="111197.49">19345 5739 669 0,'0'0'120'16,"0"0"7"-16,0 0-16 15,0 92-18-15,3-62-10 16,1 0-14-16,3 0-29 16,-1-5-4-16,0-2-12 15,-2-3-11-15,1-4-6 16,-1-2-5-16,0-5 0 16,-1 0-3-16,0-3-4 15,-2-3-31-15,2-2-37 16,0-1-66-16,0 0-80 15,3-4-35-15,-2-8-209 16</inkml:trace>
  <inkml:trace contextRef="#ctx0" brushRef="#br0" timeOffset="111609.39">19605 5843 618 0,'0'0'51'0,"0"0"5"16,0 0 8-16,0 0-5 15,0 0-18-15,7 78-18 16,-4-57-12-16,3-2 5 16,3-2-5-16,3-2 7 15,3-4 0-15,2-3 4 16,2-4 12-16,4-4-4 15,2 0-6-15,-1 0 2 16,1-4-3-16,-2-8-5 0,-1-3-3 16,-4-4-4-16,-2-2 13 15,-3-3 4 1,-7 0 6-16,-6 0-13 0,0-1-6 16,-3 4-6-16,-14 1-4 15,-6 4-2-15,-5 5-4 16,1 4 0-16,-5 4-7 15,-2 3-11-15,0 0-35 16,2 9-67-16,2 4-89 16,1 1-84-16,7-1-245 15</inkml:trace>
  <inkml:trace contextRef="#ctx0" brushRef="#br0" timeOffset="112093.55">20227 5532 671 0,'0'0'108'15,"0"0"37"-15,-55 106-22 16,31-48-30-16,1 2-29 16,4 2-27-16,2 2-14 15,10-9-8-15,5-3 13 16,2-6-2-16,12-6-12 16,15-5-6-16,3-7-2 15,8-1-4-15,-1-6-1 16,1-8-2-16,-5-2-17 15,-2-7-60-15,-10-4-96 16,-8 0-169-16,-7 0-399 16</inkml:trace>
  <inkml:trace contextRef="#ctx0" brushRef="#br0" timeOffset="112927.41">20470 5831 419 0,'0'0'89'0,"0"0"59"16,0 0-36-16,0 0-18 15,4-28 13-15,9 17-14 16,7-1-24-16,3 2-2 15,-1 1-18-15,1 4-24 16,-2 2-8-16,-4 3-5 0,-6 0-11 16,-2 7-2-1,-6 9 0-15,-3 4-1 0,0 6 2 16,-4 3 2 0,-13 2 1-16,-2-2 0 15,0 0 3-15,4-3 4 0,3-4 2 16,4-5-3-16,5-1 1 15,3-3-4-15,0-4-1 16,3-1-2-16,10-2 1 16,6-3 1-16,1-3 0 15,2 0-3-15,1 0-2 16,0 0-4-16,-3 0-24 16,-4-7-32-16,1 1-33 15,-5 1-37-15,-2-2-54 16,0-1-41-16,-5-3-110 15</inkml:trace>
  <inkml:trace contextRef="#ctx0" brushRef="#br0" timeOffset="113263.89">20856 5811 757 0,'0'0'158'0,"0"0"-7"16,0 0-44-16,0 0-17 16,92 85-18-16,-63-67-25 15,4 1-18-15,-2-4-10 0,-1-2-11 16,-3 0-4-16,-1-2-3 15,-6-1 0-15,-5-4-3 16,-2-2-16-16,-5 0-30 16,-2-1-18-16,0-2-34 15,-4-1-44-15,-1 0-48 16,-1 0-25-16,0-2-116 16</inkml:trace>
  <inkml:trace contextRef="#ctx0" brushRef="#br0" timeOffset="113489.07">21129 5834 652 0,'0'0'104'0,"0"0"29"16,0 0-27-16,-86 79 1 15,64-56-20-15,2-2-32 16,2 0-25-16,2-2-19 15,2-1-6-15,3-4-5 16,2-2-7-16,1-3-42 16,5-3-68-16,3-2-54 15,0-4-104-15,0 0-237 16</inkml:trace>
  <inkml:trace contextRef="#ctx0" brushRef="#br0" timeOffset="113840.44">21449 5822 778 0,'0'0'89'0,"0"0"74"15,13 75-52-15,-7-47-22 16,-2-3-28-16,2-1-22 16,0-3-24-16,-3-4-10 15,-2-1-4-15,-1-1-1 16,0-5-17-16,0-3-36 15,0 0-47-15,-4-6-53 16,-9-1-51-16,1 0-62 16,-5-1-205-16</inkml:trace>
  <inkml:trace contextRef="#ctx0" brushRef="#br0" timeOffset="114035.3">21325 5948 624 0,'0'0'127'0,"0"0"51"16,0 0-28-16,84-17-63 16,-54 11-27-16,0 2-40 15,-1 1-14-15,-4-1-5 16,-4 3 0-16,-5-2-35 0,0-1-67 16,-6 4-61-16,1-4-53 15,-2-1-127 1</inkml:trace>
  <inkml:trace contextRef="#ctx0" brushRef="#br0" timeOffset="114296.02">21791 5775 774 0,'0'0'186'16,"0"0"-60"-16,6 78-33 16,-4-49-31-16,-1-1-37 15,1-4-9-15,0-2-13 16,0-4-2-16,-1-4-11 16,2-6-47-16,0-3-65 15,0-5-89-15,0 0-78 16,3-1-184-16</inkml:trace>
  <inkml:trace contextRef="#ctx0" brushRef="#br0" timeOffset="114711.25">21847 5420 632 0,'0'0'157'0,"0"0"-38"16,93 76-12-16,-52-38-6 15,1 6-24-15,-2 3-29 16,0 2-15-16,-8 1-2 15,-5 2 1-15,-5-3-10 16,-7-3 0-16,-7-3 0 16,-5-3 1-16,-3-6-7 15,0-6-1-15,-8-1-4 16,-10-2-5-16,-1-2-2 16,-2-7-1-16,-1-1 0 15,3-6-6-15,-1-2-19 16,2-7-32-16,3 0-45 15,3 0-52-15,1-14-93 16,2-7-133-16</inkml:trace>
  <inkml:trace contextRef="#ctx0" brushRef="#br0" timeOffset="115318.94">22207 5356 705 0,'0'0'68'0,"0"0"65"0,0 0-47 16,0 0-32-16,0 0-12 16,0 8-14-16,0 5 13 15,0 3-2-15,-1 3-12 16,0-3-6-16,1 1 1 16,0-2-4-16,0-3 0 15,8-1-6-15,4-3-4 16,-1-4 1-16,5-3-1 15,-3-1-2-15,2 0-5 16,-1 0-2-16,-1-1-19 16,1-7-33-16,-5 0-27 15,1-3-28-15,-3 0-7 16,-2-1-24-16,-4-1-3 16,-1 1-26-16,0 0-9 15,0 0 34-15,0 1 97 16,0 3 53-16,-3 1 73 15,3 3 40-15,0 4 22 16,0 0-19-16,0 0-35 16,0 16-15-16,0 7 56 15,3 4 5-15,0 7-20 16,2 6-15-16,-3-2-35 16,4 0-33-16,-3-2-20 15,1-4-8-15,-2-3-1 0,-2-3-25 16,0-6-82-1,0-6-137-15,-15-7-184 0</inkml:trace>
  <inkml:trace contextRef="#ctx0" brushRef="#br0" timeOffset="117952.18">18438 5350 230 0,'0'0'25'15,"0"0"2"-15,-46 6-16 16,28-1 9-16,1 3 28 15,-1-3-10-15,0 2-6 16,-2 1-9-16,-1 3-4 16,0-2 0-16,-2 3 1 15,1 2 13-15,0 1-8 0,1 1-8 16,-2 5-12-16,1-1-1 16,-1 4-3-1,0-2 0-15,1 0 0 16,3 1-1-16,1 0 2 0,3-3 0 15,-1 3 2-15,5 1 17 16,-1 0-11-16,2 1 0 16,0 1 5-16,0-1-6 15,3 2-6-15,-1 0-3 16,2-2 1-16,2-3-2 16,0 2 0-16,1-4 2 15,3 1 1-15,0-2-1 16,0-3 2-16,0 3 0 15,2-4 8-15,7 0 1 16,2-2-4-16,-1 1-6 16,4 0-1-16,-2-2 0 15,2 2 0-15,-2-1 0 16,-2 0 1-16,3 0 0 16,-3 0 0-16,3 0-2 15,0-1 1-15,0-1 0 16,6-2 2-16,-2 2 1 15,1-3 1-15,2 0 2 16,-1-3-6-16,1 2 0 16,3-3 2-16,0 1 0 15,0-3 2-15,2 0 0 16,2 1 1-16,-1 0-4 16,0 1 4-16,-3 1 4 15,2 0 0-15,1-1-2 0,0 0-2 16,0 0 4-16,-1-1-3 15,0 1 7-15,1-1 3 16,0-2-6-16,2 3-6 16,-1-1-4-16,-1 1-2 15,0 0 11-15,-1 0-2 16,2 0-6-16,1-1-1 16,-1-2-1-16,2 0 1 15,3-1 0-15,-2 0 2 16,0 0-4-16,1 0 2 15,-4 0 1-15,-3 0-1 16,-2 0-1-16,1 0 0 16,-3 0 0-16,1 0 0 15,-1 0 1-15,3 0-1 16,1 0 3-16,0 0-4 16,2 0 1-16,0-1 0 15,-2 0 0-15,1-1 1 16,-3 1-1-16,-1 1-1 15,-1 0 1-15,-4 0 0 16,3 0-2-16,-3 0-2 16,0 0-1-16,0 0 2 15,4 0 2-15,0 0 0 16,1 0 2-16,2-2-2 16,1 2 1-16,-1-2 0 15,-1 2 0-15,-2-3 2 16,-1 3-3-16,-3 0 0 15,-1 0 2-15,3-1-1 16,-1 1-1-16,1-1 2 0,2-2 0 16,1 0-2-1,1 2 1-15,1-3 0 16,0 3 0-16,2-2 0 16,-1 0 0-16,0 3 1 0,0 0-1 15,-1 0 1-15,0 0-2 16,-1 0 3-16,3 0-4 15,-2 0 5-15,1 0-1 16,-3 0-2-16,2 0 1 16,-2 0-1-16,-2 0 0 15,-2 0-1-15,2 0 0 16,-3 0 2-16,1 0-3 16,2 3 3-16,-2-3-2 15,1 3 2-15,2-2-2 16,0-1 1-16,-1 0 0 15,1 0 0-15,3 0 1 16,-1 0 0-16,4 0 6 16,-3 0 9-16,3 0 6 15,0 0-3-15,-1 0-3 16,-1 0 0-16,-1 0 1 16,0 0 7-16,-1 0 6 15,1 0 3-15,0 0-5 16,3 0-8-16,-1 0-7 15,-2 0 1-15,1 0-4 16,-1 0-1-16,0 0 0 16,-2 0 3-16,1 0-6 15,-4 0-4-15,-2 0 0 16,0 0-1-16,0 0-1 16,1 0 1-16,1 0 0 0,2 0-1 15,1-3 1 1,-2 3-1-16,0-1-1 15,-6 1-4-15,-2-3-49 16,-8-3-83-16,-3 0-219 0</inkml:trace>
  <inkml:trace contextRef="#ctx0" brushRef="#br0" timeOffset="122068.04">20997 6285 148 0,'0'0'41'16,"0"0"17"-16,0 0-7 16,6 0 42-16,1 0-17 15,3 0-6-15,0-2 4 16,1 1 0-16,1 0-18 15,-1 1-12-15,0-2-15 16,3 1 1-16,1 1-1 16,-1 0-3-16,1 0-2 15,2 0-10-15,-1 0-5 16,1 0 1-16,-1 0 3 16,3 0 3-16,1 0-8 15,-4 0-3-15,4 0-3 16,-1 0 0-16,0 0-3 15,-2 0 1-15,-1 0 0 16,-5 0 0-16,-2 0 0 16,0 0 2-16,-3 0-3 0,1 0 3 15,3 0-3-15,2 0 1 16,3 0 2-16,5 0 0 16,1 0 1-16,2-3 1 15,-2-1 0-15,0 2-4 16,-1-3-2-16,-1 1 4 15,-2 1-2-15,-3 2 0 16,-2-1 1-16,-1 0 1 16,-1 0-1-16,0 2 1 15,1-2-4-15,2-1 3 16,3-1-1-16,1 1 2 16,2-1-4-16,0 2 2 15,-3-2-1-15,1 1 2 16,-5-1-2-16,-1 4 3 15,-1-3-3-15,2 2 5 16,-1-2 6-16,3 2-3 16,3-2-3-16,0-1-3 15,2 0-1-15,0 2 0 16,-2-1 0-16,-1-1 2 16,-4 2-4-16,-1 0 2 15,1-1 0-15,-4 3 1 16,1-4 0-16,2 4-1 15,1-4 0-15,1 3 0 16,2-2 1-16,-1 0-1 16,3 1-1-16,-1-2 2 15,2 2-2-15,-1-4 1 16,-1 3 0-16,-2 0 0 0,-4 0-1 16,-1 1-1-1,-2 0 2-15,2 1 0 0,-3 0 1 16,-1-3-1-1,4 4 0-15,0-4 0 0,2 1 1 16,0-1-1-16,3-1 2 16,-3 1-2-16,2-3 1 15,-1 3 1-15,-3 0-1 16,-1 0 0-16,-1-3-1 16,-1 3 2-16,2 0-2 15,-3 0 1-15,5 0-1 16,-4-2 0-16,1 3 0 15,1-1 0-15,-1-2 1 16,-3 3-2-16,0-1 2 16,-1 0 0-16,2 0 0 15,-1-1 1-15,1-1-3 16,3-1 2-16,-1-1-1 16,2 0 1-16,2 0 1 15,0 0 1-15,0-2-3 16,-1 1 1-16,0 2-1 15,-1-2 0-15,-2 2 0 16,3 1 2-16,-5-1-2 16,1-1 2-16,-2 0 1 15,0 0 0-15,0-3-2 16,1 2 2-16,-1-2-4 16,0-1 2-16,2 1-2 15,0-2 2-15,1 1 0 16,0-1-1-16,-1-1 4 15,0 2 2-15,-2 0 2 0,1-1-3 16,0 3-2-16,-3-3-2 16,-1 1 1-1,2 0-1-15,0-3-1 0,1 2 1 16,-1-3-1-16,-1 1 2 16,-1 3 3-16,2 1 5 15,-3 1-5-15,0 2-2 16,0 2 1-16,0-2-2 15,0 1 1-15,0-2-2 16,0 2 0-16,0-4 0 16,-3 3-1-16,0-2 1 15,0 3 0-15,1-5-1 16,-3 5 1-16,1-3-2 16,-1 0 2-16,-2 2-2 15,2 0 1-15,-3 0 0 16,2 0 0-16,-2-1 0 15,2 2 1-15,0-3-1 16,1 2 1-16,-1 0-1 16,1-1 0-16,-2 1 0 15,3 2 0-15,-2 0-1 16,0 2-1-16,0-3-1 16,-2 3-1-16,-1 0 2 15,3-2 2-15,-2 1-2 16,-1 0 2-16,0 1 0 15,2-4 0-15,0 3 1 16,-3 1-1-16,1-3-1 0,2 3 1 16,-3 0 1-1,1 0-2-15,-1 2 0 0,-1 0-5 16,1 0 7-16,-1 2-2 16,1-2 0-1,0 0 2-15,4 0 1 0,-1 2-1 16,-1-3 2-16,2 0-4 15,-2 1 1-15,1-1 1 16,-3 0-1-16,-1 1 0 16,-3-1-1-16,-1 3-1 15,-1-1 2-15,-3-1-1 16,0 2 1-16,2-1 1 16,-2 1-1-16,5 0 1 15,-2-2-1-15,4 1-1 16,-1-1 3-16,3 2-2 15,0-2 0-15,-3 2 0 16,0-2 2-16,-3 2-4 16,0 0 2-16,1 0-1 15,-2 0 1-15,3 0 0 16,0 0 0-16,-2 0-1 16,1 0 1-16,0 0 0 15,-2 0 0-15,0 0 0 16,-2 0 2-16,1 0-4 15,-1 0 2-15,2 0 1 16,-1 0 1-16,5 0-3 16,-1 0-4-16,-1 0-2 15,2 0 7-15,-4 0-2 16,0 0 0-16,-1 0 0 16,-3 0 1-16,-1 0 2 15,2 0-1-15,-2 0-2 16,-1 0 1-16,4 0 1 0,-1 0 1 15,0 0-2 1,4 0 1-16,0 0 0 16,0 0 0-16,-2 0 0 0,-3 0 0 15,-2 0 1-15,-3 0-1 16,-6 0-1-16,-2 0 1 16,-4 0 0-16,-2 0 0 15,-4 0 1-15,-2 0-1 16,1 0-1-16,-1 0 2 15,4 0-2-15,3 0 0 16,4 0 2-16,8 0 1 16,7 0-1-16,5 0 0 15,4 0 2-15,2 0 3 16,0 0-2-16,2-3-4 16,-4 3 1-16,-2 0-2 15,-6 0 1-15,-4 0-1 16,-6 0 0-16,-5 0 0 15,-7 0 2-15,-3 0-1 16,-4 5 0-16,-1 2-2 16,1-3 3-16,2 0-2 15,2-1 1-15,5-1 1 16,6-2 0-16,3 0 1 16,4 0-3-16,1 0 4 15,4 0-4-15,0 0 3 16,1 0-1-16,1 0-1 15,0-1 0-15,-1-2-2 16,-3 2 4-16,0 1-3 0,-5 0 0 16,0 0-1-1,-6 0 0-15,-3 0 0 0,-2 0 2 16,-2 0-2-16,-2 0-5 16,-2 4 7-1,2 0 1-15,-2-1-1 0,5 1-3 16,-3 0 7-16,2 2-5 15,5 0 1-15,-2-2 0 16,2 5 0-16,2-3 0 16,2-2 0-16,3 2 0 15,3-2 1-15,0-1-1 16,1-1 0-16,1 0 0 16,5-1 1-16,-4 0 0 15,3 1-1-15,1-2 0 16,0 0 0-16,1 0 1 15,3 0-2-15,-2 0 4 16,4 0-3-16,0 0 0 16,0 0 0-16,1 0 0 15,1 0 2-15,2-4-2 16,-3 1-1-16,1 2 1 16,-1-2 0-16,-3 2-1 15,0 1 2-15,-4 0-5 16,0 0 3-16,-2 0 2 15,-1 0 0-15,3 0 2 16,1 0-3-16,-1 0-4 16,4 0 7-16,2 0-3 15,2 0 1-15,2-3-1 16,0 0 1-16,1 0 0 0,2 0 1 16,0 0-3-1,-1 2-1-15,-1 0 3 16,-1-1-1-16,0 2-1 0,-4 0 1 15,3 0 0-15,-3 0 3 16,3 0-2-16,-2 0 3 16,2 0 0-16,-3 0 5 15,3 0-3-15,0 0-3 16,-2 0-3-16,1 0 2 16,2 0-3-16,-2 0 2 15,2 0-1-15,0 0-1 16,1 0 2-16,0 0 1 15,1 0-1-15,1 0-1 16,-1 0-3-16,0 0 3 16,1 0-3-16,-1 0 3 15,-3 0-1-15,1 0 1 16,-1 2 0-16,0 2-2 16,-2 0-1-16,1 0-5 15,-1 1-7-15,2 0-19 16,3 2-52-16,3 0-53 15,2-2-73-15,2-1-116 16</inkml:trace>
  <inkml:trace contextRef="#ctx0" brushRef="#br0" timeOffset="123349.57">25287 5739 467 0,'-3'0'86'0,"3"0"28"16,0 6-16 0,0 3-18-16,0 5 14 0,3 1 12 15,7 4-30-15,5 1-16 16,3 2 2-16,4 1-10 15,1-4-3-15,-2 1-16 16,1-3-12-16,0 0-6 16,-2-3-3-16,-4-4-6 15,-1 1-3-15,-4-4 1 16,-2 0-1-16,-3-4-2 16,-1-2-1-16,-4 2 1 15,1-3-6-15,-2 0-9 16,0 0-20-16,0 0-20 15,0-10-55-15,0-2-48 16,0-5-22-16,0 1-10 16,6-4-56-16,7-5-51 15</inkml:trace>
  <inkml:trace contextRef="#ctx0" brushRef="#br0" timeOffset="123603.58">25687 5695 531 0,'0'0'139'16,"0"0"11"-16,0 0-72 16,0 0-2-16,0 0 31 15,-32 50-27-15,15-20 2 16,-1 1-35-16,-1 3-19 16,5-4-8-16,0-1-4 15,5-3-7-15,3-3-4 0,2-4-3 16,4-4-2-16,0-2 0 15,0-4-11-15,0-5-32 16,0 0-44-16,0-4-72 16,7 0-79-16,6-8-79 15</inkml:trace>
  <inkml:trace contextRef="#ctx0" brushRef="#br0" timeOffset="124214.4">25886 5614 466 0,'0'0'113'15,"0"0"39"-15,0 0-32 16,0 0-17-16,0 0-24 0,0 13-18 15,-7-6-2-15,1 1-8 16,-1 2-10-16,1-2-18 16,-1 1-8-16,2-5 2 15,3 0 0-15,0-3-3 16,1 2-6-16,1-3-4 16,0 0-1-16,0 0 0 15,0 0 1-15,0 0 3 16,0 0 4-16,0 0 3 15,3-4 2-15,8-7-4 16,1-2-3-16,2-2-4 16,3-2-2-16,0-2-2 15,0-1 2-15,0 1-3 16,-4 2 1-16,-3 2 0 16,-3 5-1-16,-3 2 0 15,-2 2 1-15,-2 4-1 16,0 0-4-16,0 2-10 15,0 0-27-15,-11 0-43 16,2 0-55-16,-1 3-96 16,1 1-121-16</inkml:trace>
  <inkml:trace contextRef="#ctx0" brushRef="#br0" timeOffset="125238.21">26526 5052 541 0,'0'0'69'15,"0"0"40"-15,0 0-34 16,10-12-11-16,6 9 14 15,7 0 10-15,7 2-22 16,5-3 1-16,5 0-24 16,5 0-3-16,0 0-4 15,2-3-13-15,-3 3-11 16,-1 0-7-16,-7 0-3 16,-6 1-2-16,-5 1 0 15,-9 2-3-15,-7 0-15 16,-6 0-29-16,-3 0-39 15,-3 0-19-15,-16 0-31 16,-10 8-20-16,-10 2 9 0,-10 6-9 16,-5 2-47-1,-5 3 55-15,-3 2 57 16</inkml:trace>
  <inkml:trace contextRef="#ctx0" brushRef="#br0" timeOffset="125413.2">26481 5177 199 0,'0'0'142'0,"0"0"-23"16,0 0 13-16,0 0 1 15,0 0 27-15,0 0 14 16,94 15-41-16,-42-19-38 16,6-4-46-16,1 0-24 15,-4 0-18-15,-3 1-5 16,-7 3-5-16,-5 1-38 16,-10 2-60-16,-5 1-80 15,-5 0-98-15,-4 0-165 16</inkml:trace>
  <inkml:trace contextRef="#ctx0" brushRef="#br0" timeOffset="126349.69">30035 4924 505 0,'0'0'95'0,"0"0"47"15,0 0-59-15,0 0 43 16,105-6 1-16,-51 1-22 16,5-1-42-16,3 2-15 15,-1-3-17-15,-6 3-16 16,-9 0-7-16,-10 0-5 16,-9 3-2-16,-9-2 1 15,-4 2-5-15,-9 1-13 16,-5 0-14-16,0 0-14 15,0 0-33-15,-16 0-40 16,-6 0-61-16,-10 1-31 16,-9 7-34-16,-7 3-15 15</inkml:trace>
  <inkml:trace contextRef="#ctx0" brushRef="#br0" timeOffset="126543.81">30067 4995 428 0,'0'0'78'0,"0"0"76"15,0 0-35-15,0 0 33 16,91 11-4-16,-38-11-46 16,5 0-40-16,1-4-31 15,-5-3-21-15,-8 3-8 16,-10-1-1-16,-8 4-14 16,-7 1-49-16,-8 0-62 15,-5 0-34-15,-4 0-64 16,-4 0-210-16</inkml:trace>
  <inkml:trace contextRef="#ctx0" brushRef="#br0" timeOffset="127584.43">26045 5923 421 0,'0'0'107'0,"0"0"51"15,0 0-22-15,39 2-19 16,-23-2-19-16,4 0-34 16,3 0-23-16,0 0-13 15,-3 0-15-15,2-4-10 16,-5 4-5-16,-5-3-32 15,-3-1-32-15,-5 0-51 16,-4 0-66-16,0-5-116 16</inkml:trace>
  <inkml:trace contextRef="#ctx0" brushRef="#br0" timeOffset="127791.93">26049 5848 624 0,'0'0'104'0,"0"0"37"15,0 0-24-15,0 0-72 16,0 0-31-16,89-21-11 16,-68 16-4-16,2 2-45 15,0 2-82-15,-3-3-50 16,1 0-166-16</inkml:trace>
  <inkml:trace contextRef="#ctx0" brushRef="#br0" timeOffset="128308.41">26430 5803 611 0,'0'0'93'0,"0"0"56"15,0 0-45-15,0 0-27 16,0 0-16-16,0 0-18 16,70-39-18-16,-46 32-21 15,1 1-1-15,-2 5-2 16,-3 1 0-16,-1 0 0 15,-5 0-2-15,-5 10-1 16,-5 3 1-16,-4 3-2 16,0 5 3-16,-1 0 5 15,-13 1 11-15,-5 3 6 16,-3-1 0-16,2-1-2 16,4 2-8-16,3-6-5 15,4-3 1-15,8-2 1 16,1-4 0-16,0 0 5 15,6-2 5-15,8-3 2 16,5 0-6-16,1-3 5 16,4 0 0-16,1-2-7 15,-2 0-10-15,0 0-1 16,-3 0-3-16,1 0-10 16,-5 0-28-16,1-2-37 15,-4 0-34-15,3-3-39 0,-3 1-67 16,-1 0-64-16,2-4-179 15</inkml:trace>
  <inkml:trace contextRef="#ctx0" brushRef="#br0" timeOffset="128598.34">26961 5770 781 0,'0'0'76'16,"0"0"53"-16,0 0 3 15,0 0-43-15,3 80-20 16,2-56-15-16,-2 3-14 16,0-3-14-16,3 1-13 15,-2-1-5-15,2-3-7 16,4-1 0-16,-4-3 0 15,1 0-11-15,2-2-39 16,-1-3-40-16,4-2-65 16,-2-5-79-16,3-4-127 15</inkml:trace>
  <inkml:trace contextRef="#ctx0" brushRef="#br0" timeOffset="130069.1">27482 5488 400 0,'0'0'83'0,"0"0"33"15,0 0-34-15,-55 36-12 16,35-14 2-16,-2 9 6 16,2 5 6-16,-2 4-21 15,5 4-18-15,2 4-2 16,4-1-8-16,8-1-11 15,3-2 3-15,0-7-4 16,16-2 4-16,5-3-4 0,3-2 0 16,2-5 0-1,0-1-2-15,-2-2-5 0,-5-6-7 16,-2-1-5-16,-5-5 0 16,-4-2-3-1,-3-2-1-15,-2-5-2 0,-3 2-17 16,0-3-43-16,0 0-52 15,0 0-93-15,0-4-113 16</inkml:trace>
  <inkml:trace contextRef="#ctx0" brushRef="#br0" timeOffset="130909.46">27682 5818 363 0,'0'0'80'0,"0"0"41"0,0 0-17 16,0 0-11-16,-4-15-11 15,4 14-11-15,0-2-15 16,0-4-6-16,3 2 0 15,6-3-2-15,6 1-11 16,4-1-14-16,4 0-4 16,3-1-12-16,2 4-4 15,-2 1 2-15,-3 3-7 16,-1 1 4-16,-8 0-5 16,-4 4-2-16,-7 8-7 15,-3 3-8-15,0 4-2 16,-7 0 14-16,-6 2-3 15,0-4 2-15,4 2 5 16,2-5-5-16,7 0-5 16,0-3-1-16,2 2 10 15,13-3 2-15,3 2 3 16,2 1 3-16,-3-3-1 16,-2 0 3-16,-5 1 9 15,-3 0 8-15,-7-1 2 16,0 1 9-16,0 0 7 15,-14 0 9-15,-4 1-6 16,1-2-15-16,-3 0-13 16,1-2-9-16,2-3-3 15,3-1 0-15,2-1-17 0,0-3-34 16,5 0-34-16,2 0-81 16,2-1-127-16,3-10-201 15</inkml:trace>
  <inkml:trace contextRef="#ctx0" brushRef="#br0" timeOffset="131237.85">28129 5806 722 0,'0'0'73'16,"0"0"93"-16,0 0-53 15,0 0-43-15,75 91-4 16,-52-67-21-16,-1-4-7 16,1 0-10-16,0-2-9 15,-4-1-11-15,-2-4-5 16,-4-2-3-16,-3 0 1 15,-3-3-7-15,-1-2-25 16,-3-1-29-16,0-2-34 16,-2-3-40-16,-1 0-69 15,0 0-32-15,0-6-243 16</inkml:trace>
  <inkml:trace contextRef="#ctx0" brushRef="#br0" timeOffset="131469.18">28334 5855 678 0,'0'0'86'16,"0"0"52"-16,-71 73-37 16,45-45-28-16,3 1-26 15,7-5-21-15,2-1-11 16,8-4-14-16,0-2-7 15,6-3-18-15,0-7-54 16,0-4-100-16,0-3-104 16,7 0-243-16</inkml:trace>
  <inkml:trace contextRef="#ctx0" brushRef="#br0" timeOffset="131821.25">28682 5960 921 0,'0'0'141'0,"0"0"-17"16,0 0-78-16,92 0-27 15,-73 0-14-15,-4 0-5 16,-1 0-43-16,-4 0-89 15,-4 0-91-15,1-8-154 16</inkml:trace>
  <inkml:trace contextRef="#ctx0" brushRef="#br0" timeOffset="132261.43">28845 5779 671 0,'0'0'52'0,"0"0"75"16,0 0-12-16,78-22-29 16,-52 19-13-16,0 2-13 15,-3 1-27-15,-7 0-21 16,-2 0-8-16,-5 4-4 15,-6 9-3-15,-2 3 1 16,-1 3 0-16,0 3 4 16,-2 1 2-16,-10 1-1 15,-1-2-2-15,3 0 2 16,-3-3-1-16,6-2-1 0,1-2 0 16,6-3 3-1,0-1 7-15,0-2 2 0,6-1-4 16,8-1 3-16,5-4 2 15,4-1-6 1,6-2-4-16,-2 0-4 0,5 0-11 16,-3 0-26-16,-3-3-27 15,-3-7-53-15,-1-1-61 16,-2-3-67-16,-4-2-139 16</inkml:trace>
  <inkml:trace contextRef="#ctx0" brushRef="#br0" timeOffset="132664.06">29199 5418 705 0,'0'0'44'0,"0"0"-10"16,0 0 79-16,0 0-4 15,100 92-36-15,-60-54-13 16,-1 3 5-16,3 7-11 16,-2 0-14-16,-5 2-8 15,-5 2-2-15,-8-1-12 16,-8 0 2-16,-9-7 9 15,-5-2-6-15,0-5-7 0,-13-6 1 16,-9-4-4 0,-1-2-7-16,-3-6-4 15,3-4-1-15,1-1 1 0,4-7-3 16,3-2-10-16,5-3-25 16,4-2-47-16,5 0-75 15,1-15-133-15,0-9-261 16</inkml:trace>
  <inkml:trace contextRef="#ctx0" brushRef="#br0" timeOffset="133516.79">29681 5378 686 0,'0'0'104'16,"0"0"26"-16,0 0-57 16,0 0-42-16,-26 7-19 15,9 8 3-15,1 5-4 16,-4 3 1-16,5 3-4 16,4 0-1-16,7 0 9 15,2-1 1-15,2-2-2 16,0-4-5-16,10-5-6 15,6-2-1-15,1-5 0 16,-1-3 0-16,4-4 1 16,2 0-4-16,0 0 3 15,1 0-3-15,0-8 2 16,-7-3-2-16,-2 3 1 16,-5-1 1-16,-3 2 3 15,-6-1 8-15,0 4 5 0,0 1 5 16,-3 1-6-1,-9 2-15-15,-5 0-3 16,-3 0 0-16,-1 0 2 16,0 5 1-16,1 3-6 15,1 3-1-15,6-1-42 0,3 2-47 16,4-2-86-16,5 2-38 16,1-4-122-16</inkml:trace>
  <inkml:trace contextRef="#ctx0" brushRef="#br0" timeOffset="136781.85">24904 5345 203 0,'0'0'41'15,"0"0"7"-15,0 0 2 16,0 78 3-16,0-47-7 15,0 4 90-15,0 5-70 16,0 2-43-16,-6 1 36 16,-1 0-26-16,0 4 6 15,1-4-5-15,1-1-8 16,4 0-5-16,1-6-3 16,0-1 7-16,9-4 1 15,7-3-3-15,2-1-1 16,2-3-10-16,-1 1-3 15,-1 1-2-15,-7-2-4 16,1-1-1-16,-7 1-1 16,-2-1 0-16,-1 2 0 15,-2-5 2-15,0-1 2 16,0-2 1-16,-3-1-1 0,0-1-1 16,2-3 3-16,1 0-7 15,0 0 0-15,0-1 3 16,0 1-4-16,7-2 2 15,0 1-1-15,0-1-1 16,-1-1 3-16,-2-2-3 16,1 1 1-16,-2 0 1 15,0 0-2-15,2-1 2 16,0 0-1-16,3-1 0 16,2-1-1-16,5 0 2 15,4-2-2-15,1 0 2 16,2-3 0-16,4 0 0 15,-3 0-1-15,4 0 2 16,0 1 2-16,2-1-4 16,2 0 0-16,-3 0 1 15,4 0-1-15,-1 0 0 16,-3 0 0-16,3 0 1 16,-2 0-1-16,-3 0 2 15,1 0-1-15,1 0 4 16,-2 0-3-16,0 0 2 15,2 0-2-15,0-1 0 16,1 0-1-16,2-1-2 16,0 1 1-16,2 1 1 15,-3 0-1-15,-1-2 0 16,-1 1 0-16,-3 1 0 16,0-1 0-16,0-1 0 15,-1-1 0-15,2 3 0 16,1-1 3-16,2-1-5 0,-1 2 2 15,6-1 1 1,0 1-2-16,1 0 3 0,1-3-3 16,-3 2 2-1,-1 1-1-15,-2 0 0 0,-4 0-1 16,-1 0 2-16,-3 0-1 16,-2 0 0-16,0 0-2 15,-1 0 1-15,4 0 1 16,1 0 0-16,4 0 0 15,-2 0 0-15,3 0 0 16,3 0 0-16,-4 0 1 16,3 0-2-16,-2 0 0 15,-3 0 2-15,-3 0-1 16,0 0 0-16,-4 0 1 16,4 0-1-16,0 0 1 15,-1 0 0-15,4 0 1 16,4-1-1-16,3-1 0 15,6 2-1-15,0-1 0 16,3-2 0-16,-1 2 0 16,0-2 1-16,-3 0-1 15,-2 2-1-15,-4-3 1 16,-5 4 0-16,-2-2 0 16,-2 2 0-16,-3 0-1 15,5 0 1-15,-1 0 0 16,5 0 0-16,1 0 0 15,2 0 0-15,3 0-4 16,-2-1 5-16,2 0-1 16,-5 1-1-16,-1-3 0 0,-3 2 2 15,-5 0-1 1,-3-1 1-16,-2 1-2 0,-3 1 0 16,4 0 2-1,-3 0-2-15,5 0 2 0,4 0 0 16,3 0 0-16,3-1-2 15,2-1 2-15,3 2-1 16,1 0 0-16,-2-1-2 16,-3 1 0-16,-2 0 4 15,-1 0-4-15,-4 0 1 16,0 0 2-16,-3 0 0 16,1 0 1-16,-1 0-3 15,2 0 1-15,-2 0 1 16,3 0 1-16,3 0 5 15,0 0-4-15,0 0-3 16,-1 0 9-16,1 0 0 16,-2-3-3-16,1 2 0 15,-4-2-3-15,0 1 2 16,-1 1 11-16,-4 0-5 16,-2 1-8-16,1-1-2 15,-3-2-1-15,-1 3 1 16,1-1-1-16,-1-1 1 15,2 1-1-15,-2 1 1 16,4 0-2-16,-1 0 2 16,2-1-2-16,6 1 2 15,-1-2-1-15,1 1 1 16,4 1-1-16,0-3-2 0,-3 1 3 16,-2 2 1-1,-4-1-3-15,-4-2 2 16,0 2 2-16,-5 0 12 0,0-1 1 15,3 0-5-15,-2 0-4 16,1 0-1-16,3-1-1 16,0 0-1-16,4-1-4 15,-1 1 1-15,3-1-1 16,-2 2-1-16,2 0 2 16,-6 1-1-16,3-1 0 15,-6 1 1-15,0 1-1 16,-1-1 1-16,-2-1-1 15,-1 2 1-15,0-1 0 16,2 1 2-16,-2 0-1 16,1 0 0-16,4-2 0 15,3 1-2-15,2 1 2 16,4-1 0-16,1 1 5 16,4 0-8-16,-5 0 3 15,2 0-6-15,-6 0 6 16,0 0-1-16,-6 0-3 15,0 0 2-15,-7 0 1 16,1 0 0-16,-1 0 1 16,3 0 0-16,-2 0 1 15,5 0 0-15,-2-2-1 16,3 1-4-16,2 0 2 16,-1 0 0-16,1-1 0 15,4 1 0-15,0 1 2 16,4-3-3-16,4 3 1 15,2 0 7-15,3 0 17 16,-3 0-24-16,-1 0 0 16,-5 0 1-16,-4 0-1 15,-5 0-1-15,-2 0 2 16,-3 0 1-16,0 0 0 16,1-1 0-16,0 1 6 0,3-3 0 15,3 3 1-15,-1 0-6 16,-2-2-1-16,3 1-1 15,0 0 0-15,-3 1-1 16,3 0 1-16,-4-2 0 16,2 1-1-16,-1 0 1 15,-1 1 0-15,-2 0 1 16,3-3 3-16,-1 2 0 16,1 1-2-16,3 0 0 15,-3 0-1-15,2-2-1 16,-1 2-1-16,-2 0 1 15,0 0 1-15,-1 0-3 16,-2-1 1-16,-2 1 0 16,-2 0 1-16,-2 0-1 15,0-1 0-15,0 1-11 16,-6-2-24-16,-10 0-62 16,-3-3-125-16,-5-3-175 15</inkml:trace>
  <inkml:trace contextRef="#ctx0" brushRef="#br0" timeOffset="141508.18">24885 5341 320 0,'-1'0'24'0,"1"0"10"15,0 0-8-15,0 0 11 16,0 0 1-16,0 0 2 16,0 0-3-16,0 0 9 15,0 0 8-15,0 0-4 16,0 0-7-16,5 0-4 15,1 0-14-15,3 0-13 0,-1 0-2 16,4 0-4 0,2 0-2-16,4 0 1 15,3 0 6-15,2-3 10 0,2 1-14 16,0-1 1-16,1-1-2 16,3 2 1-1,-1 0-4-15,0-2-2 0,1 4 2 16,0-2 2-16,-2 1-1 15,-3 1-1-15,-2 0-2 16,0 0 0-16,-2 0-1 16,-2 0 0-16,5 0 0 15,0 0 1-15,1 0-1 16,5 0 0-16,2 0 2 16,-1 0-2-16,0 0 1 15,1 0-1-15,-3 0 0 16,0 0 1-16,-2 0 0 15,0 0-1-15,0-1 0 16,-4 1 0-16,1 0 0 16,-2 0 0-16,1 0 0 15,-3 0-1-15,1 0 2 16,1 0-2-16,0 0 2 16,0 0-1-16,1 0 0 15,-2 0 2-15,0 0-3 16,1 0 2-16,-4 0-2 15,-1 0 2-15,-3 0-1 16,-1 0-1-16,0 0 1 16,-1 0 2-16,-3 0-3 15,4 0 0-15,-2 0 3 16,6 0-2-16,0 0-1 16,4 0 1-16,6 0 0 15,3 0 2-15,2-2-3 16,3 1 2-16,-1-2 2 15,-1 2 0-15,-3 1-2 0,-5-3-1 16,-3 3 2-16,-1 0-2 16,-7-1-2-16,1 1 4 15,-2 0-5-15,-1-1 3 16,2-2 0-16,2 3 1 16,3 0-1-16,4-1-1 15,2-1 2-15,3 1-2 16,5-1 1-16,-4-1 0 15,3 3 0-15,-2-2 0 16,-3 0 0-16,-3 2 0 16,-2 0 0-16,-3 0 0 15,2 0 1-15,-4 0-2 16,1-3 1-16,1 3 0 16,2 0 1-16,3-4-1 15,0 4 0-15,0 0 0 16,3 0 0-16,0-3 0 15,-2 2 0-15,-2 1 0 16,0 0 0-16,-2 0 0 16,1-1 0-16,-1 1 0 15,1-2 0-15,2 1 0 16,-1-2 2-16,4 2-4 16,0-2 0-16,3 2 0 15,3-2-1-15,1 3 2 16,0-2 0-16,2 0-1 15,2 0-2-15,-2 2 1 16,-1 0-9-16,-2 0 9 16,-3 0 0-16,0-2 3 15,-7 0-2-15,1 2 3 0,-6-2-1 16,-2 1 1-16,-1-1-3 16,-4 1 4-1,-1 0-4-15,1 1 4 0,0 0-1 16,2-2 1-16,2 1 2 15,5 0-5-15,4-1 1 16,6-2 1-16,1 2-1 16,0 0 0-16,1 1 0 15,-4-1-1-15,-1 1 2 16,-7 1-1-16,-3 0 5 16,-3-1 7-16,0 1 2 15,-6 0-9-15,3-2-1 16,2 1 0-16,-1 0-1 15,3-1 1-15,1-1 0 16,4 2-2-16,3-2-2 16,1 2-1-16,0-2 1 15,3 3 1-15,1-3-5 16,-2 3-1-16,1-1 4 16,-3 1 1-16,0-3 0 15,-1 2 0-15,-2 0 2 16,3-1-2-16,0-1 0 15,-1 2 0-15,4 1 0 16,0-3 0-16,1 2 0 16,2 1 1-16,0 0-1 15,0-3 0-15,-3 2 1 0,3-2 1 16,-5 2-2 0,1-2 3-16,-2-1-1 15,-1 3 21-15,-2-1-22 0,3-1 12 16,-4 3 5-16,1-1-16 15,-3 0 2-15,-1 1 8 16,0-2-11-16,-6 2-2 16,0 0 2-16,0-1-4 15,-1 1 0-15,3 0-2 16,-1 0 5-16,1 0-2 16,3 0 1-16,3 0 0 15,5 0-9-15,6 0 0 16,4 0 9-16,2 0 2 15,7 0-2-15,1 0-2 16,-4-1-9-16,-1 1 5 16,-6 0 6-16,-5-3-6 15,-7 2 2-15,-7-2 4 16,0 2 2-16,-3-2 5 16,0 0-1-16,5 0-3 15,-2 1 0-15,4 0-2 16,-1-2 1-16,1 2 0 15,-1 0 1-15,0 1-1 16,-3-2-1-16,-2 1-2 16,-2 1 1-16,-1 0 1 15,0-1 0-15,-1 1 2 16,2 0-3-16,0-1 1 16,-1 2 0-16,2 0 0 15,-1-1 0-15,1 1 1 16,-1 0-3-16,1 0 2 15,-4-1 1-15,4 1-2 16,-3-1 1-16,2 1 0 16,-2-2 0-16,6 2 0 0,-3 0 1 15,1 0-1-15,1 0 0 16,-3 0 1-16,2 0-2 16,-2 0 0-16,3 0 0 15,0 0 1-15,0 4 0 16,4 0 1-16,0 0-2 15,1 1 0-15,-4-1 2 16,-1 0-1-16,-2 2 0 16,-3-2-1-16,-4 2-3 15,-1 1 3-15,-2-1-2 16,0 3 5-16,0-1 5 16,0 1-4-16,0 2 2 15,0 0-4-15,0 2 1 16,0 0 4-16,0 0 8 15,0 3 10-15,0 0-11 16,1 0 2-16,-1 0-8 16,0 0-3-16,0 0-1 15,0 4 2-15,0-1-2 16,0-2 0-16,0 2-2 16,0 0 5-16,0 0-3 15,0 1 2-15,0-3 0 16,0-1-1-16,0 3 5 15,0-4 3-15,0 2-7 16,0-1 4-16,0 0 6 16,0 0-4-16,0-1-2 15,0-2-4-15,0 1-1 16,0 0 2-16,-1 1 4 0,-1-3 4 16,2 0 0-1,-1-1-5-15,-1 2-2 0,2-3-2 16,0 3-2-16,-1-1-1 15,-1 2 1-15,2 1-3 16,0-1 1-16,-3 3 1 16,2-1 0-16,-1-1 1 15,1-3-2-15,-1 1 1 16,1-2-2-16,-1 0 1 16,0 0 0-16,-1 1-1 15,2-1 1-15,-1 1-2 16,-1-1 1-16,2-1 1 15,-1 1 4-15,1-3 3 16,1 0-1-16,0-1-2 16,0 0 2-16,0-1-2 15,-2 1-1-15,1 0 0 16,-2-2-2-16,3 3 4 16,-3-2-3-16,2 1 0 15,-1-1 4-15,2 0 2 16,-3 1-1-16,3 1-2 15,0 0 0-15,0-4-2 16,-1 4-2-16,1-1 1 16,0 2-3-16,0-2-1 15,0 1 1-15,0 0 1 16,-3-1 0-16,3-1-1 16,-1 1 1-16,-1-2 0 15,2 2-2-15,0-3 1 16,0-1 0-16,0 0 0 15,0 0 0-15,0-1 1 16,0 0-1-16,0 1 0 0,0 1 2 16,0-1-4-1,0-1 3-15,0 1-1 16,0 1 0-16,0-1 1 0,0 1-2 16,2-4 2-16,-1 6-1 15,3-4 0-15,-2 2 0 16,-1-1 0-16,2-1 1 15,-3 1-1-15,3 0 0 16,-2-1 0-16,1 2 0 16,-1-4 0-16,1 2 1 15,-1 2-1-15,1-3 2 16,-1 2-2-16,-1 0 2 16,3 0 2-16,-3 0 4 15,3-2-6-15,-3 2 1 16,2-3-2-16,-1 0 0 15,-1 0 1-15,0 0-1 16,0 0-3-16,0 0-3 16,0 0-5-16,0 0-19 15,0 0-29-15,0 0-44 16,-3-2-98-16,-4-9-213 16</inkml:trace>
  <inkml:trace contextRef="#ctx0" brushRef="#br0" timeOffset="147487.78">6629 7117 456 0,'1'-4'43'16,"1"1"82"-16,-2 2-24 15,0-2-19-15,1 3 12 16,-1 0-23-16,0 0-24 16,0 0-6-16,0 0-5 15,0 0-10-15,0 0-6 16,0 7-2-16,0 8 15 16,-3 5 4-16,-6 5-3 15,-4 10-4-15,-5 4-12 16,0 5-2-16,1 3 1 15,1 3 5-15,6-1-1 16,4-1 0-16,6-5-3 16,0-1-9-16,13-3 2 15,10-6 3-15,5-2-2 16,6-5-1-16,2-3 0 16,4-4-1-16,-3-1 0 15,-5-4-5-15,-8-4-3 16,-3-3-1-16,-9-1-2 0,-6-2-10 15,-6-4-26 1,0 1-28-16,0-1-44 0,-11 0-104 16,-5 0-185-16</inkml:trace>
  <inkml:trace contextRef="#ctx0" brushRef="#br0" timeOffset="148352.54">6967 7433 454 0,'0'0'94'0,"0"0"32"16,0 0-4-16,0 0-14 15,0-5-9-15,0 5-27 16,0 0-29-16,0 0-15 16,0 0-7-16,0 4-7 15,0 9-14-15,0 6 13 16,0 6 11-16,-2 2-10 16,2-1-4-16,0 0-6 15,0-3-2-15,9-3-2 16,4 0 3-16,1-9-1 15,2 0-1-15,2-7 1 16,2-4-1-16,-2 0 1 16,1 0 2-16,1-15-6 15,-1 0 2-15,-4-5-2 16,-2 0 1-16,-2-3 0 16,-2 0 1-16,-3 1 0 15,-2 2-1-15,0 2 2 16,-1 4-1-16,-3 4 2 15,0 7-2-15,0-2 1 16,0 5 2-16,0 0-1 16,0 0-9-16,0 8-3 15,0 6 12-15,0 4 12 16,3 1 6-16,1 4 6 16,4-3-6-16,0 1-5 0,4-5-7 15,-1-1-4 1,2 0-3-16,0-4-2 0,-1-2-11 15,4-2-35-15,-2-3-38 16,3-3-82-16,-3-1-125 16,-2 0-328-16</inkml:trace>
  <inkml:trace contextRef="#ctx0" brushRef="#br0" timeOffset="148698.56">7498 7511 1053 0,'0'0'37'16,"0"0"64"-16,0 0-14 15,0 0-43-15,0 0-27 16,0 0-15-16,0 0-10 15,0 0-66-15,0 0-113 0,-1-3-241 16</inkml:trace>
  <inkml:trace contextRef="#ctx0" brushRef="#br0" timeOffset="149350.84">7625 7429 434 0,'0'0'117'0,"0"0"37"15,0 0-45-15,0 0 3 16,0 0 2-16,19-4-27 15,-6 15-7-15,0 3-16 16,4 4-16-16,-2 3-6 16,3 2-5-16,0 0-1 15,2-3-11-15,0 1-7 16,-1-2-3-16,0-3-6 16,-3 0-3-16,-1-5-4 15,-4-3-1-15,-4-3 0 16,0-2-7-16,-6-2-24 15,-1-1-23-15,0 0-27 16,0 0-34-16,0-8-107 16,0-4-66-16,0-5-115 15</inkml:trace>
  <inkml:trace contextRef="#ctx0" brushRef="#br0" timeOffset="149601.37">7991 7397 765 0,'0'0'39'0,"0"0"43"16,0 0 44-16,0 0-5 16,-25 76-39-16,9-45-32 15,1 0-21-15,0-3-6 16,3-1-14-16,-1-4-6 15,6-4-3-15,0-5-11 0,5-5-47 16,2-3-68-16,0-6-96 16,2 0-115-1,11-11-191-15</inkml:trace>
  <inkml:trace contextRef="#ctx0" brushRef="#br0" timeOffset="150238.67">7988 6918 769 0,'0'0'73'0,"0"0"2"15,0 0-10-15,0 0 41 16,86 51-35-16,-44-21-26 15,-2 7-10-15,1 1 2 16,-6 6-11-16,-2 1 0 16,-6 4-5-16,-8-1 1 15,-7 1-1-15,-5-1-1 16,-7-2 1-16,0-1-3 16,-4-3-8-16,-11-4 2 15,-5-1-3-15,2-3-1 16,-2-6-4-16,3-4-1 15,5-6-1-15,4-6 0 16,2-3-10-16,2-6-24 16,4-3-29-16,0 0-46 15,0-11-92-15,0-10-223 16</inkml:trace>
  <inkml:trace contextRef="#ctx0" brushRef="#br0" timeOffset="150516.39">8556 7031 1057 0,'0'0'71'0,"0"0"50"0,-51 84-52 16,28-45-31-16,2 0-30 15,4-4-7-15,1 1-20 16,0-9-88-16,3-7-143 16,-3-4-243-16</inkml:trace>
  <inkml:trace contextRef="#ctx0" brushRef="#br0" timeOffset="151148.87">8851 7576 887 0,'0'0'159'0,"0"0"-14"15,0 0-75-15,101-12-30 16,-79 6-12-16,-2 2-20 16,-4 0-5-16,-6 1-1 15,-4-1-19-15,-5 2-49 16,-1-3-48-16,0 1-56 16,-1-1-125-16,-12-2-203 15</inkml:trace>
  <inkml:trace contextRef="#ctx0" brushRef="#br0" timeOffset="151336.35">8803 7440 801 0,'0'0'94'15,"0"0"56"-15,0 0-69 16,84-15-47-16,-56 12-23 0,5 3-9 15,1 0-15 1,0 0-71-16,-3 0-119 0,-2 0-136 16</inkml:trace>
  <inkml:trace contextRef="#ctx0" brushRef="#br0" timeOffset="151885.38">9381 7333 841 0,'0'0'26'0,"0"0"71"16,0 0 25-16,0 73-17 15,0-44-36-15,0 1-19 16,0 4-21-16,4-5-8 16,4 1-3-16,3-5-8 15,2-5-1-15,2-5-5 16,1-5-1-16,-3-5-1 16,2-5 1-16,0 0-2 15,2-2 1-15,-2-15-5 16,1-4-3-16,-2-5-10 15,2-5 4-15,-6 0 2 16,-1 1 1-16,-2 0-3 16,-4 6 4-16,-2 3 7 0,-1 7 2 15,0 6 0 1,0 5 4-16,0 3 4 0,0 3-7 16,2 15 1-16,2 4 12 15,2 5 15-15,4 1-3 16,1-1-7-16,1-3 2 15,1-2-12-15,0-4-5 16,-1-4-3-16,-1-5-2 16,-2-3-9-16,0 0-33 15,-1-6-49-15,-2 0-61 16,-3 0-90-16,-3 0-134 16</inkml:trace>
  <inkml:trace contextRef="#ctx0" brushRef="#br0" timeOffset="152168.14">9920 7070 1048 0,'0'0'107'16,"0"0"-19"-16,0 0-47 15,0 0 19-15,-22 90-27 16,8-50-16-16,-3 3-12 16,-1-2-2-16,-2-6-24 0,2-3-87 15,-3-8-160 1,1-9-291-16</inkml:trace>
  <inkml:trace contextRef="#ctx0" brushRef="#br0" timeOffset="153074.32">10079 7468 1156 0,'0'0'103'0,"0"0"-8"0,0 0-46 16,0 0-25-16,0 0-15 15,0 0-8-15,0 0-22 16,0 0-57-1,0 0-79-15,0 0-199 0,0 0-328 16</inkml:trace>
  <inkml:trace contextRef="#ctx0" brushRef="#br0" timeOffset="153571.21">10275 7386 816 0,'0'0'135'0,"0"0"-4"16,0 0-16-16,46 78-23 15,-28-53-26-15,1-2-17 16,2 1-20-16,2 0-10 16,-1-1 4-16,1-3-2 15,-3-5-5-15,0-2-5 16,-2-4-3-16,-4-3-5 15,-1-5 1-15,-2-1 0 0,0 0 3 16,-2-12 4-16,-2-9-2 16,4-3-4-16,-5-8-1 15,-2-1-3-15,-1 1 0 16,-1-2 0-16,-2 4-2 16,0 3-6-16,1 3-9 15,1 7-20-15,-1 3-16 16,2 5-40-16,3 2-69 15,1 3-98-15,0 1-87 16</inkml:trace>
  <inkml:trace contextRef="#ctx0" brushRef="#br0" timeOffset="154087.03">10968 7392 778 0,'0'0'106'0,"0"0"37"15,0 0-49-15,18 89-7 16,-11-66-30-16,3 0-25 16,-1-5-14-16,-1-2-10 15,-2-3-8-15,-4-1 0 16,-1-5-17-16,-1-1-46 15,0-5-62-15,-6-1-68 16,-8 0-97-16,-4 0-255 16</inkml:trace>
  <inkml:trace contextRef="#ctx0" brushRef="#br0" timeOffset="154254.85">10863 7516 784 0,'0'0'167'15,"0"0"-64"-15,0 0 3 16,0 0-35-16,0 0-50 16,101-3-18-16,-69 1-10 15,1-3-66-15,0-1-83 16,1-4-161-16,-4-2-379 16</inkml:trace>
  <inkml:trace contextRef="#ctx0" brushRef="#br0" timeOffset="155271.85">11511 7415 420 0,'0'0'126'0,"0"0"34"16,0 0-26-16,0 0-17 15,0-16-13-15,0 16-34 16,2 6-37-16,-1 8 13 15,2 7-2-15,0 3-17 16,0 4-3-16,3-1-4 16,2-1 17-16,3-1-17 15,2-4-15-15,5-5 3 16,1-5-1-16,0-2-2 16,1-7-1-16,-2-2-1 15,2 0 0-15,-2-7-3 16,-2-9-3-16,2-3 2 15,-5-4-2-15,-1 0-1 16,-3-2-5-16,-4 4-1 16,-4-1 3-16,-1 5 4 15,0 2 1-15,0 6 0 16,0 2 1-16,0 7-2 16,0 0-1-16,-3 0-6 15,3 10 7-15,0 9 8 16,0 1 1-16,0 3 3 0,2 0 6 15,5 2 8 1,6-2-15-16,1-4-6 0,-1-3-1 16,3-4-2-16,1-2-13 15,1-4-47 1,-1-2-51-16,-2-4-93 0,-1 0-122 16,-4 0-332-16</inkml:trace>
  <inkml:trace contextRef="#ctx0" brushRef="#br0" timeOffset="155481.51">12070 7489 1186 0,'0'0'43'15,"0"0"-3"-15,0 0-34 16,0 0-5-16,0 0-47 16,0 0-123-16,0 0-119 15,0 0-304-15</inkml:trace>
  <inkml:trace contextRef="#ctx0" brushRef="#br0" timeOffset="155911.39">12260 7354 763 0,'0'0'93'16,"0"0"44"-16,0 0-1 16,0 0-31-16,0 0-38 15,40 83-6-15,-26-60-22 16,0 0-8-16,1-2-8 15,-2 0-5-15,2-1-10 16,-4-2-5-16,1-3-2 16,-1-3 0-16,-3-3-4 15,-2-1-18-15,-1-5-31 16,1-2-48-16,-3-1-53 16,1 0-19-16,3-5-41 15,-1-10-107-15,0-2-95 16</inkml:trace>
  <inkml:trace contextRef="#ctx0" brushRef="#br0" timeOffset="156134.32">12580 7325 639 0,'0'0'67'0,"0"0"53"0,0 0-5 16,-20 77-19-1,4-44-27-15,0-3-21 0,0 1-8 16,2-3-16-16,1-5-17 16,3-2-5-16,2-6-4 15,4-3-27-15,3-4-99 16,-1-5-119-16,2-2-174 16</inkml:trace>
  <inkml:trace contextRef="#ctx0" brushRef="#br0" timeOffset="156417.85">12824 7105 943 0,'0'0'36'0,"0"0"51"16,-56 98-43-16,31-58-23 16,2 0-16-16,2-5-17 15,0-2-89-15,-2-3-111 16,3-8-236-16</inkml:trace>
  <inkml:trace contextRef="#ctx0" brushRef="#br0" timeOffset="157162.35">13100 7618 792 0,'0'0'104'16,"0"0"68"-16,88 0-68 16,-52-3-42-16,-4-1-31 15,-3-1-26-15,-4 2-4 16,-8-1-25-16,-7-2-64 16,-7 1-56-16,-3 0-72 15,-2-2-116-15</inkml:trace>
  <inkml:trace contextRef="#ctx0" brushRef="#br0" timeOffset="157361.97">13094 7499 733 0,'0'0'74'16,"0"0"57"-16,0 0-36 15,0 0-43-15,99-2-35 16,-70 2-13-16,1 0-22 16,-3 0-97-16,-1 0-105 0,-4 0-186 15</inkml:trace>
  <inkml:trace contextRef="#ctx0" brushRef="#br0" timeOffset="159999.91">9322 7823 365 0,'0'0'77'15,"0"0"9"-15,0 0 4 16,6 0-21-16,10 0-8 16,7-1 4-16,10-1-19 15,7 0-1-15,5 0 8 16,4-2-21-16,0 3-21 0,2-1-7 16,-6 1-3-1,-2 1 1-15,-7-3-2 0,-10 3 1 16,-5-1-2-16,-6 1-5 15,-9-3-23-15,-6 3-26 16,0 0-5-16,-4 0-31 16,-15-1-93-16,-3 1-101 15</inkml:trace>
  <inkml:trace contextRef="#ctx0" brushRef="#br0" timeOffset="160208.38">9374 7906 626 0,'0'0'62'16,"0"0"35"-16,0 0 32 16,105-3-28-16,-58-5-36 15,5 3-35-15,-2-2-22 16,-2 2-7-16,-4 1-5 15,-3 0-35-15,-6 1-85 16,-6-1-78-16,-5 1-132 16</inkml:trace>
  <inkml:trace contextRef="#ctx0" brushRef="#br0" timeOffset="162165.35">18213 6241 515 0,'0'0'70'15,"59"0"81"-15,-16-3-41 16,5-1-32-16,4 1-16 15,4 0-19-15,-4 0-20 0,-3-1-9 16,-8 2-10-16,-5 2-3 16,-10-1-2-16,-7 1-3 15,-9 0-11-15,-6 0-38 16,-4 0-22-16,0 0-9 16,-7 0-19-16,-12 0-58 15,-7 0-96-15,-7 3 18 16</inkml:trace>
  <inkml:trace contextRef="#ctx0" brushRef="#br0" timeOffset="162349.4">18268 6309 366 0,'0'0'48'16,"0"0"40"-16,0 0 72 16,0 0-29-16,0 0 5 15,101 3-29-15,-55-3-45 16,0 0-21-16,3 1-22 15,-5-1-14-15,-4 0-8 16,-7 2-40-16,-4-2-89 16,-7 0-112-16,-3 0-197 15</inkml:trace>
  <inkml:trace contextRef="#ctx0" brushRef="#br0" timeOffset="164276.04">13617 7418 715 0,'0'0'51'0,"8"19"82"16,-2-4-12-16,2 4-24 15,1 5 9-15,-1 0-40 16,2 0-20-16,-3 1-17 15,1-2-4-15,-4-4-7 16,3-2-9-16,-3-2-8 0,-1-6 1 16,-1-1-1-1,1-2-11-15,0-4-28 16,-2-2-45-16,5 0-52 0,-2 0-32 16,2 0-46-16,-2-6-132 15</inkml:trace>
  <inkml:trace contextRef="#ctx0" brushRef="#br0" timeOffset="164688.5">13899 7512 646 0,'0'0'39'15,"0"0"23"-15,0 0-4 16,0 0 9-16,0 0 3 16,0 75-32-16,0-56-11 15,7-1-2-15,4-4-4 16,6-1 1-16,1-5 1 16,5-4 0-16,0-2 0 15,4-2-9-15,-1 0-7 16,-4-10 3-16,1-3 9 15,-6-4 3-15,-3-2-2 16,-4 0-6-16,-6 0 1 16,-4-2 9-16,0 2-10 15,-7 2-7-15,-13 2-4 16,-3 4-2-16,-6 3-2 16,-3 8-1-16,-2 0-5 15,0 0-22-15,0 10-40 16,5 6-76-16,2 0-110 0,7 0-122 15</inkml:trace>
  <inkml:trace contextRef="#ctx0" brushRef="#br0" timeOffset="165432.81">14569 7125 580 0,'0'0'77'0,"0"0"77"16,-65 74-42-16,40-36-23 16,2 5-8-16,3 5-27 15,1 2-6-15,8 1 3 16,1 2-12-16,8-3-9 15,2 0 3-15,6-5-4 16,14-2-5-16,11-4-6 16,-1-7-3-16,5-5-5 15,-5-5-9-15,-3-7 0 16,-4-4 0-16,-8-3-1 16,-5-5-5-16,-6-2-25 15,-2-1-23-15,-2 0-18 16,0 0-75-16,0-8-111 15,-8-6-110-15</inkml:trace>
  <inkml:trace contextRef="#ctx0" brushRef="#br0" timeOffset="166607.09">14693 7422 538 0,'0'0'133'16,"0"0"4"-16,0 0-18 16,5 0-27-16,15 0-19 15,6 0-1-15,4-5-11 16,5 1-22-16,-4 0-19 16,0 4-1-16,-7 0-3 15,-6 0-12-15,-11 10-5 16,-4 8 0-16,-3 5 2 0,-7 4 5 15,-11 2-1-15,-2 0 2 16,-2 0-2-16,6-4 0 16,4-5-4-16,4-1 2 15,8-6 0-15,0-1 1 16,0-2 3-16,14-2 3 16,3-3 1-16,0-1-2 15,0-4-7-15,3 2 1 16,-2-2-5-16,-2 0-17 15,-5 0-48-15,1 0-31 16,-5 0-41-16,0-6-50 16,-2 2-74-16,-1-4-191 15</inkml:trace>
  <inkml:trace contextRef="#ctx0" brushRef="#br0" timeOffset="166922.31">15149 7457 727 0,'0'0'65'0,"0"0"79"0,0 0-16 15,0 0-21 1,0 0-18-16,81 46-17 0,-60-29-20 15,2 2-20-15,-2 0-12 16,-2-1-8-16,-2 1-9 16,-1 0-1-16,0-1 1 15,-4-3-4-15,-2-1-4 16,-3-4-9-16,-1-3-32 16,-3 1-23-16,0-6-38 15,-3-2-66-15,0 0-57 16,0 0-44-16</inkml:trace>
  <inkml:trace contextRef="#ctx0" brushRef="#br0" timeOffset="167160.88">15393 7465 743 0,'0'0'113'0,"0"0"24"16,0 0-40-16,-106 99-11 16,74-70-36-16,2 0-33 15,2-1-14-15,6-4-3 16,4-5-6-16,7-2-33 16,9-6-65-16,2-4-87 15,0-6-53-15,13-1-152 16</inkml:trace>
  <inkml:trace contextRef="#ctx0" brushRef="#br0" timeOffset="168290.13">15727 7452 745 0,'0'0'95'0,"0"0"41"0,0 0-50 16,15 57-25-16,-11-34 4 15,0-1-22-15,0 2-10 16,2-3-14-16,-3-1-14 16,-1-1-2-16,-1-6-2 15,-1-3 0-15,0-1-10 16,0-2-32-16,0-3-51 16,0-3-46-16,-4-1-41 15,-8 0-73-15,1 0-113 16</inkml:trace>
  <inkml:trace contextRef="#ctx0" brushRef="#br0" timeOffset="168505.37">15651 7599 565 0,'0'0'110'15,"0"0"46"-15,0 0-11 16,0 0-36-16,80 0-31 15,-62 0-33-15,-2 0-31 16,-3 0-12-16,0 0-1 16,-3 0-11-16,2 0-43 15,0-4-43-15,0-3-77 16,4-1-82-16,0-2-204 16</inkml:trace>
  <inkml:trace contextRef="#ctx0" brushRef="#br0" timeOffset="168935.05">16085 7336 515 0,'0'0'86'15,"0"0"55"-15,0 0-14 16,0 0 3-16,0 0-28 15,21 54-14-15,-17-27-21 16,-1 1-18-16,0 4-11 16,0-1-10-16,1-3-16 15,-1 3-6-15,1-8-2 16,0-3-2-16,1-2-1 16,-2-4-1-16,0-6-9 15,-2-4-26-15,-1-1-48 16,0-3-56-16,0 0-68 15,0-2-138-15</inkml:trace>
  <inkml:trace contextRef="#ctx0" brushRef="#br0" timeOffset="169640.4">16240 7099 557 0,'0'0'117'0,"0"0"27"15,0 0-36-15,91 88-5 16,-62-52-24-16,0 1-5 16,-2 2-22-16,-4-3-10 15,-5 0-6-15,-4 3 2 16,-5-3-3-16,-5 3-6 16,-4 0-1-16,0 0-8 15,0-2-2-15,-12-1-3 16,-3-2-6-16,1-2-4 15,-1-6-2-15,3-5-2 16,2-5 0-16,-1-3-1 16,5-6-10-16,0-5-20 15,0-2-21-15,3 0-45 16,2-14-84-16,1-9-104 16,0-3-117-16</inkml:trace>
  <inkml:trace contextRef="#ctx0" brushRef="#br0" timeOffset="170281.93">16575 7090 658 0,'0'0'111'0,"0"0"-12"0,0 0-19 16,0 0-2-16,0 0-39 16,0 7-9-16,0 5 20 15,0 0-12-15,1 0 2 16,4 0-4-16,0 0-8 15,0-1-7-15,2-2-11 16,-1-3-1-16,3 0-6 16,-1-3 0-16,1-2-1 15,1-1 0-15,0 0 0 16,0 0-2-16,-1 0-4 16,1 0-19-16,-4 0-26 15,1 0-22-15,-1 0-26 16,0 0-16-16,0 0-39 15,-1-6-22-15,-1-2-23 16,-2-1 11-16,1-1 70 16,-3-2 78-16,1-1 38 15,-1-1 8-15,2 3 43 16,-2-2 59-16,0 6 6 16,0 3 19-16,0 4 8 15,1 0-28-15,1 0-28 16,-1 19 11-16,0 5 41 15,2 7-39-15,3 2-25 16,-3 5-11-16,1-1-16 16,1-5-14-16,0-1-14 15,0-7-11-15,-1-4-7 16,3-5 0-16,-4-3-12 16,0-4-49-16,0-3-63 15,-3-2-102-15,0-3-149 16</inkml:trace>
  <inkml:trace contextRef="#ctx0" brushRef="#br0" timeOffset="171563.97">17011 7558 1035 0,'0'0'89'16,"0"0"29"-16,0 0-69 15,0 0-30-15,6 0-15 16,1 0-23-16,5 0-110 15,0-3-152-15,0-5-322 0</inkml:trace>
  <inkml:trace contextRef="#ctx0" brushRef="#br0" timeOffset="174463.94">17489 7125 520 0,'-17'15'51'0,"-2"4"70"16,-3 7-47-16,-4 8 0 16,-1 4-6-16,0 4-9 15,2 1-7-15,2 5 1 16,6-2 13-16,8 0-5 15,6-1-14-15,3 0-6 16,0 1-8-16,15 1-7 16,3-2-1-16,5-3 6 15,-2-2 6-15,2-5-26 16,-3-7-7-16,-4-3 2 16,-5-6-3-16,-2-4-5 15,-3-6 3-15,-2-1-4 16,-2-4-13-16,-2-1-23 15,0-3-19-15,0 0-28 16,0 0-56-16,0-2-111 16,0-12-221-16</inkml:trace>
  <inkml:trace contextRef="#ctx0" brushRef="#br0" timeOffset="175853.35">17571 7454 494 0,'0'0'69'0,"0"0"42"0,0 0-47 16,-5 0-14-16,5 0 15 15,0 0 3-15,0 0-2 16,7 0-32-16,7 0-11 16,6 0 13-16,6 0 1 15,1-2-4-15,3 2 0 16,-1 0-17-16,-5 0-11 15,-5 2-6-15,-7 9 0 16,-6 5-1-16,-6-1-1 16,0 2-4-16,0 1 1 15,-11 0 4-15,0-3-2 16,1 0 1-16,4-3-14 16,0 0 7-16,5-4 5 15,1 3-3-15,0-2 6 16,4 2-1-16,6-2 4 15,3 1 1-15,0 3 0 16,1-1 0-16,-3 1 4 16,-1-1 7-16,-2-1 11 15,-3 0 4-15,-4 0 10 16,-1-3 5-16,0-3 0 16,-4-1-2-16,-9 0-10 15,-3 1-12-15,-4 0-13 16,-2-1-2-16,0 2-5 15,1-2-4-15,1 0-19 16,2 0-22-16,5-1-31 16,7-3-51-16,5 0-79 15,1 0-117-15</inkml:trace>
  <inkml:trace contextRef="#ctx0" brushRef="#br0" timeOffset="176633.16">18051 7519 506 0,'0'0'103'0,"0"0"19"15,0 0-26-15,0 0-2 16,0-1-5-16,3 1-20 15,4 1 8-15,9 8 8 16,1 4-22-16,5 4-3 16,2-1-13-16,4 5-11 15,1 2-10-15,0-3-7 16,-2 3-1-16,2 0-6 16,-4-2-4-16,-1-4-2 15,-1 1-2-15,-7-6-1 16,0-3-2-16,-4 0 0 15,-4-2 1-15,-4-3-8 16,-2-3-15-16,-1 0-24 16,-1-1-17-16,0 0-30 15,0 0-35-15,0 0-61 16,0-2-55-16,0-9-104 16</inkml:trace>
  <inkml:trace contextRef="#ctx0" brushRef="#br0" timeOffset="176885.87">18398 7553 641 0,'0'0'69'0,"0"0"65"15,0 0-2-15,-83 69-19 0,56-40-26 16,-2 0-35-16,1 1-34 15,1-3-6-15,3 0-11 16,2-5-1-16,4-4-7 16,7-2-27-16,4-5-61 15,4-7-49-15,3-3-42 16,0-1-81-16,13 0-125 16</inkml:trace>
  <inkml:trace contextRef="#ctx0" brushRef="#br0" timeOffset="177190.16">18682 7592 856 0,'0'0'150'16,"0"0"8"-16,0 0-68 16,0 0-30-16,0 0-35 0,88 7-21 15,-69-7-5-15,-2 0-28 16,-1 0-83-16,-3 0-128 15,-4-6-198 1</inkml:trace>
  <inkml:trace contextRef="#ctx0" brushRef="#br0" timeOffset="177602.45">18861 7414 746 0,'0'0'84'15,"0"0"40"-15,0 0-40 16,0 0-14-16,0 0-12 16,84-12-16-16,-58 12-16 15,-3 0-4-15,-3 11-1 16,-4 1-9-16,-6 3-10 15,-7 1 3-15,-3 3 5 16,0 3-1-16,-1 1 4 16,-12 2 2-16,-3 0-1 15,3-2-5-15,2 2-1 16,3-5 4-16,5-3-4 16,3-2 1-16,0-3 1 15,5-1-4-15,12-1 0 16,4-4-2-16,3-5-1 15,6-1-1-15,0 0-6 16,1 0-30-16,2-8-49 16,-4-4-77-16,-2-1-87 15,-1-3-96-15</inkml:trace>
  <inkml:trace contextRef="#ctx0" brushRef="#br0" timeOffset="178017.79">19212 7055 458 0,'0'0'95'16,"0"0"67"-16,51 74-65 16,-27-40 26-16,5 4-16 15,-1 4-34-15,-4-1-14 16,-2 4-2-16,-8 1-3 16,-4 1-2-16,-8-1-5 15,-2 1-10-15,0-4-9 16,-13-2-3-16,-4-2-4 15,-2 0-7-15,0-6-3 16,1-2-5-16,3-4-3 16,1-3-1-16,3-8-2 15,4-4-15-15,4-4-35 16,1-8-37-16,2 0-68 0,0-4-111 16,5-16-285-1</inkml:trace>
  <inkml:trace contextRef="#ctx0" brushRef="#br0" timeOffset="178634.73">19423 7022 733 0,'0'0'128'15,"0"0"-21"-15,0 0-33 16,0 0 13-16,0 0-16 15,89-9-31-15,-57 9-5 16,-2 0-12-16,-1 0-3 0,-4 0-3 16,-5 0-3-16,-5 0-1 15,-1 1-7-15,-7 7-1 16,2 2 0-16,-5 4-3 16,-1 1 7-16,-3 10 3 15,0-1 1-15,0 6 5 16,0 3-5-16,0-2-1 15,0 2-6-15,-3-3-3 16,3-6-1 0,0-5-3-16,0-2-15 0,0-6-44 15,0-2-49-15,3-3-86 16,3-6-138-16,0 0-371 16</inkml:trace>
  <inkml:trace contextRef="#ctx0" brushRef="#br0" timeOffset="182909.98">13668 7967 391 0,'1'0'72'16,"-1"0"-2"-16,0 0-1 16,0 0-1-16,0 0-9 15,2 0-14-15,-2 0-7 16,0 0-8-16,2 0 8 15,-2 0 2-15,2 0-3 16,-1 4-4-16,1-1-1 16,1 3-6-16,1 0 7 15,2 1 4-15,-1 2-24 16,1-1 0-16,0 0-1 16,2 3 7-16,-3-3-14 15,1 1 0-15,0 1 6 16,-1-3-4-16,1-2-2 15,0 2 4-15,3-1-4 16,-1-2-3-16,3 0 2 16,0 0 3-16,1 0 1 15,-1-1 10-15,2-2 0 16,-1 2-9-16,1-1 0 16,-3 0-5-16,0 0-2 15,1 1-1-15,1 0 1 16,1-2-2-16,0 1 2 15,2-1-2-15,2-1 1 16,1 0 1-16,1 0-2 16,3 0 1-16,2 0 3 15,2 0 2-15,-1 0 1 16,0-4-1-16,1 1 0 16,-3 0-1-16,-1 1-3 0,1-2-1 15,-3 3 3 1,-3-1-2-16,2 1 0 0,-5 0-2 15,1-1 2-15,-2 2 0 16,3 0 1-16,0-1 0 16,-1 0 1-16,4-1 0 15,1 1-2-15,1-2 1 16,1 1 0-16,-2 0-1 16,3-1 0-16,-3 2 0 15,0-1-2-15,0 1 1 16,0 0-1-16,1 1 1 15,-1 0 0-15,0 0-1 16,-1 0 0-16,1 0 1 16,-1 0-2-16,1 0 1 15,2 0 1-15,-3 0-1 16,1 0 0-16,1 0 1 16,1 0-1-16,3 5 0 15,-1 2 0-15,1 0 1 16,-1 1-1-16,-2 3 2 15,0-1-3-15,-2 1 1 16,-4 0 3-16,-2-3-4 16,-4 1 2-16,1-1 0 15,-5-2 1-15,-1-1 0 16,-1-2 1-16,-2-2 0 16,-1-1 0-16,1 0 3 15,-2 0-2-15,0 0-1 0,0 0 2 16,0 0-1-1,0 0 1-15,0 0 2 16,0 0 4-16,1 0 3 0,1 0-1 16,0-4-7-1,4-5-6-15,3 2 1 0,-1-5-1 16,3 4 2-16,1-1-4 16,2-1 2-16,0 2 0 15,-1 0 1-15,3 1-2 16,-2 1 0-16,1 0 1 15,1 2 1-15,-5 0-2 16,4 2 0-16,-4 0 0 16,4 2 1-16,-2 0 0 15,1-2 0-15,1 2 0 16,0-1 0-16,1 0-2 16,1 1 1-16,3 0-1 15,0 0 2-15,0 0-1 16,-1 0 1-16,1 0-2 15,-1 0 2-15,-1 0-1 16,1 0 1-16,-1 0 0 16,0 0 0-16,0 0 1 15,2 0-2-15,1-2 1 16,1 0 0-16,1 2 0 16,3-3 0-16,-1 1-1 15,1 2 1-15,0 0 1 16,-4 0-1-16,1-1 0 15,-2 1 0-15,-3 0 0 16,-3 0 0-16,1 0 1 16,2 0-1-16,-2-2 1 15,-1 1-1-15,7-2 0 0,-2 2 0 16,3 0 1-16,2-1-1 16,1 1 0-16,3 0 1 15,-4 0-1-15,-1 1 0 16,1 0 1-16,-4 0-1 15,-3 0 0-15,-1 0-1 16,-3 0 2-16,4 0-1 16,-2 0 1-16,2 0-1 15,4 0 1-15,0-2-1 16,1-1 0-16,1 3 1 16,1-3-1-16,-3 2-1 15,-2 0 1-15,-2-2 1 16,-3 3 1-16,-1-3-4 15,-4 2 3-15,1 0 0 16,0 0 0-16,-2-1 0 16,1-2 0-16,1 4-1 15,-2-4 1-15,3 1-1 16,-1 0 1-16,1 1 0 16,-3-2 0-16,2-3 1 15,-1 3 3-15,0-5 1 16,0 2-2-16,-1-1 4 15,0 1-1-15,1-3 1 16,0 3 0-16,-4-2 2 16,1-1 1-16,1 2-3 15,-2 0 2-15,-1 3-4 16,-2 1 0-16,0 0-1 16,1 1 1-16,-3-1 1 15,2 0 2-15,-1 0 0 0,2 1 0 16,-3 1 2-1,1-1 0-15,-1-1-1 16,1-1 0-16,-2 2 0 0,0-1-4 16,0 0-3-16,0-2-2 15,0 2-3-15,-2 0-8 16,-8 0-16-16,-3 0-28 16,-3 2-56-16,-6-2-119 15,-2 0-358-15</inkml:trace>
  <inkml:trace contextRef="#ctx0" brushRef="#br0" timeOffset="183993.05">15037 8495 566 0,'0'-3'124'0,"0"-1"-5"15,0 3-20-15,0-3 9 16,0 4-15-16,0-1-22 15,0 1-17-15,0 0-17 16,0 0-15-16,0 10-16 16,0 8 14-16,0 5 3 15,0 5-3-15,0 1 3 0,0 2-4 16,4-4-4 0,9-2-2-16,3-5-1 15,1-5-2-15,6-1-3 0,-1-7-2 16,3-1-3-16,-2-6 1 15,0 0-3-15,-4 0 3 16,1-11-1-16,-3-5-2 16,-2-3 2-16,-2-3-4 15,-3-1 1-15,-3-3 0 16,-4 3 0-16,-2 1 1 16,-1 3-2-16,0 3 3 15,0 4-3-15,0 8 2 16,0 0-2-16,0 3 2 15,0 1-2-15,0 0 2 16,0 1-1-16,0 9 0 16,3 4 6-16,2 5 5 15,3 2 1-15,-1 3 4 16,5-2 7-16,1-1-7 16,0-2 3-16,3-1-6 15,-3-3-3-15,0-4-6 16,0 0-2-16,-4-5-1 15,-1 0-4-15,-1-2-15 16,-2-2-21-16,-2-1-15 16,-2-1-41-16,-1 0-53 15,0-3-104-15,0-13-261 16</inkml:trace>
  <inkml:trace contextRef="#ctx0" brushRef="#br0" timeOffset="184219.62">15642 8301 1058 0,'0'0'81'0,"0"0"43"0,-45 85-60 16,29-55-25-16,1 0-28 15,4-4-9-15,4-5-4 16,3-4-54-16,1-5-107 16,0-8-199-16</inkml:trace>
  <inkml:trace contextRef="#ctx0" brushRef="#br0" timeOffset="186245.34">17345 8060 214 0,'0'0'89'16,"0"0"25"-16,0 0 1 16,14-12-22-16,-11 10-6 15,0 1-10-15,0 1-8 16,0 0-13-16,0 0 10 15,-2 0-5-15,3 0-18 16,-2 5-12-16,1 2-1 16,1 3-5-16,-1 0-9 0,1 0-4 15,2 0-4-15,3 1-2 16,1 0 1 0,0-2-1-16,-1 2 9 0,2-3-10 15,-4 0-3-15,4-2 6 16,0 0-3-16,-1-2 1 15,2-3-5-15,5 1 4 16,-1-2 1-16,3 0-3 16,2 0 2-16,1 0-2 15,3 0-1-15,1 0-1 16,-1-2 0-16,3-2-2 16,-1-3 2-16,2 1 0 15,3 0 0-15,1 0-2 16,3-1 2-16,2 2 1 15,-3 1-3-15,1 0 2 16,-3 1-2-16,-1 2 2 16,-5 1-1-16,-2 0-1 15,-4 0 0-15,-2 0 1 16,0 0-1-16,-3 4 1 16,-3 1 0-16,0-1 0 15,-2 3 2-15,-2-1 0 16,0-1 0-16,-2-1 1 15,-3 0-1-15,-1 2 1 16,0-3 4-16,-3 1-2 16,1-3 4-16,1 1-2 15,-2 0-1-15,0-2 1 16,3 0 0-16,-3 0-1 16,4 0 2-16,5 0 0 15,1-2 2-15,6-8-2 16,4-3-4-16,6 0-3 15,0-1 1-15,-3-1-3 0,0 3 1 16,2 2 1-16,-5 2-4 16,-1 2 2-16,1 1 0 15,-4 5 1-15,0 0 1 16,1 0-3-16,-1 0 1 16,1 0-1-16,1 5 1 15,3 1 0-15,2 4-2 16,1-2 1-16,3 0 2 15,2 0-3-15,0-1 3 16,4 1-1-16,0-4 0 16,3 0-2-16,3 1 1 15,-3-1-1-15,2-2 3 16,-2 0-3-16,3-1-1 16,0 0 2-16,0-1 2 15,-1 0 0-15,3 0 0 16,-3-1 1-16,-2-6 0 15,-6-1 0-15,-1-2 0 16,-3 0 1-16,-4-1-1 16,-2-1 2-16,0-3 2 15,-2 1 2-15,-1 0 0 16,0 1-1-16,-7 0 1 16,1 1 5-16,-5 3-2 15,-1-3-1-15,-5 3-2 16,0 1-4-16,0 0-2 15,0 0 0-15,0 2-3 16,0 2-6-16,0 2-8 16,-5-1-28-16,-1 3-39 15,-2 0-84-15,-2 0-157 0,-4 0-266 16</inkml:trace>
  <inkml:trace contextRef="#ctx0" brushRef="#br0" timeOffset="187181.39">18197 8451 172 0,'0'0'126'15,"0"0"72"-15,0 13-4 0,1-5-42 16,5 3-22-16,3 1-20 16,4 4-25-16,0 4-10 15,4-2-17-15,0 0-3 16,5 1-13-16,0 1-7 16,-2-3-13-16,0 1-3 15,-1-1-6-15,-3-2-1 16,-2-2-5-16,-4-2 3 15,-1-2-5-15,1-3-3 16,-7-2 1-16,1 0-4 16,-2-4 1-16,-1 0-4 15,-1 0-6-15,0 0-12 16,0 0-8-16,0-4-5 16,0-8-47-16,2-3-9 15,2-3-24-15,-1-2-27 16,3-2-5-16,5-3 32 15,-2-1-6-15,4 1 32 16,3 0 39-16,1 0 39 16,-4 8 14-16,0 1 23 15,0 4 24-15,-6 5 26 16,-2 3 12-16,-2 3 1 16,-3 1-6-16,0 0-11 15,0 5-19-15,0 12 44 16,-3 2-22-16,-6 3-5 15,-5 4-22-15,1 0-6 16,-2 1-13-16,-1-1-14 16,3-1-4-16,-1-3-5 15,4-2-2-15,2-6-3 0,3-5 0 16,2-3-2-16,3-3-8 16,0-3-36-1,0 0-40-15,0-3-52 0,3-10-104 16,5-6-256-16</inkml:trace>
  <inkml:trace contextRef="#ctx0" brushRef="#br0" timeOffset="188507.74">20165 7374 610 0,'0'0'79'0,"0"0"30"16,0 16 6-16,0 4-7 16,0 1-6-16,0 2-27 15,0 1-26-15,0 2-8 0,6-3-12 16,-2-3-4 0,4 0 0-16,0-4-6 0,-4 0-8 15,2-8-6-15,-1 3-4 16,-2-7-1-16,-2 2 2 15,-1-3-10 1,0-3-10-16,0 1-24 0,0-1-19 16,0 0-13-16,-6 0-60 15,-3 0-61-15,-2-5-22 16,1-3-27-16,-2 0-32 16</inkml:trace>
  <inkml:trace contextRef="#ctx0" brushRef="#br0" timeOffset="188723.03">20053 7563 534 0,'0'0'165'0,"0"0"1"16,0 0-30-16,0 0-47 16,0 0 22-16,77-24-34 15,-43 17-26-15,-3 3-32 16,4-1-14-16,-4 0-3 15,-4 0-3-15,-3 1-28 16,-5 3-60-16,-3 1-70 16,-4-3-70-16,-5 2-87 15</inkml:trace>
  <inkml:trace contextRef="#ctx0" brushRef="#br0" timeOffset="193601.4">21007 7121 497 0,'0'-3'94'0,"0"2"29"16,-4 1-46-16,-12 0-50 16,-3 12 17-16,-7 9 8 15,-3 12 22-15,-4 8-13 16,0 5-7-16,0 3-3 15,4 5-17-15,6-3 6 16,8-2-14-16,11-3 1 16,4-2-6-16,1-4 3 15,18-5 4-15,9-2-7 16,1-5-6-16,2-5 0 16,1-5-6-16,-5-4-4 15,-1-5-5-15,-8-2 1 16,-4-3 0-16,-6-1-13 15,-4-2-25-15,-3 0-21 0,-1-1-16 16,0 0-36 0,0 0-70-16,0 0-99 0,-1-6-156 15</inkml:trace>
  <inkml:trace contextRef="#ctx0" brushRef="#br0" timeOffset="194063.39">21046 7390 866 0,'0'0'135'0,"0"0"-12"16,0 0-60-16,83-11-18 15,-60 11-2-15,-3 0-17 16,-3 11-14-16,-8 5-5 16,-5 2-8-16,-4 4 4 15,0 5 3-15,-4 0-1 16,-8-2 2-16,-2 1-1 15,4-1 0-15,1-2-3 16,3-4 0-16,6-2 3 16,0-3 2-16,0-4-4 15,0 1 0-15,13-4-1 16,6-4 0-16,0-1 0 16,5-2-1-16,-2 0-2 0,1 0-32 15,-4 0-42 1,-2-4-48-16,-4-4-54 15,0-1-70-15,-6-1-151 0</inkml:trace>
  <inkml:trace contextRef="#ctx0" brushRef="#br0" timeOffset="194409.66">21416 7422 752 0,'0'0'121'15,"0"0"29"-15,0 0-43 16,0 0-16-16,0 0-27 16,79 83-11-16,-59-60-17 15,0-1-11-15,1-2-5 16,2 0-9-16,-1-3-3 15,0-2-2-15,-1 1-3 16,-2-4-5-16,-2-3 3 16,-6 1-2-16,0-2-8 15,-5-4-20-15,-2-3-22 16,-3-1-25-16,-1 0-25 16,0 0-14-16,0-1-69 15,0-10-75-15,0-5-87 16</inkml:trace>
  <inkml:trace contextRef="#ctx0" brushRef="#br0" timeOffset="194645.49">21692 7483 617 0,'0'0'81'0,"0"0"66"0,0 0-29 16,-67 71-8-16,47-46-25 15,0-1-33-15,0 0-27 16,2-4-18-16,3-2-4 16,4-5-3-16,3-1-5 15,2-6-23-15,3-2-59 16,3-2-51-16,0-2-76 16,0 0-97-16</inkml:trace>
  <inkml:trace contextRef="#ctx0" brushRef="#br0" timeOffset="194975.3">21944 7417 808 0,'0'0'145'0,"0"0"8"0,0 0-57 16,14 84-12-16,-9-62-28 16,1-3-25-16,0-1-20 15,-2-4-5-15,0-4-3 16,-1-1-3-16,0-2-3 15,-3-4-16 1,0 1-40-16,0-4-43 0,0 0-43 16,-10 0-57-16,-3 0-202 15</inkml:trace>
  <inkml:trace contextRef="#ctx0" brushRef="#br0" timeOffset="195170.74">21867 7520 616 0,'0'0'161'0,"0"0"-25"16,0 0-21-16,0 0-22 15,0 0-32-15,92-8-36 16,-72 8-18-16,-4 0-4 16,0 0-8-16,-4-3-58 15,-1-1-60-15,-2-1-87 16,-1-2-124-16</inkml:trace>
  <inkml:trace contextRef="#ctx0" brushRef="#br0" timeOffset="195531.83">22205 7128 643 0,'0'0'106'15,"0"0"25"-15,10 77-29 16,-6-39 1-16,-1 3-10 15,-2 0-28-15,1 1-18 16,-1-7-19-16,1-1-7 16,-2-6-9-16,0 0-7 15,0-7-3-15,0-3-3 16,0-6-14-16,0-4-42 16,2-4-74-16,1-4-108 15,0 0-99-15</inkml:trace>
  <inkml:trace contextRef="#ctx0" brushRef="#br0" timeOffset="195993.95">22268 6939 653 0,'0'0'74'0,"0"0"75"15,88 68-39-15,-49-28-24 16,3 8-21-16,-3 7-16 16,-3 0 0-16,-3 3-6 15,-4-3-11-15,-4-2-5 16,-8 1 5-16,-7-4 3 16,-6-3 1-16,-4-1-5 15,0-4-8-15,-11-2-7 16,-8-6-7-16,-2-4-4 15,-1-7-3-15,2-5-1 16,0-6-12-16,3-5-30 16,3-7-47-16,4 0-77 15,0-14-131-15,7-10-217 16</inkml:trace>
  <inkml:trace contextRef="#ctx0" brushRef="#br0" timeOffset="196717.77">22729 6978 478 0,'0'0'61'0,"0"0"72"16,0 0-38-16,0 0-7 16,0-4-33-16,-3 4-22 15,-4 0-10-15,0 9 13 16,2 0 12-16,-1 2-13 16,3 0-5-16,3-1-9 15,0 1-6-15,0 0 8 16,5 0-1-16,11 1 7 15,0-2-14-15,5 0-5 16,-1 0 0-16,-1 0 8 16,1-2-3-16,-6-1-5 15,-2 0 0-15,-6-1-1 0,-1 1 0 16,-3-1 1-16,-2 1-3 16,0 0-1-1,0 0-1-15,-8-1 1 0,-7 0-2 16,2 0-2-16,-5-6-19 15,2 0-43-15,-2 0-58 16,4 0-95-16,0-10-130 16,0-5-244-16</inkml:trace>
  <inkml:trace contextRef="#ctx0" brushRef="#br0" timeOffset="196905.18">22801 6999 690 0,'0'0'92'15,"0"0"55"-15,85 0-78 16,-51 0-52-16,-3 0-11 16,0 0-28-16,-5 0-132 15,-5 0-207-15</inkml:trace>
  <inkml:trace contextRef="#ctx0" brushRef="#br0" timeOffset="200118.45">20883 7984 262 0,'0'0'56'15,"0"-2"23"-15,0 2-18 0,0-1-13 16,0 1 7-16,0 0-17 15,0 0-16-15,0 0-2 16,0 0 8-16,0 0 14 16,0 0 3-16,0 0-16 15,0 0 0-15,0 0 1 16,0 0-8-16,0 0 9 16,0 0 3-16,2 0 7 15,-1 7-12-15,2 1 1 16,0 1-17-16,0 0 4 15,1 2-5-15,0 0-4 16,1-2-4-16,-3 1 4 16,3-1 2-16,-2 0-1 15,1-1 2-15,-1 0 3 16,1-1 1-16,-2 0-5 16,0-2-2-16,3 2-2 15,-2-3 0-15,1 1-2 16,-1-1 0-16,2-1 0 15,-3-2 1-15,5 3-1 16,-4-1-1-16,0-1 0 16,2 0 0-16,-1 1-2 15,0-2-1-15,2 2 1 16,1-2-1-16,0 1 4 16,4 0 1-16,0-2 0 15,2 3-2-15,-1-3-1 16,5 0-2-16,0 0 1 15,1 0 0-15,0 0-1 0,1 0 2 16,3 0-3 0,-3 0 2-16,0 0-1 0,-1-3 0 15,-2 1 1-15,4-2-1 16,0 1 0-16,2-2 1 16,1 0 0-16,0 0 2 15,2 1 0-15,-3 1-4 16,-1-1 3-16,-1 3-3 15,-1-2 3-15,3 2-3 16,1-1 2-16,1 1 1 16,1-1-1-16,-2 1 0 15,2 0 0-15,-4 1 1 16,-3 0 2-16,-2 0 0 16,-3 0-2-16,0 0-1 15,-5 0 3-15,1 0-3 16,-2 0 2-16,0 2-2 15,-1 0 0-15,-1 1-1 16,-3 1-1-16,3-1 0 16,-1 0 2-16,-1 1 1 15,1-1 2-15,-2 1 3 16,-1-1-3-16,1 0 0 16,-2-2-1-16,1 1 0 15,-1-1 3-15,1-1 2 16,-1 0 2-16,2 0-1 15,-1 0 0-15,2 0 0 16,0 0-1-16,3-7-4 16,2-1-4-16,3-3 1 15,0-1-1-15,4 1 0 16,-1-1-2-16,3 0 1 16,0 0 0-16,1 5 0 0,2-2-1 15,-4 4 0 1,1 0-1-16,-2 2 0 15,2 0 0-15,-4 3 0 0,2 0 2 16,-1 0 0-16,0 0 0 16,4 0 1-16,-1 0-1 15,2 6 1-15,4 0 0 16,0-2 0-16,3 3 0 16,-1-2 0-16,4-1 1 15,-2 0-1-15,2-1 1 16,-3-1-2-16,0-1 2 15,-1-1-1-15,-5 0 1 16,2 0-1-16,-1 0 1 16,1 0-1-16,1-3 1 15,2-2-1-15,0-1 0 16,1-2 0-16,1 3 2 16,-3-2-2-16,1 3 0 15,-4-4 2-15,-2 5-2 16,-5-1 1-16,0-1 3 15,-5-2 1-15,-1 3 9 16,-2-5 6-16,-2 2-1 16,0-1-5-16,-1 1-4 15,3-3-5-15,-3 2 1 16,0 0 0-16,0-1-1 16,0 1-1-16,-1-1-1 15,3 3-4-15,-4-1 3 0,2 0-2 16,-1 3 0-1,-2 0 0-15,0-1 0 0,0 2-2 16,0-1-11-16,0 4-26 16,-5 0-33-16,-8 0-56 15,-5 0-156-15,-7 11-219 16</inkml:trace>
  <inkml:trace contextRef="#ctx0" brushRef="#br0" timeOffset="201021.81">21611 8460 366 0,'0'0'49'0,"10"-22"96"15,-6 12-55-15,2 2 0 16,-3 3 2-16,0-1 10 16,-2 5-3-16,-1 1-25 15,0 0-26-15,0 0-29 16,0 12-2-16,0 3 20 16,0 3-15-16,0 3-7 15,2 6-8-15,-1-2 6 16,5 3-2-16,1-1-6 15,2-2 4-15,4-2-2 16,0-7 1-16,3-2-4 16,1-5 0-16,0-2-1 15,1-7 0-15,2 0 0 16,0 0-1-16,-1-7 0 16,1-9 0-16,-3-4 0 15,-2-2 0-15,-1-6-1 16,-6 3 1-16,-1-1-1 15,-4 1-2-15,-2 2-1 16,-1 4 0-16,0 2 3 16,0 6-1-16,0 4-1 15,0 3 2-15,0 3 0 16,0 1 1-16,0 0-1 16,0 7-5-16,0 7 7 15,2 5 4-15,5 4 7 16,4 1 3-16,5 3 9 15,5-4 0-15,2 2-5 16,0-7-7-16,1-1-5 0,-1-5-7 16,-1-3-1-16,-6-2-13 15,-2-2-32-15,-3-1-28 16,0-2-25-16,-2-2-61 16,-4 0-87-16,1 0-117 15</inkml:trace>
  <inkml:trace contextRef="#ctx0" brushRef="#br0" timeOffset="202237.91">23114 7456 1145 0,'0'0'79'0,"0"0"39"16,6 0-38-16,-5-2-38 15,-1 2-14-15,0-2-17 16,0 2-9-16,0 0-12 0,3 0-40 16,0 0-87-16,-1 0-213 15,-1 0-255-15</inkml:trace>
  <inkml:trace contextRef="#ctx0" brushRef="#br0" timeOffset="203156.53">23723 7040 592 0,'0'0'95'15,"0"0"-8"-15,0 0-46 16,0 0 56-16,-89 78 3 15,53-36-22-15,-1 6-18 16,0 4-6-16,6-2-12 16,6 1-3-16,7-1 7 15,10-2-6-15,8-2-6 16,0-1-3-16,17-4-5 16,9-1-6-16,6-4-3 15,3-3-4-15,0-8 1 16,-2-5-4-16,-6-5-2 15,-8-5-3-15,-5-3-1 0,-6-5-1 16,-5-2-1 0,-3 0-2-16,0 0-6 0,0 0-12 15,-5 0-36 1,-6-4-13-16,-1 2-34 0,-1-1-67 16,1 0-138-16,-2 0-140 15</inkml:trace>
  <inkml:trace contextRef="#ctx0" brushRef="#br0" timeOffset="204605.4">23720 7477 616 0,'0'0'133'0,"0"0"-29"0,21-20-18 16,2 11 0 0,2 2-12-16,2-1-22 0,-1 3-23 15,-6 2 6 1,-2 0-15-16,-5 3-13 0,-7 0-6 16,-3 3-4-16,-3 13 1 15,0 3 4-15,-8 4 4 16,-7 3 12-16,-2 1-6 15,0 1-2 1,4-2-3-16,2-5-2 0,5-1 2 16,4-5 2-16,2-4 0 15,0-1 4-15,10-3 2 16,9-4 6-16,4-2 7 16,6-1-7-16,0 0-11 15,-2 0-7-15,-3 0-3 16,-6-5-11-16,-3 1-44 15,-5 0-28-15,-4 0-39 16,-3 0-31-16,-2 2-56 16,-1 1-67-16,0-3-163 15</inkml:trace>
  <inkml:trace contextRef="#ctx0" brushRef="#br0" timeOffset="205483.61">24218 7441 670 0,'0'0'121'16,"0"0"43"-16,0 0-21 15,19 55-24-15,-11-33-39 16,2 1-23-16,-1-1-11 16,0-2-11-16,-3 0-13 15,2-4-10-15,-4-2-7 16,-1-5-4-16,0 0 0 15,-1-3-13-15,-2-4-25 16,0 0-39-16,0-2-43 16,0 0-77-16,-6 0-113 15,-2-6-360-15</inkml:trace>
  <inkml:trace contextRef="#ctx0" brushRef="#br0" timeOffset="206277.89">24372 7055 453 0,'0'0'94'15,"0"0"36"-15,0 0-31 16,0 0-31-16,26-8 9 15,-4 14 8-15,5 8-8 16,10 5-1-16,2 9-10 16,4 2-25-16,-6 5-15 15,-2 4-1-15,-8 0 2 0,-5 3-7 16,-10-3 0-16,-9 4-7 16,-3-3-1-16,0-1 1 15,-9-3-1-15,-5-1-3 16,-3-3 1-16,0-4-3 15,3-4-3-15,0-1-2 16,0-4-2-16,6-3 1 16,-2-3-3-16,4-6-11 15,1-3-23-15,5-2-35 16,0-2-36-16,0 0-52 16,0-9-124-16,5-11-165 15</inkml:trace>
  <inkml:trace contextRef="#ctx0" brushRef="#br0" timeOffset="206662.56">25019 6992 644 0,'0'0'45'0,"0"0"45"16,-62 83 49-16,28-33-3 0,-3 6-39 16,3 0-14-1,6 0-24-15,7 0-15 0,11-8 4 16,7-1-12-16,3-5-11 15,3-1 3-15,15-1-7 16,6-4 0-16,2-4-12 16,2-6-5-16,3-1-2 15,-5-5-1-15,-2-4-1 16,-6-5-13-16,-6-3-28 16,-4-4-50-16,-8-4-95 15,0 0-135-15,-3 0-277 16</inkml:trace>
  <inkml:trace contextRef="#ctx0" brushRef="#br0" timeOffset="208030.39">25073 7370 677 0,'0'0'118'16,"0"0"10"-16,0 0-16 15,13-5-27-15,-3-1-38 16,4 2-17-16,4-1 8 16,5 1-9-16,-3 0-10 15,2 4-12-15,-1 0-4 16,-3 0-3-16,-6 0-1 16,-6 0-2-16,-4 11-6 15,-2 3-10-15,0 5-2 16,-6 0 9-16,-5 1-7 15,0 0 6-15,6-2-1 16,2 0-4-16,3-2 6 0,0 2 4 16,10-5 6-1,7 2 0-15,1 0 3 0,-1-1 0 16,-4 1 6 0,0-3 8-16,-7 0 19 0,-2-1-1 15,-4 0 0-15,0-2 6 16,0-2 5-16,-3-2-11 15,-7 0-9-15,-4 1-6 16,-1-4-10-16,1 1-5 16,0-2-1-16,2 2-5 15,3-3-29-15,2 0-54 16,4 0-31-16,3 0-71 16,0 0-72-16,0-1-200 15</inkml:trace>
  <inkml:trace contextRef="#ctx0" brushRef="#br0" timeOffset="208354.86">25533 7411 779 0,'0'0'174'0,"0"0"-19"16,0 0-49-16,0 0-19 15,94 86-17-15,-66-65-16 16,1 0-19-16,-3-2-14 16,-2-3-12-16,-3 1-4 0,-4-5-2 15,-6-1-2-15,1-3 1 16,-6-1-10-16,-4-4-18 15,0 0-29-15,-2-3-43 16,0 0-41-16,0 0-50 16,0 0-13-16,0-4-157 15</inkml:trace>
  <inkml:trace contextRef="#ctx0" brushRef="#br0" timeOffset="208580.33">25755 7475 590 0,'0'0'131'15,"0"0"14"-15,-83 60-43 16,49-35-9-16,0-1-25 16,4 1-33-16,4-3-13 15,3-2-14-15,6-4-7 16,8-3-7-16,6-3-55 15,3-5-91-15,0-3-56 16,6-2-119-16</inkml:trace>
  <inkml:trace contextRef="#ctx0" brushRef="#br0" timeOffset="209119.9">25996 7551 753 0,'0'0'129'0,"0"0"56"15,0 0-53-15,0 0-39 16,79 2-27-16,-57-2-33 15,1 0-21-15,-5 0-10 16,-1 0-4-16,0 0-30 16,-6 0-37-16,4 0-53 15,-5-3-91-15,2-4-124 0,-3-1-258 16</inkml:trace>
  <inkml:trace contextRef="#ctx0" brushRef="#br0" timeOffset="209531.83">26293 7346 818 0,'0'0'132'0,"0"0"-27"16,0 0-38-16,0 0-10 15,77-10-28-15,-60 10-7 16,-2 6-6-16,-3 2-5 16,-4 3-3-16,-4 2-12 15,-4 3 3-15,0 0 1 16,0 6 6-16,-12 2 5 16,-3 1-3-16,-1-1-3 15,3-1-3-15,1-1-1 16,6-4 2-16,5-2-1 15,1-1-2-15,0-3 2 16,10-1 2-16,10-4-1 16,2 1 3-16,4-3-3 15,3-5-3-15,-3 0-9 16,0 0-31-16,-3 0-70 16,-4-7-95-16,-7-6-118 15,-1-5-232-15</inkml:trace>
  <inkml:trace contextRef="#ctx0" brushRef="#br0" timeOffset="210169.77">26510 6900 447 0,'0'0'44'16,"0"0"72"-16,0 0-1 16,59 84-2-16,-33-46-34 0,2 5 0 15,-1 2-13 1,-1 1-14-16,0 2 2 0,-6-1-12 16,-4 1 5-16,-3-5-7 15,-4 1-1-15,-4-1-9 16,-3-4-1-16,-2 1-2 15,0-3-14-15,0 1-8 16,0-6-3-16,-3-1-1 16,-3-6 1-16,0-3-1 15,-2-4-1-15,2-4-1 16,-1-3-10-16,1-3-16 16,-4-4-18-16,4-3-30 15,0-1-61-15,0 0-102 16,2-4-119-16</inkml:trace>
  <inkml:trace contextRef="#ctx0" brushRef="#br0" timeOffset="210749.72">26988 6972 576 0,'0'0'93'0,"0"0"9"0,0 0-67 15,0 0-8-15,0 0 34 16,-29 55-4-16,20-28-8 16,2 0-24-16,3 1-2 15,2-2 3-15,2-1-2 16,0-2-1-16,7-5-9 15,7-1-3-15,4-4 0 16,1-5 1-16,0 0-7 16,-1-5-2-16,0-2 1 15,-2-1-3-15,-3 0 2 16,-2 0 1-16,-5-1-1 16,-2-7 3-16,-2-2 1 15,-2 2 2-15,0 0 8 16,-5 0 3-16,-7 4-13 15,-4 3-6-15,-6 1-1 16,2 0-1-16,-6 0 1 16,3 6-19-16,0 8-60 15,1-2-72-15,2 0-97 16,1 1-214-16</inkml:trace>
  <inkml:trace contextRef="#ctx0" brushRef="#br0" timeOffset="213101.48">23643 7947 351 0,'0'0'96'0,"0"0"21"0,0 0-27 16,3-9-12-16,-3 9-13 16,0-2-6-16,0 1-2 15,0 1-10-15,0 0-17 16,0 0-14-16,1 0-8 15,1 3 3-15,1 5 23 16,2 3-11-16,0 1-10 16,2 1 0-16,2 2 15 15,-1 2-17-15,3-2-7 16,-2 1 3-16,5-2 0 16,-2 0 3-16,2-4 3 15,1 0-4-15,0-2 0 16,1-1-1-16,0 0-1 15,1-3 0-15,0-3 2 16,3 1-1-16,-1-2 0 16,2 0-2-16,-1 0 0 15,2 0-1-15,2 0-2 16,3-2 1-16,2-5-1 16,5-1 0-16,2 0-4 15,4 0 2-15,2-2 0 16,0-1-2-16,1 4 3 15,-4 1-5-15,-3 0 4 16,-4 5 0-16,-5-2-1 16,-2 3 0-16,-4 0 0 0,-1 0 1 15,-3 0 2 1,0 0 2-16,3 0 3 16,0 0-1-16,-1 4 3 0,4 2-6 15,-1-2-1 1,-2 1 0-16,3-1 0 15,0 1-4-15,-3 0 2 0,1-2-1 16,-2 1 2-16,-5-2-1 16,0 0 0-16,-5-2-1 15,-1 3 1-15,-5-3 1 16,-3 0 9-16,1 0 12 16,-1 0 5-16,0 0-5 15,0 0-11-15,0 0-3 16,4-2-6-16,0-7-3 15,7-2 0-15,0-2-3 16,6 0 2-16,5-2-1 16,0 4 1-16,2 2-1 15,-1 2 0-15,2 0 0 16,-3 2 2-16,1 3 0 16,-2 0-1-16,-2 2 1 15,4 0 0-15,0 0-1 16,3 0 0-16,5 0 2 15,2 0-1-15,5 0 0 16,1 0 0-16,1 0 0 16,0 0 0-16,0 0-1 15,0 2 0-15,-4 0 0 16,1 1 1-16,0-1 0 16,-3-2 0-16,3 0 1 0,-3 0-1 15,2 0 0 1,-1 0 1-16,1 0-2 15,0 0 2-15,0 0-1 0,0 0 1 16,-1 0-1-16,-2 0 0 16,-1 0 0-16,0 0-1 15,-2 0 2-15,0 0 0 16,1 0-2-16,-3 0 2 16,1 0-1-16,-1-2 0 15,-5-1 0-15,2-1 1 16,-4-1-1-16,0 1 2 15,0-2-2-15,1 2 2 16,-2-2-2-16,0 4 3 16,-1-2-3-16,0 3 1 15,-3-3-1-15,0 1-1 16,-2 2 2-16,-2-3 0 16,2 4-2-16,-4 0 2 15,2-2-1-15,-1 0 0 16,1 2 0-16,-1-2 0 15,-1 1 1-15,1-1 1 16,0 1 0-16,-2 0 1 16,-2 1 1-16,2-2 2 15,-1 0-4-15,-2 2 1 16,1-2-2-16,-2-1 2 16,1 3 1-16,-1-4 3 15,1 4 2-15,-3-4 2 16,0 3-1-16,-2-2-1 15,1 0 1-15,-2 2-1 16,1-2 1-16,2-1-2 16,0-2-5-16,0 0 0 15,2-1-2-15,0-1 1 16,-2 3 1-16,-1-2 0 16,0 2-1-16,-1 1 0 0,-1 3 1 15,0-2-2-15,0 3-2 16,0-2-14-16,0-1-11 15,-5 0-37-15,-8-1-56 16,0 0-80-16,-6 1-157 16,-1 2-300-16</inkml:trace>
  <inkml:trace contextRef="#ctx0" brushRef="#br0" timeOffset="214119.21">24665 8352 536 0,'0'0'110'16,"0"0"16"-16,6 0-15 16,5 0 6-16,4 0-5 15,1 2-12-15,4 8-27 16,3 3-15-16,-1 5-9 15,0-1-10-15,-1 2-17 16,-1-3-1-16,-2 4 1 16,-2-4-10-16,-2-3-6 15,-2 1-4-15,-4-2 0 16,0-3 0-16,-1-2-1 16,-2 0-1-16,-2-2 0 15,0-4 0-15,-1 2-6 16,-2-3-4-16,1 0-12 15,-1 0-5-15,2 0-4 0,1 0-17 16,0-12-30 0,0-1-7-16,4-3-2 15,3-2 2-15,-1-3 18 0,4 1-46 16,1-3-5 0,3 0 65-16,2 0 17 15,3-1 29-15,-3 4 5 0,2 1 5 16,-2 6 6-16,-5 1 26 15,-3 5 26-15,-4 3-3 16,-6 4-5-16,-1 0-11 16,0 0-1-16,-3 4-8 15,-11 12 39-15,-4 3-23 16,-3 5-2-16,-2 2-16 16,0 0-2-16,1 1-7 15,3-4-10-15,5 0-4 16,-1-6-7-16,10-5-1 15,2-4 0-15,1-4-4 16,2-1-18-16,0-3-55 16,0 0-41-16,10 0-35 15,5-12-51-15,4-4-237 16</inkml:trace>
  <inkml:trace contextRef="#ctx0" brushRef="#br0" timeOffset="214368.39">25545 8097 815 0,'0'0'38'0,"0"0"127"16,0 0-38-1,-69 98-37-15,44-67-34 16,3 0-29-16,1-2-22 0,-1-2-3 16,5-4-24-16,0-4-91 15,0-3-136-15,-1-4-176 16</inkml:trace>
  <inkml:trace contextRef="#ctx0" brushRef="#br0" timeOffset="-207086.98">13389 6838 237 0,'0'-1'40'0,"0"1"8"16,0 0-9-16,0 0-15 16,-3 0 3-16,-3 0 26 15,-1 0 2-15,3 4-6 16,-2 3-3-16,-1 1-5 16,0 0-4-16,1 3 23 15,0 1-45-15,0 1-8 16,3-1 2-16,0 4-5 15,2 2 0-15,-1 3 0 16,2 0 1-16,0 5-5 16,-1 4 1-16,1 3-1 15,-3 0 2-15,3 2-2 16,0 1 1-16,-3-1 0 16,3 2-1-16,-1-3 0 15,1-3 1-15,0-2-2 16,0-2 1-16,0-1-1 15,0-1 0-15,0-1 1 16,3 4-1-16,1-5 1 16,0 1 2-16,-2 2-11 15,-1 0-13-15,-1 1 10 16,0-2 8-16,0 1 3 16,0 1 2-16,0-2 0 15,0-2-3-15,0-2 3 16,0-1 0-16,0-1-2 15,0 0 2-15,0 1-1 16,0-1 0-16,0 2 2 16,0-2 0-16,0 1 3 15,0 2-2-15,0-2-1 16,0 0-3-16,2-3 2 16,-1 3-1-16,1-1 0 15,-1 4 1-15,1-6 0 0,-2 3 0 16,0-4 0-16,0-1-1 15,0 1 0-15,0-2 0 16,0 0-2-16,0 0 2 16,0-1 0-16,0 0 1 15,0 0-3-15,-5-1 1 16,5-2 1-16,-3-3-1 16,2 2-2-16,1-1-13 15,0 0-12-15,0-1 14 16,0-1 10-16,-2 4-5 15,1 1-2-15,-5 3 6 16,1 0 1-16,-1 2 12 16,0 0 8-16,0 4-16 15,-1-2 0-15,3-1 0 16,-1-1 1-16,4 2 41 16,-1-1-40-16,2-4-16 15,0 2 14-15,0 0-3 16,0-3 4-16,0 4 3 15,0-3 24-15,0 3-30 16,0-5 1-16,2 1 3 16,1 4-1-16,0-4 1 15,-2-1 30-15,5 1-26 16,-4 1-8-16,1-3 5 16,2 3-4-16,-1-3 0 15,-1 0 4-15,3-1-7 16,1-2-4-16,-1 0-5 0,-2-3 1 15,3 0 1 1,1 0-8-16,0 0 6 0,1-1-10 16,0 1 8-16,-1 2-14 15,4 0 13-15,-2 0 15 16,1 1 11-16,0-1 24 16,0 3-27-16,3-2 0 15,-2-1 3-15,4 1-9 16,1 0 0-16,4-3-1 15,2 0 2-15,1 0-2 16,1-4-1-16,1 3 3 16,1-2-2-16,-1-1 0 15,-1 3 0-15,-2-1 0 16,1-2 1-16,-1 1-1 16,2 0 0-16,-2 1 0 15,0-2 0-15,2 0-2 16,-2 0 3-16,-3 0 0 15,2 0-1-15,-2 0 1 16,-2 0-2-16,-1 0 1 16,0 0 1-16,0 0-1 15,1 0 0-15,-2 0 0 16,-1 0 1-16,1 0-3 16,2-2 2-16,-5 0-2 15,2-3 1-15,-1 4 1 16,-4-2 1-16,3 3-1 15,-5-4 1-15,1 4-1 16,2-1 0-16,3-1 0 0,-3 1 2 16,5-2-3-16,1-1 3 15,-1 2 1-15,3-2 5 16,0 0-5 0,1 0-2-16,2 1 1 0,0 0-2 15,2 2 12-15,3 1 27 16,4 0 16-16,2 0-34 15,5 0-19-15,-1 0 1 16,3 0 8-16,5 0 8 16,3 0-5-16,4 1-6 15,-2-1-2-15,5 0-1 16,2 0 2-16,-1 0 0 16,0 0 1-16,1 0 0 15,-3 1-2-15,0 2-1 16,1-2-1-16,-6 2-2 15,0 1-1-15,-4 0-1 16,-1-1 0-16,-5 1-1 16,-2 0 1-16,-3 0-2 15,-2 0 4-15,-4-1-4 16,-1-2 1-16,-4 1 0 16,-4-1 0-16,0-1 0 15,-8 0 0-15,2 0-1 16,-4 2 1-16,-3-2-1 15,-3 0 1-15,1 0-1 16,-3 0 1-16,1 0 0 16,-1 0-1-16,0 0-3 15,2 0-3-15,2 0 4 16,-1 0 0-16,1 0 2 16,0 0 1-16,2 0-2 15,-1 0 2-15,0 0 0 16,0 0-3-16,1 0 3 0,3 0 1 15,2 0 1 1,2 0 1-16,2 0-2 0,6 0 7 16,1 0-9-16,0 0 3 15,4 0-2-15,4 0 1 16,2 0 3-16,3 0-2 16,4 0-1-16,-1 0 1 15,2 0-1-15,2 0 0 16,-1 0 0-16,3 0 1 15,-2 0-1-15,2 0 0 16,0 0 0-16,0 0 2 16,-2 0-2-16,2 0 0 15,-2 0 1-15,-1 0-1 16,0 0 1-16,1 0-1 16,-3 0 0-16,3 0 1 15,0 0-1-15,-3 0-1 16,1 0 2-16,2 0-1 15,-3 0-1-15,2 0 1 16,-1 0-3-16,-2 0 3 16,1 0 0-16,0 4 0 15,-1-1-1-15,1-2 2 16,0 2-2-16,-1 1 1 16,1-3 0-16,0 2 0 15,1-3 0-15,0 1 1 16,1-1-2-16,-1 2 1 15,0-1 0-15,-3-1-2 16,-1 0 3-16,-3 1-1 16,0-1 0-16,-2 0 0 0,-1 0 2 15,0 0-1 1,0 0-3-16,0 0 3 0,-1 0-2 16,0 2 2-16,-1-1-1 15,3 2-1-15,-2-3 1 16,4 6 0-16,-1-6 1 15,3 0-3-15,0 2 4 16,3-2-2-16,-3 2 1 16,-1-2 0-16,-2 0-2 15,0 2 1-15,1 1-1 16,-4-1 2-16,2 2-2 16,-2-1 2-16,2-2-2 15,1 1 1-15,-1 0-1 16,3-2 1-16,-1 0-1 15,3 0 2-15,0 2-3 16,0-2 2-16,1 1 0 16,2-1 0-16,-2 3-1 15,-1-3 1-15,1 1 0 16,1-1 0-16,-3 0 0 16,0 0 1-16,-1 0-2 15,-2 0 1-15,-1 0-1 16,0 0 1-16,-4 0-1 15,0 0 1-15,-1 0 0 16,-2 0 0-16,-2 0 0 0,2 0-1 16,-1 0-4-16,-1 0 0 15,1 0-1 1,0 0 5-16,-1 0-1 0,0 0-1 16,1 0-9-1,-2 0-9-15,3 0 14 0,-1 0 2 16,2 0-38-1,3 0 8-15,1 0 12 0,4 0 19 16,2 0 5-16,3 0-1 16,0 0 0-16,1 0 1 15,1 0 2-15,-1 0 2 16,2 0-1-16,-1 0 1 16,-1 0 2-16,5 0-5 15,-2 0-1-15,3 0-3 16,1 0 2-16,0 0-1 15,-1 0 1-15,2-1 1 16,-3-2-1-16,-1 2 0 16,-2-1 0-16,-1 2-1 15,-1-4 2-15,-1 3-1 16,-3 1 1-16,1-3 0 16,-4 3-1-16,-3-1-1 15,1 1 2-15,-4-1-2 16,-1-1 1-16,-2 2 1 15,2-1-2-15,0-2 2 16,-1 3-1-16,4-1 0 16,1-1-1-16,-1 0 1 15,1 0 0-15,2 2 0 16,-1 0 1-16,2 0-2 16,3 0 1-16,1 0-2 15,2 0-4-15,3 0 1 16,1 0 4-16,2 0 0 0,4 0 0 15,-2 0 0 1,2 4 0-16,-1-2 1 16,0 2 0-16,1 0-1 0,-1 0 1 15,3 1-2-15,-5-2 1 16,3 3 1-16,-1-2 0 16,2-1-1-1,1 1 1-15,0-1 0 0,0-2-1 16,4 2 1-16,0-3-1 15,-3 0 1-15,2 0 1 16,0 0-1-16,-4 0 0 16,-1 0 0-16,-2 0 2 15,-2 0 1-15,-1 0-1 16,-3 0-3-16,-2-3 3 16,0 2-3-16,0-2 3 15,-1-1-3-15,-1 1 2 16,-3-1-1-16,0 1 0 15,-5-1 0-15,0 2-1 16,-4 0 2-16,-2 0-1 16,-1 1 1-16,-4-2-1 15,-1 3 0-15,1-1 1 16,0-2-1-16,-3 1 0 16,2-1 4-16,-1 1-3 15,-1-2 1-15,-4-2 5 16,0 4-5-16,-3 0-1 15,-2-1-1-15,0-1 6 16,-1 1 8-16,-2-2-1 16,3 2 0-16,-2 0-6 15,1 0-5-15,3 1-1 16,5-3-1-16,3 1 0 0,4 0 0 16,2 0 17-16,7 1-12 15,3-1-5 1,4 0 1-16,1 2 1 0,5-2 7 15,4 2-6-15,2-1-3 16,6 2 0-16,-1-2 1 16,2 2 0-16,1 0 1 15,4 1-1-15,-4-2 0 16,2 1 0-16,-2 1 1 16,-1 0 0-16,-5-1 2 15,1 1-3-15,0 0 3 16,-2 0 0-16,-1-2 2 15,0 1-2-15,0 1 0 16,-2-3 4-16,0 1-2 16,-2 2-2-16,-4 0-2 15,0 0-1-15,0 0 0 16,-4 0-1-16,1 0 0 16,1 0 0-16,1 0-2 15,0 0 2-15,1 0 0 16,5 0 0-16,-2 0-1 15,3 0 1-15,1 0 0 16,2 0 0-16,3 0 1 16,-1 0-1-16,5 0 0 15,-1 0 0-15,4 0 0 16,-3 0 1-16,1 0-1 16,0 0 1-16,1 0-1 15,0 0 1-15,0 0 1 16,2 0-2-16,1 0 0 15,2 0 0-15,1 0 0 16,1 0 0-16,0 0 1 16,2 0 1-16,2 0-2 0,0 0 1 15,2 0-1-15,-2 0-1 16,5 0 2-16,-5 0 2 16,-1 0-3-16,1 0 2 15,-4-2-2-15,0-2 1 16,-1 3 0-16,-2-3 0 15,0 1-1-15,0-2 1 16,0 1 0-16,-1 0-1 16,-2 0 1-16,0 0-1 15,-1-3 2-15,-6 3-2 16,3 0 0-16,-3 0 1 16,0 0 0-16,0-2 2 15,0 2-1-15,-1 2 0 16,-1-2-1-16,-4 0-1 15,-5 1 0-15,-2 0 0 16,-6 0 3-16,-4 1 5 16,-9 0 3-16,-7 1-4 15,-3 0-3-15,-6 1-2 16,-4 0-1-16,0-2 2 16,-1 0-6-16,-15-2-35 15,-3-5-139-15,-5 3-269 16</inkml:trace>
  <inkml:trace contextRef="#ctx0" brushRef="#br0" timeOffset="-201728.44">13393 6893 213 0,'-1'0'51'0,"-1"0"6"16,1 0-6-16,1 0-18 15,0 0 4-15,0 0 1 16,0 0 0-16,0 0-5 0,0 0-11 16,0 0-9-1,0 0 6-15,0 0 4 16,0 0-10-16,6 0-10 15,2 0 1-15,4 0 2 0,2 0 1 16,4 0 4-16,1 0-5 16,5 0-4-16,2 0 1 15,3 0-1-15,1 0 10 16,2 0-9-16,0 0 0 16,2 0-3-1,-2 0 0-15,1 0 1 0,-2 0-2 16,-2 0-2-16,1 0-4 15,-1 0-3-15,-2 0-6 16,1 0 5-16,0 0-6 16,0-1-16-16,-5 1 13 15,2 0 10-15,-2 0 4 16,0 0-4-16,-4 0-11 16,1 0 0-16,1 0 12 15,-2-3 9-15,2 3 0 16,-2 0 0-16,1 0 1 15,-3 0-9-15,-1 0-13 16,0 0 13-16,-3 0 6 16,2 0 2-16,2 0-1 15,0 0 1-15,0 0 9 16,6-3 11-16,3 0-25 16,5-1-3-16,0 0 4 15,4 0 17-15,3-2 11 16,-2 4-22-16,4-1 1 15,-1 2 14-15,0-1-1 0,1 2-11 16,2-1-4-16,-1-1 1 16,2 2-2-1,-2-2 5-15,1 2-5 0,1-2 1 16,-3 2 0-16,2-2 0 16,1 2-1-1,-1-2 4-15,-1 1 4 0,1 1-1 16,-2 0 1-16,-2 0-2 15,-1 0-3-15,-2 0-3 16,-1 0 1-16,0 0-1 16,-4 0 1-16,2 0 4 15,1 0-1-15,-1 0 1 16,3 0 0-16,-4 0-3 16,4 0-2-16,-2 0 0 15,3 0 0-15,-1 0 0 16,0 0 0-16,1 0 0 15,-2 0 0-15,3 0 1 16,-1 0-1-16,2 0 0 16,2 3 1-16,-1-1-1 15,4 0 1-15,-1 0 0 16,1-2-2-16,2 0 2 16,0 0-2-16,4 0 4 15,-4 0-2-15,2 0-2 16,0 0 3-16,-3 0 1 15,0 0 3-15,-3 0 0 16,0 0-4-16,1 0-1 16,-2 0 0-16,1 0-1 15,1 0 0-15,-1 0 1 16,1-4 6-16,0 2 1 16,0-1-5-16,0 2-1 15,-2-2-2-15,4 0-2 0,-4 2 4 16,2 0 7-1,0-2 13-15,-3 3-10 0,4 0-4 16,-4 0-5-16,2-1 0 16,2 1-3-16,-3-1 1 15,4 1-1-15,-1 0 0 16,-1-2 0-16,0 2-1 16,1 0 1-16,0 0 1 15,1 0-1-15,-1 0 2 16,-1 0-2-16,3-1 0 15,-2-2 2-15,0 3-3 16,1 0 3-16,-1 0-4 16,0 0 4-16,2-1-4 15,0 1 3-15,0 0 0 16,2 0-1-16,0 0 1 16,0 0-2-16,-2 0 1 15,1 0 0-15,-1 0 0 16,1 0 0-16,-2-2 1 15,0 1-2-15,1-1 1 16,-3 1 0-16,1 0-1 16,1-2 2-16,-1 3-3 15,-3-3 2-15,2 2 0 16,1 0 0-16,-1 1 1 16,2-3 0-16,0 3-2 15,3 0 2-15,-1-1-1 16,-1 1 2-16,2 0 1 15,0 0-1-15,-1 0 1 16,0 0 1-16,3 0-1 0,2 0-1 16,-2 0 0-16,3 0-1 15,1 0 3-15,-1 0-2 16,0-3 3-16,3 3-2 16,-2 0 3-16,1-2-2 15,-1 1-3-15,2-1 1 16,0 1-1-16,0-2 0 15,0 0 0-15,4-1-2 16,0 0 2-16,2 0-1 16,1 0 4-16,0 0 5 15,2 1 1-15,-2-1-4 16,0-2-3-16,-3 3-1 16,0-1-1-16,1 1 2 15,-3 0-2-15,-1 1 4 16,1-2 0-16,-1 1 0 15,2-1-3-15,0 1 2 16,-2-1-2-16,0 2 0 16,0-2-2-16,0 1 1 15,-1 2 0-15,-4-2-1 16,2 2 2-16,-1 0-1 16,-2-1-1-16,-1 2-1 15,2-1 1-15,-1-2-1 16,-2 2 3-16,2-2 0 15,0 3 0-15,0-4 0 16,-1 0 2-16,-1 0-1 16,2 0-1-16,-2 0 2 15,1-1-3-15,0 1 0 16,-4-1-1-16,3 0 1 16,-5-1-1-16,2-1 1 15,-2 3-1-15,-1-2 0 16,-3 1 0-16,1 0 2 0,0 1 0 15,-3 0-4 1,2-2 4-16,-1 1 1 0,-1 1-3 16,1-1 1-16,-1-1 2 15,2 2-3-15,-1 0 2 16,-1 0-1-16,3 0 0 16,0 1-1-16,-3-1 1 15,2 3-1-15,1-3 0 16,-2 3-1-16,1-3 1 15,0 3-1-15,4-2-1 16,0 1 2-16,2-2 1 16,1 2-1-16,0-1 0 15,1 2 1-15,2-2-1 16,-4 3 0-16,1-1 0 16,-2-1 0-16,-1 2 1 15,0-1-2-15,-2 1 2 16,-2 0 0-16,0-1-1 15,-3 0 0-15,-1 1 2 16,-4-2-1-16,-2 2 1 16,-1-2 4-16,-2 0 2 15,-4-2-1-15,-2 2-2 16,-3 0 0-16,-6-1-1 16,0-1-1-16,-1 3 7 15,-5-2 4-15,1 2 2 16,-1-2-3-16,-1 2-6 15,0-2-6-15,2 0 0 16,0 1 1-16,3-2-2 0,-2 3-1 16,4-2 1-1,-1 0 1-15,4-1-2 16,-2 3 2-16,4-1-1 16,2 1 0-16,3 0 2 0,3-2-1 15,1 2 2-15,7-2-4 16,2 0 2-16,3-1 1 15,2 2 0-15,1-2 7 16,2 1 4-16,0-1 16 16,-1 1-18-16,2 2-9 15,-4-2-4-15,1 3 3 16,2 0-1-16,-1 0 2 16,1 0-1-16,1 0 0 15,-4 0-1-15,0 0 1 16,-1 0 0-16,0 0-1 15,-2 0 0-15,1 0 1 16,0 0 0-16,-1 0-1 16,3 0 0-16,-4 0 1 15,1 0 0-15,-4 0 1 16,1 0-3-16,-4 0 2 16,1 0-1-16,-2 0 1 15,-1 0 1-15,0 0-2 16,-2 0-1-16,1 0 1 15,0 0 1-15,2 0-2 16,-1 0 2-16,2 0 0 16,0-1 1-16,-1-1-1 15,3 2 1-15,-2 0-3 0,-2 0 2 16,1 0 2 0,1 0-5-16,0 0 4 0,-2 0-2 15,2 0 0 1,0 0 0-16,0 0 1 0,1 0-1 15,-1 0 0 1,0 0 0-16,1 3-1 0,0-3 2 16,2 3-1-16,0-2 0 15,0-1-2-15,1 3 1 16,2-3 2-16,-2 1 1 16,-1-1 1-16,1 3 1 15,2-2-1-15,-1 1-2 16,1-2 1-16,1 4-1 15,0-2-1-15,2 2 0 16,2-2 1-16,2 0 0 16,-2 1 0-16,5 0 2 15,-3 1-2-15,0-3 1 16,4 3 2-16,-3-1-3 16,5-2 1-16,-3 2 3 15,2 0 1-15,0-2-3 16,-1 4 1-16,0-2-4 15,0 1 1-15,1 0-1 16,-1 1 1-16,0-2 1 16,3 1-2-16,-4 0 2 15,1 0-1-15,-4-2 1 16,-2 0 2-16,-4 2-2 16,-4-1 2-16,-2-2-2 15,-2 4-1-15,-6-3-1 16,1 2 0-16,0-3-1 15,-4 3 1-15,-1 0 0 0,0 1 0 16,-4-2 0-16,0 1-1 16,-3 0 2-16,-1 0-1 15,-3 0-2 1,0 0 2-16,-1-1 0 0,0 1-1 16,-3 0 0-16,0 0 1 15,-2 0-1-15,1-1 0 16,-1 2 2-16,1 0-4 15,-2 2 1-15,0 0 4 16,0 1-1-16,0 2-2 16,0 1 3-16,0 0 1 15,-6 1-1-15,0 4 0 16,-1-1-2-16,-1 5 3 16,0 1-2-16,2 2-1 15,-3 1-1-15,3 3 2 16,-2 1 0-16,2 3 1 15,2-2 0-15,-1 3 19 16,1 2-17-16,2 0-3 16,1 0 1-16,1 2-1 15,0 2 14-15,0 2-12 16,0-2-2-16,-1 0 1 16,-1 0 8-16,2-1 2 15,-4-2-10-15,3-1 0 16,1-2-1-16,-2 2 0 15,1-1 0-15,1-1-1 16,0-1 0-16,0 2 1 16,0 1-2-16,0-1 3 15,4 2-1-15,0 0 1 16,-1 0-1-16,-2 1-2 16,1 0 2-16,-2 4 0 0,0-2-1 15,0 2 2-15,0 0-1 16,0 3 0-16,3-3 0 15,0-1 2-15,3-1-3 16,-2-2 1-16,2-4 0 16,1 0 0-16,-3-4 1 15,1 0-4-15,-1-1 3 16,-1 0-1-16,0-2 0 16,0-4 0-16,1 1 2 15,-3-3-2-15,1 1 0 16,-2-5 0-16,1-2 1 15,-1-1-1-15,0-1-1 16,0-3 0-16,0-2 2 16,0 0-1-16,0-2 0 15,0 1 2-15,0-1-3 16,0 2 2-16,0-2 0 16,0 6 0-16,0-4-1 15,0 1 0-15,0-1 1 16,0 0-1-16,0-2 2 15,0 0 0-15,0-2 0 16,0 2 4-16,0 0-3 16,0-1 2-16,0 1 1 15,0 0 1-15,0 3-3 16,0-2-1-16,0 2-1 16,0 1-2-16,0-2 0 15,0 0 2-15,0-2-2 16,0 1 0-16,0-3 2 15,0-2-4-15,0 2 4 16,0-2-6-16,0 0-9 0,0 0 1 16,0 0-7-16,-3 1-7 15,-5-1-24-15,-4 0-45 16,-2 0-58-16,-1 0-90 16,1-1-308-16</inkml:trace>
  <inkml:trace contextRef="#ctx0" brushRef="#br0" timeOffset="-200848.04">28760 7547 390 0,'0'0'57'15,"0"-2"-7"-15,0-2 38 16,0-1-13-16,0 4-5 15,0-2-3-15,0-1-7 16,0 4-3-16,0 0-4 16,0 0-19-16,0 3-25 15,-8 15-11-15,-6 5 22 16,-2 8 5-16,-2 1-2 16,0 3-5-16,7 1 3 15,8-5-10-15,3-4-3 16,0-2 2-16,13-3 10 15,10-6 8-15,9-5-6 16,1-4-12-16,6-5-6 16,-2-2 0-16,-1 0-2 15,-2-12 1-15,-5-5 1 16,-5-6-2-16,-9-4 2 0,-4-4 0 16,-8 0 0-1,-3-2 0-15,0 2 0 16,-20 3-3-16,-6 6-1 0,-7 4 6 15,-5 8-8-15,-1 6 1 16,-4 4-2-16,4 0-2 16,4 0-13-16,6 10-30 15,9 3-21-15,10 0-57 16,10 2-57-16,0 1-29 16,13-5-79-16</inkml:trace>
  <inkml:trace contextRef="#ctx0" brushRef="#br0" timeOffset="-200143.29">29163 7445 713 0,'0'0'78'0,"0"0"63"15,0 96-24-15,1-58-28 16,2-2-5-16,3-1-21 0,-2-4-18 16,2-3-17-16,-2-4-3 15,-1-7-8 1,0 0-5-16,-1-5-5 0,-1-4-5 16,-1-2-1-16,0-2 0 15,1-4 1-15,1 0-1 16,2 0 0-16,5-10 1 15,1-7-6-15,6-7 1 16,4-1 2-16,6-6-3 16,3 2-4-16,1 1 3 15,2 2-2-15,-2 2 4 16,-4 5 2-16,-5 5 2 16,-6 3 0-16,-7 4 0 15,-4 4 0-15,-4 3-1 16,0 0-2-16,-10 0-4 15,-13 13 5-15,-6 5 0 16,-7 5 1-16,-2 1 3 16,2 4-2-16,4-6-1 15,8 3 0-15,8-1 1 16,12-5 2-16,4 1 3 16,10-1 4-16,19-2 6 15,11-5 0-15,3-4-4 16,5-1-3-16,0-4-6 15,-5-3-3-15,-5 0-5 16,-8 0-37-16,-11 0-50 16,-6 0-97-16,-12 0-150 15,-1-3-291-15</inkml:trace>
  <inkml:trace contextRef="#ctx0" brushRef="#br0" timeOffset="-199543.95">28714 8025 513 0,'0'0'73'0,"0"0"44"15,0 0 10-15,0 0-16 16,59 0-12-16,3-2 10 16,17-6-26-16,12-1-34 15,6 2-16-15,0-2-13 16,-6 5 0-16,-12-2-7 15,-14 0-3-15,-17 5-6 16,-16-1-2-16,-14 2-2 16,-13-2 0-16,-5 2-5 15,-15 0-4-15,-18 0 4 16,-16 5 4-16,-10 7-20 16,-9-1-4-16,-7 6 0 15,-5 2 6-15,0 2-17 16,3-2 7-16,5 3 17 15,10-2 9-15,17-4 2 16,13-4 3-16,21 0 0 0,11-4-4 16,26-7 2-1,27-1 22-15,21 0 20 16,17 0 13-16,11 0-20 0,1-9-15 16,-9 3-9-16,-12-1 0 15,-20 0-1-15,-16 3-8 16,-17 0-2-16,-13-3-42 15,-16 3-57-15,0-2-95 16,-17 0-206-16</inkml:trace>
  <inkml:trace contextRef="#ctx0" brushRef="#br0" timeOffset="-172755.85">4641 12845 270 0,'0'-5'47'0,"0"1"34"16,0 1 13-16,0 0-1 15,0 2-11-15,2 1-19 16,-2 0-18-16,0 0-11 15,0 0 1-15,0 0-7 16,0 0-7-16,0 0-8 16,0 0 4-16,0 0-20 15,0 4-2-15,0 11 9 16,-2 5 6-16,-2 3-5 16,-2 4 0-16,3 2-1 15,0 3-2-15,2-2 0 16,0 0-3-16,1 0 2 15,0 2 2-15,0 0-5 16,0 1 5-16,0-1-4 16,0 2 2-16,0 0 0 15,0 1-2-15,0 1 1 16,0 0 2-16,0-1-4 16,0-2 4-16,0-2-2 15,0 1 1-15,0-2-1 16,1-2-1-16,0-4 3 15,1 3-2-15,-2-3-1 16,1 0 2-16,-1 0-1 16,0-2-1-16,0 0 0 15,0-2 2-15,0 2 0 16,0-2-1-16,0-2 0 16,0-1 0-16,0-4 7 0,0-1-10 15,5-1 1 1,2-5-2-16,-3-1 6 15,2-1-1-15,1 1-2 0,5-2-2 16,1-3 3-16,1 0 1 16,5 0 2-16,4 0-2 15,1 0 16-15,4 0-14 16,0-3-5-16,-1-3 2 16,2-1 2-16,0 1-3 15,0 1 2-15,-1 0-1 16,-2-1 0-16,0 4-1 15,0 0-6-15,-4-4 7 16,-2 4-2-16,0 0 1 16,-1 0 2-16,1 1-2 15,2-1 1-15,0 2 1 16,1-1-2-16,1 1 2 16,2 0-3-16,2-1 4 15,-2-1-2-15,4 1 0 16,1-2 0-16,2 1 0 15,3-2 0-15,-2-1 0 16,1 1 1-16,0 0-1 16,0 1 0-16,-1 3 0 15,0-3 0-15,0 3 0 16,1 0 0-16,-4 0 0 16,4 0 0-16,0 0 1 15,-2 0-1-15,2 0-1 16,-2 0 2-16,-1-2-1 0,0-1-1 15,-1-1 1 1,1 0-1-16,-1 1 1 16,-1-1 0-16,-1 0-2 0,0 0 0 15,-1 0-2-15,1 0 2 16,-1 1 1-16,-2 0-4 16,-1 2-3-16,2 1 0 15,-1 0 5-15,0 0 1 16,-2 0-1-16,1 0 1 15,-2 0 1-15,2 0 1 16,0 0-2-16,4 0 1 16,-1 0 0-16,2 1 0 15,2-1 2-15,-2 0-1 16,3 2 1-16,-2-2-2 16,1 1 0-16,1-1 3 15,-1 0-2-15,4 0 0 16,-2 0 0-16,2 0 0 15,0 0 1-15,1 0-1 16,-1 0 0-16,0 0-1 16,-1 0 1-16,0 0 2 15,-1 0-2-15,2 0-1 16,-1 0 2-16,1 0-1 16,0 2 1-16,-1 0-1 15,0 0 0-15,0 0 1 16,0 0 1-16,1 0-2 15,-3-1-1-15,2 1 2 16,-2-1-1-16,0 2 0 16,2-2-1-16,-2 2 1 15,-1-3 0-15,1 1-1 0,0-1 1 16,2 0 0 0,0 0 1-16,1 0 2 0,0 0 3 15,3 2 2 1,-3-2 0-16,3 1-3 0,-4 2-3 15,5 0 0 1,-1-1-1-16,-1 2-1 0,1-1 0 16,1 1 0-16,0-1 1 15,1 0-1-15,1 0 0 16,0 0 0-16,0 1 2 16,1-4-2-16,0 4 0 15,-1 0 1-15,0-3-2 16,-3 2 1-16,-1 0 1 15,2-1-1-15,-3 0 0 16,1 2 1-16,0-2-1 16,2 2 1-16,-4-2-2 15,-1 2 2-15,1-2-1 16,-1 1-1-16,2 1 1 16,1 0 0-16,-1-2-1 15,4-1 0-15,2-1 1 16,2 0-1-16,1 0 1 15,3 0 0-15,3 0 1 16,-1 0-2-16,2 2 1 16,3-2 1-16,1 1-1 15,-1 0 0-15,-1-1 1 16,3 0-1-16,1 0 0 16,0 0 0-16,0 0 1 15,3 0-1-15,1 0 0 0,0 0 2 16,-1 0-3-16,2 0 3 15,1 0-1-15,1 2 1 16,0-1-1 0,-2-1-2-16,1 0 2 0,0 1-2 15,0-1 2-15,0 0-2 16,0 0-2-16,0 0 3 16,4 0 0-16,-4 0-1 15,3 0 1-15,-3 0 1 16,3 0-1-16,-4 0 1 15,-2 0-1-15,4 0 0 16,-2 0 0-16,-1 0 3 16,1 0-6-16,-1 0 3 15,1 0 2-15,-3 0-2 16,1 0 2-16,0 0-2 16,-2 0 0-16,-2 0 0 15,1 0 1-15,-2 0-1 16,-1 0-1-16,2 0 1 15,0 0-1-15,-1 0-2 16,1 0 3-16,1 0-1 16,2 0 1-16,-2 0 0 15,3 0 0-15,-1 0 0 16,-1 0 0-16,-3 0 0 16,2 0 1-16,-1 0-1 15,-2 0 0-15,1 0 3 16,-1 0-6-16,2 0 6 15,-5 0-3-15,4 0 0 16,-1 0 1-16,2 0-1 0,1 0 0 16,0-2 1-1,-1-1-1-15,-2 0 0 16,1 2 0-16,-3-1-1 16,0 2 1-16,-4 0-2 15,4 0 2-15,1 0-2 0,-2-3 2 16,2 2 2-16,3-2-4 15,2 1 1-15,3-2 2 16,-3 0-1-16,2 2 0 16,-1-2 2-16,0 2-2 15,-4 0 0-15,0 0 1 16,0 2 1-16,2 0-4 16,1 0 4-16,0-2-2 15,1 2 2-15,1-1-2 16,2 1 2-16,1-1-2 15,-5-1 2-15,4 2 1 16,-2-1-2-16,0-1 0 16,0 1 0-16,-1 0-2 15,-1-2 2-15,3 0-3 16,-3 1 3-16,-1 0 1 16,1 0 3-16,-2-1-3 15,-2 1-1-15,0 1 0 16,-1 0-1-16,0-2 1 15,-3 1-1-15,1 1 0 16,2-1 0-16,0 1 1 16,3 1-1-16,-3-3 1 15,6 2 0-15,-2 0-2 16,3 1 3-16,0-2 0 16,0 2 2-16,0 0 1 15,-1 0 0-15,0 0-4 16,-1 0 0-16,4 0 0 0,-2 0-2 15,3 0 1 1,4 0 2-16,-3 0 1 16,2 0-4-16,-1 0 2 0,1 0 1 15,-2 0-2-15,-3 0 1 16,-2-2 0-16,-3-2 1 16,0-1 9-1,-6 4-2-15,-5-2-3 0,-3-1-6 16,-2 3 1-16,-4 1 2 15,-1-2-3-15,-3 2 0 16,0-1-1-16,-1 1 3 16,-1 0-2-16,-2-1 0 15,-4 1 0-15,-3 0-1 16,-4 0 2-16,-3 0-1 16,-5 0 0-16,-3 0-1 15,-1 0 1-15,-3 0 0 16,0 0 0-16,1 0-2 15,1 0 4-15,3 0-3 16,0-1 3-16,3-2-3 16,1-1 3-16,-2 0-1 15,1 1-1-15,1-1 0 16,0 0 0-16,-3 1-1 16,-1-1 1-16,-2 1 0 15,-1-2 1-15,-2-1 1 16,2 0 7-16,-5-3 6 15,2-1 1-15,-3-4-2 16,0-2-3-16,0-5 0 0,0-1-6 16,0-4-1-16,-4-4-4 15,-2-2 2-15,2-1 0 16,1-3 1 0,-3 1-1-16,2-3 0 15,1 1-2-15,-2 0 0 0,1 2-4 16,0 0 0-16,1 2 5 15,0 1-1-15,0 1 0 16,0-1 1-16,0 1-8 16,2 1 5-16,-2 0 3 15,3-1 0-15,0 5-1 16,0-2-2-16,0 5-7 16,0 3 8-16,-3 1 2 15,-2 5-2-15,-1 3 1 16,-2 1 0-16,1 1-2 15,0 2 0-15,0 0-2 16,1 2 3-16,2-2 1 16,-1 0 0-16,2-1 1 15,0 0-1-15,0 0-1 16,-2 0-2-16,-2 0 3 16,-1 2 1-16,-2 2-1 15,-4 1-4-15,-1 2 3 16,-2 1 2-16,-1 0-3 15,-2 0 2-15,-1 0 0 16,-2 0 0-16,-2 0 1 16,1 0-2-16,-2 0 2 15,-2 0-2-15,1 4 0 16,-5 0 2-16,-1 2-3 16,-3-1-6-16,-3 2 7 15,-3-2 1-15,0 1-6 16,-3 1 1-16,-1-1 4 0,-6 2 2 15,0-1-1 1,-6 1 0-16,-1-1 0 0,-3 0 0 16,0 0 0-16,-2-2 1 15,3 1-1-15,1-2 0 16,-1 0 2-16,3 0-2 16,1-3 0-16,0 2 0 15,0-2 0-15,2-1 1 16,-3 3-1-16,-1-3-1 15,-2 2 1-15,2-2-4 16,0 0 5-16,-1 1-3 16,3-1 2-16,-4 1 0 15,2-1 0-15,0 3-1 16,-2 0 1-16,0-1 1 16,-2 2-1-16,1 1 1 15,-2 0-2-15,1-2 1 16,1 1 2-16,2-2-3 15,3 0 3-15,1-2-2 16,2 0 0-16,-1 2 2 16,3-2-1-16,3 2-2 15,-3 0 2-15,1-1-1 16,2 0 0-16,-1 2-1 16,2-2 2-16,-4-1-4 15,1 2 2-15,1-1-4 16,-4 0 1-16,1 2 1 0,-2-1 1 15,0 2 2 1,-3-2 0-16,1 1-2 16,-3 1 3-16,3-3-1 15,-1 2 1-15,-1 0-2 0,3-2 1 16,-1 0 0-16,1 2 0 16,-2-2-2-16,2 2 2 15,1 0-1-15,3-1 3 16,-3 2-3-16,0-3 1 15,0 2 1-15,4-1-1 16,-2-2 0-16,0 0 0 16,1 0 1-16,2 0 0 15,-1 0-2-15,1 0 1 16,0 0-1-16,-1 0 1 16,1 1-2-16,1-1 2 15,-2 0-1-15,3 0 1 16,0 3 0-16,-2-3 0 15,1 0 0-15,0 0 0 16,1 0 1-16,-1 0-2 16,0 0 2-16,-1 0-2 15,-2 0 2-15,2 0-1 16,-3 0 0-16,3 0 2 16,0 0-3-16,0 0 2 15,2 0-3-15,-1 0 5 16,3 0-3-16,-2 0 0 15,3 0-1-15,-2 0 2 16,3 0-1-16,-2 0 0 16,4 0 1-16,-4-3-1 15,4 3 0-15,-4-1-2 16,1-2 2-16,2 0 0 16,-2 0-2-16,2-1 2 0,-2 2 0 15,3-2 0 1,-2 0 0-16,2 0 0 0,-3 1 0 15,-1 2 0 1,-1 0 0-16,-2-1 0 0,-1 1 0 16,-1 0 0-1,-2-1 1-15,-3-2 1 0,-1 0-3 16,2 0 3-16,-3-1-4 16,2 1 3-16,1-2-1 15,1 1 2-15,1 1-2 16,0-2 1-16,0 2 0 15,2-2 0-15,-1 2 1 16,-1 0 0-16,-1 0 0 16,0 0-1-16,1 1 1 15,-5 2-1-15,-1-1-2 16,2 1 3-16,-3 1-3 16,1-1 0-16,0 1 1 15,0 0 0-15,4 0 0 16,0-1 0-16,-1-1 0 15,1 1 0-15,3-2 0 16,-2-1 1-16,-1 1-1 16,2-1 3-16,-2 3-3 15,0-2-2-15,0 2 4 16,2 1-2-16,1 0 1 16,-2 0 1-16,1 0-2 15,1 0 0-15,3 0 0 16,-2 0 1-16,2 0-1 15,-3 0 0-15,2 0 0 16,-1 0 1-16,1 0-3 0,-4 1 2 16,2 2-3-16,0-2 3 15,0 2 1 1,-1-2-2-16,1 1 2 0,0-2-2 16,0 1 1-16,-2 0 0 15,-1 1 0-15,-2 1 0 16,-1-2 0-16,-6 2 0 15,2-1 0-15,-1-1 0 16,-2 2 2-16,0 0-1 16,0-2-1-16,1 2-1 15,2-1 3-15,-3-1-2 16,6 0 1-16,0-1 0 16,1 0-1-16,0 0 1 15,3 0 0-15,1 0-1 16,3-2 1-16,0-4 0 15,1 2 0-15,3-1 1 16,-1-1 0-16,3 3-2 16,-3 1 0-16,2-1-1 15,-3 1 1-15,2 0 0 16,-2-1 1-16,0-1-1 16,2 0 0-16,-4 0 0 15,2 1 1-15,-3-1-1 16,2 0 1-16,-1 0 0 15,-1 1-1-15,0 0 1 16,0 2-2-16,-2-1 2 16,1 1-1-16,0 1 1 15,-1 0-1-15,2-1 0 0,2-1 0 16,0 1 0 0,1-2 0-16,3 0 1 0,-1 1-1 15,3-2-1-15,1 0 1 16,4 0-2-16,3-1 2 15,0-1 3-15,1 2-5 16,2-2 1-16,0 4 2 16,1-1-1-16,2 0 0 15,-1 3 0-15,3 0-1 16,0 0 1-16,-3 0-1 16,1 0 0-16,1 7 0 15,2 3 1-15,-4-2-2 16,6 3 0-16,0-3 0 15,2 0 2-15,4-1 1 16,0 0-1-16,5-3 3 16,-3-2-2-16,3 0 2 15,2 0-4-15,-2 0 2 16,3-2 0-16,0 1 0 16,3-1-3-16,-1 2 3 15,3-2 1-15,-3 0-3 16,1 1 2-16,-2-1-1 15,-1 2 1-15,-1-1-2 16,-2 0 3-16,-1-1 1 16,0 2-2-16,1-1 1 15,-3 0 2-15,4-1-2 16,-3 1-2-16,5 1 2 16,-1-2-1-16,-1 0-1 15,3 1 0-15,3-1 1 16,-5 0 1-16,8 0-1 15,0 0-1-15,1 0 0 16,3 0-1-16,-2 0 0 16,2 0 0-16,0 0 0 0,-1 0 1 15,-1 0-2-15,2 0-1 16,-1 0-9-16,-1 0-10 16,2 0-2-16,0 0-5 15,0-1-8-15,0-3 7 16,0 1 3-16,0-1 12 15,0 0-6-15,8 2-4 16,-4 2-22-16,2 0-6 16,-2 0-8-16,3 0-65 15,-4 0-164-15</inkml:trace>
  <inkml:trace contextRef="#ctx0" brushRef="#br0" timeOffset="-164859.77">6026 12945 87 0,'-13'0'2'15,"2"0"-6"-15,-4 0-8 16,1 0 16-16,-2 1 6 16,1 3-10-16,2-1 22 15,-2-1 28-15,1 1-17 16,2 1-3-16,-1-3-26 16,1 2 3-16,1 0 6 15,0 0 2-15,-1 1 7 16,0 1 0-16,-1-4-6 15,0 6 4-15,0-2-7 16,-2-1 8-16,4-1 6 0,-2 1-18 16,3 2 1-1,-2-1-1-15,1 0-6 0,-1 0-3 16,-1 3 1-16,0 1-2 16,-2 1 2-16,0-1 1 15,2 1-1-15,-3-1 0 16,3 4 0-16,-1-3-1 15,0 4 0-15,3-2 1 16,1 2-1-16,3-2 1 16,1 1 0-16,-1 1-2 15,2 1-3-15,2 1 4 16,1 2 2-16,-3 1-2 16,2 1 3-16,0-1 10 15,-1 2-9-15,1-2-4 16,-1 1 8-16,0-1-6 15,2-1 0-15,1-1-2 16,1-2 1-16,0-1 11 16,0 0 7-16,0-1-5 15,4-1-7-15,6 1 0 16,0 0 0-16,-3 0-3 16,3 0 3-16,-2 0 2 15,-3 1-6-15,0 1 1 16,1-2 1-16,2 1 5 15,-1-2-1-15,4 1-6 16,-1-1-1-16,4 1 1 16,-1-2-1-16,1 0-2 15,1-1-1-15,1-3 2 16,-3 2-1-16,1-2 0 16,-1 0 1-16,2 0 0 15,-1 0 0-15,-2 0-1 0,5 0 1 16,-1 1-1-16,1-1 2 15,3 1-1 1,1-1-1-16,2-1 5 0,1 0 2 16,4-2 1-16,-4-3-7 15,-2 1-2-15,1-2 0 16,-1 0 0-16,-6 1-7 16,0 2 3-16,-2 0-1 15,0-1-1-15,-2 1-4 16,1 1 6-16,-1-1 2 15,2 1 0-15,2-1-3 16,1 0-7-16,2 0 3 16,3-3 2-16,-2 2 6 15,3 0 2-15,0-2-1 16,2 2 1-16,-3 0 0 16,1-1-1-16,0 0 2 15,-2 2-2-15,-2-2 0 16,1 1 1-16,-1-1 0 15,0-1 1-15,-1 0 0 16,0 0 1-16,2 0 1 16,2 0-1-16,-3 0-2 15,1 0 1-15,1 0-2 16,0-1 2-16,-1-2-1 16,1 2 3-16,0 1-1 15,-3-2-2-15,5 2 1 16,-3-1-1-16,3 1 1 15,1-1 1-15,0-1-2 16,0 0 0-16,2 0 2 16,-2 0-2-16,2 2 0 0,-1-2-3 15,-2 1 6 1,2 1-3-16,0-2-2 0,0 2 1 16,-2 0 1-16,-1 0 3 15,-3-1-3-15,-2 1 0 16,-1 0-3-16,-2 0 4 15,-1 0-1-15,0-1 2 16,2-1-2-16,-2 1 1 16,1 1 1-16,1-2 0 15,2 1-3-15,-1 1 3 16,4-2-3-16,-4 1 1 16,3 1-3-16,-1-3 1 15,0 2-1-15,-1 0 0 16,-2-1 3-16,0 1-1 15,-4 0 1-15,-1-1 0 16,-2 2 0-16,1-1 0 16,-5 1 0-16,2 0 0 15,3 0-1-15,-2 0 2 16,2 0-1-16,2 0-1 16,1 0 2-16,2 0-2 15,-1 0 0-15,0 0 1 16,0 0-9-16,-4 0 2 15,0 0-4-15,-2 0 7 16,-3 0 6-16,2 0 0 16,-2-1 0-16,2 1 0 15,-2-2-4-15,4 2 3 16,1-1-2-16,0-2-2 0,2 0-23 16,0-2-9-1,2 0 5-15,-3-3 1 0,0-1 4 16,-1 0 3-1,0 0 18-15,-1 1 5 0,-1 2-1 16,1-2-1-16,0 0 0 16,2 3-1-16,0-2 2 15,-1 0-3-15,0 1-24 16,-2-2-17-16,0-2 31 16,-2-4 15-16,-1 0 5 15,3-3 10-15,-3-1 8 16,1 0-9-16,-1-1 9 15,2 4-8-15,-5-4-9 16,2 2-2-16,-1-1-2 16,-2 1-1-16,0 1 7 15,0 1 3-15,0 0-5 16,0 0-7-16,-2 0-2 16,-6-2 0-16,2 0 2 15,0-2 1-15,-1 1-2 16,0-2 4-16,-1 1 8 15,2-1-4-15,-3 1 7 16,-2 2 22-16,3-1-3 16,-4-1-2-16,4 1-6 15,-3-2-21-15,0-2 1 16,1 3-3-16,-2-3-2 16,-2 2 0-16,-2-1 0 15,-1 0 1-15,-2 4 0 16,-4-1 0-16,0 5 0 15,0-1-1-15,1 0-1 16,-4 3 1-16,-2-1-1 16,-1 3 1-16,-2-2-1 15,-3 3-1-15,-2 2-1 0,-5 2 0 16,-3 0 2-16,1 2-2 16,-6 0 2-16,3 0 1 15,1 1 12-15,1 0-2 16,1-1-10-16,3-1 2 15,2 2 2-15,-4 1 4 16,5-3-9-16,-4 3-5 16,-2-1-6-16,-3 1-1 15,-5 0-1-15,-8 0 8 16,-6 0 4-16,-5 5 2 16,-2 6 0-16,-1-1 31 15,2 1 12-15,9-1-9 16,5-1-27-16,13-4-5 15,6 0 0-15,7-3-2 16,7-2-1-16,5 0-1 16,8 0-4-16,-1 0-6 15,7 0-9-15,3-2-44 16,2 2-38-16,0 0-43 16,0 0-141-16</inkml:trace>
  <inkml:trace contextRef="#ctx0" brushRef="#br0" timeOffset="-161596.97">16124 13044 127 0,'-5'-5'11'0,"-1"0"5"16,-4 1 2-16,1 0-16 15,-7 0 11-15,1 0 24 16,0 2 26-16,-4-2-11 16,2 1 4-16,-2-1-13 15,3 2-22-15,2 0 15 16,-2 2-6-16,1 0-2 15,4 0 1-15,-4 0-20 16,4 0-7-16,-4 0-1 16,1 4 1-16,-2 3 1 15,-1-1-2-15,-3 1 2 16,-1 1-2-16,-2 0 1 16,-1 2-1-16,-2 1 8 15,1 2 0-15,-3-3-2 16,4 3-3-16,1-2 0 15,1 1-6-15,5-2 4 16,3 0-2-16,2-2 1 16,3-1-1-16,2 1-1 15,-2-1-1-15,2 1 3 16,0 2-4-16,-5-1 3 16,4 2 0-16,-4 2-1 0,-1-2 1 15,1 3 0 1,1 1-4-16,-2-2 4 0,3 2-4 15,-1 0-3 1,0 2-3-16,2 2-7 0,2 1 3 16,0-2 4-16,1-2-2 15,3-2-2-15,2-1-13 16,1-2 8-16,0-3-9 16,0 0 14-16,0-1 10 15,3 0 5-15,3-1-3 16,4 4-6-16,-3-3 4 15,2 1 0-15,0 0 1 16,2 2-3-16,-2-2 5 16,1 0-13-16,1-1 9 15,-1 1 3-15,1-1-8 16,0 1 6-16,1 0 4 16,0 1-18-16,4 1 2 15,2-1 11-15,1 0-21 16,1 1 2-16,0-1-3 15,2 1-33-15,-2-2 31 16,0 1 15-16,0-1 10 16,0 0 2-16,1-1-15 15,-2-2 10-15,2 0 7 16,2-1 10-16,3 1 9 16,0-1-6-16,3-1-6 15,0 0-6-15,0 3-2 16,-3-1 1-16,0 1-3 15,-3-1 2-15,-1 2 0 16,-4-1 0-16,2-1 2 16,-2-1 2-16,1 0 17 15,-2 0-18-15,0-1 1 0,0 1 30 16,0-1-2 0,0 0-4-16,-1-1 1 15,1 2-3-15,-1-1-1 16,1 1-10-16,-1 0-3 0,2 0 7 15,-1 0 9-15,3-2 4 16,2 0 3-16,0 1-6 16,1-2-9-16,0-1-6 15,1 2-4-15,-3 1-7 16,-1-2-2-16,0 2 1 16,-6 0-1-16,4-2 0 15,-4 1 1-15,2 2-1 16,0-4-1-16,0 2 2 15,0 0 0-15,4-2-3 16,-3 0 0-16,4 0 1 16,-3 0 0-16,1 0 2 15,3 0-7-15,-2 0-6 16,-1 0 6-16,1 0 5 16,1 0 0-16,-2 0-20 15,0 0-9-15,-1-2 4 16,-1 2 20-16,0-2 6 15,-1 2 0-15,0 0 1 16,0-2 2-16,-1 2-2 16,0-2 1-16,1 2 5 15,0 0 10-15,-2-2-15 16,1 2-1-16,0-1-1 16,-1 1 2-16,3-2 10 15,-4 1-10-15,2 1 1 16,2-1-2-16,1 1 1 15,0 0 26-15,-1 0 7 16,4 0-32-16,-3-3 0 16,2 3 0-16,-1-2 23 0,0 1 14 15,1-1-40-15,-4 1-3 16,3 1 4-16,-5 0-1 16,2-3 1-16,-4 2-2 15,1 0 1-15,0-2-5 16,-2 0 9-16,1-1-3 15,-2 0 0-15,0-3-2 16,0 2 2-16,-1-3 1 16,2-2-1-16,2 1-1 15,-1-4-1-15,0 1 2 16,3 0-2-16,0 0 3 16,-2-2 1-16,-3 2 5 15,1 1 9-15,-3 1 1 16,-3 0-5-16,0 1 0 15,-1 1-7-15,1-1-4 16,-1-1-1-16,0-2-1 16,2 2 1-16,-2-3-2 15,1 1 2-15,0-2-2 16,2 0 1-16,-2-1 0 16,-1 0 1-16,-1 1-2 15,0-1 2-15,-2 1 1 16,-1 4-1-16,0-1-1 15,0 0 1-15,0 0-1 16,0 2-1-16,0-4 1 0,-1 0-4 16,-3-1 2-16,-1 0 1 15,1 0 1-15,-3-3 1 16,1 1-1-16,-1 1 0 16,1-1-2-16,-4 0-2 15,1-1 4-15,0 2 2 16,-1 2 2-16,-3-2 1 15,0 1 5-15,-2 1 5 16,0 0-6-16,-2 0-5 16,-1-1-3-16,1 2 1 15,-3-1-3-15,1-1-6 16,-4-1-5-16,0 3-2 16,0-4 0-16,-2 3 3 15,1 1 5-15,-1-1-3 16,1 3 4-16,-1-1 5 15,-1 1 1-15,1 1-1 16,0 0 1-16,-1 1 1 16,0-1-1-16,1 2 2 15,-3-1-3-15,-2 0 6 16,0 2-4-16,-5-1-1 16,-2 3-2-16,-1 0 2 15,1 1-1-15,-1 2 7 16,2 1-4-16,-2 0 0 15,7 0-6-15,-1 0 4 16,0 0 0-16,2 0-1 16,-1 0 1-16,0 0 0 15,-3 0 2-15,0 0 2 16,0 0 6-16,0 0 9 16,-2 0 12-16,0 2-3 15,0 1-14-15,1 1-10 16,-1 2-1-16,-2 1-5 0,0-2 4 15,1 5-4-15,1-3-3 16,4 3-4-16,3-3-4 16,5 0 3-1,8-1-14-15,0-1-14 0,6-1-9 16,3-1-34-16,-1 0-34 16,0-3-77-16,2 0-159 15</inkml:trace>
  <inkml:trace contextRef="#ctx0" brushRef="#br0" timeOffset="-158575.98">7827 13073 236 0,'-4'9'19'0,"1"3"24"16,0 1 5-16,2 6-17 15,1 3-13-15,0 2-8 16,0 2 2-16,0-1 47 16,2-1-43-16,9 0-13 15,6-5 0-15,2-2 2 16,5-2-1-16,7-4 11 15,3-4-6-15,3-3 2 16,6-4 5-16,-1 0-6 16,1 0-4-16,-3-5-3 15,-2-9-2-15,-8 0-2 16,-2-6 1-16,-7 0 0 16,-6-2 2-16,-5-1 2 0,-6-4 9 15,-2 0 11 1,-2-1 11-16,0-4-8 0,-13-1-7 15,-3-2 1 1,-7 0-4-16,-3 2-7 0,-3 3 0 16,-4 6-6-16,-2 7-2 15,-4 9 4-15,0 8-4 16,-4 0-14-16,1 17 9 16,0 6-16-16,3 3-28 15,1 5-62-15,4 0-84 16,5-2-102-16</inkml:trace>
  <inkml:trace contextRef="#ctx0" brushRef="#br0" timeOffset="-152007.95">4679 14941 583 0,'-2'0'23'16,"2"0"72"-16,0 0-12 15,0 0-17-15,0 0-32 16,8 0-16-16,6 0 6 15,3-1 9-15,3-1 11 16,3 1 7-16,1 1-18 16,2 0 0-16,3 0-8 15,0 0-11-15,1 0-6 16,3 4-1-16,0 0-2 16,7-1 3-16,0-3 1 15,2 0 5-15,0 0 13 16,1 0-7-16,-3 0-4 15,-1 0-8-15,-1-1-7 16,-5-2 0-16,-1 0 1 16,0 2-2-16,1-1 2 15,-1 1-3-15,4-1 2 16,-2 2-1-16,3-2 0 16,1 0 3-16,-3 1-4 15,1 0 3-15,0-1-2 16,-1 0 0-16,-2 0-1 15,2 2 1-15,-5-2 1 16,2-1 0-16,-1 0 0 16,-1-1-1-16,-1 0 0 0,0 1 0 15,-1-1-1 1,3 3 0-16,-2 0 3 0,2-1-4 16,0 1 2-16,0 1 1 15,3-2 0 1,-2 0 3-16,-1-1-3 0,3 1-1 15,-3 0 0-15,2-1 2 16,-1 1-3-16,-2-1 2 16,1 0-1-16,-1 3 1 15,-4-1-2-15,2 1 1 16,1 0 0-16,-1 0-1 16,0 0 2-16,1 0-2 15,-1 0 0-15,1 0 3 16,2 0-3-16,-1 0 1 15,0 0 1-15,-1 0-1 16,-1-3 0-16,-4 0 1 16,1 0-1-16,-2 1 0 15,0-1 2-15,-4 2-2 16,2-2-1-16,0 3 2 16,-2-1-3-16,2-1 2 15,-1 1-1-15,2-2 2 16,3 1 0-16,-2-2 1 15,4 2-1-15,0-1 1 16,-1 1 8-16,-2 0-1 16,-1 2-7-16,0 0 4 15,-3 0 0-15,-1 0-6 16,-1 0 4-16,-1 0 2 0,0 0 1 16,-1 0-2-1,0 0 5-15,-3 0-6 0,4 0-1 16,-2 0 0-16,0 0-2 15,-3 0 1-15,4 0 2 16,-5 2-1-16,-3-2 4 16,0 2 5-16,-2-1-9 15,-2-1 0-15,-2 2 1 16,1-2 4-16,0 1 2 16,-1 0 0-16,1 1-3 15,2-2-1-15,-1 0-1 16,-1 1 0-16,-2-1-1 15,1 0 3-15,-2 0-5 16,0 0 2-16,0 0-1 16,0 0-8-16,0 0-29 15,-12-5-100-15,-4-4-247 16</inkml:trace>
  <inkml:trace contextRef="#ctx0" brushRef="#br0" timeOffset="-146704.17">14916 13400 103 0,'46'8'41'0,"4"-5"32"16,7-3 0-16,-3 0-22 15,0-4-23-15,-5-7-23 16,-6-1-5-16,-8-3 1 15,-9 3 0-15,-10-5 1 16,-6-1 8-16,-7-3 3 16,-3-1 13-16,0-6-10 15,-6 3-12-15,-8-7 14 16,-6 1 1-16,1-1 3 16,-4-1-4-16,0 1-4 15,-3 0-1-15,-2 5-11 16,-1 2 1-16,-4 6-2 15,-6 7-2-15,1 8 2 16,1 4-7-16,-6 4 8 16,4 21 2-16,-1 4 5 15,4 10-3-15,4 6-3 16,4 6-3-16,5-1 0 16,4 3-3-16,7-1-32 15,8-4-90-15,4-6-67 16</inkml:trace>
  <inkml:trace contextRef="#ctx0" brushRef="#br0" timeOffset="-144323.25">7628 14909 297 0,'0'0'32'0,"0"0"47"15,-5 2-28-15,5-2-22 16,0 0 3-16,-2 0-6 0,2 0-7 15,0 0 12-15,0 0 8 16,0 0-1-16,0 0-3 16,0 0-2-16,0 0 1 15,8 0 12-15,4 0-16 16,1 0-20-16,6 1-7 16,1 2-1-16,4-3 1 15,3 2 3-15,7-2 10 16,-2 1-11-16,4-1-3 15,-1 1 2-15,4-1-3 16,-2 0-1-16,3 2 1 16,-2-2 0-16,0 1-1 15,-1 0 0-15,1 1 0 16,-5 0 1-16,-1 1-1 16,-2 0 1-16,-3 1-2 15,-2-1 2-15,0 0 0 16,-1 1-1-16,1-3-1 15,1 1 2-15,0-2-3 16,3 0 2-16,0 0-1 16,1 0 0-16,-1 0 2 15,1 0-2-15,1 0 1 16,-3-3-2-16,0 1-2 16,2 1-2-16,-3 1 5 15,1 0-6-15,1 0 4 16,1-1-6-16,-1-1 3 15,0 1 6-15,3-1 0 16,-2-2-1-16,-1 3 2 16,1-3-3-16,-5 1-2 15,1 3 2-15,0-1 1 0,-3-1 1 16,-1 2 0 0,4 0-1-16,-3 0 2 15,4 0-2-15,-1 0 1 0,3 0 0 16,0 0-1-16,1 0 1 15,2-4 0-15,0 2 0 16,-1-3 1 0,0 1-1-16,2-1 0 0,-1 2 0 15,-2-1 0-15,0 1 1 16,-1 2-1-16,0 0 1 16,-3-1-1-16,-2 2 0 15,0 0 1-15,-2 0 1 16,-2 0-2-16,2 0 0 15,-1 0 1-15,2 0-2 16,-2 0 2-16,0 0 0 16,-5-1-2-16,1-1 2 15,-5 1 3-15,-1 1 4 16,-2 0 0-16,-1 0 7 16,0 0-1-16,2 0-6 15,-1 0 11-15,2 0-1 16,-1 0-6-16,2 0 4 15,-2 0-4-15,-3 0-7 16,2 0-2-16,-2 0-2 16,0 0 8-16,-1 0 5 15,0 0-4-15,0 0-2 16,-3 0-3-16,1 0 5 16,-1 0 7-16,0 0-4 15,0 0 0-15,-1 0 1 0,1 0 0 16,2 0 0-1,2 0-8-15,-1 0-2 16,1 0 6-16,0 0 0 0,-2 0-8 16,-3 0-1-16,1 0-1 15,-3 0 2-15,0 0 1 16,0 0 2-16,0 0 0 16,0 0-3-16,0 0-30 15,-7-2-95-15,-5-2-117 16,-2-2-281-16</inkml:trace>
  <inkml:trace contextRef="#ctx0" brushRef="#br0" timeOffset="-142431.98">7712 15041 382 0,'7'0'24'0,"2"0"32"16,1 0 29-16,4 0-22 0,-2 0-16 16,3 4-17-1,3-2-2-15,1 1-9 0,4-2 20 16,1-1 12-16,7 0-19 16,6 0-10-1,2 0-1-15,5 0-4 0,2 0-9 16,3-4-9-1,-3 2 4-15,-1 0-4 0,-3 2 2 16,-5 0-1-16,-2 0 1 16,-3 0-1-16,-1 0 2 15,0 0-2-15,-1 0 2 16,0 0-1-16,1 4-3 16,-2-1 3-16,-2 0 0 15,2-1 0-15,1 0-1 16,2-2 1-16,0 1-2 15,1-1 3-15,2 0-2 16,1 0 0-16,-1 0 0 16,-2 0 0-16,0 0-1 15,1 0 0-15,-3-3 2 16,1 3-2-16,-5-1 0 16,1 1 1-16,1 0-1 15,-3 0 0-15,1 0 1 16,-1 0 0-16,0 0-1 15,0 0 1-15,4 0-2 16,-1 0 4-16,4 0-1 16,-1 0-2-16,0 0 1 15,-1 0 0-15,0 0 0 16,2 0-3-16,-4 0 2 16,0 0 0-16,3 0 2 15,-2 0-9-15,-1 0 5 16,3 0 3-16,-2 0-12 0,-4-3 8 15,3 1 4-15,-4-2 1 16,0 0-1-16,-2 0-1 16,-2 1 2-16,-1-1-1 15,0 1-1-15,-4 1 1 16,0-1 1-16,-1 1-1 16,-3 0 0-16,-1 2 0 15,-4 0 0-15,0 0 2 16,-3-2 2-16,-2 2 8 15,-1 0 6-15,1 0 10 16,0 0 9-16,0 0-9 16,1 0-15-16,0 0-6 15,0 0-7-15,-2 0 0 16,-1 0 2-16,2 0-4 16,-2 0 2-16,1 0 1 15,-1 0-1-15,0 0-3 16,0 0-23-16,0-1-75 15,0-2-90-15,0 0-120 16</inkml:trace>
  <inkml:trace contextRef="#ctx0" brushRef="#br0" timeOffset="-123725.29">10808 14883 296 0,'0'0'60'0,"0"0"9"0,0 0 11 16,0 0-5-16,0 0 2 15,0 0-11-15,0 0-23 16,0 0 0-16,0 0 11 15,-1 0-3-15,1 0-11 16,0 0-9-16,0 0-1 16,0-10-17-16,10 3-7 15,4-4-3-15,4 0-1 16,3 1-1-16,1 0 0 16,-2 3 0-16,2 2 4 15,-4 4-4-15,-2 1 0 16,0 0-3-16,-3 0 3 15,3 5 1-15,-1 1-1 16,0 1 1-16,-1 0 0 16,0-3-1-16,-1 0 0 15,2-3-1-15,0-1 2 16,0 0-2-16,5 0 2 16,1-6 0-16,1-7-2 15,3 2 1-15,-2 0-1 16,-3 1 1-16,-2 5-2 15,-3 1 1-15,-3 4-1 16,-2 0 1-16,0 0-1 16,-3 0-2-16,1 0 0 15,-1 5 4-15,3 0 0 16,-1 1-2-16,2-3 3 16,2-2-1-16,3 2-2 15,4-3 3-15,0 0-3 0,4 0 1 16,-1-3 0-16,0 0-4 15,-2-1 2-15,-2 1 0 16,-4 3-4-16,-4 0-2 16,-2 0 3-16,-1 0 2 15,-2 0 2-15,-1 0 3 16,1 0-3-16,-1 0 2 16,5 0-1-16,-1 0 0 15,1-1 1-15,3 0 0 16,0-2-1-16,4-1 1 15,-2 3-3-15,1-2 5 16,0 0-5-16,-1 1 2 16,0 2-1-16,1 0 1 15,-2 0 0-15,-1 0-1 16,0 6-3-16,2 2 5 16,-1 0-2-16,2-2 1 15,1 1 1-15,2-4 0 16,2-2 0-16,2-1-1 15,0 0 1-15,-3 0-2 16,0 0 3-16,-4 0-2 16,-2 0-1-16,-5 0 1 15,1 0-1-15,-3 0-1 16,-2 0-5-16,1 4 7 16,2 0 1-16,-1-2-1 15,2 1 0-15,1-2 4 16,3-1-3-16,2 0 0 15,3 0 2-15,-2 0-1 16,3 0-2-16,1 0 1 16,-2 0-3-16,-1 0 1 0,-3 0 1 15,1 0-2-15,-4 2 3 16,-2 6-4 0,1-1 0-16,-1 1 3 0,1-1 0 15,0-2 2-15,3 0-3 16,1-4 1-16,5-1 2 15,4 0 0-15,3-4-1 16,2-4 0-16,0-2-2 16,-3 0 2-16,-2 5-1 15,-6 3 0-15,-3 2-1 16,-4 0 1-16,-2 0-4 16,-2 0 1-16,1 0-5 15,-1 5-2-15,4 0-5 16,3-1-5-16,-1 1-2 15,5-1 5-15,0-2 15 16,-1 1-17-16,2 1 5 16,-4-1 6-16,0 1 7 15,0 2-10-15,1-1-23 16,1 0 24-16,4 2 11 16,1 0-3-16,5-2-12 15,3 2 11-15,1-1 1 16,3-4 3-16,4 1-1 15,0-2-2-15,0-1 5 16,2 0-2-16,4 0 8 16,-2 0 0-16,1 0 2 15,0 0 4-15,0 0-2 16,-2-2-5-16,-1-2-2 16,0 2 1-16,-4 1-1 0,-3 1-4 15,-3 0 0 1,-4 0-1-16,-6 0-1 0,0 0-1 15,-4 0 3-15,-1 3-5 16,-1-2-4-16,3 0 4 16,1 1-2-16,8-2 1 15,1 0 3-15,6 0 13 16,-1 0-7-16,4 0-5 16,1 0-1-16,1 0 2 15,0 0 0-15,-3 0 1 16,3 0-2-16,-4 0 1 15,-1 0 4-15,1 0 8 16,2 0 3-16,2 0 4 16,3 0-9-16,1 0 0 15,3 0-5-15,3 0-4 16,-1 0-1-16,0 0 0 16,-1-2 0-16,-5 2 2 15,-2 0 1-15,-5 0-3 16,-2 0-1-16,-3 0 0 15,1 6 1-15,2-4-2 16,2 1 3-16,5-2-2 16,2-1 0-16,0 0-1 15,4 0 2-15,-1 0-1 16,-4 0 1-16,-1 2 0 16,-7 2-2-16,1 2 3 15,-3-1-2-15,-2 1-2 16,-1-1 3-16,2-1-1 15,-1 0 0-15,1 0 1 0,0-3-2 16,4-1 3 0,1 0-2-16,4 0 0 0,0 0 1 15,1 0-1-15,-1 0-1 16,-2-1 0-16,-3 1 1 16,-5 0 0-16,-4 0-2 15,-1 0 2-15,-3 8-1 16,-2-1 0-16,0 1 0 15,-1 2 1-15,4-3 1 16,3-2-1-16,5-3 2 16,4-2-3-16,2 0 3 15,3 0 0-15,-3-6-1 16,-2-1 3-16,-6 3 5 16,-6 3-3-16,-8 1-4 15,-6 0-3-15,-5 0-9 16,-1 5 8-16,0 4 3 15,0-1-1-15,0-1-1 16,0-3-2-16,0-2 1 16,0 0-11-16,7-2-9 15,8 0 13-15,1 0 12 16,7-4 0-16,4-3 2 16,2-1 2-16,0 2 19 15,-2 2 7-15,-1 3-32 16,-4 1-1-16,0 0 2 15,-4 0-2-15,0 5 0 16,0 4-3-16,3-1 4 16,-1-2-2-16,4 0 1 15,7-4-1-15,5-2 2 0,7 0 2 16,6 0-1 0,5-13-1-16,3 1-1 0,0 1 4 15,-5-1 1-15,-5 4 2 16,-6 3-5-16,-9 2-1 15,-6 3-1-15,-9 0-1 16,-7 0 0-16,-3 0-3 16,1 0 3-16,-3 0-1 15,4 0 1-15,4 0-2 16,7 0 1-16,6 0 1 16,6-3 0-16,6-6 2 15,1 1-2-15,2 1 0 16,-3 1 0-16,-2 4 1 15,-4 2-11-15,-6 0-3 16,-3 0-1-16,-4 2-16 16,0 7 16-16,-2 0 5 15,2 2-36-15,1-5 15 16,0 0 15-16,2 1-5 16,1-3 17-16,1-2 10 15,-2 1 3-15,0-3 4 16,-2 0 11-16,-4 0-9 15,0 0 3-15,-2 0 7 16,0 0-1-16,0-2-3 16,3-1-4-16,-1 3-10 15,1-4 0-15,1 1-5 16,0 2 2-16,0 0 18 16,2 1-4-16,-4 0-3 15,0 0-2-15,-2 0-8 16,1 0-4-16,-4 0 8 15,2 0-7-15,-4 0 2 16,0 0-3-16,0 0-1 0,-3 2 1 16,-1 1 0-1,-2-2-2-15,-2 2-1 0,-1-3-16 16,0 0-47-16,0 0-43 16,0 0-57-16,-4 0-244 15</inkml:trace>
  <inkml:trace contextRef="#ctx0" brushRef="#br0" timeOffset="-122431.54">13639 15186 488 0,'6'0'29'0,"-3"3"31"15,4 11 50-15,0 4-41 0,-1 2-17 16,-1 1 3-16,-2 0-41 16,0-2-10-16,-1-3-4 15,-1-1-2-15,1-7-33 16,-2-2-73-16,0-6-99 15,0 0-218-15</inkml:trace>
  <inkml:trace contextRef="#ctx0" brushRef="#br0" timeOffset="-122250.17">13724 14983 556 0,'0'0'15'0,"0"0"-14"16,0 0-7-16,0 0-31 15,0 0-37-15,0 6-2 16,0 4-122-16</inkml:trace>
  <inkml:trace contextRef="#ctx0" brushRef="#br0" timeOffset="-121936.41">13872 15176 425 0,'0'0'127'15,"0"0"4"-15,0 0-39 16,0 0 7-16,0 0-19 0,0 0-64 16,14-25-8-1,-8 8 2-15,-4 3-1 16,3-1-8-16,-2 7-1 0,2 1 0 15,0 3 0-15,0 4-2 16,3 0-1-16,1 0 1 16,3 7 1-16,0 5 1 15,2-1 1-15,2 2 0 16,2-2 0-16,-4 0-1 16,5-3-1-16,-2-1-10 15,2-3-50-15,0-1-51 16,-2-3-15-16,-1 0-79 15,-2 0-125-15</inkml:trace>
  <inkml:trace contextRef="#ctx0" brushRef="#br0" timeOffset="-121419.7">14247 15026 488 0,'0'0'60'0,"0"0"37"16,0 0-7-16,0 0-50 16,0 0-18-16,-74 5-7 15,67 3-10-15,3 3-2 16,4-2-3-16,0 2 0 16,10-4 13-16,8 5 10 15,1-3-4-15,3 1-1 16,-1-1 1-16,-1 2 11 15,-6-2 9-15,-3 1-6 16,-5-2 12-16,-2 2-2 16,-4 0-23-16,0-2 6 0,0 0-5 15,-10-1-6-15,-3-1-8 16,1-1-4-16,-2 1-2 16,4-6-10-16,0 1-6 15,4-1-3-15,4 0-11 16,2 0-21-16,0-7-21 15,5 0 19-15,14-4 28 16,4-1 10-16,2 0 7 16,2 0 8-16,2 2-1 15,-3 2 6 1,-4 3 16-16,-5 3 1 0,-4 2-6 16,-3 0-7-16,-4 0-7 15,-5 2 1-15,-1 6-3 16,0-1-2-16,0 0-45 15,0-4-71-15,0-2-160 16,-2-1-247-16</inkml:trace>
  <inkml:trace contextRef="#ctx0" brushRef="#br0" timeOffset="-121272.64">14508 14950 613 0,'0'0'15'0,"0"0"30"16,0 0-42-16,0 0-39 16,0 0-82-16,41 6-205 0</inkml:trace>
  <inkml:trace contextRef="#ctx0" brushRef="#br0" timeOffset="-120571.45">14698 15039 470 0,'0'0'93'0,"0"0"16"15,0 0-46-15,0 0-44 16,0 0-8-16,0 0-8 16,-87 56 1-16,74-35 4 15,4-3 9-15,5-1 1 16,4-2-1-16,0-2 2 15,0-3 4-15,16-4 8 16,2-3 4-16,6-3-1 16,3 0 29-16,2-13-4 15,1-7-34-15,-1-5 4 16,-4-2-13-16,-5-3-15 16,-7-2 2-16,-4-3-2 15,-9-1 0-15,0-1-14 16,0-1-3-16,-12 5-9 15,-1 2-11-15,-1 8 12 16,-3 10 7-16,0 10-5 16,3 3-17-16,-3 13 9 15,-2 15 20-15,6 8 9 16,4 3-2-16,7 3 0 16,2-3 3-16,0-1 3 15,17-5 14-15,6-2 12 16,5-7-2-16,6-5 2 0,-1-5 1 15,5-6-6 1,-1-5 8-16,0-3-17 0,-3 0 1 16,-5-8-7-1,-9-6-3-15,-4-1 0 0,-6-2 1 16,-6-1 2 0,-4 0 0-16,0 1-4 0,0 5-1 15,0 3-4-15,-10 5 5 16,-3 4 13-16,-3 4-16 15,2 13 2-15,-4 5-5 16,5 6 3-16,3-2 7 16,8 2 3-16,2-1-1 15,0-5-6-15,12 0-5 16,7-5-2-16,7-5-4 16,5-4-41-16,0-3-69 15,4-5-69-15,-3 0-77 16,-2 0 9-16</inkml:trace>
  <inkml:trace contextRef="#ctx0" brushRef="#br0" timeOffset="-120484.73">15214 15259 597 0,'0'0'50'0,"0"0"-24"16,0 0-32-16,0 0-146 16,-50-68-281-16</inkml:trace>
  <inkml:trace contextRef="#ctx0" brushRef="#br0" timeOffset="-119220">29924 7650 850 0,'0'0'81'0,"0"0"10"0,0 0-26 15,7 11 0-15,-1 6 31 16,4 7-25-16,1-1-26 16,0 6-22-16,-1-4 2 15,0 0 1-15,-1-2-1 16,1-5 6-16,1-3-6 15,7-8-1-15,9-7 6 16,12-13 9-16,19-29 12 16,21-25-13-16,27-31-22 15,29-45-13-15,27-39-4 16,23-35-29-16,9-25-134 16,-8-9-408-16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48:31.79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20444 1905 539 0,'0'0'72'0,"0"0"10"0,0-2-9 15,1 2-27-15,2 3 15 16,3 14 13-16,0 2 20 16,1 6-7-16,0 6-17 15,-2 1-18-15,-1 4-24 16,-2-4-11-16,-2 0-6 16,1-3-8-16,-1-5 1 15,0-5-4-15,0-5-13 16,0-3-49-16,0-8-70 15,0-3-98-15,0 0-105 16</inkml:trace>
  <inkml:trace contextRef="#ctx0" brushRef="#br0" timeOffset="406.4">20451 1826 787 0,'0'0'86'0,"0"0"20"16,0 0-33-16,78-65-18 15,-48 55 5-15,1 5-12 16,-3 5-24-16,-1 0-12 16,-4 0 2-16,-5 12-7 0,-4 4-2 15,-8 3-3-15,-6 5 0 16,0 4 2-16,0 0 1 15,-12 2 0-15,-1 0-1 16,0-1-1-16,3-4-2 16,1-2 2-16,6-6-4 15,3 2 4-15,0-6-2 16,0 1-1-16,10-6-1 16,3 2 1-16,3-4 2 15,0 1 2-15,1-3-2 16,-4 0-1-16,0-2-2 15,-4 0-2-15,0 1-25 16,-5-1-71-16,-1 3-86 16,-3-2-84-16,0 1-158 15</inkml:trace>
  <inkml:trace contextRef="#ctx0" brushRef="#br0" timeOffset="873.42">20853 2104 684 0,'0'0'14'16,"0"0"76"-16,0 0 13 15,0 0-36-15,80-6 16 16,-58 1-9-16,1-3-29 15,-1 1-11-15,-4-5-8 0,-1 2-10 16,-6 0-6 0,-1-3 4-16,-7-1 4 0,-3 2-1 15,0-1-10-15,0 3-2 16,0 1 6-16,-13 3 0 16,0 3-7-16,-2 3 1 15,-3 0-1-15,-2 0-4 16,1 12 5-16,-3 4-6 15,5 3 3-15,3 5 3 16,3-2-2-16,3 0 2 16,5 2 0-16,3-3-1 15,0-1-1-15,6-2-3 16,11-4-3-16,5-4 1 16,2-3 0-16,8-4-3 15,-1-3-34-15,4 0-58 16,-4 0-100-16,-6-7-104 15,-2-5-304-15</inkml:trace>
  <inkml:trace contextRef="#ctx0" brushRef="#br0" timeOffset="1239.53">21393 1992 659 0,'0'0'108'0,"0"0"30"16,0 0-11-16,0 0-46 15,0 0 4-15,-16-19-36 16,6 19-33-16,-4 2-14 15,-3 12 2-15,0 5-4 16,0 3 3-16,-2 4-1 16,7-1 3-16,1-1-2 15,7 0-4-15,4-4 3 16,0-3-5-16,0 0-8 16,14-5-10-16,6-4-31 15,6-4-23-15,6-2-62 16,-2-2-81-16,4 0-67 15</inkml:trace>
  <inkml:trace contextRef="#ctx0" brushRef="#br0" timeOffset="2124.1">21612 2023 714 0,'0'0'87'15,"0"0"4"-15,0 0-73 16,0 0-13-16,-91 36 3 16,71-14-2-16,4-1-6 15,6-2 1-15,3-2-2 16,7-3 2-16,0-6-5 16,0-2 4-16,7-4 11 15,9-2-3-15,2 0 7 0,3 0 1 16,-1-11-6-1,-1 0-5-15,-2-1-1 16,-6 2 0-16,-3 2-3 0,-4 4-1 16,-4 0-3-16,0 1-3 15,0 3 3-15,0 0-9 16,0 0 1-16,0 3 6 16,0 8 1-16,0 1 3 15,0 0 3-15,3 2 3 16,10-5 6-16,3 0 17 15,3-5-6-15,4-3 4 16,2-1 28-16,2 0-29 16,0-8-5-16,-2-8 9 15,1-5 2-15,-3-4-4 16,-3-4-5-16,-5-4-13 16,-6-3-4-16,-5-2-4 15,-4-4-2-15,0-1-13 16,-12 0-6-16,-2 2 6 15,-3 6 0-15,-1 7-9 16,1 9 12-16,-2 11-2 16,0 8-11-16,-1 4-2 15,1 20 10-15,1 10 6 16,2 6-2-16,6 5 2 16,8 2 6-16,2-1 2 15,2-7 1-15,18 0 5 16,6-7 10-16,5-6 7 15,6-7 12-15,3-8 16 16,6-3-4-16,4-8-9 16,0 0-3-16,-2-12 2 15,-1-8-24-15,-6-4 1 16,-8-7 2-16,-7-5-9 16,-9-7-2-16,-9-1-2 0,-7-3-21 15,-1 1-17-15,-1 1 3 16,-14 6 2-16,-4 7 16 15,-1 9 9-15,1 10-2 16,-2 10 1-16,1 3 5 16,0 16-1-16,2 10 4 15,5 10 9-15,4 4-2 16,8 1 12-16,1 1 1 16,8 0-5-16,14-4-8 15,7-1-6-15,7-3-1 16,4-6-5-16,2-5-77 15,0-5-79-15,2-6-153 16</inkml:trace>
  <inkml:trace contextRef="#ctx0" brushRef="#br0" timeOffset="2862.06">22761 1952 684 0,'0'0'137'15,"0"0"22"-15,36 71-50 16,-22-46-29-16,-2 1-20 16,-1-2-25-16,-1-2-10 15,-2-5-10-15,-3-5-11 16,-2-2-4-16,0-5 2 16,-3-4-8-16,0-1-13 15,0 0-12-15,-3-8-11 16,-8-10-37-16,-4-7 5 15,-1-8 6-15,-1-6 12 16,2-5 22-16,1 1 20 16,4-2 13-16,4 3 10 15,5 4 17-15,1 2 9 16,0 7-8-16,14 2 16 16,5 6-15-16,2 7 0 15,1 7-2-15,3 5 1 16,-4 2 2-16,-1 4-4 15,-3 11 0-15,-3 5-3 16,-5 3 1-16,-4 2 1 0,-3 0-2 16,-2 0 1-16,0 0-10 15,-4-3-6-15,-11-1-2 16,1-1-3-16,-5-2 0 16,2 0-13-16,-1-4-44 15,4-4-45-15,1-1-72 16,4-6-99-16,6-3-276 15</inkml:trace>
  <inkml:trace contextRef="#ctx0" brushRef="#br0" timeOffset="3425.31">23117 2057 804 0,'0'0'220'16,"0"0"-67"-16,0 0-52 15,0 0-34-15,0 0-17 16,10 73-20-16,-10-70-9 16,0-1-7-16,0-2-6 15,0 0 0-15,0 0 3 16,0-4 3-16,0-10-6 16,0-3-14-16,0-5-4 15,0-1-5-15,6 1-6 16,4 0 4-16,5 3 1 15,-1 5 0-15,1 2 5 16,-2 5 6-16,-1 3 0 16,-1 4 2-16,-2 0-1 15,-3 0 0-15,0 4-2 16,-3 7-4-16,0 6 0 16,-1 0-4-16,1 2-1 15,-3 0 2-15,2 1-1 16,3-3 5-16,2-2 1 0,1-3 4 15,4-2 1 1,4-6-4-16,0-1 5 0,3-3 8 16,-2 0 8-16,3 0 3 15,-4-3-1-15,-1-7 5 16,-7-2-1-16,1 2 3 16,-6-4-5-16,-3 2-1 15,0-2-9-15,-2 0-3 16,-11 1-6-16,-3 2-8 15,-4 3-9-15,0 4-18 16,3 0-22-16,-1 4-16 16,5 0-68-16,4 0-14 15,6 4-85-15,3 2-186 16</inkml:trace>
  <inkml:trace contextRef="#ctx0" brushRef="#br0" timeOffset="4010.02">23721 2015 729 0,'0'0'147'16,"0"0"-35"-16,0 0-72 15,0 0 12-15,0 0-28 0,-66-28-18 16,38 28-9-1,-2 11 5-15,0 4-9 16,-1 6 0-16,5 1-8 0,4 1 0 16,5-1 10-1,8 0 3-15,6-3-3 16,3-4 1-16,0-3 7 0,15-5 18 16,7-4 8-16,4-3 4 15,2 0 14-15,4-14 1 16,-1-5-12-16,-3-4-20 15,-6-3-6-15,-5-5-4 16,-6-1-2-16,-8-4 1 16,-3-3-5-16,0-3-6 15,-11 0-13-15,-6 2-5 16,0 6 8-16,-2 6 10 16,4 8 3-16,1 9 0 15,5 6 2-15,-1 5 1 16,4 5-6-16,1 14 5 15,3 5 4-15,2 8 16 16,0 6 11-16,10-2 3 16,8 1 10-16,3-2-4 15,2 0-12-15,-1-3-15 16,3-6-7-16,-2-3-4 16,0-5 1-16,-3-5-1 15,0-6-2-15,-5-3-14 16,-1-4-46-16,-2 0-29 15,-2-1-45-15,-1-11-66 16,-2-2-76-16,-3-1-98 16</inkml:trace>
  <inkml:trace contextRef="#ctx0" brushRef="#br0" timeOffset="4444.01">23862 1996 476 0,'0'0'129'0,"0"0"15"15,0 0-52-15,0 0-18 16,0 0-13-16,8-9-18 15,-5 14 14-15,3 6-6 16,-1 3-17-16,1 0-10 16,0 1-7-16,2-2-5 15,0 1-6-15,2-6-4 16,1 0 2-16,0-3-3 16,1-1 3-16,1-2 8 15,0-2 4-15,0 0 3 16,2 0-3-16,-4-9-2 15,3-4-5-15,-5-3 2 16,2 0-6-16,-3-5-2 16,1 3 0-16,-2 2-5 15,-3 3 3-15,-1 5-1 16,0 1 1-16,-3 6-1 16,2 1-2-16,-1 0-2 15,1 0-6-15,1 1 1 16,2 10 8-16,2 3 2 15,-1 4 0-15,3-1 1 16,2 2-2-16,0-2 0 16,2 1-19-16,2-6-48 15,-1-3-55-15,3-3-64 16,-3-6-65-16,1 0-275 16</inkml:trace>
  <inkml:trace contextRef="#ctx0" brushRef="#br0" timeOffset="4976.07">24413 1924 676 0,'0'0'103'0,"0"0"56"0,0 0-94 16,0 0-41-16,0 0-1 15,-81 28-15-15,61-5-7 16,2 2-4-16,4 0-7 15,5 1-13-15,5-3-3 16,4-1 9-16,0-4 6 16,9-3-4-16,12-5 12 15,7-1 15-15,3-8 7 16,6-1-2-16,2 0 11 16,-1-3-8-16,1-12 0 15,-5-2-9-15,-3-3-7 16,-5-4-1-16,-5-4-2 15,-5-4-5-15,-9-8-33 16,-6-2-2-16,-1-3-44 16,0-1-60-16,-14 1-20 15,-2 2 61-15,0 9 62 16,-1 8 34-16,4 10 16 16,-2 9 23-16,5 7 21 15,1 3-34-15,2 19-2 16,6 6 40-16,1 8 20 15,0 6-18-15,10 3-1 16,7 4 29-16,8-1-11 16,1 1 21-16,0-4-46 15,0-5-17-15,-7-5-23 16,-1-6-10-16,-5-9 0 16,-7-6-4-16,-3-7-54 15,-3-7-66-15,-3 0-73 0,-14-14-196 16</inkml:trace>
  <inkml:trace contextRef="#ctx0" brushRef="#br0" timeOffset="5138.93">24426 1849 1183 0,'0'0'3'0,"0"0"45"16,114-37-37-16,-72 26-7 15,-3 1-3-15,-3 0-48 16,-6-1-170-16,-8 2-267 16</inkml:trace>
  <inkml:trace contextRef="#ctx0" brushRef="#br0" timeOffset="6795.88">24979 1984 712 0,'0'0'117'15,"0"0"33"-15,21 101-32 16,-13-67-24-16,1-5-22 16,-1-4-23-16,-2-7-17 15,0-3-12-15,-5-7-13 16,1-3-3-16,-2-5-1 16,0 0 6-16,-3-12 9 15,-9-10-17-15,-2-7-12 16,-2-8-13-16,0-5-6 15,7-1 8-15,3 0 1 16,6 1 3-16,0 4 9 16,2 6-1-16,12 5 15 15,5 1-4-15,1 6 1 16,3 6-1-16,0 3 1 16,-2 7 0-16,-2 1 2 15,-5 3 1-15,-4 0 0 16,-4 3-3-16,-6 11-2 15,0 5 0-15,-2 2 1 16,-14 8 5-16,-2 0 2 16,-1 5-4-16,3-5-1 15,2 0 0-15,6 0-5 16,6-6 2-16,2 0-1 0,0-2 2 16,2-4 1-16,16-1 4 15,4-3 1 1,6-5 7-16,6-4 7 0,1-4-4 15,0 0-9-15,-2 0-2 16,-5-5-4-16,-2-5 0 16,-9-6-1-16,0 1 2 15,-3-3-2-15,-7 0 1 16,0 2 0-16,-3 0-4 16,-2 5 0-16,-2 1 0 15,0 4 0-15,0 4-1 16,0 1-3-16,0 1 0 15,0 0-8-15,0 0-2 16,0 7 3-16,0 3 13 16,0 5 1-16,0 4-1 15,0-2-1-15,0-1 2 16,4 0 1-16,6-3 7 16,7-3 4-16,3-4 1 15,3 0 3-15,0-5-10 16,2-1-5-16,0 0 1 15,-5-3-2-15,2-9 3 16,-4-4-4-16,-4-1-1 16,-1 0-2-16,-3 1-5 15,-4 0-4-15,-1 3 1 16,-3 6 3-16,-2 0 5 16,0 6-1-16,0 1-6 15,0 0 5-15,0 0-4 0,0 4 2 16,0 5 5-1,0 5 0-15,0-1-4 0,0 1 4 16,1 0 0-16,14-3 4 16,-2 1 9-16,4-4 2 15,3-4 7-15,3-1 1 16,6-3-3-16,2 0-1 16,0-10-8-16,3-7-2 15,-3-2-4-15,0-5 1 16,-5-3-1-16,-3-3 3 15,-7-5-1-15,-5-4-2 16,-5-1-2-16,-5-3 1 16,-1 0-6-16,0 5-1 15,-3 5 4-15,-6 6-1 16,-3 7-1-16,0 12-1 16,-3 8-10-16,-6 0 3 15,-2 15 2-15,-1 9 1 16,1 8-3-16,1 4 0 15,7 3 8-15,7-2 4 16,8 1-2-16,0-3 2 16,0 0 5-16,17-3 1 15,5-4 3-15,4-4-1 16,0-2 5-16,5-5-4 16,0-5-1-16,0-4 3 15,1-5 1-15,0-3 3 16,-3 0-11-16,-2-4-3 15,-3-11 2-15,-7-3-2 16,-5-2-2-16,-7 0 2 16,-1 1-2-16,-4 1-2 0,0 3-2 15,0 3-2 1,0 5-1-16,-6 5-1 16,-3 2 5-16,-2 0-3 0,2 6-1 15,0 9 5-15,2 6 0 16,1 1 1-16,6 1 0 15,0 1 1-15,1 1 1 16,17-2 0-16,5 0-20 16,6-2-42-16,7-5-105 15,1-5-107-15,5-5-139 16</inkml:trace>
  <inkml:trace contextRef="#ctx0" brushRef="#br0" timeOffset="7895.88">27001 1891 817 0,'0'0'55'16,"0"0"91"-16,45-93-75 16,-39 56-26-16,-6-7-12 0,0 4-13 15,-6 2-11-15,-12 4-5 16,-2 8-2-1,-3 9 6-15,0 11-5 0,1 6-6 16,1 1-1 0,2 21 2-16,4 8 2 0,5 8-3 15,7 6-1-15,3 7 3 16,2 3-1-16,14 2 5 16,4 2 3-16,3 1 3 15,-3-3 2-15,2-3-1 16,-2-2-3-16,-4-7-7 15,-3-4 4-15,-3-6-6 16,-4-7 3-16,-6-7-8 16,0-4-30-16,0-7-22 15,-20-3-24-15,-2-6-23 16,-7 0-54-16,-4-8-2 16,-3-11 25-16,3-4 40 15,4-4 63-15,4-1 44 16,6-1 50-16,9 0 32 15,7 4 24-15,3 2-11 16,2 3-26-16,17 4-20 16,5 0-11-16,8 5-2 15,0 2-3-15,1 1-11 16,-3 5-4-16,-2 3-11 16,-5 0-9-16,-7 0-8 15,-5 3 1-15,-4 9-3 16,-2 3 5-16,-4-1 1 15,1 2 2-15,-2-1-4 16,3-1 2-16,-2 0-5 16,6-5 1-16,-4 0 0 15,4-4 0-15,-1-1 1 16,3-3 2-16,-1-1-4 16,1 0-1-16,0-2-5 15,-3-10 1-15,2-5-5 16,-4-2-1-16,-1-4-7 0,-1-1-12 15,1 1-2-15,-2 2 6 16,1 4-3-16,1 4 16 16,1 4 13-16,-1 5-4 15,4 4 2-15,-1 0 0 16,2 1 3-16,1 14 13 16,1 2 10-16,2 2 18 15,-3 2 11-15,2-2 8 16,-4-1 11-16,2-4-1 15,-2 0-3-15,0-6-14 16,-2-2-10-16,-1-3-8 16,2-3-4-16,0 0 2 15,3 0-3-15,3-13-2 16,2-3-11-16,1-7-13 16,2 1-2-16,-2-3-1 15,2 2-6-15,-2 3-22 16,0 2-16-16,1 1-26 15,2 4-52-15,-4 0-101 16,-1 3-123-16,-4-1-232 16</inkml:trace>
  <inkml:trace contextRef="#ctx0" brushRef="#br0" timeOffset="8536.2">27873 1861 707 0,'0'0'114'15,"0"0"19"-15,0 0-30 16,52-37-25-16,-20 26-13 16,0 3-21-16,-2 1-25 15,-1 2-19-15,-9 5 0 16,-4 0 1-16,-7 0-22 16,-9 13-20-16,0 5 13 15,0 3-12-15,0-1 10 16,-6 2 23-16,1-3 7 15,5 0-1-15,0-1-4 16,8 0 1-16,12-1 5 0,4 3 6 16,4-3 6-16,1 1 14 15,-3 0 16 1,-6-3 12-16,-7 0-4 0,-8-3-8 16,-5 0-12-16,-8-1 8 15,-16-3 14-15,-7 2-19 16,-3-1-18-1,-4 0-12-15,2-4 0 0,3 2-10 16,4-2-26-16,6 1-37 16,10-3-59-16,8-3-115 15,5 0-193-15</inkml:trace>
  <inkml:trace contextRef="#ctx0" brushRef="#br0" timeOffset="9480.11">28660 1835 850 0,'0'0'56'15,"0"0"54"-15,0-93-52 16,0 61-24-16,-10 3 4 15,0 7 2-15,-2 6-28 16,1 6-10-16,-2 10 0 16,2 0-8-16,2 14-1 15,3 10 2-15,3 9 4 16,3 5-2-16,0 5-1 16,16 6 8-16,7 2 10 15,6 4 10-15,4 5 13 16,2 1 20-16,1-1-11 0,-2 2 24 15,-6-7-31 1,-5-5-19-16,-4-8 11 0,-9-7-5 16,-6-12-13-16,-4-7-2 15,0-6 5-15,-20-7 3 16,-16-3 1-16,-6 0-18 16,-8-3-9-16,0-13-14 15,3-1-2-15,5-4 4 16,12-1 0-16,8 1-15 15,13 0 6-15,8-1 9 16,1 0-1-16,13 0-2 16,13 1 10-16,6-1 9 15,4-1 4-15,1 0 0 16,-1 2 0-16,-4 1 2 16,-3 1-2-16,-7 7 3 15,-2-1 3-15,-7 5 3 16,-3 2 0-16,-6 2-1 15,-1 3-6-15,-1 1-2 16,1 0-6-16,0 0 1 16,1 11 3-16,3 3 2 15,2 3 1-15,-2 1 0 16,4 1-1-16,-1-2 1 16,1-2 1-16,-3-3-2 15,1-3 2-15,-2-3-3 16,1-2 0-16,0-4 3 15,-1 0-2-15,2 0 5 16,0-7 1-16,2-8-6 0,-1-3 1 16,-1-2-2-1,1-1-1-15,-4 2-1 0,-2 2-3 16,1 6 2-16,-4 2 3 16,-1 4 0-16,0 5-1 15,0 0-3-15,0 0-3 16,3 5-1-16,0 9 7 15,5 4 4-15,1 2 4 16,1 0 4-16,3-1 3 16,-1-3-5-16,-2-3-4 15,1-3-3-15,-2-3-2 16,0-3-6-16,-1-4-29 16,1 0-38-16,-2-4-80 15,1-9-77-15,0-4-47 16,-2-2-42-16,-3-1-55 15</inkml:trace>
  <inkml:trace contextRef="#ctx0" brushRef="#br0" timeOffset="9815.2">29186 2038 579 0,'0'0'108'0,"0"0"-18"16,0 0 28-16,0 0 2 16,27 43 5-16,-21-23-13 15,0 0-19-15,0-2-27 16,-2-2-24-16,2-6-22 15,-2-3-3-15,-3-3-8 16,4-4-1-16,-1 0-5 16,4 0 8-16,0-10-1 15,4-4-8-15,-2-5-7 16,3 0-11-16,-6 1 0 0,0 3-2 16,-1 4 5-16,-3 3 10 15,-3 7 1 1,3 1 0-16,1 0-4 0,-1 0-6 15,3 9 9-15,2 4 8 16,5 2 2-16,2 3 2 16,2-4-8-16,2-2-1 15,7-2-16-15,0-5-123 16,-2-5-230-16,0 0-10 16</inkml:trace>
  <inkml:trace contextRef="#ctx0" brushRef="#br0" timeOffset="10447.23">29690 1940 615 0,'0'0'116'16,"0"0"16"-16,0 0-29 16,0 0-14-16,0 0-21 15,3-26-14-15,-12 29-54 16,-4 12 1-16,2 4 3 16,-1 4-3-16,2 1-1 15,4 1 2-15,5-2 1 0,1 1 4 16,0-3 11-1,9-4 3-15,8-4 5 0,3-3-4 16,2-4-7 0,5-6-2-16,3 0-4 0,2-6-1 15,2-13-9-15,-3-5-10 16,0-7 3-16,-4-5-4 16,-5-7-15-16,-8-6 4 15,-3-7-19-15,-8-3-12 16,-3-2-15-16,0 2-16 15,-7 5-11-15,-10 9 53 16,1 14 25-16,-3 12-7 16,-1 15 16-16,1 4 1 15,1 19 2-15,4 10 6 16,6 12 11-16,5 6 25 16,3 3 13-16,3 8 30 15,14-2-4-15,3 1-3 16,1 0-5-16,3-5-1 15,1-3-15-15,-2-7-22 16,-4-5-13-16,-2-8-9 16,-5-6-4-16,-5-11-5 15,-7-5-25-15,0-7-66 16,-3 0-62-16,-19-15-151 16,-7-8-287-16</inkml:trace>
  <inkml:trace contextRef="#ctx0" brushRef="#br0" timeOffset="10695.1">29678 1875 904 0,'0'0'59'16,"80"-2"115"0,-27 2-77-16,8 7-31 0,-3 8-9 15,-1 6-26-15,-6 2-14 16,-5 4-1-16,-10 1-2 15,-7 3-7-15,-9-3-4 16,-8 0 1-16,-8-3 2 16,-4-4-3-16,0-5-8 15,-7-3-22-15,-9-9-44 16,3-4-82-16,0-1-183 16,0-21-323-16</inkml:trace>
  <inkml:trace contextRef="#ctx0" brushRef="#br0" timeOffset="10838.98">30120 1838 1046 0,'0'0'5'0,"0"0"32"16,0 0-29-16,0 0-14 16,0 0-52-16,38-17-108 15,-27 17-67-15,1 9-104 16</inkml:trace>
  <inkml:trace contextRef="#ctx0" brushRef="#br0" timeOffset="11450.1">30360 1940 583 0,'0'0'138'16,"0"0"44"-16,0 0-21 15,0 0-64-15,-39 77-32 16,23-56-31-16,6 0-20 15,0-1-4-15,7-1-3 0,3-1 3 16,0-4 11-16,6-2 5 16,11-1-1-1,2-4-13-15,0-6-2 0,2-1-4 16,1 0 2 0,-3 0-5-16,0-12-1 0,-5-3 1 15,-1-3-1-15,-4-4-3 16,-2-1-3-16,-4-2-5 15,0 0-8-15,-3 4-1 16,0 3 0-16,0 6 8 16,0 5 5-16,0 5 2 15,0 2-2-15,0 0-5 16,2 0-3-16,0 8 10 16,2 2 14-16,-1 3 12 15,3-2 4-15,3-2-3 16,2 0-5-16,1-5-1 15,5-2-2-15,2-2-5 16,1 0-2-16,6-2-5 16,-4-10-2-16,1 2-1 15,-1-2-1-15,-5 2-1 16,-1 2-1-16,-6 2-10 16,-3 2 9-16,0 3 2 15,-1 1-1-15,0 0-2 16,0 3 0-16,2 10 3 15,1 1 4-15,1 5 5 16,0 0 0-16,0-1-4 16,2 0-2-16,-1-3 1 0,1-4-7 15,1-2-25-15,0-4-89 16,0-5-94 0,-3 0-206-16</inkml:trace>
  <inkml:trace contextRef="#ctx0" brushRef="#br0" timeOffset="11916.67">31034 1902 696 0,'0'0'46'0,"0"0"92"15,0 0 35-15,0 0-46 16,9-11-38-16,-9 11-33 16,-10 0-15-16,-9 0-23 15,-2 1-11-15,-1 9-6 16,0-1 0-16,4 4-1 15,7-1-3-15,8 1 0 16,3 4 0-16,0 1 0 16,15 4 0-16,5 1 4 15,3 1 2-15,-4 1-3 16,1 1 3-16,-5-4 4 16,-7-3 12-16,-2-4 13 15,-3-4-6-15,-3-3-6 16,0-3 1-16,0-2-8 0,-16-3 1 15,-10 0-7-15,-6 0-27 16,-8-3-40 0,-5-8-55-16,-5-2-187 0,-3-1-342 15</inkml:trace>
  <inkml:trace contextRef="#ctx0" brushRef="#br0" timeOffset="12966.21">23451 2540 557 0,'0'0'119'0,"0"0"-23"15,0 0 32-15,-12 22-62 16,-8 4 12-16,-2 9 11 16,-4 8-35-16,2 8-18 15,1 4-11-15,7 1 8 16,7 3-3-16,7 0-1 15,2-4 0-15,5-3-7 16,15-2 3-16,8-6-10 16,1-4-11-16,3-8-4 15,-5-5 3-15,0-3-4 16,-5-6-5-16,-6-6-43 16,-3-6-64-16,-7-4-94 15,-5-2-152-15,-1 0-331 16</inkml:trace>
  <inkml:trace contextRef="#ctx0" brushRef="#br0" timeOffset="13801.46">23877 2829 633 0,'0'0'79'0,"0"0"36"15,0 0-56 1,0 0-14-16,-33-76-17 16,20 62-15-16,-5 5-6 0,-1 3 9 15,-1 6-19 1,-1 0 3-16,0 0-3 0,1 10 3 15,5 8 0-15,1 5-2 16,6 5 4-16,5 7 10 16,3 1 11-16,0 3 19 15,6 0 5-15,7 0-8 16,4-3 7-16,-1-2-7 16,0-3-10-16,-3-2-5 15,0-3-4-15,-5-3-5 16,-3 1-11-16,-2-4-2 15,-3-3-2-15,0-2-1 16,0-4-12-16,0-2-25 16,-2-5-38-16,-7-3-45 15,-5-1-92-15,-2 0-160 16</inkml:trace>
  <inkml:trace contextRef="#ctx0" brushRef="#br0" timeOffset="13971.31">23689 3099 864 0,'0'0'51'16,"0"0"54"-16,0 0-68 16,0 0-34-16,77-24-3 0,-58 17-65 15,-1 0-151-15,-2-1-221 16</inkml:trace>
  <inkml:trace contextRef="#ctx0" brushRef="#br0" timeOffset="14239.76">24146 3049 1025 0,'0'0'92'16,"0"0"18"-16,0 0-63 16,0 0-9-16,0 0-22 15,0 0-14-15,2 0-21 16,-2 0-82-16,0 0-120 15,0 0-170-15</inkml:trace>
  <inkml:trace contextRef="#ctx0" brushRef="#br0" timeOffset="14971.76">24479 3079 697 0,'0'0'121'0,"0"0"0"0,0 0-19 16,0 0-30-16,0 0-26 15,6-46-16-15,-13 38-17 16,-8 3-9-16,1 2-5 16,-6 3-6-16,1 0-3 15,-4 0-8-15,1 11-5 16,5 2-9-16,-1-2-6 15,10-1-2-15,2 0-9 16,3-2 16-16,3-1-9 16,3-3 15-16,13-1 23 15,5-2 3-15,8-1 4 16,5 0-1-16,-1-3-1 16,2-6 0-16,-5-1-1 15,-4 2 0-15,-7 2 3 16,-5 0-2-16,-7 5 17 15,-2 1 7-15,-1 0 2 16,-2 0-5-16,2 12 16 16,-2 4 17-16,1 5 7 15,2 5-10-15,1 2 2 16,0 2 7-16,5 2-7 16,-2 1 0-16,2 1-7 15,1-6-3-15,-5-1 7 16,0 0-14-16,-2-4-4 0,-2-3-8 15,-2-5 11-15,-1-1-1 16,0-4-28-16,0-3 3 16,-9-3-7-16,-8 0 0 15,-6-1-10-15,-3-3-37 16,-5 0-28-16,0 0-8 16,0-7-32-1,5-10-101-15,3-2-180 0,7-5-324 16</inkml:trace>
  <inkml:trace contextRef="#ctx0" brushRef="#br0" timeOffset="15191.89">24839 3062 1189 0,'0'0'63'0,"0"0"15"16,0 0-40-16,0 0-30 15,0 0-7-15,2-6-16 16,-2 6-88-16,0 0-121 16,0 0-144-16</inkml:trace>
  <inkml:trace contextRef="#ctx0" brushRef="#br0" timeOffset="15787.35">24947 2696 690 0,'0'0'90'16,"0"0"71"-16,2 111-9 15,3-62-31-15,5 4-19 16,-1-5-27-16,1 3-23 16,2-7-13-16,-2-8-11 15,2-5-5-15,-3-8-7 16,2-9-8-16,-3-4-3 16,4-7-2-16,-1-3-1 15,3-2 5-15,4-14-5 16,4-5-7-16,-3 0-13 15,1-1-6-15,0 1-1 16,-5 8 7-16,-7 3 1 16,-1 6 4-16,-2 3 8 15,-2 1 2-15,-1 0-1 16,1 5 1-16,3 5 5 16,3 3 0-16,-4 1 3 15,3 1-1-15,1-3-3 16,-2 0-1-16,3-3 1 15,-1-3-3-15,1-1-11 16,3-5-42-16,0 0-38 0,-3 0-76 16,0-15-112-16,-4-4-132 15</inkml:trace>
  <inkml:trace contextRef="#ctx0" brushRef="#br0" timeOffset="16204.13">25253 2453 715 0,'0'0'41'0,"0"0"38"15,0 0-25-15,0 0 90 16,0 0-31-16,94 102-50 16,-59-59-2-16,1 7 0 15,3 2-13-15,-3 4-11 16,0 2 3-16,-6 2-6 16,-1 0 3-16,-7-3-14 15,-8-5-1-15,-3-4 6 16,-8-5-8-16,-3-7 1 15,0-4-2-15,0-4-6 16,-11-2-7-16,-2-4-3 0,-2-3-3 16,-5-4-24-16,0-2-30 15,-1-3-23 1,-4-4-30-16,2-5-92 16,-1-1-165-16,2-1-193 0</inkml:trace>
  <inkml:trace contextRef="#ctx0" brushRef="#br0" timeOffset="16511.34">26053 3099 989 0,'0'0'147'0,"0"0"-7"15,0 0-96-15,77-4-18 16,-66 3-18-16,-3-2-6 15,-4-1-20-15,-4-4-73 16,0-2-122-16,-7-2-292 16</inkml:trace>
  <inkml:trace contextRef="#ctx0" brushRef="#br0" timeOffset="16687.81">26014 2946 939 0,'0'0'121'0,"0"0"-36"16,86-13-75-16,-50 3-9 15,-2 0-39-15,-3-5-167 16,-6 1-308-16</inkml:trace>
  <inkml:trace contextRef="#ctx0" brushRef="#br0" timeOffset="17271.3">26728 2730 577 0,'0'0'86'15,"0"0"38"-15,0 0-51 16,0 0-8-16,0 0-5 0,-22-81-22 16,8 67-9-16,-2 4-11 15,0 2-13-15,-1 6-3 16,1 2-2 0,-3 2-4-16,3 15 1 0,5 9 1 15,2 7 2-15,4 5 20 16,5 3 15-1,0 6 1-15,11-3 9 0,6 3 2 16,5 0 11-16,2-2-12 16,1-2-14-16,1-4-5 15,-4-4-1-15,-2-7-9 16,-3-1-3-16,-8-6-5 16,-2-3-6-16,-4-4 0 15,-2-3-3-15,-1-3-4 16,0-2-13-16,0-3-21 15,-1-3-45-15,-9 0-82 16,-2 0-145-16,-5-9-168 16</inkml:trace>
  <inkml:trace contextRef="#ctx0" brushRef="#br0" timeOffset="17432.88">26578 3134 989 0,'0'0'108'16,"0"0"34"-16,104-28-93 16,-58 17-33-16,-4-1-11 15,1-2-6-15,-8 1-70 16,-9-4-143-16,-4-1-298 16</inkml:trace>
  <inkml:trace contextRef="#ctx0" brushRef="#br0" timeOffset="18000.47">25645 2284 941 0,'0'0'72'0,"0"0"92"0,0 0-74 16,-18 81-35-16,7-55-26 15,-4-3-20-15,4 0-8 16,2-4-52-16,2-4-102 15,3-3-183-15,4-7-361 16</inkml:trace>
  <inkml:trace contextRef="#ctx0" brushRef="#br0" timeOffset="18844.91">27165 3045 1101 0,'0'0'66'0,"0"0"38"15,0 0-47-15,0 0-41 16,8-10-12-16,-8 9-3 16,1-2-18-16,1 0-70 15,-2-1-119-15,0-3-240 16</inkml:trace>
  <inkml:trace contextRef="#ctx0" brushRef="#br0" timeOffset="19490.13">27064 2452 751 0,'0'0'77'15,"0"0"-7"-15,0 0-32 16,0 0 38-16,-30 72-14 16,16-44-40-16,3 2-15 15,3-2-5-15,-2-1-8 16,1-4-65-16,5-2-100 15,-4-6-114-15</inkml:trace>
  <inkml:trace contextRef="#ctx0" brushRef="#br0" timeOffset="20392.61">27838 3068 640 0,'0'0'92'16,"0"0"40"-16,0 0-50 16,0 0-7-16,-26-71-22 15,10 53-32-15,-5 4-8 16,-2-2-8-16,-3 8-2 15,-1 4-2-15,0 4-6 16,-2 0-8-16,3 4 1 16,3 8 0-16,5 5 7 15,3-2 1-15,8 2 2 0,7-3-2 16,0-5-3-16,0-1 8 16,13-3 0-16,6-4 2 15,3-1 2-15,2 0-2 16,0 0 1-16,-2 0 2 15,-3 0-3-15,-2-4-2 16,-5 2 0-16,-2 0 1 16,-4 1-4-16,1 1 2 15,-1 0 0-15,0 0 0 16,3 9 7-16,2 5 11 16,-1 5 9-16,3 6 11 15,0 2 15-15,1 4-3 16,1 5 1-16,-4 3-4 15,1 4 7-15,-2 1-6 16,0 2 5-16,-3-3 5 16,0-2-23-16,-2-9 5 15,-1-5-7-15,-2-8-7 16,-2-7-18-16,0-3-3 16,-5-9-1-16,-12 0 4 15,-6 0-3-15,-3 0-20 16,-6-9-13-16,0-7-16 15,3-7-31-15,5-1-23 16,5-3-46-16,2-5-139 16,8 0-192-16</inkml:trace>
  <inkml:trace contextRef="#ctx0" brushRef="#br0" timeOffset="20595.31">28019 3065 1224 0,'0'0'58'0,"0"0"-10"16,0 0-39-16,0 0-10 16,0 0-22-16,0-9-87 15,0 5-198-15,0-5-262 16</inkml:trace>
  <inkml:trace contextRef="#ctx0" brushRef="#br0" timeOffset="21241.32">28120 2638 782 0,'0'0'161'0,"3"89"11"15,6-37-36-15,5 3-45 16,1 3-17-16,2-4-25 15,-1-3-12-15,-2-7-2 16,-2-7-9-16,-1-10-3 16,-2-5-9-16,-3-11-8 15,-2-3-2-15,3-7-2 16,-1-1 0-16,4-1 7 16,3-17-2-16,3-3-6 15,1-2-9-15,-1 1-11 16,-4 3 2-16,-1 6 1 15,-5 6 5-15,0 5 1 16,0 2 0-16,1 0 2 16,3 9 5-16,-1 6 2 15,5 2 1-15,1 1 2 16,0 1 1-16,0-4-4 16,-1-2 2-16,1-6-12 15,-1-2-68-15,1-5-70 16,-2 0-123-16,1-3-203 15</inkml:trace>
  <inkml:trace contextRef="#ctx0" brushRef="#br0" timeOffset="21630.1">28802 2874 799 0,'0'0'211'0,"0"0"-37"15,23 78-58-15,-13-48-34 16,0 0-27-16,0-5-23 16,2-2-19-16,-4-4-9 15,0-7-4-15,-4-2-7 16,2-5-40-16,-5-2-53 15,-1-3-92-15,0 0-113 16,0-2-132-16</inkml:trace>
  <inkml:trace contextRef="#ctx0" brushRef="#br0" timeOffset="21808.25">28743 2988 972 0,'0'0'103'0,"0"0"11"15,0 0-38-15,0 0-22 16,108-19-29-16,-72 15-21 16,-1-1-4-16,-2 1-23 15,-3-2-93-15,-2-2-166 0,-5-3-244 16</inkml:trace>
  <inkml:trace contextRef="#ctx0" brushRef="#br0" timeOffset="22378.17">29476 2613 646 0,'0'0'83'16,"0"0"27"-16,0 0-43 16,-50-73-11-16,26 60-11 15,0 5-28-15,1 3-12 16,0 5-5-16,4 0 2 16,2 14 3-16,5 7-2 15,6 8 4-15,3 6 7 16,3 3 4-16,0 6 2 0,12 0 5 15,8 4-4 1,2 1 16-16,1-3 1 0,0-1 1 16,-5-3-3-16,-3-7-9 15,0-4-7-15,-7-5-12 16,-2-5-6-16,-3-5 0 16,-1-4 0-16,-2-3-21 15,0-5-18-15,0-2-14 16,-8-2-45-16,-3 0-59 15,-2 0-69-15,-3-6-69 16,3-8-187-16</inkml:trace>
  <inkml:trace contextRef="#ctx0" brushRef="#br0" timeOffset="22535">29323 2982 833 0,'0'0'118'0,"0"0"43"16,0 0-60-16,107-20-39 15,-68 15-16-15,3-3-28 16,2 0-16-16,-1-3-8 16,-4-2-83-16,-6-2-126 15,-7-2-267-15</inkml:trace>
  <inkml:trace contextRef="#ctx0" brushRef="#br0" timeOffset="22760.21">29836 2891 1213 0,'0'0'88'0,"0"0"-11"0,0 0-48 16,0 0-19-16,0 0-7 15,0 0-21-15,1-12-104 16,-1 0-233-16</inkml:trace>
  <inkml:trace contextRef="#ctx0" brushRef="#br0" timeOffset="23626.79">30311 2962 681 0,'0'0'121'0,"0"0"22"15,0 0-54-15,0 0-9 16,0 0-19-16,10-62-22 16,-10 47-21-16,-13 1-7 15,-3 2-9-15,-4 2-4 16,-5 7-8-16,-2 3-13 15,-2 0-11-15,3 2 6 16,6 12 15-16,4 2-5 16,9 0 5-16,7-3 1 15,0 1 2-15,0-2 8 16,15-4 7-16,3-3 0 16,4-2 4-16,-1-2-2 15,1-1-3-15,1 0 1 16,-3 0 0-16,-4 0 0 15,-3 0-1-15,-4 0 0 16,-5 0-3-16,-1 0 2 16,-1 0-2-16,2 0 1 15,0 6-4-15,5 7 4 16,1 3 15-16,2 9 19 16,2 2 5-16,1 2-1 15,-1 7 16-15,-1 2 1 16,-2 1 7-16,-1-1-8 15,-4 1 4-15,0-4 4 16,-4-9-15-16,-2-4-18 0,0-5-1 16,-2-8-1-16,-15-3-3 15,-11-5 2-15,-8-1-12 16,-7 0-11-16,-2-4-10 16,-1-8-18-16,4-6-15 15,7-3-26-15,9-1-35 16,9-7-29-16,10 0-63 15,7-6-142-15,0-5-181 16</inkml:trace>
  <inkml:trace contextRef="#ctx0" brushRef="#br0" timeOffset="23855.03">30529 2483 1005 0,'0'0'48'0,"0"0"94"16,0 0-79-16,-22 88-45 16,8-56-13-16,2 2-6 15,1-1-36-15,-1-3-117 16,-1 0-174-16,0 0-355 15</inkml:trace>
  <inkml:trace contextRef="#ctx0" brushRef="#br0" timeOffset="24116.5">30652 2965 1074 0,'0'0'74'0,"0"0"34"16,0 0-22-16,0 0-43 16,0 0-24-16,0 0-16 15,0 0-3-15,0 0-46 16,0 0-87-16,0 0-105 15,3 0-216-15</inkml:trace>
  <inkml:trace contextRef="#ctx0" brushRef="#br0" timeOffset="25935.2">30808 2535 630 0,'0'0'53'16,"0"0"87"-16,24 60 1 16,-11-26-18-16,-4 6-16 0,1 3 4 15,-1 1-49-15,-1-3-13 16,0-4-6-16,-1-5-16 16,-3-4-7-16,3-9-3 15,-1-5-5-15,-2-4-4 16,1-1-4-16,1-9-2 15,-2 0 0-15,6 0 1 16,0 0 3-16,2-4 1 16,5-5-5-16,0-1-1 15,2-2-2-15,-2 3-7 16,-2 1 1-16,-1 2 2 16,-2 6-1-16,-2 0 3 15,1 0-3-15,-2 10 2 16,0 3 1-16,2 3 3 15,-2-1 0-15,-2 2 1 16,-1-3 0-16,1-3-1 16,-1-4-3-16,0-2-26 15,1-3-38-15,5-2-61 16,-2 0-114-16,0-5-201 16</inkml:trace>
  <inkml:trace contextRef="#ctx0" brushRef="#br0" timeOffset="26224.87">31440 2794 968 0,'0'0'59'0,"0"0"99"0,0 0-48 16,8 76-47-16,-7-51-27 15,2-3-13-15,0-1-14 16,0-3-8-16,-1-1-1 16,-2-5-39-16,0-4-60 15,0-3-95-15,-14-3-122 16,0-2-267-16</inkml:trace>
  <inkml:trace contextRef="#ctx0" brushRef="#br0" timeOffset="26398.46">31352 2927 992 0,'0'0'73'0,"0"0"41"16,0 0-75-16,97-10-29 15,-64 4-10-15,5-3-58 16,-4-2-148-16,1-2-219 16</inkml:trace>
  <inkml:trace contextRef="#ctx0" brushRef="#br0" timeOffset="26870.72">31982 2641 764 0,'0'0'95'0,"0"0"47"15,0 0-44-15,4-70-26 16,-4 50-14-16,-10 1-33 16,-4 1-16-16,-5 3-2 15,-1 4-10-15,-5 3 0 16,2 7-2-16,-3 1 0 16,3 0-3-16,4 10-2 15,3 10 3-15,9 4 0 16,4 6 2-16,3 5 2 15,0 2 13-15,9 5 4 16,8 1 6-16,1 2 6 16,3 0 11-16,-1 0-5 15,-1-2-2-15,-2-7-10 16,-2-4-11-16,-2-3-4 16,-4-8-3-16,-3-6-1 15,-4-4-4-15,-2-4-38 16,0-7-66-16,-5 0-58 15,-12 0-146-15,-4-11-369 16</inkml:trace>
  <inkml:trace contextRef="#ctx0" brushRef="#br0" timeOffset="27039">31810 2853 1084 0,'0'0'80'0,"0"0"64"0,0 0-68 15,88-17-58-15,-62 13-12 16,-3-1-8-16,-1 1-62 16,-3 0-116-16,-5-1-182 15,0 2-334-15</inkml:trace>
  <inkml:trace contextRef="#ctx0" brushRef="#br0" timeOffset="27213.99">32203 2873 1117 0,'0'0'59'15,"0"0"33"-15,0 0-50 16,0 0-29-16,0 0-10 16,0 0-21-16,0 0-121 15,0 0-162-15,0 0-239 16</inkml:trace>
  <inkml:trace contextRef="#ctx0" brushRef="#br0" timeOffset="27817.16">32481 2882 788 0,'0'0'137'0,"0"0"-9"0,0 0-41 16,0 0-31-16,0 0-28 16,-30-71-9-16,10 65-11 15,-3 3-11-15,-3 3-7 16,1 0-3-16,1 7-3 15,2 7-12-15,9 1-2 16,3-1 7-16,7 0-8 16,3-1 7-16,0 0-4 15,13-3 2-15,9-1 4 16,7-3 11-16,3 0 8 16,2-2 1-16,-1-1 2 15,-4 2 1-15,-7 1 1 16,-2-1-4-16,-5 5 11 15,-2 0 1-15,-5 5 7 16,-2 2 15-16,0 5 28 16,-1 1 0-16,1 5 10 15,-3 2-3-15,0 1 3 16,-1 2 1-16,-1-2-11 16,-1-2-4-16,0-4 7 15,0-1-5-15,0-5-9 16,0-4-16-16,-6-4 0 15,0-5-15-15,-2 0-7 16,-5-4-2-16,-6-2-3 16,-1 0-15-16,-8 0-44 15,0-12-48-15,0-1-38 16,4-7-68-16,5-3-201 16,4-8-267-16</inkml:trace>
  <inkml:trace contextRef="#ctx0" brushRef="#br0" timeOffset="28037.97">32720 2900 1322 0,'0'0'54'16,"0"0"35"-16,0 0-44 15,0 0-32-15,0 0-12 16,-15-4-23-16,4 4-52 16,-5 0-73-16,-3 0-181 15,3 0-416-15</inkml:trace>
  <inkml:trace contextRef="#ctx0" brushRef="#br0" timeOffset="28601.84">32701 2405 777 0,'0'0'22'0,"0"0"164"16,0 116-37-16,7-59-50 15,4 0-15-15,3 1-16 16,-1-2-19-16,4-4-14 16,-4-7-2-16,3-9-2 15,-4-8-16-15,-2-9-5 16,1-7-3-16,-5-5-3 15,6-6-1-15,2-1 1 16,2-3 3-16,6-16-3 16,2-1-8-16,-1-3-10 15,-2 1-5 1,-6 3 5-16,-3 4 6 0,-5 7 5 16,0 4 4-16,-7 2 0 15,3 2-2-15,0 0-3 16,2 13-6-16,2 2 14 15,0 2 8-15,3 2 0 16,-3 1 1-16,2-5-6 16,-2-1-5-16,-1-3-1 15,-2-3-2-15,1-2-9 16,1-1-27-16,-1-3-28 16,7-2-57-16,-2 0-66 15,0-13-121-15,4-4-306 16</inkml:trace>
  <inkml:trace contextRef="#ctx0" brushRef="#br0" timeOffset="28812.86">33351 2391 1174 0,'0'0'3'0,"0"0"71"16,0 0 26-16,-27 92-44 0,7-52-35 16,-4 0-17-16,-5 3-3 15,-5 0-26-15,-7-3-83 16,-6-2-159-16,-10-3-341 16</inkml:trace>
  <inkml:trace contextRef="#ctx0" brushRef="#br0" timeOffset="65384.16">16199 3896 590 0,'0'-4'77'0,"-5"1"20"0,0-1-1 16,1 0-32-16,-5-3 9 15,5 2-13-15,-3 1-23 16,1-4-4-16,-2 3 1 16,2 1 2-16,-3 0 10 15,-3 1-9-15,-2-1-13 16,-1 2-5-16,-3 1-5 16,-4 1-5-16,2 0-1 15,-3 0-3-15,0 3-1 16,0 6-2-16,2 0 0 15,1 2-2-15,4 1 0 16,0 3 1-16,5 0-3 16,1 1 1-16,4 2 0 15,1 1 1-15,4 2 2 16,1 0 0-16,0 4-1 16,0 0 1-16,0 4 3 15,4 0-1-15,4 4 1 16,-1 1 0-16,0 4 2 15,-1-1 3-15,0 2 11 16,-2 1 8-16,3 1-17 16,-3-1-2-16,1-3-1 15,-2 5-3-15,1-4 2 16,-1 0 1-16,0 0 1 16,-2-2 1-16,-1 0-1 15,2 0-2-15,-1 0 0 0,-1-1 1 16,0 0-2-16,2 1 3 15,-2 3-1-15,2-3-2 16,-2-1 2-16,2 0-4 16,-2-3 2-16,0-1 0 15,0-2-2-15,0-2-1 16,0-1-5-16,0-2 6 16,0-2 6-16,0 0-7 15,0-2-5-15,0-4 5 16,0-3 0-16,0-1 1 15,0-1-5-15,0-6 0 16,1-1 0-16,-1-1 2 16,0-2-3-16,0 2 3 15,2-3 0-15,-2 0-1 16,0 0 1-16,0 0 2 16,0 0-4-16,1 0 3 15,-1 0 2-15,0 0-1 16,0 0-1-16,2 0-1 15,-2 0 1-15,3 0-4 16,2 0 4-16,6 0-4 16,4 0 4-16,7 0 7 15,3 0-3-15,4 0-1 16,2-4-3-16,4-5-2 16,-4 2 2-16,0-4-5 15,-3-1-13-15,-1-1-20 16,-3-1-29-16,-1 0-28 15,-1-1-58-15,-6 0-184 16,-4 3-405-16</inkml:trace>
  <inkml:trace contextRef="#ctx0" brushRef="#br0" timeOffset="67536.92">19722 3699 257 0,'0'0'59'0,"-6"0"41"15,3 0 13-15,2 0 5 16,1 0 1-16,0 0-6 16,0 0-10-16,0 0-20 15,0 0-17-15,0 0-14 16,0 0-12-16,0 0-17 16,0 0-11-16,7 0-5 15,9 0 10-15,4 0 4 16,6 0 2-16,6 0-5 15,0 0-9-15,1 0 3 16,0-1-1-16,-4-2-3 16,0-1-2-16,-3 1-2 15,-5 3 0-15,-2-1-2 16,-3 1 1-16,-2 0 0 16,-3 0 0-16,-3 0 4 15,0 0-3-15,0 2 0 16,-1 4 6-16,-1 0-2 15,2 3 1-15,0 1 0 16,-1 4-1-16,2 2-1 16,-2 3 0-16,5 3-1 15,-4 2 0-15,1 2-1 16,1 2 2-16,-6-1-5 16,2 2 5-16,-3 2-2 15,0-3 5-15,2 2 1 0,-2 0 2 16,-1 1-3-16,2 0-4 15,1 0 0 1,-1-2 3-16,-1 3 7 0,0 1-13 16,0 1 0-16,-2 2 0 15,-1 1 1-15,0-1-2 16,0 0 0-16,0-5 1 16,0-2-1-16,2-3 2 15,1-2-1-15,2-3-1 16,-3-2-1-16,-1 0 0 15,2 0 3-15,-1 1-4 16,-2 0 1-16,1-1 1 16,-1 6 9-16,0-5-1 15,0 5-6-15,0-4-4 16,0 1 4-16,0 0-4 16,0-2 2-16,0-1-2 15,0-1-1-15,0-1 2 16,0 0-1-16,0-1 0 15,0-2 0-15,0 0 3 16,0-2-2-16,0-1-1 16,0-2 0-16,0 1-2 15,0-2 3-15,0 0 1 16,0 0-4-16,0-2 2 16,0 1 1-16,0-2-2 15,0 2 1-15,0 0 1 16,0-1-1-16,0 0 1 15,0-1 1-15,0 1-2 16,0-1-2-16,0 1 2 16,0-1 1-16,0 0 1 15,0 1-4-15,0 1 2 0,0 0 2 16,0 1-4-16,0 3 3 16,0 1-1-1,0-3 0-15,0 3 4 0,0-2-3 16,0-1-2-16,0-3 3 15,0 0-4-15,0-2 2 16,0-1 2-16,0 0-2 16,0-2-2-16,-1-1 2 15,1 1 3-15,-2 2-5 16,2 1 5-16,0 0 1 16,-3-3 6-16,3 2-7 15,-1 0 1-15,-3-2-1 16,-1-1 4-16,1 3 1 15,-5-3 5-15,-4 0-3 16,-3 0-1-16,-4 0-3 16,-3 1 0-16,-6 1-4 15,-3 0 1-15,-2 1-1 16,2 3-2-16,2-1-2 16,5 1 2-16,2-3-1 15,6 1 2-15,5-4-1 16,2 0-1-16,1 0-16 15,5 0-23-15,3-6-30 16,1-9-37-16,0-7-37 16,4-5-111-16,9-6-247 0</inkml:trace>
  <inkml:trace contextRef="#ctx0" brushRef="#br0" timeOffset="68117.6">20389 3718 762 0,'0'0'160'0,"0"0"24"0,9-7-55 16,8-9-26-16,6-6-36 15,1-4-21-15,4-4-16 16,1-2-9-16,-1 2-10 16,-4 0-6-16,-1 3-4 15,-4 2-18-15,-2 4-36 16,-6 5-64-16,-6 5-127 15,-5 5-212-15</inkml:trace>
  <inkml:trace contextRef="#ctx0" brushRef="#br0" timeOffset="75379">13315 7539 123 0,'0'12'56'0,"2"1"25"16,2 6-20-16,0 1-10 15,-1 1 3-15,-1 2 4 16,1 3-18-16,-2 0-8 16,1 0-3-16,-2 1-12 15,1 0-6-15,0 2-4 16,-1 2-1-16,2 2 3 15,-1 2 11-15,1 0-2 16,-1-3-3-16,1 4-4 16,1-4-3-16,-2 1 0 15,2-3 0-15,0 1 6 16,0 0-2-16,-1-3-1 16,0-1-7-16,1-3-4 15,0-1 1-15,0-2-1 16,-2 6 1-16,2-4-2 15,-1 1 2-15,-2 1 23 0,0 2-9 16,0 0-14 0,0 1-1-16,0-3 1 0,0 2 2 15,0 1-2-15,0-1-2 16,0-2 2-16,0-3-2 16,0-1 2-16,0-3 1 15,0-3 0-15,0-5-1 16,0 0-2-16,0-1 2 15,0-1-1-15,0 4 0 16,0 1 1-16,0 0 0 16,2 1 8-16,2 0 13 15,-1-1-20-15,0-1-1 16,2-1-2-16,-4-3-1 16,2 1-1-16,-1-2 2 15,-2-2-3-15,0-2 3 16,0-2 1-16,2-1 1 15,1 0-2-15,0 0 0 16,3 0 2-16,-2 0-1 16,3 0 1-16,-2 0-2 15,1 0 0-15,4 0-1 16,-2 0 0-16,6 0 1 16,0-1 4-16,2-3-3 15,4-3 0-15,1-1 0 16,-2-1 0-16,3 2 0 15,-2 2 0-15,-4 1 1 16,3 1-2-16,-5 3 1 16,2 0 0-16,-3 0-3 15,2 0 4-15,-1 0 3 16,2 4-4-16,0 0 1 16,-2 0-2-16,2 3 17 0,3-7-11 15,-2 3-12-15,1-3 6 16,-1 0 1-16,2 0 4 15,-4 0-5-15,-3 0-9 16,-2-3 9-16,-1-1 1 16,-3 0 0-16,-1 1 2 15,-2 2-3-15,0-2 2 16,2 2-1-16,1-2 0 16,-2 3-1-16,1-2 0 15,0 0 1-15,1 0 2 16,1 0-3-16,1-2 2 15,-2 3-2-15,4-3 2 16,-4 1-2-16,3 0 2 16,-1 2 0-16,-2-2-1 15,2 1-1-15,1-1 1 16,5 0 1-16,-1 0-1 16,2 1 2-16,3 0 37 15,-2 2-12-15,4-1-27 16,-3 1 1-16,2 0-1 15,3 0 8-15,1 0-8 16,6 0 0-16,1 0 3 16,5 0 61-16,4 0-48 15,3 0-13-15,1 0 0 16,3 0-3-16,1 0 2 16,1 0 5-16,1 0-4 15,-1 0-1-15,3 0 0 0,-3 0 4 16,3 0 0-1,0 0 2-15,0 0-2 0,0 4-4 16,1 0 2-16,1-1-3 16,0-2 0-16,-1 1-1 15,-1 3 0-15,-1-1 4 16,0-1 1-16,-2 1 0 16,0-1 0-16,-3 0-2 15,2 0-1-15,-2 1-2 16,1 0 0-16,-1 0 0 15,0-1 0-15,0 1 1 16,-1 3 0-16,0-3-2 16,-1 2 1-16,2-2 0 15,-3 2 1-15,1-4-1 16,-3 1 1-16,2-2-1 16,0 2 0-16,-4 0 2 15,1-1-2-15,-4 0-2 16,-1 4 5-16,1-2-3 15,-2 1 0-15,-1-1 0 16,-1-2 1-16,0 2-2 16,0-2 2-16,0 0-2 15,-1-2 1-15,2 0 2 16,-6 0-2-16,-1 0 0 16,-2 0 0-16,-3 2-1 15,-4-1 2-15,-3 0-1 16,0 2-1-16,-3 0 2 15,3-2-3-15,-1 2 4 16,2-1-3-16,0-2 1 16,4 0 0-16,2 0 0 15,2 0-1-15,1 0 1 0,1 0 0 16,-1 0 0 0,-1-2 0-16,0 1-1 0,-3-1 0 15,1 2-5-15,-3-1 3 16,0 1 0-16,0-3 2 15,4 0-6-15,1 1 0 16,1-4-1-16,1 2 2 16,1 0 1-16,-1 0-1 15,1 1 0-15,-4-1 1 16,0-2 7-16,-5 4-4 16,-2 1 2-16,0 0 0 15,-2-1 0-15,1 1 1 16,-1 1-2-16,1-3 2 15,4 1-1-15,-1-1 0 16,1-1 0-16,2 1 1 16,-5-1-2-16,2 2 2 15,-4 1-1-15,-3 0-1 16,-1 1 1-16,-2 0 0 16,-2 0 2-16,-1 0-2 15,3 0 4-15,0 0-1 16,4 0-2-16,0 0-2 15,-1 0 4-15,5 0-3 16,-4 0 0-16,3 0 3 16,-1 0-5-16,-2 0 5 15,0 0-2-15,-4 0-3 16,1 0 4-16,-1 0 0 16,-3 0 1-16,-2 0 0 15,1 0-2-15,-2 0-1 16,0 0 1-16,0 0-16 0,-6 0-51 15,-9-9-119-15,-5-3-207 16</inkml:trace>
  <inkml:trace contextRef="#ctx0" brushRef="#br0" timeOffset="78627.3">13343 7489 336 0,'0'0'62'0,"0"0"29"15,0 0-23-15,1 0-15 0,1 0-9 16,1 0 0-1,1 0-14-15,2 1-7 0,-1 2-6 16,3-3-2-16,3 2 4 16,1-1 10-16,-1-1-14 15,4 1-6-15,-1 2-2 16,3-2-4-16,0 2 0 16,1-2-2-16,1 2 0 15,-2-3-1-15,3 0 0 16,-1 0 2-16,1 0-2 15,1 0-2-15,-1 0 1 16,2 0-4-16,-2 0-6 16,0 0-3-16,2 0-15 15,-2-2 12-15,0 0 3 16,-1-1-7-16,-1 1-1 16,-1-1 11-16,-3 0-4 15,-1-1-3-15,-3 0-15 16,0 0-24-16,-3 2 31 15,1-2 5-15,-2 2 10 16,-3 0 13-16,2 1-3 16,-1-1 4-16,-2 2 4 15,1 0-4-15,-2 0 3 16,5 0 5-16,-2 0-7 16,1 0-3-16,0 0 2 15,3 0-4-15,-3 0 2 16,3 0-1-16,-2 0 0 15,3 0 0-15,0 0 0 16,1 5 1-16,2-3-2 16,-1 2 2-16,4 0-6 0,-1 0 3 15,3-2 2-15,3 2 24 16,0 0 16-16,3-1-37 16,-1-3-2-16,1 1-1 15,0 2 2-15,0-3 4 16,0 0-6-16,0 0 2 15,1 0 0-15,1 0 7 16,-3 0 25-16,4 0-23 16,-2 0-7-16,4 0-3 15,-2 0 0-15,1 0 1 16,2 0 0-16,0 0-1 16,0 0 4-16,4 0 10 15,2 0 7-15,-4-3-9 16,4 2-8-16,3-3-2 15,-2 1 0-15,4-1-2 16,1 1 0-16,2 0-2 16,2 1 8-16,1-2 4 15,3 0-4-15,0 1-5 16,5-2 0-16,-1 3 9 16,2-1 0-16,-3 0-1 15,1 3-1-15,1-1-1 16,-3 1-1-16,0 0-2 15,0 0-4-15,-3 0-3 16,2 0 3-16,0 0-1 16,0 0-1-16,0 0 2 15,0 0 0-15,0 0 0 16,0 0-2-16,0 0 1 0,0 0 2 16,-1 0-4-16,-1 0 4 15,1 0-3-15,-4 0 1 16,1 0 2-16,-1 0-2 15,1 0 0-15,-1 0 0 16,4 0 1 0,-3 0-1-16,4 0 1 0,0 0-1 15,-1 0 0-15,1 0 0 16,1 0 0-16,1-2 1 16,0 2 0-16,-3 0 1 15,3-2 0-15,-2 0 0 16,0 1-1-16,-3 1 2 15,1-1-2-15,0-1 0 16,-2 2 0-16,-2-1-2 16,-1 1 1-16,0 0 2 15,-1 0-2-15,-5-1-1 16,1-2 2-16,-5 2 0 16,-2-1-3-16,-6 2 3 15,-3-1-2-15,-9 1 0 16,0 0 2-16,-6 0-1 15,1 0-1-15,-4 0 2 16,3 0 0-16,0-2-3 16,-1 0 3-16,3-2-2 15,-1 0-3-15,-1 0 4 16,1 0 0-16,-2 1 0 16,-2-1-2-16,0 4 3 15,-1-1 0-15,0 1-1 16,-3 0-2-16,0 0 4 15,0 0-2-15,0 0 0 16,0 0-2-16,1 0 2 0,1 0 0 16,-2 0 0-1,0 0-1-15,0 0 1 16,0 0 0-16,0 0 1 0,0 0 1 16,0 0-1-16,0 0 0 15,0 1 0 1,0 2-1-16,0 1-1 0,0 0 3 15,0 0-4-15,0 0 3 16,0 0 0-16,0 0-1 16,-2 0 3-16,1 3-1 15,-2-1-3-15,0 0 3 16,1 1-1-16,-3 3 0 16,1-1-1-16,-1 2 0 15,-1 0 0-15,1 1 0 16,-2-1 3-16,2 0 7 15,-1 2 1-15,2 0-2 16,0-1-5-16,2 0 37 16,2-1 35-16,0 0-70 15,0-3-5-15,0-2 1 16,0 1-5-16,3 0 6 16,0 0-3-16,0 1 0 15,-3 8 2-15,0 1-2 16,0 2 1-16,0-3 1 15,-4 4 53-15,-1-4-50 16,2 0-5-16,2-3 1 16,1 2-1-16,0 0 0 15,0 0 1-15,0 0 3 16,0-1 8-16,0-2-11 16,3 3-1-16,3-1 1 0,1-1-1 15,-4 4 2 1,1-1 16-16,2 4-15 0,-5-3-3 15,2 1 2 1,0-2 0-16,0 2 12 0,1-1-14 16,-1-1 1-16,2 0-2 15,-1-1 4-15,0 0 26 16,2-2-30-16,-3 4 3 16,0-2-1-16,0 0-1 15,0 1 5-15,-1 3 4 16,0 0-10-16,1-1 2 15,0 2-1-15,1-1 2 16,0 1-2-16,1-1 1 16,-1 1-2-16,0-1 1 15,1 2 4-15,-1 0 0 16,0 1-4-16,2-3 1 16,-2 2-1-16,2-2 5 15,0-3-2-15,0-1-1 16,1-2-3-16,-3-1 1 15,2-1 1-15,-3 0 1 16,-2-3-4-16,1 1 2 16,-2 1 2-16,0 0-2 15,0-2-1-15,0 3 2 16,-6 0-4-16,0-2 2 16,-1 1 2-16,0-1-1 15,0 2 0-15,1-3-1 16,3 2 1-16,-2-2-3 0,3-1 2 15,-2 1 1-15,1 0 1 16,0 0-2 0,0 1 3-16,0-1-2 0,-3 0 0 15,2-1 2-15,-2 0-5 16,-1-2 4-16,-2 1 2 16,2-2-6-16,-2 0 5 15,-4-1 0-15,2 0-4 16,-4 0 4-16,1 1-3 15,-2 0 0-15,1 0 3 16,-2 0-1-16,4-1-1 16,-1 1-1-16,4 0 2 15,1-2-3-15,-1 1 3 16,6-3 0-16,-1 0-1 16,2 1-6-16,2-1-3 15,-2 0-3-15,-2 0-4 16,0 0-32-16,-1 0-50 15,-1-6-95-15,1-6-119 16</inkml:trace>
  <inkml:trace contextRef="#ctx0" brushRef="#br0" timeOffset="84914.51">17846 7470 81 0,'0'0'84'16,"4"0"-14"-16,-1 5 0 15,0 1-24-15,0 2-10 16,0 0-12-16,0 3-9 16,-2 1-4-16,1 3 72 15,2 3-60-15,-3 1-6 16,1 0 8-16,2 3-14 15,-1-2-11-15,0 1 2 16,1-1-2-16,2-1 1 16,-2 1 0-16,1 0-1 15,2 2 1-15,-3 0-2 16,-1-2 1-16,1 1 1 16,-1-1-1-16,0-3 0 0,0 2 0 15,0 2 1-15,0-2-1 16,-3 0 1-16,1 2-1 15,2-1 0-15,-3 1 0 16,0 1 0-16,0-3-2 16,0 1-3-16,0-1-1 15,0 2 3-15,0-4 2 16,0 1 1-16,0-2 29 16,0 0-23-16,0 0-6 15,0 0 2-15,3 0-2 16,-3 4 1-16,0-1-1 15,0 2-1-15,0 1 3 16,0 2-2-16,0-1 0 16,0-3 27-16,0 1 17 15,0-1-48-15,0 1-1 16,0-4 3-16,0 2 4 16,0-3 39-16,0 1-31 15,0-5-21-15,0-1 10 16,0 0-9-16,0 2 9 15,0 2 1-15,0-1 1 16,0 1 25-16,0-1 8 16,0-1-50-16,0-3 9 15,0 0-5-15,0 2-7 16,0 1 16-16,-3 1 3 16,-1 3-1-16,-2-1 5 15,3 0 32-15,2-1 7 16,1-1-44-16,0-5 1 15,0 0-1-15,0-1-4 0,0 3 5 16,0 1 0-16,0-1 0 16,0 0 14-16,0 0 21 15,0 0-39-15,0-1 4 16,0-1-1-16,0 0-8 16,0 2 6-16,0-1-5 15,0-2 5-15,4-3 12 16,2 0-5-16,4-1-5 15,0-4 1-15,2 0 1 16,2 0-1-16,-2 0 0 16,2 0 0-16,-2 0 1 15,2 0-1-15,2 0 0 16,1 0 0-16,1 0 0 16,2 0 15-16,3 0-16 15,2 0-4-15,2-4 5 16,3 4 9-16,4-3-8 15,1 1 0-15,0 1 6 16,3 1-5-16,-1-1 6 16,1 1 1-16,1 0-8 15,0 0 0-15,0 0 0 16,4 0-1-16,-4 0 0 16,2 0 0-16,2 0-1 15,-1 0 0-15,0 0 3 16,1 0-3-16,-1 0 3 15,4 0-3-15,-4 0 1 16,1-2 1-16,2 2-1 16,-3-1 1-16,4 1 0 15,-4-2 2-15,0 2-3 16,0 0 1-16,-2 0 6 16,-2 0-3-16,0 0-1 0,-3 0-3 15,0 0 1-15,-2 0 0 16,-1 0 0-16,0 0-1 15,-2 0-1-15,2 0 3 16,-5 0-2-16,1-1 1 16,-5 1 0-16,0-1 1 15,-3-1-2-15,-4 2-1 16,-1 0 1-16,-5 0 1 16,3 0-2-16,-3 0 2 15,3 0-1-15,-2-4-1 16,4 2 2-16,2-1 0 15,2-1 1-15,6-2-2 16,1 0 0-16,1-1 1 16,3 3 0-16,2-3 0 15,-5 2-1-15,2 4 1 16,0-2-1-16,-1 0 0 16,-1 0 0-16,2 0-2 15,0-1 3-15,-2 1 0 16,-1-4-2-16,0 6 0 15,-3-2 3-15,-2 2-3 16,-1 1 2-16,-3 0-3 16,-4 0 2-16,2 0 0 15,-1 0 0-15,-1 0 2 16,1 0-2-16,1-1-1 0,-2 1 1 16,0 0 0-1,-3 0 1-15,3 0-2 16,-3 0 2-16,-2 0-1 0,0 0 0 15,-4 0 0 1,-1 0-1-16,-1 0 1 0,-2-3-40 16,0-4-54-16,-8-2-137 15,-6-5-263 1</inkml:trace>
  <inkml:trace contextRef="#ctx0" brushRef="#br0" timeOffset="87383.01">17879 7460 204 0,'0'0'43'0,"1"0"26"16,4 0 1-16,-1 0-14 15,2 0-8-15,-2 0-19 16,2 0-2-16,1 0 4 16,2 0 7-16,-2 0 14 15,2 0-34-15,2 0-11 16,1 0-2-16,-1 0-3 15,4 1 0-15,1 2-1 16,-2-3-1-16,5 4 1 16,-2-2-1-16,5-2 0 15,-2 1 1-15,-1 1-1 16,4-2 0-16,0 1 1 0,2-1-1 16,1 0 0-16,1 1 1 15,4-1-1-15,-1 0-1 16,-1 0 0-16,0 0-4 15,0 0 3-15,-2 0 0 16,-4 0-2-16,0 0 0 16,2 0 2-16,-2 0 0 15,3 0 4-15,4 0-2 16,0 0 0-16,5 0 2 16,3 0 0-16,5 0 7 15,3 0-8-15,1-5-1 16,3-1 0-16,0 2 2 15,0-2-3-15,3 2 2 16,-2 2 0-16,-2-1 0 16,3 0 2-16,-2 2 3 15,0-2-1-15,-2 2 0 16,3-1-1-16,1-2-3 16,0 1 1-16,0-1-2 15,0-2 2-15,1 3 0 16,-1-2-1-16,-2 4 0 15,0-3 0-15,-4 1-1 16,2 0 4-16,-2 1 0 16,2-2 0-16,-3 1-2 15,1 1 0-15,-1-2 0 16,1-1 0-16,-1 1-2 16,-2 0-2-16,-1 0 4 15,-2 0-4-15,-1 2 2 16,-6-2 0-16,-1 4 0 15,-6-2 2-15,-4 1-4 0,-5 0 4 16,-2-2-2-16,-5 3 0 16,-5-1 9-16,0-1 9 15,-4 1 0-15,2-3 6 16,0 4 3-16,0-4-10 16,5-2-10-16,4-1-2 15,0 0-4-15,2 0 0 16,2 2-2-16,-3 2 1 15,-1-1 0-15,-5 1 2 16,0 2-2-16,-4 1-1 16,-3 0 0-16,0 0 5 15,0 0 3-15,0 0-4 16,1 0-2-16,2 0-1 16,0 0 0-16,3 0 0 15,0 4 0-15,2-4 0 16,-2 1 2-16,1 2-3 15,-1 0 0-15,0 0 1 16,0-1 2-16,-2 1-2 16,-1 1 0-16,1-3 0 15,-1 4 0-15,0-1-1 16,0-1 2-16,-1 2-1 16,-1 1 1-16,0-2-2 15,1 1 2-15,-2 1-1 16,2 2 0-16,0 0 0 15,1 0-1-15,-2 1 2 16,2 0-1-16,-3 2 0 16,0-2 0-16,0 1-1 15,0-1-2-15,0 1 3 16,0-2-1-16,0-1 1 16,0 0 1-16,0 0 0 0,0-1-2 15,0 3 1 1,0-4 1-16,0 3-2 0,0 2 2 15,0-1-1-15,0-1 1 16,0 3-1-16,0 0-1 16,0-1 1-16,0 0-1 15,0 6 2-15,0-3 0 16,0 3-1-16,0 0 34 16,0 0 63-16,0 0-97 15,0-5-1-15,0 1 3 16,3 3-2-16,0 1 1 15,1 1-1-15,2 2 4 16,1 2 43-16,-1 1-49 16,-3 0 1-16,3-1 1 15,-2 1-3-15,2 0 12 16,-3-2 0-16,2 0-11 16,0-1 2-16,-1-2-2 15,2 2 0-15,-3-2 2 16,0 2 9-16,4-2-7 15,-3-2-4-15,2 3 3 16,-1 1-2-16,-1-1 1 16,0 1 13-16,3-1 13 15,-1 1-34-15,0-1 6 16,1-1-2-16,-1 1 2 16,1 0 16-16,0 1-11 15,-1 1-7-15,1-3 4 16,1 1-2-16,0 1 14 15,-2 4 8-15,-2 0-19 16,2-1 1-16,0 0-3 0,0-2 27 16,-1 3-22-16,0-2-5 15,-1-1 2-15,-1-1-3 16,0 1 4 0,0 0 1-16,-2-4-6 0,2 0 3 15,-2-2-1-15,1-3 0 16,-2-1 2-16,0 0-2 15,0-3 1-15,0 0-4 16,0 2 4-16,-7-3-1 16,1 1-1-16,0-1 1 15,-1-2 0-15,1 0-1 16,-1 0 3-16,-2-2-2 16,-1 3 2-16,-3-1 0 15,-1 0-2-15,-5 2 2 16,-1 1-1-16,-5 1-2 15,-1 2 3-15,-1-2-1 16,1 0 0-16,-1 2-1 16,3 0-5-16,-3-2 3 15,2 0-4-15,2 0 5 16,0 0-2-16,4 0 6 16,2-2-4-16,5-1 4 15,5-2-2-15,0-3-17 16,6 0-34-16,1 0-33 15,0 0-40-15,0-3-31 16,0-9-78-16,0-1-134 16</inkml:trace>
  <inkml:trace contextRef="#ctx0" brushRef="#br0" timeOffset="90778.33">20980 7483 151 0,'-6'-10'68'16,"0"1"-5"-16,0-1-10 16,-1 2-25-16,2 3-13 15,-1-1 43-15,1 2-28 16,-1 1 25-16,4 0-10 16,0 3 30-16,1 0-18 15,1 0-29-15,0 0-12 16,0 0-12-16,0 12-3 15,0 5 12-15,0 6-2 16,5 4 9-16,3 7-3 16,-1 2 1-16,-1 1 13 15,-1 6-26-15,1-2-4 16,-1 1 0-16,1-1 0 16,-1-1-1-16,5-1 1 15,-1-1-1-15,1-1 0 16,0-2-1-16,-1-2 2 15,-2 0 0-15,0-2-1 16,-2 1 0-16,-1-4 0 16,-3 1 0-16,-1-3 0 15,0 0 0-15,0 0-1 16,0-2 1-16,0-1 1 0,0 0-2 16,2 1 2-16,-1 0 0 15,1 0-3-15,-2-1 2 16,0 0 0-16,0-1 0 15,0 1 1-15,0-4-1 16,0-3 1-16,0-1 0 16,0-1-2-16,0-4 0 15,0 1 1-15,1-2 0 16,4 0 1-16,-3 1-2 16,1-1 3-16,0 6-2 15,-3 2 1-15,0 4-1 16,0-2 2-16,0 0 36 15,-4 0-19-15,0-3-21 16,2-5 1-16,2-3-1 16,0 0-2-16,0-1 1 15,0-2-2-15,6 2 3 16,3-1 0-16,1 1 2 16,0-2 0-16,0 1 4 15,3-2-4-15,-1 0-2 16,3-3-7-16,-2-1 2 15,5 0 1-15,-1 0-1 16,6 0 7-16,0 0 0 16,3-7-12-16,2-1 10 15,2 2 0-15,1 0 2 16,0 3-1-16,2 2 3 0,2 1-1 16,1 0-1-1,6 0 0-15,4 0 9 0,3 0-7 16,8 0 0-1,3-2 3-15,5-1 2 16,0-1 5-16,10-1-1 0,-1 0-6 16,2 0 6-16,4 0 6 15,1 1 4-15,-2 0-6 16,5 3-7-16,0-2-2 16,-1 0-1-16,3 2 0 15,-2-2 5-15,-1 3-2 16,-2 0 2-16,-3 0-1 15,-4 0 0-15,-4 0 4 16,-5 0 0-16,-5 1-3 16,-7 5-4-16,-4-1-4 15,-7-1-2-15,-4 3-1 16,-12-3 1-16,-7 0 0 16,-8-1 2-16,-2 0-2 15,-6-2-2-15,-3 0 1 16,0-1 2-16,0 0 7 15,0 0-4-15,-3 0-1 16,-3 0-3-16,0 0 3 16,0-4-2-16,1 0 1 15,-1-3-2-15,1-1-1 16,-2-1 3-16,0-2-4 16,1 2 4-16,-1-5-2 15,-1 2 0-15,2-5-2 16,1-2-5-16,0-1-2 15,2-7-5-15,-3 0 5 16,3-3 4-16,-1-4 3 0,1 0 1 16,-1-3-1-16,1 1 2 15,-3-4 0-15,1-2 0 16,-4 3-1-16,1-1 1 16,-1-4-1-16,-1 3 1 15,0-1-2-15,-1-1-1 16,-1 4-1-16,2-1-3 15,-2 3-3-15,3-1-4 16,-2 3-7-16,2 1 3 16,2 1-3-16,0 2-15 15,1 2 36-15,1 2-1 16,-1 2 1-16,0 5 0 16,-2-2 2-16,-3 3-4 15,1 1-1-15,-3-1-39 16,-1 2 21-16,-1-1 27 15,-1 1 1-15,1 1-2 16,0 1-5-16,-2-1 1 16,1 2 2-16,-4 2 5 15,1-1-6-15,-1 2 0 16,-2 2 6-16,-2 1 3 16,2 1-3-16,-3 2-6 15,-1-2-3-15,-3 3 8 16,0 0 7-16,-2-1-14 15,-4 4-6-15,-4 0 8 16,-6 1 8-16,0 0-8 16,-7 0-3-16,-5 0 2 15,-7 0 0-15,-7 4-1 16,-8 3 1-16,-8 4-1 0,-2-3 1 16,-4 4-1-1,1 0 2-15,2-4-1 0,2 2 1 16,2-2 5-16,5-4 1 15,4-1-4-15,1 0-1 16,5-3-2-16,4 0 0 16,5 0 2-16,3 0-4 15,4 0 2-15,6 0 0 16,1 0 1-16,5-3-2 16,4 2 6-16,3-1-3 15,6 2-1-15,1 0 3 16,3-1 5-16,5 1-1 15,4 0-7-15,4-1-1 16,0 1 2-16,6 0 21 16,3 0-17-16,2 0-7 15,2 0 2-15,0 0-4 16,0 0-6-16,0 0-9 16,0 0 0-16,0-2 8 15,0 2 9-15,0 0-1 16,0 0 2-16,0 0 1 15,-4 0-4-15,1 0-12 16,-1 0-40-16,1 0-87 16,-1 0-119-16,-1-1-209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50:11.80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14820 4288 609 0,'0'7'44'0,"0"9"20"16,0 12 34-16,0 8 34 15,0 10-32-15,0 6-18 16,0 3 3-16,0 5 0 16,5 2-33-16,2-3-16 15,-2-4-1-15,1-3-10 16,3-4-5-16,-2-6-5 15,5-4-3-15,-4-7-4 16,1-4-1-16,0-8-4 16,-5-3-3-16,0-8 2 15,-1-1-2-15,-3-6-5 16,0-1-6-16,0 0-3 16,0 0-4-16,0 0-8 15,0-8-22-15,0-3-18 16,0-2-19-16,0-1-40 15,0-1-32-15,0-3-34 16,5 0-133-16,1-2-5 16</inkml:trace>
  <inkml:trace contextRef="#ctx0" brushRef="#br0" timeOffset="349.76">15024 4702 577 0,'0'0'100'0,"0"0"1"16,0 0-11-16,0 0 0 15,0 0-8-15,3-6-7 16,-3 6-20-16,-5 11-11 16,-6 3-21-16,-1 6-4 15,-1 3-6-15,0 2 6 16,3-2 10-16,4-2-4 15,3 1-7-15,3-4-5 16,0 0-5-16,5-3-1 16,9-1 4-16,5-3-5 15,4-3 2-15,0-1 4 16,2-6-6-16,-2-1-5 16,0 0-7-16,-3 0-17 15,-1 0-33-15,-4-4-66 16,-3-1-100-16,-1-1-157 15</inkml:trace>
  <inkml:trace contextRef="#ctx0" brushRef="#br0" timeOffset="1068.07">15451 4506 528 0,'0'0'105'0,"0"0"23"0,0 0-13 16,0 0-2 0,-30 104-27-16,17-63-26 0,3 3-26 15,4-1-12-15,3 0 2 16,3-4 4-16,0-3-8 15,4-5-11-15,13-4-8 16,3-2 1-16,0-7-2 16,5-1 0-16,-1-6-14 15,-1-3-17 1,0-8-50-16,-4 0-63 0,-3 0-53 16,-6-11-79-16</inkml:trace>
  <inkml:trace contextRef="#ctx0" brushRef="#br0" timeOffset="1349.49">15642 4761 807 0,'0'0'131'15,"0"0"10"-15,0 0-58 16,0 0-16-16,84 67-11 16,-65-52-15-16,1-1-17 15,-3-3-13-15,0 0-6 16,0-6-4-16,-3 0-2 16,-4-3-20-16,1-2-27 15,-3 0-28-15,-3 0-40 16,-3-4-68-16,-2-7-84 15,0-4-185-15</inkml:trace>
  <inkml:trace contextRef="#ctx0" brushRef="#br0" timeOffset="1538.13">15762 4764 730 0,'0'0'111'16,"0"0"39"-16,-77 77-44 15,57-50-49-15,0-4-38 16,4-3-15-16,4-4-3 16,4-5-8-16,5-3-39 15,3-7-67-15,0-1-97 16,0 0-126-16</inkml:trace>
  <inkml:trace contextRef="#ctx0" brushRef="#br0" timeOffset="1979.66">15866 4466 660 0,'0'0'122'0,"0"0"9"0,0 0-29 15,65 89-12-15,-36-60-22 16,0 5-5-16,2 0-11 15,0 0 0-15,-4 1-16 16,-4 1 0-16,-5 0-5 16,-8 2-2-16,-8-1-6 15,-2 1 2-15,0-4-6 16,-7-3-3-16,-7-3-14 16,-1-6 2-16,1-9-18 15,2-2-20-15,1-8-29 16,4-3-48-16,-1-2-86 15,5-15-187-15</inkml:trace>
  <inkml:trace contextRef="#ctx0" brushRef="#br0" timeOffset="2952.89">16422 4934 565 0,'0'0'116'0,"0"0"48"16,0 0 21-16,88-7-70 16,-59 0-40-16,-2 1-20 15,-4-1-32-15,-5 3-18 16,-4 0-5-16,-5 0-24 16,-6 1-41-16,-3-1-69 15,0-1-79-15,-3 1-150 16</inkml:trace>
  <inkml:trace contextRef="#ctx0" brushRef="#br0" timeOffset="3153.56">16448 4812 684 0,'0'0'98'0,"0"0"8"15,0 0-15 1,0 0-12-16,0 0-1 0,0 0-53 15,56-8-21-15,-33 1-6 16,2 2-52-16,-1-4-90 16,-1 0-130-16,-1-1-358 15</inkml:trace>
  <inkml:trace contextRef="#ctx0" brushRef="#br0" timeOffset="6275.76">17190 4095 346 0,'0'0'53'16,"0"0"29"-16,0 0-5 0,-1 0 20 15,-2 0-34-15,-2-2-28 16,0 1 33-16,-4-2-32 16,2 1-16-16,-3-3 35 15,-2 2-14-15,1 2-14 16,-1-2-11-16,-2 2 8 16,-1 1-12-16,-1 0-9 15,2 0-1-15,-2 0 0 16,3 5-2-16,0 9 0 15,6 7-5-15,1 3 4 16,3 7 0-16,3 4 5 16,0 4 12-16,0 3-9 15,0 5 0-15,6 3 19 16,-2 3 6-16,-1 4 1 16,-1 3 7-16,-2 2-6 15,0 2-7-15,0 2-11 16,0 1 27-16,0-3-8 15,0 0-23-15,0-5-4 16,0-4 1-16,0-7 2 16,0-6 2-16,0-3-1 15,0-10 1-15,0-4-5 16,0-8-2-16,0-4-3 16,1-5 0-16,2-4-2 15,-3-4 5-15,1 1 6 0,1-1 0 16,-1 0 3-1,3 0-3-15,1 0 1 0,2 3-2 16,0-3-3 0,5 1-5-16,-1 2-2 0,5 0 3 15,0 0-2-15,3 0 2 16,0 0-3 0,2 0 2-16,-2-2-2 0,-1-1 0 15,-1 0 1-15,-3 3-3 16,-1-3 1-16,-3 0-12 15,-1 0-12-15,1 0-13 16,-1-3-23-16,-2-4-39 16,0-5-70-16,-1 0-147 15,-3-2-346-15</inkml:trace>
  <inkml:trace contextRef="#ctx0" brushRef="#br0" timeOffset="8344.83">17589 4686 88 0,'0'0'81'0,"6"0"-1"16,-3 0-4-16,1-1 15 16,-3-2 9-16,2 3 7 15,-2-4-9-15,1 4-24 16,-2-3-4-16,0 3 0 15,0-1 1-15,0 1-6 16,0-1-15-16,0-2-13 16,0 3-9-16,-7 0-8 15,-6 0-2-15,0 0-15 16,-6 0-2-16,-1 9-2 16,1 5 1-16,-3 3-2 15,2 2 2-15,4 2 0 0,1-1-1 16,6 2-1-1,3-5 0-15,4-1-1 0,2-2-2 16,0-2 0-16,8-3-2 16,12-3 4-16,3-4 4 15,3-2 2-15,5 0-2 16,2-3 1-16,0-9-1 16,-3 0-1-16,-5-1-2 15,-5 3 1-15,-5 1 1 16,-4 4 1-16,-8 1 2 15,-2 1-2-15,-1 3 4 16,0 0 3-16,0 0 5 16,0 0-7-16,0 0-5 15,0 0-4-15,0 4-2 16,0 4 3-16,0 3 0 16,0 2 0-16,3 0 0 15,6 0 0-15,4-2 0 16,1-1 3-16,5-2-3 15,4-1 5-15,-1-6 0 16,1-1-1-16,1 0 1 16,-2 0-2-16,-3-4 2 15,-2-4-2-15,-5-1 5 16,-2-1 3-16,-2 0 16 16,-3-3 2-16,-1-1 0 15,-2 2-12-15,-1 0 0 16,-1 0-7-16,0 1 0 15,0 0 9-15,0 2-4 16,0 4-4-16,-6-1-3 0,-3 2-3 16,-3-1-2-1,0 5-2-15,-5 0-5 16,-1 0-10-16,0 0-12 0,3 0-11 16,-2 0-29-16,5 0-33 15,2 1-32-15,4 3-30 16,2-4-6-16,3 0-127 15</inkml:trace>
  <inkml:trace contextRef="#ctx0" brushRef="#br0" timeOffset="8848.87">18136 4643 559 0,'0'0'69'0,"0"0"50"15,0 0-31-15,0 0 8 16,0 0-2-16,-1 0-35 15,-11 7-36-15,-1 2-9 16,0 3-6-16,-1 2-1 16,2-1-7-16,2-1 0 0,6-1 0 15,1 1-2 1,3-3 1-16,0 1-2 0,0-1 1 16,13 3 1-1,1-3 1-15,3 2 3 0,-2-2 1 16,1 1 1-16,-3-2 1 15,-4 3 9-15,-2-3 12 16,-2 2 19-16,-3 1 2 16,-2-2-2-16,0 2-9 15,0 0-10-15,-7-1-11 16,-5-1-11-16,-1-1-1 16,-1-1-21-16,1-4-21 15,-3-3-41-15,4 0-69 16,1 0-124-16,1-11-187 15</inkml:trace>
  <inkml:trace contextRef="#ctx0" brushRef="#br0" timeOffset="10570.7">18568 4450 324 0,'0'0'67'0,"0"0"23"16,0-4 5-16,0 4 1 16,0 0-6-16,0 0-18 15,0 0 2-15,0 0-22 16,-9 6-24-16,-1 8 10 15,-1 2-1-15,-1 7 8 16,-4 3-12-16,3 4-8 16,2 1-3-16,2 4-4 15,5-5-8-15,2 4 2 0,2-4 4 16,0-1-1 0,6 0-2-16,6-2 0 0,2-2 1 15,1-1 1-15,-1-4 7 16,0-3-2-16,-1-2-6 15,-1-2-8-15,-2-3-4 16,0-2 3-16,-4-3-3 16,0-1-3-16,-3-1 2 15,-2-2 2-15,-1 0-7 16,0-1-13-16,0 0-28 16,0 0-42-16,0 0-85 15,0-1-176-15</inkml:trace>
  <inkml:trace contextRef="#ctx0" brushRef="#br0" timeOffset="12804.82">18705 4601 502 0,'0'0'72'16,"0"0"4"-16,0 0-24 16,6 0 15-16,7 0 10 15,4 0-25-15,2 0-6 16,1 2-8-16,5 0 4 0,-2-1 4 16,0 3-11-1,-1-1-3-15,-5-1-7 0,-1 3-10 16,-4 0 1-16,-3 2-1 15,-1 1 3-15,-4 3-2 16,2 4 0-16,-3 2 1 16,-3 2 5-16,0 6-7 15,0-2-1 1,0 4-2-16,0 0-5 0,0-3-1 16,-5 1-3-16,1-2-1 15,1-4 0-15,2-3 0 16,-1-4-2-16,2-3-2 15,0-3 4-15,0-5-8 16,0 0-20-16,0-1-27 16,0 0-15-16,0-1-14 15,3-11-41-15,6-5-78 16,0-2-51-16,2-2-158 16</inkml:trace>
  <inkml:trace contextRef="#ctx0" brushRef="#br0" timeOffset="13120.77">19095 4698 624 0,'0'0'57'0,"0"0"70"15,0 0-8-15,0 0-20 16,0 0-5-16,84 48-38 15,-64-31-11-15,2-1-2 16,-2 1-8-16,-3-1-9 0,1 0-11 16,-5-1-7-1,1-2 1-15,-7-3-4 0,1 0-5 16,-4-3 0-16,0-3 1 16,-3 0-13-16,1-3-14 15,-2-1-23-15,0 0-32 16,0 0-15-16,0 0-40 15,0-5-92-15,0-6-80 16,0-1-95-16</inkml:trace>
  <inkml:trace contextRef="#ctx0" brushRef="#br0" timeOffset="13371.61">19322 4642 529 0,'0'0'67'16,"0"0"66"-16,0 0-25 15,-69 75-16-15,44-44-2 16,3 2-22-16,2-3-21 16,1-2-27-16,5-3-14 15,5-5-5-15,1-3 1 16,5-8-16-16,3-2-58 15,0-6-53-15,0-1-45 16,3 0-47-16,8-11-139 16</inkml:trace>
  <inkml:trace contextRef="#ctx0" brushRef="#br0" timeOffset="13780.91">19374 4496 812 0,'0'0'50'0,"0"0"65"15,0 0-11-15,0 0-52 16,0 0-8-16,59-4-11 15,-52 5-16-15,-2 10-5 16,0 1 1-16,-5 5 3 16,0 0-2-16,0 1-5 15,0-2-2-15,0-1-4 16,0-3-3-16,0 0 3 16,0-5-4-16,3-3 1 15,1 1-1-15,1-4 2 16,1 2 0-16,1-3-1 15,1 1-5-15,3-1-20 16,-1 0-35-16,4 0-43 16,-2 0-64-16,2 0-27 15,-2 0-75-15,-2 0-103 16</inkml:trace>
  <inkml:trace contextRef="#ctx0" brushRef="#br0" timeOffset="14124.42">19704 4682 654 0,'0'0'80'0,"0"0"50"0,0 0-13 16,0 0-27-16,6 70-24 15,-3-52-11-15,0 1-20 16,2-3-11-16,-1 0-11 16,0-2-6-16,-1-3-5 15,-2-1-2-15,1-5-5 16,-2-1-29-16,0-1-35 15,0-2-43-15,-3-1-58 16,-10 0-123-16,1 0-178 16</inkml:trace>
  <inkml:trace contextRef="#ctx0" brushRef="#br0" timeOffset="14311.49">19616 4797 743 0,'0'0'140'15,"0"0"-43"-15,0 0-11 16,0 0 27-16,0 0-49 16,84-19-44-16,-59 14-14 15,2-2-4-15,1 1-22 16,-1-1-59-16,-2 0-77 0,-4-5-110 16,-2 1-250-16</inkml:trace>
  <inkml:trace contextRef="#ctx0" brushRef="#br0" timeOffset="14916.22">20047 4561 689 0,'0'0'126'0,"0"0"-4"16,6 73-27-16,-5-41 20 15,2 3-43-15,0-2-22 16,2-1-19-16,0-3-13 15,-1-4-10-15,2-4-7 16,-2-5 2-16,1-7-6 16,-1 0-27-16,2-7-42 15,-2-2-55-15,-1 0-87 16,0-7-104-16</inkml:trace>
  <inkml:trace contextRef="#ctx0" brushRef="#br0" timeOffset="15727.85">20096 4252 311 0,'0'0'52'0,"0"0"34"16,0 0 29-16,0 0 12 16,75 31-35-16,-43-7-14 15,3 8 7-15,1 3 3 16,-3 4-30-16,-3-2-11 16,-4 2-17-16,-6-1-6 15,-5-1 0-15,-4-3 1 16,-3-1 1-16,-4-1 1 15,-3-2 1-15,-1 2 1 0,0 0-5 16,-1 4-10-16,-12 2-1 16,-3-1-2-1,-2-2 21-15,0 0-17 0,-1-6-13 16,6-5-2-16,-1-5-2 16,5-8-6-16,3-1-21 15,2-10-27-15,4 0-39 16,0-4-88-16,0-16-115 15,3-5-95-15</inkml:trace>
  <inkml:trace contextRef="#ctx0" brushRef="#br0" timeOffset="17092.83">20180 3871 394 0,'0'0'105'0,"0"0"12"16,0 0-16-16,0 0-10 16,95 0-5-16,-64 0-21 15,3 2-29-15,0 2-8 0,1 3-3 16,-2 1 5 0,1 4-7-16,-3 0-10 15,0 2-2-15,-2 2 0 0,-3 1-3 16,-3 0 0-1,-1 1-3-15,-4-1 0 0,-2 4 0 16,-3 2 9-16,-4 0 3 16,-2 4 0-16,-4 1-1 15,0 4 2-15,-3 3-2 16,0 4 2-16,0 3-5 16,0 4 1-16,0 1 8 15,0 4 13-15,0-3-22 16,0-1-8-16,0-1 7 15,0-1-4-15,0 1-6 16,0 0 2-16,0 0 7 16,0 3 7-16,0 2-2 15,0 2 2-15,0 2-10 16,0 1-3-16,0 0 1 16,0-2-1-16,0-5-3 15,-3-5 2-15,3-7 7 16,-1-3 6-16,1-8-9 15,0-6-4-15,0-4 17 16,0 0-10-16,0-6-8 16,0 0-3-16,0-3 2 15,0 1-2-15,0 0 2 16,0 3-1-16,0 0 2 16,0 2-2-16,0 3-2 15,0-4 3-15,0 0-2 16,0-3-1-16,-2 1 3 15,2-6-4-15,0-3 5 16,0 1-5-16,0-1 5 0,0-1-4 16,0 0 5-1,0 0 1-15,0 0-1 16,0 1 0-16,-4-1 10 0,-2 3 4 16,-3 2 4-16,-4-3-4 15,0 1-6-15,-7 0-5 16,-1-3-1-16,-3 0-2 15,-2 0-1-15,0 0-1 16,0 0 0-16,5 0-1 16,2 0-3-16,2 0-11 15,1 0-11-15,1-6-13 16,2 0-9-16,-3 1-15 16,3 0-13-16,-1-2-25 15,1-4-67-15,1-1-102 16,-1-3-184-16</inkml:trace>
  <inkml:trace contextRef="#ctx0" brushRef="#br0" timeOffset="18761.4">20939 3684 392 0,'0'0'72'0,"0"0"24"16,2-1-25-16,-2 0 0 16,1 1-9-16,-1 0-12 15,0 0-2-15,0 0-6 16,0 0 7-16,0 0 19 16,0 0 2-16,0 0-18 15,0 0 0-15,0 0-3 16,0 0-3-16,0 0-6 15,0 0-11-15,0 0-8 16,0 0-6-16,0 0-6 16,0 0-5-16,0 0 2 15,0 0-1-15,0 0-3 16,0 0 4-16,0 0-2 16,0 0 2-16,0 0 2 0,0 0 0 15,0 0-3-15,0 0 5 16,0 0-1-16,0 0-3 15,0 0 4-15,0 0-5 16,0 0 0-16,0 0 0 16,0 0-1-16,0-2-3 15,0 2 1-15,0 0-3 16,0 0 6-16,0 0-3 16,0 0 4-16,0 0-4 15,0 0 0-15,0 0 1 16,0 0-4-16,0 0 4 15,0 0-2-15,0 0-1 16,0 0-1-16,0 0 1 16,0 0 0-16,0 0 3 15,0 0-3-15,0 0-2 16,0 0 3-16,0 0 0 16,0 0-1-16,0 0 0 15,0 0 0-15,0 0 0 16,0 0-1-16,0 0 2 15,0 11-4-15,0 3 7 16,0 2-4-16,-3 2 4 16,0 2-5-16,0-4 4 15,2 0-3-15,1-2 1 16,0-5-2-16,0-2 0 16,3-1 2-16,7-3-1 15,0-2-2-15,6-1 6 16,0 0-1-16,0 0 1 0,-1 0-1 15,2 0 1 1,-4 0-4-16,1 0 3 0,-4-1-4 16,0 0 1-16,-5-1 2 15,-1 2-2-15,0 0-1 16,-1 0-10-16,-1-2-7 16,-1 2-12-16,2-4-7 15,0 4-16-15,0-4-19 16,1-2-33-16,0 1-37 15,-1-6-51-15,3 1 4 16,-3-1-40-16,0 0-49 16</inkml:trace>
  <inkml:trace contextRef="#ctx0" brushRef="#br0" timeOffset="19045.43">21136 3605 700 0,'0'0'118'0,"0"0"-6"16,0 0-6-16,0 0 22 15,0 55-28-15,0-28-15 16,0 4-26-16,1 1-11 16,2 0-11-16,4-3-1 15,-4-2-10-15,3 0-11 16,0-4-4-16,0-3-7 15,-2-3-3-15,2-1 2 16,-4-4-3-16,1-2-11 16,0-5-26-16,-3-2-25 0,0 1-39 15,0-4-78 1,0 0-135-16,-7 0-242 0</inkml:trace>
  <inkml:trace contextRef="#ctx0" brushRef="#br0" timeOffset="23404.47">16744 2930 140 0,'0'0'36'0,"0"0"11"15,0-3-7-15,0-1 12 16,0-2 19-16,0-1-38 16,0-1-3-16,-3 0-4 15,3-2-4-15,-4 0 1 16,2 1-1-16,1-3 12 16,-1 2-4-16,1 1 0 15,1-1 3-15,0 0-6 16,-1 1-7-16,-1 1-4 15,2-1-7-15,-1 4-5 16,-1-3 3-16,2 1-3 16,0 1-3-16,0 0-1 15,0-1 0-15,0 1 0 16,0 1 1-16,2-2-1 16,3 3-1-16,7-3 2 15,-3 3-1-15,1 0 0 16,3 0 0-16,0 1-2 15,1 0 3-15,-1 2-1 16,3 0-3-16,0 1 1 16,2 0-2-16,0 0-4 15,5 0-3-15,2 0-2 16,-1 0 0-16,-1 0-7 16,2 0 7-16,-2 0 10 15,0 0 3-15,-1 0-3 0,1 0-4 16,0 0-15-16,0 0 4 15,-1 0 6-15,1 0 5 16,0 0-6-16,0 0 2 16,-1 0 3-16,1 0 4 15,0 1 1-15,1 0-1 16,1-1-2-16,1 0-7 16,3 0-16-16,-3 0 0 15,3 0 21-15,-2 0 7 16,1 0 3-16,-4 0-3 15,2 0 1-15,-1 0-1 16,-2 0 1-16,0 0 3 16,0 0 7-16,0 0-9 15,0 0 4-15,-1 0 4 16,0 0-7-16,-1 0-2 16,1 0 4-16,-3 2 15 15,2-2-15-15,1 1-1 16,-3 2-1-16,0-1 23 15,2-2 10-15,0 2-21 16,0 0-10-16,1-2-1 16,0 2-1-16,1-2 0 15,1 0-3-15,-1 0 2 16,-1 0 0-16,1 1-1 16,-1-1 1-16,-3 0-2 15,-1 2 2-15,4-1-1 16,2-1 2-16,8 0 11 15,4 0 50-15,9 0-12 16,10 0-11-16,3 0-39 16,5 0 0-16,2-1 0 15,0-2 0-15,2 1 0 16,2-2 0-16,-1 2-1 0,1-1 3 16,-1 2 3-16,0 1 2 15,1 0 2-15,-4 0 1 16,0 0-1-16,-3 0-3 15,-1 0 0-15,-5 0-4 16,-2 0-1-16,-1 0-1 16,-1 0 2-16,0 0-1 15,-3 0 0-15,2 0 5 16,-3 0-4-16,-1-2-4 16,-3 1 3-16,-3 0-1 15,-5 1-1-15,-2-2 0 16,-5 2 0-16,-5 0-4 15,-5 0-5-15,0 0 6 16,-5 0 1-16,2-1 1 16,-3 0-1-16,3 0 1 15,-2-2 2-15,5 2-1 16,3-2 0-16,0 0-1 16,2 3 1-16,3-4-1 15,2 4-4-15,0 0-12 16,0-3 10-16,-2 3 5 15,1-1 0-15,-5 1 2 16,0 0 0-16,-1-2-1 16,-3 2 1-16,1 0 0 15,-2 0 1-15,2 0-2 16,0 0 2-16,-3 0-3 16,-1 0 1-16,-1 0-2 0,0 0 5 15,0 0-2-15,1 0-2 16,1 0-6-16,-1 0-4 15,1 0-4-15,0 0 0 16,2 0 6-16,-3 0 4 16,0 0-4-16,-1 0 1 15,0 0 5-15,-2 0 2 16,0 0 3-16,-1 2-4 16,-2 0 3-16,1 0 2 15,0-2-4-15,-1 2 4 16,1 0-2-16,1-2 1 15,-2 0-1-15,1 0 0 16,0 0 0-16,-3 0 2 16,1 3 2-16,-2-3 2 15,-1 1-2-15,0 1 5 16,2-2 3-16,-2 1-2 16,1 0-5-16,2-1 0 15,-2 2 0-15,0-1 2 16,-1-1 3-16,-3 2 3 15,2 1-1-15,-4 1 2 16,2 5 10-16,-2 1 0 16,-1 4 10-16,0 4-6 15,0 4 2-15,0 2 4 16,0 3-4-16,0 3-7 16,0-5-5-16,0 1-3 15,0-3 2-15,0-4-3 16,0-2-6-16,2-4 1 15,2-4-6-15,-3-5-2 0,-1-2 0 16,0-2-18 0,0 0-53-16,0-5-113 0,-11-6-138 15</inkml:trace>
  <inkml:trace contextRef="#ctx0" brushRef="#br0" timeOffset="24360.87">18529 2081 363 0,'3'-7'108'0,"-2"-1"10"16,1-2-9-16,-2 0-40 16,0-3-15-16,0-1-15 15,0-1-17-15,0-1-7 16,-6-1-8-16,-4 5-3 15,-2-4-4-15,-2 3 4 16,1 6-5-16,-3 3-7 16,-1 2 1-16,1 2 4 15,0 0-1-15,3 11 6 16,3 8-6-16,4 7 6 16,3 7 5-16,3 3 8 15,0 3 5-15,0 3 11 16,12 0 8-16,2 0 6 15,-1 2 7-15,1-3-12 16,-3 0-15-16,0-1-5 16,-1-5-5-16,-1-4-6 0,-3-2-4 15,-2-3-5 1,2-4 0-16,-2-6 0 0,-1-2-2 16,-3-4-7-16,0-3-10 15,0-1-18-15,0-5-22 16,-3-1-28-16,-8 0-81 15,-2 0-78-15,-3 0-132 16</inkml:trace>
  <inkml:trace contextRef="#ctx0" brushRef="#br0" timeOffset="24585.15">18337 2373 767 0,'0'0'134'15,"0"0"-17"-15,94-27-63 16,-58 20-36-16,-3 1-12 16,0 0-4-16,-1 0-18 15,-3 2-110-15,-3 4-117 16,-6 0-212-16</inkml:trace>
  <inkml:trace contextRef="#ctx0" brushRef="#br0" timeOffset="25215.61">18881 2466 583 0,'0'0'144'0,"0"0"-5"16,0 0-46-16,0 0-19 15,90-4-31-15,-77 2-33 16,-3-1-8-16,-3 3-7 16,-4-1-20-16,-3-2-53 15,0 2-46-15,0-4-51 16,0 1-226-16</inkml:trace>
  <inkml:trace contextRef="#ctx0" brushRef="#br0" timeOffset="25406.5">18874 2357 642 0,'0'0'69'15,"0"0"-8"-15,0 0-29 16,0 0-29-16,0 0-1 16,0 0-5-16,91-11-52 15,-72 11-132-15,1-7-163 16</inkml:trace>
  <inkml:trace contextRef="#ctx0" brushRef="#br0" timeOffset="26065.93">19339 2271 607 0,'0'0'124'0,"0"0"33"16,0 0-53-16,0 0-21 15,0 0-2-15,85 82-20 16,-64-61-6-16,0-1-13 16,2 2-7-16,0-3-5 15,1-1-11-15,0 1-8 0,-4-4-4 16,-1-1-2-1,-2-4-3-15,-2 0-3 0,-5-3 2 16,-1 0-8-16,-5-4-10 16,0-1-15-16,-1-2-26 15,-1 0-29-15,2 0-39 16,-1 0-35-16,0-10-40 16,0-4-106-16,-2-4-88 15</inkml:trace>
  <inkml:trace contextRef="#ctx0" brushRef="#br0" timeOffset="26316.59">19647 2217 582 0,'0'0'58'0,"0"0"77"16,0 0-17-16,-68 77 13 15,43-40-28-15,2 1-44 16,4-2-24-16,2-3-18 16,4-6-11-16,5-5-7 15,2-7 2-15,4-6-26 16,2-3-51-16,0-4-70 16,0-2-60-16,8 0-79 15</inkml:trace>
  <inkml:trace contextRef="#ctx0" brushRef="#br0" timeOffset="26911.72">19704 1948 789 0,'0'0'124'15,"0"0"-21"-15,0 0-29 16,0 0-23-16,0 0-14 16,15-1 3-16,-10 10-12 15,1 1-9-15,2-1-10 16,-1 3-3-16,2-1-4 15,2-2-2-15,-1 1 2 16,3-2-1-16,-3-3-2 16,1-1 3-16,-4-1-10 15,3-2-11-15,-3-1-24 16,0 0-25-16,-1 0-29 16,1-1-28-16,-4-9-19 15,0 0-25-15,-3-4 3 16,0 0 1-16,0 0 40 15,0 1 52-15,0 0 65 16,0 3 10-16,-3 3 42 16,3 2 79-16,0 5 39 15,0 0-40-15,0 0-23 16,0 13 45-16,0 9-13 16,6 4 7-16,-2 7-30 15,2 1-14-15,-1 2-26 0,0-3-29 16,-1-2-24-16,1-3-11 15,-1-6-3-15,2-3-12 16,-3-1-40-16,1-5-58 16,0-1-92-1,-4-1-117-15,0-4-304 0</inkml:trace>
  <inkml:trace contextRef="#ctx0" brushRef="#br0" timeOffset="31244.77">17492 5081 183 0,'1'0'29'0,"1"0"13"15,-2 0-19-15,0 0 43 16,3 4-3-16,-3 3-57 16,3 1 1-16,1 0 29 15,0 0-31-15,2-3 0 16,-3 3 24-16,1 2-22 15,1-2 12-15,-2 2-7 16,1-1-10-16,3 2 2 16,-1-1-3-16,0 2 1 15,1-5-1-15,-1 1-1 16,2-2 0-16,-1 1 0 16,1-3 1-16,-1-1-1 15,3 1 0-15,0 1 0 0,0-1-1 16,2 0 3-1,1 0-2-15,1-2 1 0,-1 4-2 16,3-6 2-16,-1 3-1 16,2-3 0-16,-1 0 0 15,0 0 5-15,1 0-4 16,0 0-1-16,1 0 4 16,2 0-1-1,-1 0 0-15,0 0 0 0,2-3-4 16,1 3 3-16,0 0-2 15,-1 0 5-15,2-4 2 16,-1 2-5-16,1 2 1 16,0 0 0-16,0-2 1 15,-2 2-1-15,0 0-1 16,-2 0 7-16,-2 0 0 16,2 0-2-16,-3 0 2 15,3-2-3-15,1 2-5 16,0 0 0-16,2-1 1 15,1 1 0-15,-1-1-1 16,2 1-1-16,2 0 0 16,-1 0 1-16,-1 0-1 15,1 0 0-15,-1-1 1 16,1 1-1-16,-2 0 0 16,-3 0 0-16,2 0 0 15,1 0 0-15,-3 0-1 16,0 0 1-16,-1 0 0 15,0 0-1-15,0 0 2 16,-1 0-1-16,0 0 1 0,1 0-1 16,-2 0-1-1,2 0 3-15,1 0-1 16,-1 0 1-16,1 0-2 0,0 0 1 16,0-2-2-16,1 1 2 15,-4 1-2-15,3-1 1 16,-1 1 1-16,-3-2 3 15,1 1 3-15,-1 0 5 16,1 1-7-16,-1 0 0 16,3-2-4-16,1 0 2 15,-1 0-2-15,1 0 0 16,0-1-2-16,1 1 3 16,-1 0-2-16,-3 0 1 15,2 1-2-15,1 1 1 16,-4 0 0-16,3 0-1 15,-3 0 2-15,2 0 0 16,1 0-3-16,-3 0 4 16,1 0-2-16,1 0 0 15,2-1-1-15,-2-2 1 16,0 1 0-16,2 1-1 16,-1-1 0-16,0 2 2 15,1-1-1-15,-4 1 0 16,4 0-1-16,-2 0 3 15,2 0-3-15,1 0 2 16,0-1-1-16,0-2-1 16,1 2-5-16,-5-1 6 15,2 2 0-15,-6 0 0 16,3 0-3-16,-3 0 5 16,0 0-2-16,0 0 0 15,0-1 0-15,0 1 1 0,4-3-1 16,-1-1 0-1,6 0 3-15,0 0 1 0,2 0-1 16,1 0 1-16,-2 1 2 16,0 2-6-16,-4-2 1 15,-2 3-1-15,-3 0 2 16,1 0-2-16,-5-1 0 16,0 1 0-16,1 0 3 15,-2 0 12-15,3 0 8 16,-1 0-5-16,2 0-13 15,2 0-4-15,-4 0 1 16,4 0-1-16,-1 0-1 16,-4 0-1-16,3 0-1 15,-3 0 5-15,-1 0-2 16,1 0 0-16,0 0-1 16,2 0 1-16,-4 0 1 15,4 0 25-15,-3-2-6 16,2-1-18-16,-2-1 1 15,-2 2 2-15,2-2 16 16,-1 0 10-16,1-2-11 16,0-1-10-16,2 2-1 15,0-2-8-15,-3 1 4 16,-2 1 4-16,1 1 8 16,-3 0 8-16,-1 1 5 15,0-1-2-15,-1 0 4 16,-1 0-5-16,2-1-7 15,0-2-7-15,2 3-1 16,-2-4-3-16,2-1-7 16,1-2 3-16,-2-1 6 0,2 0 1 15,-2 0-3-15,-1-3-7 16,1 6-1 0,-2-2-3-16,-2 4 3 0,0 1-1 15,0 0-9-15,0 0-20 16,-2 2-32-16,-9 3-54 15,-1-1-111-15,-2 2-180 16</inkml:trace>
  <inkml:trace contextRef="#ctx0" brushRef="#br0" timeOffset="32712.03">18194 5819 329 0,'0'0'23'0,"0"0"66"16,0 0-1-16,0 0-1 16,0-4-14-16,0-1-36 15,0-2-27-15,0-1 3 16,0 0 9-16,-3 0-15 16,-7-2-2-16,1 1-3 15,-1 2-3-15,-3 1-14 16,-1 2-7-16,-4 4-10 15,1 0-27-15,-6 0 33 16,0 14 2-16,4 6 14 16,-1 2 5-16,3 6 4 15,6-2 2-15,7 3 5 16,4-5 1-16,0-5 14 16,3 0 1-16,13-6 1 15,0-1 6-15,4-4 4 16,-1-4 0-16,-1-2-14 15,1-2-3-15,-4 0 5 16,-1 0-2-16,1 0-10 16,-4-5-5-16,-1-4 1 15,-1-4-3-15,-3-1 0 16,-3-3 1-16,0 3 0 16,-2-2-5-16,-1 3 1 15,0-2 2-15,2 5 0 16,-2 3-1-16,0 3 0 15,1 1 0-15,0 3 0 0,3 0 0 16,2 9-3-16,3 9 17 16,1 8 26-16,5 3 26 15,-1 6-1-15,3 2 4 16,-1 1-3-16,-1 0-14 16,-1 0-3-16,-1 1-2 15,-3-7-7-15,-1 0-1 16,-4-5-9-16,-2-4-5 15,-3-1-2-15,0-4-10 16,0-2 0-16,-12-1-2 16,-3-3-1-16,-7 0-9 15,-2-6 3-15,-2-3-11 16,1-3-17-16,-1 0-13 16,3 0-19-16,3-8-48 15,4-6-39-15,3-1-76 16,3-4-113-16</inkml:trace>
  <inkml:trace contextRef="#ctx0" brushRef="#br0" timeOffset="32972.19">18539 6004 769 0,'0'0'18'0,"0"0"92"16,0 0-30-16,0 0-54 16,55-22-4-16,-49 19-15 15,-3 1-14-15,-3-2-73 16,0 0-74-16,0 1-103 15</inkml:trace>
  <inkml:trace contextRef="#ctx0" brushRef="#br0" timeOffset="33162.53">18490 5873 828 0,'0'0'58'16,"0"0"-3"-16,0 0-49 16,78-26-6-16,-57 22-4 15,-3-1-98-15,-4 1-186 16</inkml:trace>
  <inkml:trace contextRef="#ctx0" brushRef="#br0" timeOffset="34311.89">18965 5792 408 0,'0'0'64'0,"0"0"0"0,0 0-12 15,0 0 21-15,0 0-12 16,0 0-9-16,0 0 11 16,-1 7-17-16,-9 0-21 15,-2 5-13-15,-1 4-7 16,-3 7 9-16,2 2 2 16,-1-1-3-16,5 1-4 15,4-2-6-15,3-2 0 16,3-3 4-16,0-3 5 15,9-3 1-15,6-4 3 16,5-4-2-16,6-1-4 16,1-3-6-16,2 0 5 15,-2 0 0-15,1-11-7 16,-2-1 0-16,-4 0-2 16,-5 1-3-16,-4 0 1 15,-6 2 3-15,-2 1-1 16,-4 3 0-16,2 3 1 15,-3 0 1-15,0 0 1 16,0 2-3-16,0 0-2 16,4 0-1-16,-4 4-5 15,3 3 3-15,3 5 6 16,1-2-1-16,0 2-1 16,5-3 2-16,1 0-1 15,3-2 2-15,0-3 5 16,4-3 1-16,1-1 10 15,1 0 7-15,1-1-4 0,0-7-7 16,-2-4-5 0,-3 0 2-16,-2-2-4 15,-4 0 1-15,-5 0 0 0,-2-2 3 16,-4 0 10 0,-1 0-6-16,0 3-3 15,-4-2-4-15,-8 4 0 0,-4 1-2 16,-1 7-6-16,-5 0-2 15,-1 3-3-15,-3 0-6 16,3 4-18-16,-2 8-13 16,4-2-24-16,6-1-17 15,1-2-12-15,5 1-9 16,6-3-1-16,3-1-53 16,0 0-64-16,0-1-12 15</inkml:trace>
  <inkml:trace contextRef="#ctx0" brushRef="#br0" timeOffset="34767.43">19631 5786 592 0,'0'0'116'16,"0"0"-4"-16,0 0-49 15,0 0-8-15,-15 6-35 16,-2 5-13-16,1 4-7 16,-2-2 3-16,0 0-3 15,4 0 1-15,2-3-1 16,8 1-1-16,2-3 0 0,2-1-1 15,0 2-3-15,9 2 1 16,7-3 4-16,1 4 2 16,3 0 9-16,-2 0 8 15,-1 1 40-15,-4 0 4 16,-3 0-6-16,-4-1 0 16,-5 0-3-16,-1-4-3 15,0 3-4-15,-1-3-14 16,-12-1-6-16,-3 0-19 15,-3-1-8-15,-1-3-25 16,-3-1-31-16,0-1-47 16,-3-1-106-16,0 0-165 15</inkml:trace>
  <inkml:trace contextRef="#ctx0" brushRef="#br0" timeOffset="37919.79">18741 4352 210 0,'-2'0'52'0,"2"0"4"15,0 0-19-15,0 0 23 0,0 0 15 16,0 0-8-16,0-1-12 15,-2 0-15 1,2-2-9-16,-1 2-7 0,1-3-1 16,-2 1-5-16,1-2-5 15,1 2-3-15,0-3-7 16,-2-1-1-16,2-1-1 16,0-1 2-16,0-1 2 15,0-2 0-15,0-1 1 16,0 3 9-16,0-3-3 15,0 1-5-15,0 1 1 16,2-1-7-16,-2 4 0 16,0-3 0-1,0 3-1-15,1 1 0 0,-1 2 1 16,0-2-2-16,0 1-1 16,0 0 0-16,0 2 2 15,3-1 0-15,-3-1 0 16,4 2 0-16,-2 0 0 15,-1 2-3-15,2-2 4 16,-2 4-3-16,2-4 0 16,2 4 0-16,-1-2-2 15,2 1-4-15,4 1 5 16,0-3 3-16,0 2 0 16,4 0 0-16,1-2 0 15,2-1 0-15,1 2-1 16,2 0 1-16,0 2 1 15,-1-3-2-15,1 1 3 16,0 1-3-16,-1 0 2 16,0 1-1-16,-2-2 0 0,1 2-1 15,-1 0 2 1,-1 0-1-16,1 0 1 16,-1 0-2-16,1 0 2 0,-2 0-2 15,3 0 1-15,0 0 2 16,2 0-2-16,-1 0-1 15,1-1 2-15,2 0-1 16,1-1-1-16,-1 0 2 16,-1 1 0-16,2 1-1 15,-4-3-1-15,3 2 0 16,-4-2 1-16,0 2 2 16,-1-2-2-16,-1 1-1 15,1-1 2-15,2 0-1 16,-3 3 2-16,1-4-4 15,2 4 2-15,1-3 0 16,0 2 0-16,-1-1 0 16,3 0 0-16,-6 1-1 15,3-1 1-15,-4 1 3 16,0 0-3-16,-2 1-2 16,0-3 4-16,-1 2-2 15,0-1 1-15,3 2 0 16,-2-1-1-16,0 1 0 15,0-3 0-15,1 1 0 16,-2 2 0-16,1 0 1 16,0-2-1-16,1 0-1 15,-2 2 2-15,0-2-1 16,0 1 0-16,0 1 0 16,-2-3 0-16,2 3 0 15,-5-1 0-15,0 1 0 16,-1 0 2-16,1 0-1 15,0 0 1-15,2 0 3 0,2 0 2 16,1 0-5-16,-2-3-2 16,3 3 0-1,-3 0-1-15,-1 0 2 0,-2 0-2 16,-3 0 0-16,-2 0 0 16,-1 0 2-16,-1 0-2 15,2 0 1-15,-1 0 1 16,1 0 0-16,-1 0 1 15,2 0 0-15,0 0-1 16,-3 4-1-16,3 0 0 16,0 4 6-16,-2 2 11 15,1 3-6-15,0 1 4 16,0 2 3-16,-1 2-10 16,1-2 0-16,2-1-3 15,-1-1-1-15,2-1 11 16,-1-1 7-16,0-4 2 15,2 2-13-15,-2-4-5 16,-1-2-6-16,-1-1 4 16,-1-1-6-16,-1 0-48 15,0-2-62-15,0 0-71 16,-6 0-252-16</inkml:trace>
  <inkml:trace contextRef="#ctx0" brushRef="#br0" timeOffset="39086.89">18529 3485 347 0,'0'0'72'15,"0"-3"37"-15,0 3-10 16,0 0-20-16,0-3-13 16,0 3-1-16,0 0-10 15,0 0-10-15,0 0-8 16,1 5-21-16,4 9 16 15,1 7 21-15,1 2-16 16,1 5 26-16,1-1-25 16,-2 0-13-16,1-4 3 15,0-1-13-15,-1-4-9 16,1-3-2-16,-1-3-1 16,-1-2-2-16,1-4-1 15,-1-2 1-15,1-2-1 16,-1-2 0-16,4 0-7 15,-2 0-1-15,4-9 4 0,-1-7-1 16,1 0-7-16,0-3-8 16,1 3-6-1,-3-1 9-15,-1 4 4 0,-1 4 8 16,-5 5 5 0,0 3 1-16,0 1-4 0,0 0 0 15,0 0 10-15,1 8 2 16,0 5 3-16,3-1 0 15,-1 3-1-15,1 0 5 16,-1 1-12-16,3-1 0 16,-2-2-4-16,-3-4 1 15,4-1-1-15,-4-1-9 16,4-3-33-16,0-2-29 16,1 0-62-16,-2-2-54 15,0 0-91-15,0 0-252 16</inkml:trace>
  <inkml:trace contextRef="#ctx0" brushRef="#br0" timeOffset="39317.49">19063 3676 729 0,'0'0'35'0,"0"0"93"15,0 0-76-15,0 0-42 16,0 0-7-16,73-16-3 16,-69 13-53-16,-4 2-88 0,0 0-147 15</inkml:trace>
  <inkml:trace contextRef="#ctx0" brushRef="#br0" timeOffset="39523.92">19063 3676 792 0,'-24'-95'99'16,"40"91"-25"-16,1-3-55 15,6 2-16-15,0-3-2 16,-1 3-12-16,3-1-85 16,-4 1-86-16,-2-1-184 15</inkml:trace>
  <inkml:trace contextRef="#ctx0" brushRef="#br0" timeOffset="41214.85">19257 3444 476 0,'0'0'103'15,"0"0"34"-15,-6-2-66 16,6 0-5-16,0 1-5 16,10-2-42-16,7 1-1 15,5-2 24-15,1 2 6 16,3 1-2-16,2-2 2 15,-2 3-27-15,-2 0-12 16,-5 0-1-16,-2 0-5 16,-3 0 2-16,-3 0-1 0,-1 3 8 15,-4 4 3 1,1 2-2-16,-1 3-1 0,-3 3 2 16,-2 4-2-1,1 2-1-15,-2 2 0 0,0 0-3 16,0 5-2-16,0-3-1 15,0 3 0-15,0-2 0 16,0-4-1-16,1 0-2 16,0-4-2-16,1-3 0 15,-1-3 1-15,2-1-1 16,-3-8-12-16,2 1-20 16,-1-3-35-16,-1-1-27 15,0 0-60-15,0 0-51 16,0-5-193-16</inkml:trace>
  <inkml:trace contextRef="#ctx0" brushRef="#br0" timeOffset="41529.29">19665 3534 600 0,'0'0'110'16,"0"0"46"-16,0 0-44 15,0 0-17-15,80 43-12 16,-63-25-29-16,-2-1-17 16,1 2-14-16,-5-1-12 15,-1-1-6-15,0 0-2 16,-1-5-2-16,-2-1-1 0,1-3-2 15,0-1-13-15,-2-3-20 16,1-1-32-16,2-3-40 16,1 0-44-16,-1 0-36 15,-2-5-129-15</inkml:trace>
  <inkml:trace contextRef="#ctx0" brushRef="#br0" timeOffset="41771.91">19904 3511 583 0,'0'0'122'16,"0"0"-27"-16,0 0 24 16,-59 94-9-16,44-65-37 15,-2 1-31-15,2-3-23 16,1-4-10-16,4-3-7 15,4-3-2-15,0-5-21 16,3-5-58-16,3-3-69 16,0-4-44-16,0 0-86 15,0-4-153-15</inkml:trace>
  <inkml:trace contextRef="#ctx0" brushRef="#br0" timeOffset="42246.9">19883 3300 710 0,'0'0'43'0,"0"0"76"16,0 0-34-16,0 0-15 15,0 0-10-15,54-7-16 16,-44 7-21-16,-1 0 3 16,-2 4-11-16,-1 7 8 15,-2 1-8-15,-3 3-4 16,1 2 1-16,-2-1-7 15,0 0 1-15,0-1-5 16,0-1 0-16,0-3-3 16,0-1 4-16,3-4-2 15,1-2 1-15,2-1-2 16,1-2-2-16,3-1-12 16,-1 0-4-16,4 0-22 15,0 0-23-15,0 0-37 16,3 0-60-16,-3-2-20 15,1-2-93-15,-2 0-78 16</inkml:trace>
  <inkml:trace contextRef="#ctx0" brushRef="#br0" timeOffset="42488.49">20207 3443 568 0,'0'0'181'0,"0"0"-84"0,0 0-13 15,29 76-5-15,-22-57-30 16,3 0-23-16,-4-2-19 16,-2-2-3-16,1-2-3 15,-2-1-8-15,-2-5-32 16,-1 2-44-16,0-4-47 15,0-1-44-15,-3-2-112 16</inkml:trace>
  <inkml:trace contextRef="#ctx0" brushRef="#br0" timeOffset="42702.29">20152 3549 529 0,'0'0'98'0,"0"0"67"16,0 0-70-16,0 0-19 16,0 0-10-16,93-1-43 15,-76 1-18-15,-2 0-2 16,-1 0-2-16,-1 0-22 16,-2-2-56-16,2-6-51 15,-1 3-54-15,1-5-123 16</inkml:trace>
  <inkml:trace contextRef="#ctx0" brushRef="#br0" timeOffset="42980.45">20464 3321 610 0,'0'0'175'0,"0"0"-16"16,19 78-38-16,-12-43-13 16,6 1-25-16,-3-3-26 15,6-1-18-15,0-2-20 16,-2-6-13-16,1-4-4 16,-2-1-4-16,0-2-11 15,-3-2-34-15,-4-2-48 16,-2 1-69-16,-4-2-120 15,0-4-284-15</inkml:trace>
  <inkml:trace contextRef="#ctx0" brushRef="#br0" timeOffset="46686.71">20616 3163 182 0,'0'0'57'0,"0"0"6"16,-29-19-45-16,16 14-11 15,-3 0-5-15,-1 1-1 16,-3 1-1-16,-1 0 3 16,-2 0 15-16,-3 1-3 15,0 0-3-15,0-1-6 0,0 0-5 16,-1 2 0-16,-1 0 3 16,-2-1 3-16,1 1-6 15,0-2 0-15,0 2 1 16,0 1 4-16,2-1 7 15,-2-1 3-15,2 1-5 16,-1 1-8-16,2 0-2 16,-4 0-1-16,-1 0 1 15,-3 0-1-15,-2 0 1 16,-3 0 4-16,-3 1 2 16,-4 7-2-16,-4 1 2 15,-1 2-4-15,-4-4-4 16,0 3 1-16,1-1 2 15,1-2-1-15,4-1 5 16,4-2 24-16,2 0-10 16,2-3 4-16,7 3-6 15,0-1-12-15,4 2-7 16,1 0-1-16,2 1-11 16,1 0-6-16,-3 3-17 15,-3-1 13-15,-2 5 10 16,-7 2-2-16,-2 2-9 15,-3 2 11-15,-5 1 5 16,2 0 2-16,1 1 3 16,5-2 3-16,0-1 1 15,5-2-2-15,2 0 1 16,4-1-2-16,2 1 1 16,4-3 0-16,0 2 2 15,5 0 0-15,0-1-2 16,2 0 1-16,0 0-1 15,1 1 2-15,-1 2-1 0,0 1 1 16,-1-2 7-16,2 3 1 16,3-1 9-16,1 0 9 15,3-4-6-15,4 3-10 16,3-1-4-16,2-1-4 16,2 1-3-16,0 1 0 15,0 2-2-15,0 0 4 16,0-2-1-16,0 0-3 15,6 1 4-15,-2-3-2 16,2 2 2-16,4-4-4 16,0 1 2-16,3-2 5 15,6-3-2-15,1 2 4 16,6-2 8-16,-1-1 10 16,4-1-7-16,0 1-10 15,1-3-5-15,0 2-3 16,2 0 1-16,-3-2 0 15,3 2-1-15,-1-3 0 16,1 0 0-16,0-4 2 16,0 2-1-16,-3 0-1 15,-2 0 0-15,2-1 1 16,-3 0 0-16,0 2-2 16,0 0 1-16,3-2 0 15,-2 0 1-15,5-1 0 16,2 0 1-16,1 0 12 15,1 0 9-15,2 0-15 16,-5-1-8-16,-1-3 0 16,-3 1-2-16,-3 2 4 0,-3 0-4 15,-4 1 4 1,-2 0-2-16,-1 0 1 0,1 0-1 16,0 0 0-16,1 0 0 15,2 0 1-15,3 0-1 16,-1-3 0-16,5 0 0 15,1-1 1-15,-1 0-1 16,1 0 1-16,-4 0-3 16,-2 1 3-16,-2 2-1 15,-7-2 0-15,2 3 0 16,-5-1-1-16,0 1 1 16,-2 0-1-16,1 0 1 15,3 0 1-15,2 0-2 16,-1 0 2-16,3-3 0 15,0 2-1-15,0-1 1 16,-2 1-1-16,2-1 1 16,-4 1-2-16,2 1 1 15,-5 0 0-15,0 0 0 16,-1 0-1-16,-1 0 0 16,2 0 1-16,-2 0 2 15,8 0-1-15,-1 0 0 16,2-4 1-16,3 0-2 15,1 0 0-15,0-2 0 16,-4 4 0-16,1-2 0 16,-1 1 0-16,-1 0 0 15,-4 1 7-15,4 0 19 16,-4-1-6-16,1 0-8 16,-2 2-5-16,0-2 1 15,2 2-5-15,-1-3-2 16,-1 0-1-16,2 1 0 0,2-2 0 15,-1 1-1 1,2-1 2-16,-1-1 0 0,0-1-1 16,1 2 0-16,1-1 1 15,-2 1-2-15,1-1 1 16,-4 2 0-16,0 1-1 16,-2 0 0-16,-1 3-4 15,-1-4 3-15,-2 4 1 16,1 0 1-16,0-4-1 15,0 3 1-15,1-2-1 16,2 2 1-16,1-2-1 16,-3 2-2-16,2-2-3 15,-1 0 5-15,0 3 2 16,-1-2-1-16,-1-2 2 16,0 4-2-16,2-4 0 15,-2 1 0-15,0 0 0 16,1 1 0-16,2-1-2 15,-2-1 2-15,0 0 2 16,2 1-2-16,1 1 0 16,-3-2 0-16,-1 3 0 15,-2-2-4-15,1 2 1 16,0-1 1-16,-2-1 1 16,3 2 1-16,-2-3 0 15,4 0-1-15,-1 0 1 16,3-3-6-16,0 1 2 0,0-1 2 15,3 0 1-15,-4-2-7 16,1 2-3-16,0-2-2 16,-1 0 8-1,-2-1 8-15,3 2-4 16,-3-3 2-16,-1 1-2 0,1 1-1 16,-2-1-7-16,0 2-6 15,-2-3 11-15,0 2 7 16,0-2-2-16,-1 0 2 15,-1-1-1-15,3 0 0 16,2-2 0-16,0 1 1 16,-1-4 2-16,1 2 1 15,0-1-2-15,0-3 0 16,-3 3-2-16,-2 0-2 16,1 1 0-16,-2 2 10 15,0-1 6-15,0 0-1 16,0 2-7-16,0-1-4 15,0 0 0-15,-6 1-3 16,0-1-1-16,-3-1 1 16,-2 0 0-16,-1-5 6 15,1 3-2-15,-2-5-2 16,4 0 2-16,0 1-2 16,1 2-1-16,2 3-2 15,0 0 5-15,-1 4 9 16,1 3 2-16,-1 0 4 15,-2 3-16-15,-1 1 10 16,-3-2-11-16,0 2-2 16,-4 0-1-16,2 2 2 15,0 1-4-15,0 0-5 16,1 1-38-16,4 0-51 16,1 0-73-16,3 0-89 0</inkml:trace>
  <inkml:trace contextRef="#ctx0" brushRef="#br0" timeOffset="53928.67">21510 2392 239 0,'11'0'41'0,"0"-1"37"16,1-2 3-16,1 0-38 16,2 1 10-16,-2 0 1 15,0 2-18-15,1 0-8 16,-2 0 2-16,1 0 10 15,-2 0-9-15,3 0-11 16,-2 4-1-16,0 3 1 16,1 2-9-16,-3 2 2 15,0 3-5-15,0 2-3 16,-1 2 3-16,0 1-4 16,-2 0 0-16,1 2-3 15,1-2 1-15,-3 2-1 16,1-1 29-16,-1 4-11 15,-2 0-18-15,-1 2 11 16,-1 2 6-16,-2 3-15 0,0 0-1 16,0 2 2-16,0 1-4 15,0 0 0-15,0 0 3 16,0 1-1 0,0-2-1-16,0-2-2 0,0 2 2 15,0-1 0-15,0 1-1 16,0-1 2-16,0 3 8 15,-3 1-7-15,-2-3-2 16,1 2-1-16,4-3 8 16,0 0-3-16,0-5 15 15,0 0-19-15,10-2-1 16,2-3 2-16,-2 1 22 16,4 2 38-16,-2-5-55 15,1 3-4-15,-3-4-3 16,4-1 1-16,-2-1 4 15,0-3-4-15,0-3-2 16,0-4 4-16,-2-2-5 16,-1-2 5-16,-5-1-3 15,-1 0 1-15,-1-2 1 16,-2 0 6-16,0 0 11 16,0 0 1-16,0 0 2 15,0 0 2-15,0 1-4 16,0 2 0-16,0 1-11 15,-6 0-8-15,-2 4 0 16,-1 0-2-16,1 3 3 16,2 3-3-16,0 1 0 15,0 5 0-15,3 3 1 16,-2 5 1-16,4 2 2 16,1 3 21-16,0 6-22 15,0-2-2-15,0 5 0 0,4 3-1 16,7 5 3-16,-2 5-2 15,3 4-2-15,1 4 2 16,-3 4 2-16,3 4-1 16,-3 1 5-16,0 3-2 15,-1 0 2-15,-1 1-2 16,1 2 2-16,-1-1 2 16,0 3-3-16,1-1-1 15,-1-2-1-15,4 0-1 16,-2-7-1-16,0-2 0 15,-1-3 1-15,-1-8-3 16,-2-5 1-16,-4-4-1 16,-2-5-1-16,0-4 2 15,0-6 4-15,-8-2 8 16,-6-8 7-16,-5-2 4 16,-4-1-5-16,-3-1-1 15,-6-3-6-15,1 3-6 16,-1-2-2-16,1 0-3 15,4-3 3-15,3 0-2 16,8-5-1-16,4-1-2 16,3-6-9-16,7-2-25 15,2 0-21-15,0-2-44 16,0-11-101-16,8-6-93 16,8-5-237-16</inkml:trace>
  <inkml:trace contextRef="#ctx0" brushRef="#br0" timeOffset="57273.42">22671 2164 620 0,'0'-8'100'16,"0"-5"-35"-16,0 1-26 16,0-2 15-16,0-2-10 15,-4 0-11-15,-4 4-18 16,1-4-4-16,-6 5-8 15,-1 0-2-15,-4 5-2 16,-3 4 1-16,-4 2-4 16,-1 0-2-16,0 0 4 0,-3 12 0 15,5 4 1-15,5 2-1 16,2 5 0 0,6 4-2-16,6 7 2 15,5 4 3-15,0 5 7 0,0 1 6 16,11 3 6-16,2-3-2 15,3-3 7-15,0-3 9 16,-2-3 12-16,-2-3-11 16,1-7-10-16,-4 1 0 15,-3-2-2-15,-1-3-9 16,-5-2-7-16,2 0-2 16,-2-3-1-16,0-6-1 15,0-1-5-15,0-4 1 16,0-2-14-16,0-3-9 15,0 0-14-15,-4 0-19 16,-4 0-45-16,-1-3-98 16,-5-9-48-16,2 1-180 15</inkml:trace>
  <inkml:trace contextRef="#ctx0" brushRef="#br0" timeOffset="57490.18">22363 2533 846 0,'0'0'109'0,"0"0"38"16,0 0-61-16,106-22-32 0,-69 16-36 15,-1-2-11-15,4-2-7 16,-3 2-58-16,-3-2-99 15,-9 1-170 1,-3-2-398-16</inkml:trace>
  <inkml:trace contextRef="#ctx0" brushRef="#br0" timeOffset="58538.91">23045 1944 440 0,'0'0'97'16,"0"0"35"-16,0 0-26 15,0 0-54-15,-12 15-21 16,-2 8-11-16,-2 12 37 0,-1 10-1 16,-1 7-11-1,3 7-1-15,2 4-7 16,1 3-9-16,5-2 3 0,6-3-7 15,1-3 1-15,0-3-3 16,15-7-4-16,10-1 0 16,1-3 3-1,6-3-3-15,0-2 8 0,2-6 5 16,-6-1-20-16,-4-9-5 16,-2-4 1-16,-8-6-2 15,-2-3-4-15,-7-5-1 16,-3-1 2-16,-2-4-4 15,0 0-1-15,0 0-10 16,0-2-7-16,0-9-50 16,-2-3-61-16,-3-4-33 15,2 1-69-15,1-3-191 16</inkml:trace>
  <inkml:trace contextRef="#ctx0" brushRef="#br0" timeOffset="59540.9">23390 2426 300 0,'0'0'66'0,"0"0"31"15,0 0-13-15,0 0-5 16,7-12-1-16,-5 8-19 15,-1 0-4-15,1 0-9 16,1-1 8-16,-3 1 8 16,0 2-13-16,0-1-18 15,0 0-8-15,0-1-5 16,0 4 0-16,0-4-2 16,0 1-9-16,-3 2 0 15,-6-2-7-15,-4 3-2 16,1 0-1-16,-3 0-2 15,0 0 0-15,-1 7 2 16,5 5 2-16,0 0-1 16,3 1 0-16,4 0 0 15,2-2 0-15,2-2 1 16,0 0-1-16,0-4 0 0,8-1 3 16,4-1 0-1,0-2 0-15,2-1 1 0,-1 0 2 16,1 0-2-16,-2 0-1 15,-3 0-1-15,-1-5 7 16,-2-2-4-16,-3-1 1 16,-1 2-2-16,-1-2-2 15,-1 2 0-15,2 0-1 16,-2 2 3-16,0 1-1 16,0 1-1-16,0 2 0 15,1 0-2-15,2 0 4 16,2 3-4-16,-1 10 10 15,3 4 5-15,2 5 6 16,-1 1 8-16,7 4 1 16,-4-4 4-16,1 0 10 15,1-1 0-15,-3-2-7 16,0 0 0-16,-3-5-8 16,0 0 1-16,-4-1-6 15,-3-4-2-15,0 1-6 16,0-2-4-16,-4-2 1 15,-9-1-2-15,2-3-8 16,-7 1-8-16,5-4-29 16,-1 0-22-16,-1 0-34 15,4-11-56-15,-1-3-110 16,7-3-162-16</inkml:trace>
  <inkml:trace contextRef="#ctx0" brushRef="#br0" timeOffset="60741.96">23728 2030 310 0,'0'0'50'0,"0"0"30"0,0 0-8 15,0 0 0-15,0 3 11 16,0 6-13-16,-3 6-7 16,-5 5-16-16,-3 3 24 15,0 4-28-15,1 6-4 16,0 2-6-16,0 0 5 16,5 2-4-16,2 2-6 15,3-3-6-15,0 0-7 16,0 0-3-16,0-4 1 15,8-3 7-15,3-2-6 16,-1-5-1-16,1-3 5 16,1-2-3-16,2-3-3 15,-2-1-2-15,1-2 1 16,-2-3-9-16,1-3-1 16,-6-1-1-16,2-2-11 15,-4 0-28-15,1-2-23 16,-2 0-47-16,0 0-84 15,-1 0-91-15,-1-9-308 16</inkml:trace>
  <inkml:trace contextRef="#ctx0" brushRef="#br0" timeOffset="61964.85">23858 2232 400 0,'0'0'97'15,"0"0"-1"-15,0 0-19 16,0 7 25-16,1 9 7 16,2 3-21-16,0 5 2 15,2 1-19-15,-1 3-22 16,1 0-3-16,1-2-4 16,-1-2-12-16,1-4-8 15,0-4-2-15,-1-3-7 16,1-4-3-16,0-2-4 15,-2-3-2-15,0-3-2 16,-1 1-2-16,0-2 3 16,0 0-3-16,3 0 3 0,2-6 1 15,1-5-4-15,1-1-2 16,0 0-7-16,1-1 0 16,-1 4 0-16,-2 1 0 15,-2 4 3-15,-2 1 3 16,2 3-1-16,-1 0-1 15,1 0-1-15,0 3 12 16,0 5-3-16,2 3 1 16,-3 0-2-16,1-2 0 15,1 2-3-15,-1-4 1 16,-2-2 2-16,1-1-14 16,-1-1-29-16,1-3-49 15,2 0-51-15,-5 0-64 16,3 0-90-16</inkml:trace>
  <inkml:trace contextRef="#ctx0" brushRef="#br0" timeOffset="62393.64">24245 2271 561 0,'0'0'100'0,"0"0"-9"16,0 0-23-16,0 0 16 16,-14 52-10-16,6-29-30 15,-1 0 4-15,3 1-10 16,3-1-18-16,1-2-8 16,2-5-5-16,0 0-6 15,0-5-1-15,5-2 2 16,2-3-5-16,3-2-2 15,0-4-11-15,0 0-38 16,2 0-39-16,-4 0-61 16,3-2-36-16,-5-7-97 15</inkml:trace>
  <inkml:trace contextRef="#ctx0" brushRef="#br0" timeOffset="62668.31">24333 2353 569 0,'0'0'169'16,"0"0"10"-16,0 0-48 16,0 0-36-16,60 71-34 15,-49-58-25-15,3-3-12 16,-2-1-11-16,-1-3-6 15,-2 0-6-15,-1-2-1 0,0-3-5 16,-1 1-25 0,-1-2-19-16,1 0-32 15,-2 0-40-15,-1-7-64 16,2-5-55-16,-5-1-67 0</inkml:trace>
  <inkml:trace contextRef="#ctx0" brushRef="#br0" timeOffset="62860.99">24489 2357 358 0,'0'0'100'0,"0"0"24"16,0 0-33-16,0 0-12 15,0 0 13-15,0 0-20 16,-79 80-40-16,67-64-15 16,4-3-12-16,2-3-6 15,3-3-5-15,1-2-35 16,2-2-36-16,0-3-58 15,0 0-113-15,3 0-163 16</inkml:trace>
  <inkml:trace contextRef="#ctx0" brushRef="#br0" timeOffset="63235.86">24569 2235 626 0,'0'0'180'0,"0"0"-47"16,0 0-28-16,0 0-22 0,48 82-17 16,-42-57-11-16,0 2-1 15,-1-4-13-15,-2 1-16 16,-2-5-14-16,-1-1-7 16,0-3-3-16,0-4 0 15,0-3-14-15,0-3-30 16,0-2-49-16,-1-3-62 15,-7 0-106-15,-2 0-171 16</inkml:trace>
  <inkml:trace contextRef="#ctx0" brushRef="#br0" timeOffset="64070.71">24532 1835 342 0,'0'0'102'16,"0"0"-8"-16,0 0-27 16,0 0 1-16,11-6-9 15,3 6 30-15,9 13 6 16,8 6-9-16,6 7-25 15,6 3-3-15,2 6-16 16,3 5-9-16,-3 2 0 0,-4 3-10 16,-4 1 9-16,-10 3-5 15,-7 1 3 1,-8 0-5-16,-8 0-10 0,-4-2 1 16,0-2 1-1,-13 1 0-15,-3-5-6 0,-2-2 1 16,-1-7-6-16,1-1 0 15,4-6-5 1,0-1 0-16,3-2 2 0,3-7-6 16,1-1 6-16,1-7-4 15,3-1-17-15,1-4-18 16,1-3-30-16,1 0-28 16,0 0-43-16,0-7-93 15,0-10-169-15</inkml:trace>
  <inkml:trace contextRef="#ctx0" brushRef="#br0" timeOffset="64733.25">24810 1659 424 0,'0'0'15'15,"0"0"34"-15,0 0 31 16,0 0 20-16,81 20 17 15,-46 7-22-15,5 9-7 16,5 3-6-16,1 7-9 16,0 6-20-16,-1 5-14 15,-6 5-10-15,-5-1-5 16,-6 6 4-16,-7 2-1 16,-9 3-2-16,-7 3-4 15,-5-5-2-15,0 1-5 16,-17-3 0-16,-4-4 4 15,-2-6 0-15,1-4 7 16,2-5-4-16,1-5-11 16,5-5 1-16,1-9-1 15,4-4-9-15,2-4 0 16,2-9 0-16,1-4-6 16,4-6-16-16,0-3-18 15,0 0-14-15,0-20-14 16,4-5-87-16,4-8-144 15,-2-8-216-15</inkml:trace>
  <inkml:trace contextRef="#ctx0" brushRef="#br0" timeOffset="65834.36">25213 1506 515 0,'0'0'91'16,"0"0"17"-16,0 0-31 16,0 0-1-16,79-29 4 15,-45 25-2-15,0 4-27 16,5 0-18-16,-1 0-4 16,-4 5-10-16,-2 10-3 15,-4 9-7-15,-4 7 3 16,-6 6 0-16,-4 8 2 15,-2 8 0-15,-8 6-4 16,-3 9 2-16,-1 6 6 16,0 8-4-16,0 8 1 15,0 6 24-15,0 0-22 16,0-1-2-16,2-5 17 16,6-7-18-16,2-8-11 15,1-9 13-15,1-4-4 16,-1-6-1-16,-2-4 8 15,-1-8-1-15,-1-2-8 16,-1-9-2-16,-2-2-2 16,-2-8-3-16,-1-7-1 15,1-2 5-15,-2-5-3 16,0-3-2-16,0-4 2 16,0-2 14-16,0 0 4 0,0 2 3 15,0-2-3-15,-3 3-3 16,-10-2-5-16,-7 5-5 15,-8-1-3-15,-5 2-1 16,-5 0 1-16,-1-1-6 16,2 1 0-16,1-1 1 15,7-4-4-15,6 0-16 16,4-2-33-16,6 0-31 16,2 0-26-16,2-10-54 15,1-8-131-15,5-6-192 16</inkml:trace>
  <inkml:trace contextRef="#ctx0" brushRef="#br0" timeOffset="66367.7">25902 1543 699 0,'0'0'159'16,"0"0"19"-16,0 0-44 15,0 0-27-15,15-62-27 16,2 37-25-16,0 0-16 16,2 1-14-16,1 2-18 15,-3 3-5-15,2 4-7 16,-3 4-29-16,-3 6-54 15,-3 2-94-15,-6 3-145 16,-1 0-223-16</inkml:trace>
  <inkml:trace contextRef="#ctx0" brushRef="#br0" timeOffset="67570.78">22244 1719 315 0,'0'0'89'15,"0"0"-16"-15,0 0-26 16,0 0 35-16,-87-53-3 16,72 46-51-16,0 0-1 15,2 6 7-15,2 1-20 16,1 0-6-16,3 12-6 15,1 8-6-15,0 9 3 16,2 11 1-16,1 6 11 16,3 11 57-16,0 4-28 15,0 7-12-15,0 3 1 16,0 3-9-16,6 0 17 16,-2 1 25-16,1-1-6 15,-2-2-11-15,0-1 2 16,-2-4-11-16,3-4-12 15,-1-3-5-15,4-6-8 16,-4-1-4-16,3-5 3 0,-2-6-1 16,2-5-1-1,-3-6-3-15,1-4-1 0,-1-8 3 16,-1-5 0-16,1-4 6 16,-3-3 1-16,1-3-2 15,0-2-7-15,2-2-1 16,3 0 2-16,0 0-3 15,5 0 6-15,6 0 7 16,3 0-6-16,6 0-8 16,4-3 0-16,5-3-2 15,5 2-7-15,6 0-4 16,2 0-26-16,5 0-30 16,-1 1-53-16,-7 2-110 15,-6-2-170-15</inkml:trace>
  <inkml:trace contextRef="#ctx0" brushRef="#br0" timeOffset="69329.88">22190 4235 674 0,'0'0'86'0,"26"0"67"16,-7 0-42-16,2-4-36 16,-3 0-22-16,1 0-29 15,-3-2-19-15,-2 5-5 16,-4-3-9-16,-3 4-40 16,-3-4-45-16,-4 1-67 15,0-1-48-15,0 0-195 16</inkml:trace>
  <inkml:trace contextRef="#ctx0" brushRef="#br0" timeOffset="69538.77">22168 4089 865 0,'0'0'88'0,"0"0"-19"16,0 0-53-16,0 0-10 16,0 0-9-16,84-18-14 15,-51 14-94-15,3 0-107 16,1-3-237-16</inkml:trace>
  <inkml:trace contextRef="#ctx0" brushRef="#br0" timeOffset="70572.75">22991 3870 485 0,'0'0'103'0,"0"0"30"16,0 0-58-16,0 0-14 16,-12-72-3-16,1 56-9 15,-3 5-12-15,0 3-10 16,-4 4-7-16,-1 4-5 16,1 0-6-16,-4 0 1 15,3 8 2-15,-1 12-3 16,5 3-2-16,1 7-3 15,8 4 1-15,3 4 2 16,3 0 10-16,0 1 2 16,6 2 5-16,6 2 5 0,2 1-1 15,-2 1 4-15,1-1 0 16,-4 2-9 0,-1-2-1-16,-2 0-12 0,0-2 2 15,-1-3 1-15,0-7-6 16,-1-3-4-16,-1-5 1 15,0-6-3-15,-1-4-2 16,-1-7 4-16,-1-2-3 16,0-3-5-16,0-2-14 15,0 0-15-15,-1 0-14 16,-7-5-71-16,-2-7-58 16,-4-3-47-16,-2-1-85 15,-3-3-146-15</inkml:trace>
  <inkml:trace contextRef="#ctx0" brushRef="#br0" timeOffset="70764.86">22738 4347 841 0,'0'0'157'15,"0"0"-26"-15,0 0-67 16,93-24-34-16,-64 19-18 15,-1-2-10-15,-1 2-13 16,0-2-58-16,-4-1-97 16,-3-1-130-16,-2-5-360 15</inkml:trace>
  <inkml:trace contextRef="#ctx0" brushRef="#br0" timeOffset="71132.89">23403 3691 794 0,'0'0'57'16,"0"0"76"-16,-35 72-55 15,20-37-19-15,0 4-19 16,2 1-27-16,0-3-11 15,4 2-3-15,-3-1-33 16,3-5-104-16,-1-4-115 16,-2 0-332-16</inkml:trace>
  <inkml:trace contextRef="#ctx0" brushRef="#br0" timeOffset="71976.08">23740 3701 462 0,'0'0'91'0,"0"0"69"15,0 0-55-15,0 0-28 0,-31 33-19 16,8-1 22-16,-3 13-3 15,-2 9-15-15,-1 9-13 16,4 10-3-16,2 4-5 16,6 2-5-16,8 1-4 15,9-2-12-15,0-1-2 16,7-8 4-16,16 0-6 16,5-7 2-16,2-3-7 15,0-4 6-15,1-5 4 16,-3-4 6-16,-6-5-2 15,0-5-16-15,-6-9 0 16,-3-5-5-16,-4-7 0 16,-3-6-1-16,-3-4-1 15,0-3-2-15,-3-2-4 16,0 0-2-16,2 0 0 16,-1-6-12-16,2-5-22 15,2-4-24-15,2-6-20 16,1 0-45-16,2-3-95 15,-2-6-129-15</inkml:trace>
  <inkml:trace contextRef="#ctx0" brushRef="#br0" timeOffset="102405.79">23880 4198 258 0,'0'0'69'0,"0"0"19"0,0 0-4 15,0 0-6 1,0 0 8-16,0 0-19 0,0 0-18 16,0 0-11-16,0 0 3 15,0 0-7 1,0 0-7-16,0 0 1 0,0 0 7 16,0 0 15-16,0 0-7 15,0-1-14-15,0 0-9 16,0-6-7-16,0 3-1 15,0 0-2-15,0-3 3 16,0 2-4-16,0-4-3 16,0 1-5-16,0 0 3 15,0 1-4-15,-1 1 3 16,-7 0-5-16,-1 2-4 16,-5 4 9-16,-6 0-16 15,-5 0-7-15,-4 8 5 16,1 9 2-16,-1 6 4 15,3-3 2-15,7 6 2 16,4-4 2-16,7-3 0 16,6-4 0-16,2-3-2 15,0-4 2-15,8-3 2 16,6-2 2-16,3-3 3 16,3 0 7-16,1 0-5 15,0-4-2-15,1-7 2 16,-4 2-5-16,-1-2 3 15,-4 2-4-15,-2-1 3 16,-4 0 1-16,-2 3-3 16,-2 0 2-16,-2 3 1 0,1 1-2 15,-2 3 6 1,0 0 2-16,1 0-9 16,1 0-4-16,2 1-8 0,1 9 6 15,1 8 24 1,0 4 1-16,3 5 4 0,-1 8-3 15,0 1 12-15,-2 3 6 16,-1 0-9-16,-2-1 0 16,0-1 6-16,1-1-1 15,-2-8-3-15,1-2 2 16,-3-4-10-16,0-4 0 16,0-5-1-16,0-2 2 15,-3-3-6-15,-9-1-6 16,-2-3-3-16,-3-2-2 15,-2-2-7-15,-4 0-21 16,0 0-19-16,0-9-18 16,1-3-29-16,3-3-60 15,0-1-120-15,5 0-158 16</inkml:trace>
  <inkml:trace contextRef="#ctx0" brushRef="#br0" timeOffset="103778.01">24143 3950 338 0,'0'0'77'16,"0"0"29"-16,0-3-13 0,0 3-9 15,0 0-15-15,0 0-11 16,0 0-10-16,0 0-9 16,0 0-6-16,0 10-5 15,-3 4 8-15,-5 2 13 16,2 3 13-16,-3 3-31 16,3 0 4-16,0-1-13 15,2 1-5-15,0 0-8 16,1-2-5-16,3 0-2 15,0-2 3-15,0-2-1 16,0-1 6-16,4-2 2 16,4 1 0-16,-2-2 9 15,2 1-13-15,-2-4-1 16,-1-2-3-16,-2 0-1 16,0-2-1-16,0-1 0 15,0 0-3-15,-3 0 4 16,3 1-5-16,-3-1 2 15,1-2 0-15,0 1-2 16,-1 0-12-16,0-1-32 16,0 1-31-16,0-3-51 15,0 0-98-15,0 0-169 16</inkml:trace>
  <inkml:trace contextRef="#ctx0" brushRef="#br0" timeOffset="104844.84">24270 3975 365 0,'0'0'101'0,"0"0"19"16,0 0-10-16,0 0-21 15,-2-2-4-15,2 9-1 16,0 5 12-16,0 6-23 16,0 4-21-16,0 5-1 15,2-4 12-15,2 5-22 16,1-1-8-16,-2-2-6 16,2-2-4-16,-2-4-6 15,1-4-3-15,-1-3-4 16,2-2-3-16,-4-4-6 15,1-1 4-15,0-4-4 16,1-1-1-16,0 0 1 16,6-1 6-16,-1-10-4 15,0-2 3-15,4 0-7 16,-1-2 0-16,0 4-1 16,-2 3-6-16,0 1 2 15,-4 4 3-15,1 3 0 16,1 0-5-16,-2 0-2 15,0 3 6-15,3 8 7 16,-1 0-2-16,1 1 1 0,0-3 1 16,-2 2 1-16,1-2-4 15,0-1 2 1,-3-1-2-16,1-2 2 0,1 2-19 16,-2-6-31-16,0 2-32 15,5-3-66-15,-4 0-77 16,1-2-105-16</inkml:trace>
  <inkml:trace contextRef="#ctx0" brushRef="#br0" timeOffset="105623.11">24683 3988 534 0,'0'0'113'16,"0"0"9"-16,0 0-32 16,0 0-33-16,-21 17 10 15,13-4-21-15,-1 3 5 16,1 5-12-16,0-1-6 15,2 3 5-15,1 0-9 16,2 2-11-16,2-5-4 16,1 2-5-16,0-4 1 15,0 0-6-15,0-3 2 16,5-2-1-16,4-4 1 16,1-2-3-16,-1-3-2 15,1-1-5-15,0-3-10 16,0 0-18-16,1 0-44 15,-3 0-57-15,-1-4-77 0,-3-3-84 16,-1-2-224-16</inkml:trace>
  <inkml:trace contextRef="#ctx0" brushRef="#br0" timeOffset="106006.7">24790 4107 688 0,'0'0'87'15,"0"0"72"-15,0 0-57 16,0 0-20-16,0 0-14 16,78 50-22-16,-62-38-26 15,-5-4-1-15,1 0-7 16,-4 2-4-16,0-5-3 16,-2 1-5-16,0-3 1 15,-4 0-4-15,1-1-12 16,-3-2-21-16,3 0-26 15,-3 0-21-15,0 0-22 16,0-4-62-16,0-5-71 16,0-3-127-16</inkml:trace>
  <inkml:trace contextRef="#ctx0" brushRef="#br0" timeOffset="106234.81">24917 4110 553 0,'0'0'115'0,"0"0"-9"0,0 0-28 15,0 0 5-15,-61 71-19 16,49-59-27-16,3 1-19 16,0-2-12-16,3-1-6 15,2-2-9-15,2 0-44 16,2-4-39-16,0 1-46 15,0-5-93-15,0 0-175 16</inkml:trace>
  <inkml:trace contextRef="#ctx0" brushRef="#br0" timeOffset="106919.12">24979 3937 438 0,'0'0'65'0,"0"0"48"16,0 0-9-16,0 0-24 15,0 0 12-15,23 51-7 16,-10-33-9-16,1 3-5 16,1 0-21-16,1 1 3 15,-5 1-9-15,1 1-10 16,-2 0 1-16,-4-2-6 16,0 0-5-16,-6-3-1 15,0 1-7-15,0-2-6 16,0-3-3-16,0 0-3 15,-6-3-2-15,-2-1 0 16,3-3-2-16,-2-1-9 16,4-6-16-16,-3 1-19 0,1-2-24 15,3 0-54 1,-3-3-92-16,0-12-175 16</inkml:trace>
  <inkml:trace contextRef="#ctx0" brushRef="#br0" timeOffset="107762.57">25102 3791 285 0,'0'0'84'15,"0"0"6"-15,0 0-12 16,0 0-12-16,0 0 23 16,1 0-54-16,5 2-6 15,4 10 46-15,4 2 20 16,4 5 1-16,4 3-9 16,5 3-16-16,2 4-18 15,0 2-13-15,-2 2-12 16,-1 0 1-16,-4 2 7 15,-6 1-5-15,-5 3 7 16,-5-3-15-16,-6 3 1 16,0-1 2-16,-7-1-4 15,-6-5-3-15,-3-1-6 16,1-2-4-16,4-7-4 16,-1-5-1-16,7-5-2 15,-1-5 0-15,3-7-15 16,3 2-10-16,-2-2-17 15,1 0-18-15,1-2-32 16,-2-8-118-16,-1-3-175 16,-2-7-298-16</inkml:trace>
  <inkml:trace contextRef="#ctx0" brushRef="#br0" timeOffset="109719.14">24215 3850 75 0,'0'0'56'0,"0"0"3"16,0 0 11-16,0 0-16 15,0 0-3-15,0 0 7 16,0 0 1-16,0 0 3 16,0 0-3-16,0 0-2 15,0 0-6-15,0 0-8 16,0 0 0-16,0 0 2 16,0 0-2-16,0 0-1 15,0 0 3-15,0 0-5 16,0 0-1-16,0 0-1 15,0 0-8-15,0 0-3 16,-1 0-3-16,-5 0 0 16,1 6-9-16,-1 4 0 15,1 1-6-15,-4-3 4 16,2 5 1-16,0 1-5 16,-1-1 3-16,1 1-3 15,1 0 1-15,2-2 1 16,0 1 1-16,-2-3-5 15,3 0 0-15,-2-1 0 16,2-1 1-16,0 4-1 16,-2-5 2-16,2 2 2 15,2 1-3-15,-1 0-4 16,2 0 0-16,0-1 1 16,0 1 4-16,0 0 1 15,0-2-1-15,0-1-3 16,0 1-1-16,0 0-1 15,-1 0-1-15,1 1 2 0,0-2-3 16,0 2 3-16,0-2 2 16,0-1 0-16,0 0 0 15,0 1-1-15,0-2-3 16,0-1 0-16,0 1 1 16,0 1-2-16,0-1 4 15,1 2-2-15,2-1 1 16,2 1 2-16,-1-1 1 15,1 1-4-15,-3-1 0 16,2 2-1-16,1-4-1 16,-4 3-1-16,4-3 1 15,-4 0 0-15,1-2 0 16,0 1 0-16,1 1 2 16,0 0-2-16,0 1 3 15,1 0-1-15,1-1-1 16,-2 1-1-16,-1 1 2 15,1-2-1-15,0 2-1 16,0-3-1-16,-1 2 0 16,-1-2 0-16,2 1 1 15,-1-2-1-15,-1 1 0 16,2-1 1-16,-2 1 0 16,0 0 0-16,1 1 1 15,-1-1 2-15,2 0-3 16,0-1 2-16,0 2 1 15,2 3-1-15,-2-4 2 16,1 1-1-16,1 0-1 0,-2 1 1 16,2-1-4-1,-2 1 2-15,1-1 2 16,-3-1-1-16,2 0-1 0,0 1 0 16,-1-4-1-16,1 4 0 15,-3-2 2-15,4-2 2 16,-4 2-2-16,3 0 2 15,-3-2-3-15,1 2 0 16,1-2 1-16,-2 1-5 16,0-1 4-16,1 0-2 15,-1 0 0-15,0 0 1 16,0 0 1-16,0 0-4 16,0 0-5-16,0 0-23 15,0 0-28-15,0-5-50 16,0-5-104-16,-4-2-306 15</inkml:trace>
  <inkml:trace contextRef="#ctx0" brushRef="#br0" timeOffset="113011.8">25302 3507 54 0,'0'-1'18'16,"0"1"16"-16,0 0 22 15,0-3-5-15,0 2-9 16,0 1 4-16,0 0 2 15,0-2 17-15,0 2-11 16,0-2 0-16,0 2-14 16,0 0-18-16,0 0 3 15,0 0 7-15,0 0 13 16,0 0 3-16,0 0-10 16,0 0-2-16,0 0 8 15,0 0 5-15,0 0-3 16,0-2 5-16,0 1-8 15,0 1-12-15,0 0-6 16,0 0-4-16,0 0 3 16,0 0-6-16,0 0-2 15,0 0 13-15,0 7-10 16,5 1 17-16,3 3 2 16,1 1-5-16,2 1-12 15,0-3 1-15,-1 0-2 16,3 3-4-16,-2 0 2 15,4 0-5-15,-5 3 1 16,5 1-1-16,-4 1-4 0,3-1 1 16,1 1-2-16,-4 1 0 15,7 1-5-15,-5-3 2 16,1-1 3-16,-2 0-2 16,-1 0 3-16,1-2-2 15,-2-2-4-15,-1 2 3 16,0 1 3-16,0 0-7 15,2-2 2-15,-3 4 1 16,2-3-2-16,-1 1 0 16,1 0 2-16,0-1-1 15,-1-1 1-15,-2 3-1 16,-1-3-1-16,2 2 0 16,-2 2 1-16,-1-2-3 15,0 2 1-15,0-2-1 16,2 0 0-16,-4 2 0 15,1-2-1-15,-1-3 2 16,0 3 1-16,0 0 1 16,0-1-1-16,0 1-1 15,-2 1-1-15,1-1 1 16,2 1 0-16,-4-2 0 16,2 1-2-16,-2 0 1 15,2 1-1-15,-2-1 1 16,0 2-1-16,1-1 1 15,-1 0 10-15,0 3-9 16,0-3 0-16,0 0-1 16,0 1 1-16,0 2 2 15,0-3 11-15,0 3-10 0,0 1-2 16,0-1-1-16,0 0 4 16,-4 1 0-16,-3 0-4 15,0-1-1-15,1 2 0 16,-1-4 2-16,-3 0 8 15,3 3-9-15,-1-5 2 16,1-1 2-16,0-1 1 16,1 1 8-16,0-1-12 15,-1-2-1-15,1 2-1 16,-2 2 1-16,2-3 3 16,-1 3 5-16,-2 1-5 15,0-1-5-15,1-1 1 16,0 1 2-16,1 0 8 15,-1-3-8-15,2-2-1 16,1-1 1-16,1 0-4 16,0-2 0-16,-1 5 2 15,0-1-1-15,-1-1 0 16,1 1 1-16,0 2 2 16,-4-2-4-16,2-2 1 15,1 1 0-15,2 0 3 16,-2-3-2-16,1 0-2 15,3 0 1-15,2-3 0 16,-3 0 1-16,3-4 0 16,0 1 0-16,-3 2 1 15,3-3-1-15,0 0 3 16,0 0-5-16,0 0 3 16,0 0 0-16,0 0 1 15,0 0-4-15,0 0-7 0,0 0-8 16,0 0-18-1,0 0-18-15,0-7-20 16,0 0-52-16,0-5-77 0,0 1-194 16,-1-2-375-16</inkml:trace>
  <inkml:trace contextRef="#ctx0" brushRef="#br0" timeOffset="125296.94">26058 4175 381 0,'0'0'33'0,"0"0"62"0,17 14-10 15,-11-6-24-15,-3-1 14 16,-2-2 2 0,-1 2-6-16,0-3 9 0,0 0-8 15,0-1-7-15,-4 0-12 16,-4-3-8-16,2 0-16 15,-3 0-18-15,0 0 1 16,5-3 0-16,-3-7 0 16,4 2-5-16,3-1-2 15,0 1-2-15,0 1-1 16,0 4 1-16,0 2-4 16,0 1-3-16,3 0 1 15,2 0 4-15,0 4 6 16,-1 0 10-16,-1 4 15 15,-2-4-2-15,-1-1 1 16,0-2-8-16,0-1-11 16,0 0-8-16,0 0-1 15,0 0-33-15,0 0-56 16,-1 0-135-16,-5 0-257 16</inkml:trace>
  <inkml:trace contextRef="#ctx0" brushRef="#br0" timeOffset="127071.9">26709 4159 548 0,'0'0'130'16,"0"0"-28"-16,0-7-32 15,0 1-14-15,0 1-5 16,0-2-9-16,0 0-2 16,0-3 2-16,0-1-11 15,-4 0-10-15,-6-2-8 16,-2 2-2-16,1 3-3 15,-1-2-8-15,-7 7-6 16,-2 3-5-16,-3 0-4 16,-3 13 12-16,-1 3 0 15,3 7 3-15,3 2 1 16,7-2 1-16,7 0-5 16,5-7 4-16,3 0-4 15,0-1-3-15,10-5 1 16,5-3 8-16,6-5 2 15,2-2-1-15,1 0 3 16,3 0 3-16,-3-9-5 16,1-5 0-16,-4 2-4 15,-3-3 0-15,-1 1-2 16,-5 2 0-16,-2 1 1 0,-3 5 1 16,-1 1 0-16,-3 4 0 15,0 1-2-15,0 0-3 16,1 2-1-16,6 13 6 15,0 9 14-15,5 4 10 16,2 10 16-16,1 10 15 16,3 4-3-16,-1 3 0 15,2 4 6-15,-3 0-4 16,-1-4-9-16,-3-6-3 16,-5-6-16-16,-3-4-1 15,-4-9 1-15,-3-6-1 16,0-6-14-16,-5-4 2 15,-16-6 0-15,-8-3 5 16,-7-2-7-16,-6-3-8 16,-4 0-16-16,1 0-9 15,2-9-19-15,4-8-29 16,7-4-26-16,7-3-38 16,11-3-121-16,3-5-192 15</inkml:trace>
  <inkml:trace contextRef="#ctx0" brushRef="#br0" timeOffset="128128.4">27075 3649 669 0,'0'0'47'0,"0"0"30"16,-15 46 61-16,1-21-47 0,-2 5-20 16,0-2-19-16,3 1-26 15,0-3-18-15,6-4-3 16,-1-2-8-16,4-3-28 15,1-3-52-15,-2-3-74 16,3-3-133-16,1-2-281 16</inkml:trace>
  <inkml:trace contextRef="#ctx0" brushRef="#br0" timeOffset="128766.29">27274 3798 558 0,'0'0'100'0,"0"0"4"0,0 0-32 15,-52 79 4-15,40-51 5 16,1 4-16-16,0 0-8 16,6 2-11-16,-1-1-9 15,6 1-6-15,0 1-2 16,0-3-1-16,4-3-14 16,8-3 2-16,-2-4-11 15,3-5-4-15,-1-5 1 16,-2-2-10-16,-2-6-14 15,-3 0-17-15,-1-4-35 16,-3 0-38-16,1 0-64 16,-2 0-56-16,0-1-136 15</inkml:trace>
  <inkml:trace contextRef="#ctx0" brushRef="#br0" timeOffset="129339.78">27384 3920 688 0,'0'0'65'15,"0"0"99"-15,0 0-14 16,1 85-57-16,1-56-15 16,-2 0-18-16,1 0-17 15,2-4-9-15,-2-2-7 16,2-6-9-16,0-1-5 15,0-7-7-15,0-2-3 16,-2-3-1-16,1-4-1 16,-1 0 0-16,2 0-6 15,3-4-3-15,1-7-1 16,3-2 2-16,2-4-15 16,-1 2-11-16,-1 3 13 15,0 5 9-15,-1 3 5 16,0 4 2-16,-1 0-1 15,0 0-8-15,0 7 16 16,-1 5 4-16,1 1 0 16,-1 1 0-16,-1-1-1 15,2-5-3-15,-2 0 0 16,0-1-2-16,-3-2-4 16,-2-2-18-16,1-2-29 15,1-1-65-15,-3 0-44 16,4 0-62-16,-1-12-172 15</inkml:trace>
  <inkml:trace contextRef="#ctx0" brushRef="#br0" timeOffset="129990.15">27672 4009 456 0,'0'0'95'0,"0"0"34"16,0 0-35-16,0 0-8 16,0 14-15-16,0-10-10 15,0 3-4-15,0-1-2 0,0 2-1 16,0 3-19-16,-2-1-12 16,-1 0-8-16,-3 4-2 15,3 3 3-15,-3 0 1 16,3 0-2-16,-1-1 4 15,4 1-3-15,-2-2-5 16,2-2-1-16,0-1 0 16,0-1 1-16,9-1-1 15,3-2 0-15,2 1-5 16,-2-4 1-16,2 0-6 16,-5-2-2-16,-2 0-12 15,-1-3-20-15,0 0-35 16,-2 0-45-16,-1 0-46 15,0-7-86-15,-2-4-241 16</inkml:trace>
  <inkml:trace contextRef="#ctx0" brushRef="#br0" timeOffset="130294.6">27799 4110 769 0,'0'0'66'16,"0"0"103"-16,0 0-71 16,0 0-26-16,0 0-9 0,61 79-17 15,-52-67-15-15,1-3-8 16,-3 0-12-16,2-4-6 15,-6-1-6-15,1-2-4 16,-1-2-27-16,-2 0-35 16,1 0-35-16,-2 0-28 15,3-7-91-15,-2-6-91 16,1-1 14-16</inkml:trace>
  <inkml:trace contextRef="#ctx0" brushRef="#br0" timeOffset="130461.48">27917 4137 451 0,'0'0'118'0,"0"0"31"0,0 0-41 16,0 0-10-16,-82 72-30 15,64-56-24-15,2-2-25 16,3-4-16-16,4-2-2 16,3-1-37-16,2-5-57 15,4-2-53-15,0 0-80 16,0 0-201-16</inkml:trace>
  <inkml:trace contextRef="#ctx0" brushRef="#br0" timeOffset="130793.97">27974 4032 691 0,'0'0'130'0,"0"0"49"0,0 0-65 16,42 78-13-16,-33-54-21 15,-2-1-23-15,-1 1-22 16,-2-4 1-16,-4-1-11 15,0-4-14-15,0-1-7 16,0-3-2-16,-4-2-11 16,-5-2-31-16,-1-1-37 15,-3-5-83-15,0-1-158 16,0 0-232-16</inkml:trace>
  <inkml:trace contextRef="#ctx0" brushRef="#br0" timeOffset="131394.67">27938 3683 387 0,'0'0'62'0,"0"0"60"16,0 0-21-16,0 0 9 15,0 0 21-15,93 44-23 16,-63-18-41-16,2 6-12 15,1 6-2-15,-4 4-8 16,0-1-1-16,-5 2-9 16,-2 3-3-16,-6-5 0 15,-5 1-2-15,-5-3-2 16,-5-1-6-16,-1-4 1 16,0 0-8-16,0-5-2 15,-4-6-3-15,-3-3-6 16,3-5-1-16,-2-5-3 15,3-3 1-15,0-2-23 16,-3-3-16-16,2 0-31 16,-5-2-42-16,1 0-89 15,-1 0-164-15</inkml:trace>
  <inkml:trace contextRef="#ctx0" brushRef="#br0" timeOffset="132412.25">28614 4150 533 0,'0'0'107'0,"0"0"26"16,0 0-50-16,0 0-6 16,14 12 2-16,-14-9-19 15,0 1-10-15,0 0-7 16,0-2 1-16,0 0-13 16,0 0-8-16,-1 0-9 15,1-2-3-15,0 0 1 16,0 0-1-16,0 0-3 15,0-3 0-15,0-4-6 16,0 1-4-16,0-2 2 16,1 4-4-16,2 1 6 15,2 3-5-15,-2 0-2 16,-1 0-4-16,1 0 9 16,0 5 10-16,-1 0 8 15,-2 0 3-15,0 0 0 16,0-2 5-16,0-1-3 15,0 0-2-15,0-1-9 16,0-1-5-16,0 0-9 16,-6 0-16-16,0 0-44 15,-3-1-74-15,1-7-131 0,2-6-281 16</inkml:trace>
  <inkml:trace contextRef="#ctx0" brushRef="#br0" timeOffset="133376.7">28874 3837 657 0,'0'0'134'16,"3"68"57"-16,1-26-50 16,2 2-32-16,3 1-25 15,-1-2-26-15,-1-1-10 16,2-3-7-16,0-6-10 15,1-6-16-15,-3-6-3 16,-1-6 1-16,-2-6-9 16,-1-3-3-16,-1-6 1 15,1 0-1-15,4 0 6 16,0-18 0-16,2-4-2 16,3-1-5-16,2-4-7 15,0 2-7-15,-1 6 3 16,-4 3 6-16,-2 8 1 0,0 2 3 15,-4 5 0-15,0 1 1 16,-2 0-4 0,2 0-1-16,3 11 4 0,0 5 11 15,2 1-4-15,1 3 1 16,-3-1-2-16,3 0-3 16,-1-4-1-16,-2-3 0 15,0-5-16-15,0-3-24 16,4-4-36-16,-2 0-50 15,1-5-75-15,-2-11-145 16,2-3-396-16</inkml:trace>
  <inkml:trace contextRef="#ctx0" brushRef="#br0" timeOffset="133616.35">29417 3639 1045 0,'0'0'20'0,"0"0"94"15,-19 76-57-15,5-40-42 16,-2 1-10-16,-1 2-6 15,-2 0-56-15,3-1-100 0,-1-7-186 16</inkml:trace>
  <inkml:trace contextRef="#ctx0" brushRef="#br0" timeOffset="133985.16">29661 3925 915 0,'0'0'63'0,"0"0"61"16,-59 100-54-16,44-60-14 16,1 1-17-16,7-3-14 15,2 0-8-15,5-1-8 16,0-4-5-16,0-3 1 16,5-5-4-16,5-1-1 15,3-8-16-15,0-4-49 16,3-8-60-16,-3-4-113 15,1 0-94-15,-4-20-181 16</inkml:trace>
  <inkml:trace contextRef="#ctx0" brushRef="#br0" timeOffset="134238.5">29765 4083 796 0,'0'0'152'16,"0"0"10"-16,0 0-52 16,69 91-26-16,-47-68-30 15,1-3-18-15,-1 0-12 16,-5-5-13-16,0-4-7 16,-3-3-3-16,-3-4-7 15,-5-4-26-15,1 0-27 16,-2 0-38-16,0-9-59 15,-1-8-131-15,-1-2-148 16</inkml:trace>
  <inkml:trace contextRef="#ctx0" brushRef="#br0" timeOffset="134405.6">29937 4114 685 0,'0'0'68'0,"0"0"85"16,0 0-33-16,-97 86-51 15,76-65-38-15,4-1-29 16,3-4-5-16,7-2-47 16,0-6-55-16,4-3-67 15,3-5-95-15,0 0-235 16</inkml:trace>
  <inkml:trace contextRef="#ctx0" brushRef="#br0" timeOffset="134798.06">29973 3798 606 0,'0'0'90'0,"0"0"101"0,0 0-31 15,73 103-35-15,-49-63-21 16,0 2-34-16,-2 3-25 16,-4 1-7-16,-6-3-5 15,-3 2 4-15,-6-6-10 16,-3-1-11-16,0-6-6 15,0-7-5-15,-1-1-4 16,-11-5-1-16,-1-5-23 16,-3-1-18-16,-1-4-14 15,1-2-38-15,-3-3-71 16,3-4-119-16,0 0-209 16</inkml:trace>
  <inkml:trace contextRef="#ctx0" brushRef="#br0" timeOffset="136479.91">22800 5801 616 0,'0'0'17'15,"0"0"61"-15,-5-44-51 16,-4 29-9-16,-1 0 5 0,-5 1-17 15,1 3-1 1,-6 5 1-16,0 3-1 16,-2 3 20-16,-1 0-16 0,0 16 20 15,3 12 5-15,3 7 2 16,6 8 20-16,4 7 22 16,7 4-2-16,0 4-11 15,3-3 4 1,13 1-5-16,3-2-13 0,0-5-6 15,-1-2-10-15,-2-2-9 16,-1-4-2-16,-4-4-11 16,-3-6-5-16,-3-4 4 15,0-3-9-15,-5-10 1 16,0-2-5-16,0-7-18 16,0-4-14-16,-3-1-11 15,-9 0-47-15,-2-5-83 16,-5-8-69-16,0-1-104 15</inkml:trace>
  <inkml:trace contextRef="#ctx0" brushRef="#br0" timeOffset="136663.12">22509 6250 981 0,'0'0'199'0,"0"0"-72"16,107-16-74-16,-64 11-21 16,1-1-24-16,-1 1-10 0,-5 1-63 15,-7 0-127 1,-5 0-176-16</inkml:trace>
  <inkml:trace contextRef="#ctx0" brushRef="#br0" timeOffset="137070.7">23179 5810 954 0,'0'0'55'16,"0"0"78"-16,-49 100-56 15,36-60-54-15,3 2-15 16,1-6-7-16,5 0-36 16,0-5-88-16,-1-4-159 15,-2-3-279-15</inkml:trace>
  <inkml:trace contextRef="#ctx0" brushRef="#br0" timeOffset="137721.06">23465 6343 806 0,'0'0'185'0,"0"0"-31"16,0 0-82-16,90 0-15 16,-73 0-38-16,-2 0-18 15,-7 0-21-15,-6 0-70 16,-2-5-67-16,0-2-172 15</inkml:trace>
  <inkml:trace contextRef="#ctx0" brushRef="#br0" timeOffset="137913.95">23442 6233 898 0,'0'0'87'0,"0"0"40"16,0 0-106-16,91-5-18 16,-66 2-5-16,-2-1-81 15,-9 2-184-15,1-3-396 16</inkml:trace>
  <inkml:trace contextRef="#ctx0" brushRef="#br0" timeOffset="141594.9">24033 5964 740 0,'0'0'72'0,"0"0"15"16,0 14-45-16,0 4 21 0,-4 6 12 16,-1 1-25-1,2 2-30-15,3 0 5 0,0-2 5 16,2-3-3-16,13-1 1 15,3-6 2-15,7-4-1 16,0-2-5-16,4 0-5 16,-1-3-4-16,-3-5-6 15,-4 2-6-15,-4-3-2 16,-4 0-5-16,-5 0-20 16,0 0-30-16,-3-7-39 15,-1-2-63-15,-1-1-81 16,-2 1-108-16</inkml:trace>
  <inkml:trace contextRef="#ctx0" brushRef="#br0" timeOffset="141869.07">24276 6004 777 0,'0'0'143'16,"0"0"35"-16,1 87-34 16,4-46-41-16,1 2-29 15,2 0-27-15,2 0-10 16,3 0-1-16,-2-4-15 16,3-4-13-16,-5-7-5 15,0-6 1-15,-1-6-12 0,-6-6-28 16,1-7-37-16,-3-3-77 15,0 0-85 1,0-15-169-16</inkml:trace>
  <inkml:trace contextRef="#ctx0" brushRef="#br0" timeOffset="142479.78">24753 5692 794 0,'0'0'119'0,"-34"71"-4"16,11-20-29-16,0 8-5 15,4 5-19-15,2 7-12 16,5 0-11-16,6 0-4 15,6 0 5-15,4-3-5 16,15-3-4 0,7-5-5-16,5-4 3 0,3-8-10 15,-2-5-6-15,-1-7-5 16,-6-8-3-16,-5-6-4 16,-6-6-1-16,-6-9-8 15,-3-5-31-15,-5-2-16 16,0 0-29-16,0-12-116 15,-5-7-286-15</inkml:trace>
  <inkml:trace contextRef="#ctx0" brushRef="#br0" timeOffset="143564.82">26510 5582 586 0,'0'0'85'0,"0"0"7"0,0 0 17 16,62 35-9-16,-30-10-8 15,7 11-30-15,5 4-6 16,3 6-5-16,2 4-5 16,-2 3 7-16,-2-2-13 15,-6 4-5-15,-7 0-7 16,-9 1-4-16,-8 3-4 16,-8 0-2-16,-7 3 3 15,0-1 6-15,0 1 0 16,-16-3-12-16,-1-3 8 15,-2-8-6-15,0-6-13 16,6-11 1-16,-1-8-1 16,6-8-5-16,4-7-10 15,1-8-29-15,3 0-13 16,0-6-5-16,0-15-74 16,0-9-128-16,3-9-121 15</inkml:trace>
  <inkml:trace contextRef="#ctx0" brushRef="#br0" timeOffset="144555.98">26870 5412 472 0,'0'0'102'16,"0"0"42"-16,0 0-45 15,0 0 2-15,-5 0 1 16,5 0-28-16,0 0-4 16,0 0-6-16,0 0-14 15,2 0-15-15,9-5-18 16,4 0-9-16,3 2-4 16,1 0 1-16,0 2-2 15,1 1-4-15,-5 0-1 16,-3 0-1-16,-4 7-1 15,-4 5-15-15,-3 2-5 16,-1 3 4-16,0 1 9 16,0-2 2-16,0 0 7 15,0-1 1-15,0-1 1 16,0 0-1-16,9 1 1 16,4-1 1-16,2 1 11 15,-3-2 14-15,-1-1 5 0,-5-1 4 16,-4 0-3-16,-2-3 6 15,0-3-4-15,0 3-6 16,-1-5-9-16,-6 1-12 16,-1-1-5-16,-1-3-10 15,0 0-30-15,0 0-41 16,-2 0-95-16,2 0-178 16,-3 0-367-16</inkml:trace>
  <inkml:trace contextRef="#ctx0" brushRef="#br0" timeOffset="148271.29">23723 4546 590 0,'0'1'60'0,"-3"1"54"15,0-1-37-15,1-1-10 16,2 2 1-16,0-2-18 16,0 0-5-16,0 0-5 15,0 0 2-15,0 0 3 16,5 0-7-16,3-7-11 15,4 0-12-15,-1 0-5 16,5 0-5-16,-3-1-3 16,4 4 0-16,-3 0-2 15,1 0 0-15,1 2-2 16,1 2 0-16,-3 0 0 16,1 0 3-16,-1 0-2 15,-3 3-1-15,1 4 3 16,-4 0 2-16,3-1 0 15,-5 2-1-15,2-2-1 16,1-2 1-16,-2 0-1 16,3-2 0-16,0-2 0 15,3 0-2-15,0 0 0 16,2 0 1-16,0-6-2 16,1-2 0-16,0 1 0 15,-1-1 3-15,-3 0-3 0,-1 2 2 16,-3 2-1-1,2 0-1-15,0 2 0 16,-1-1-2-16,3 3-2 0,-2-1 3 16,0 1-2-16,1 0 1 15,-2 0-3-15,0 0 1 16,1 1-1-16,-1 6 1 16,-4-2 4-16,7 2 0 15,-5-3 2-15,2 0 2 16,3-1-2-16,2-2 1 15,0-1 0-15,5 0 0 16,0 0-1-16,0 0-5 16,-2 0 2-16,-3-5 2 15,1 0 0-15,-5 0 1 16,2 0-3-16,-1 1-4 16,1-1-1-16,2-1 1 15,-1 2 1-15,0 0-12 16,1 2 0-16,-2 2 1 15,1 0 11-15,-1 0 0 16,-2 0 5-16,4 2 0 16,-1 2 1-16,1 0 0 15,1-4 0-15,1 0-2 16,1 0-3-16,2 0 5 16,-1 0-4-16,2 0 0 15,-2-8-5-15,-2 1 4 16,0 2 4-16,-4 0 1 15,0 1-1-15,-4 1 2 16,1 1-2-16,-2 2 1 16,0 0-2-16,0 0-6 15,0 0 5-15,1 0-1 16,1 5 1-16,-1-1-17 0,1 2 11 16,-1-2 7-16,4-1 0 15,-4-2 2-15,4 0 0 16,1-1-3-16,0 0 1 15,0 0-9-15,2-2-6 16,-3-5 5-16,1 1-6 16,-2-1 4-16,0 2 3 15,-1 1 7-15,-2 2 1 16,1-2-1-16,-1 3 3 16,0 1-2-16,-2 0 0 15,4 0-2-15,-1 0 1 16,1 1 3-16,3 3 0 15,2 3 2-15,2-1-1 16,-1-1 1-16,2 1-1 16,4 1 0-16,-2-5 0 15,1 0 1-15,0-1 4 16,-3-1 0-16,-1 0-1 16,-3 0 3-16,-2 0 12 15,-3-1 4-15,-5-3 1 16,0 2-7-16,1 1-3 15,-2 0-9-15,-2 1-4 16,1 0-2-16,-2 0-2 16,0 0-32-16,0 0-89 15,0 0-197-15</inkml:trace>
  <inkml:trace contextRef="#ctx0" brushRef="#br0" timeOffset="151637.47">17472 5218 278 0,'0'0'49'0,"0"0"3"15,0 0 24-15,0 0 4 16,0 0 0-16,7 0-17 15,0-3-23-15,5-2-12 16,5-6-11-16,5-1-7 16,1-2 5-16,6 1-5 0,-3-1-3 15,-3 3-4-15,-4 3 3 16,-2 2 5 0,-7 6 1-16,0 0-5 0,-3 0-2 15,1 7 12-15,-1 2-4 16,0 1-6-16,2 0-2 15,1-1 1-15,-3-3-2 16,4-2-4-16,1-1 3 16,2-3 3-16,1 0-6 15,4 0 4-15,3 0-1 16,1-9-5-16,3 2 4 16,-1 0-4-16,0 1 0 15,-3 3-1-15,-3 3-2 16,-3 0 3-16,-2 0 0 15,-2 6 0-15,0 4 0 16,0-1 1-16,-2 2 4 16,3-3-1-16,0-3 0 15,3 2-3-15,0-4 4 16,4-3-3-16,2 0 2 16,1 0-1-16,2 0-3 15,-1 0 3-15,-1-3 0 16,-3 3-1-16,-1 0-2 15,-3 0 0-15,0 0 3 16,-3 0-3-16,-2 3 0 16,1 2-2-16,2 2 0 15,-2-1 3-15,5-2-2 16,2-3 1-16,6-1 3 16,2 0-1-16,6-1-5 15,2-9 2-15,1 2-1 16,0-1-4-16,-5 0-3 15,-5 4-5-15,-8 2 8 0,-6 2 3 16,-2 1-10 0,-7 0-26-16,-2 0 22 0,2 0 16 15,0 0 4-15,1 0-1 16,4 0 0-16,4 0-2 16,3 0-3-16,7 0 7 15,2 0-2-15,2-3 0 16,3-1-2-16,0 0 3 15,0 4-1-15,-3 0-2 16,-6 0-40-16,-4 0 7 16,-3 0-6-16,-3 3 5 15,-1 2 8-15,-1 2 2 16,1-6 3-16,4-1 9 16,6 0 9-16,7 0 6 15,8-1-2-15,9-11 2 16,5 0-4-16,4-2-64 15,2 4-48-15,-5 0 65 16,-4 5-7-16,-12 5-37 16,-7 0-14-16</inkml:trace>
  <inkml:trace contextRef="#ctx0" brushRef="#br0" timeOffset="152103.54">19553 5153 13 0,'0'0'61'16,"0"0"-15"-16,85-10-30 15,-43 2 20-15,3-3-5 16,2 2 18-16,-3 0-40 16,-4 3-7-16,-7 3-2 15,-8 2-1-15,-9 1 4 0,-3 0-2 16,-6 0 7-16,-4 0 33 16,0 0-5-16,0 1 8 15,3 1-5-15,3-2 19 16,3 0-16-16,8 0-15 15,5 0-14-15,4 0-12 16,3-4 0-16,1 1 0 16,1 0-2-16,-3 3 0 15,-8 0-11-15,-6 0 9 16,-5 7-33-16,-4 1 4 16,-5-3 26-16,-1 2 2 15,-2-4 17-15,1-2 20 16,2-1-5-16,1 0 13 15,2 0 4-15,7 0 0 16,-3-5-39-16,5-2-3 16,1 1-2-16,-2 3-3 15,3 1-10-15,-5 2-39 16,-2 0-4-16,-4 3-23 16,-5 6-8-16,-1 3 60 15,0-2 26-15,-7-2-8 16,-4-2-9-16,-1-6-81 15,-1 0-166-15</inkml:trace>
  <inkml:trace contextRef="#ctx0" brushRef="#br0" timeOffset="154025.57">25017 6103 246 0,'0'0'93'16,"0"0"63"-16,0-1-52 0,0 1-23 15,0 0-16 1,0-2-6-16,0 2-3 0,-5 0-13 16,-2 0-21-1,-3 0-4-15,-3 3-3 0,0 9 1 16,-4 5-1-16,0 4 6 16,-3 0 11-16,3 4-14 15,4-3-8-15,1 2-8 16,5-5 1-16,7-2-2 15,0-5-4-15,0 0 7 16,12-4 10-16,4-1-8 16,5-3 4-16,2-4-5 15,5 0 1-15,-3 0-2 16,1 0-2-16,-2-8-1 16,-2 0 0-16,-6 1 1 15,-2 2-1-15,-7-2 1 16,-2 5 0-16,-2 1 2 15,-3 1 3-15,0 0-1 16,0 0-6-16,2 0-5 16,0 3 3-16,2 8 4 15,2 1-1-15,3-1 0 16,-1 0-1-16,7-2 1 16,-1-1 0-16,3 0 0 15,2-6 0-15,3 0 1 16,-1-2 4-16,0 0 12 15,0 0-1-15,-3-10-1 16,-2-1 7-16,-5-2 9 16,-2 0-2-16,-6-1-3 15,0 1-7-15,-3-3-1 16,0 2-3-16,0 0-3 16,-11 3-8-16,-3 2-4 0,-3 2-3 15,-6 3-8-15,0 4-10 16,-6 0-7-16,1 0 1 15,3 1-10 1,4 9-27-16,4-2-18 0,5 0-27 16,6-1-86-16,6-1-39 15,0-1-139-15</inkml:trace>
  <inkml:trace contextRef="#ctx0" brushRef="#br0" timeOffset="154889.72">25559 6105 489 0,'0'0'137'0,"0"0"-13"16,0 0-78-16,-28 9-8 15,9-1-11-15,-2 1-2 16,1 3 3-16,4-1 4 16,2-2 7-16,5 2-6 15,3-3-16-15,6 2-14 16,0-2-3-16,0 1 16 15,17-3-5-15,0 0 1 16,5 2 3-16,4-1 4 16,-2-1-3-16,-2 2 5 15,-5-2-5-15,-3 1 0 16,-3 0 8-16,-8 0 7 0,-3-2 5 16,0 2 8-16,0 0-6 15,-9-1-11 1,-5 1-17-16,-4 2-7 0,-2-3-7 15,1 1-23-15,0-4-41 16,1-2-71 0,3-1-87-16,1 0-172 0</inkml:trace>
  <inkml:trace contextRef="#ctx0" brushRef="#br0" timeOffset="155316.99">25785 5889 614 0,'0'0'136'0,"0"0"-3"16,-44 84-18-16,32-49-24 15,-2 0-37-15,3 4-15 16,2-2 0-16,5 1-9 0,4 0-6 15,0-2-11 1,4-6 0-16,13 2-1 0,0-6-5 16,1-3-5-16,1-4-2 15,-5-4-3-15,1-3-19 16,-5-5-39-16,-1-3-61 16,-6-4-142-16,-2 0-160 15</inkml:trace>
  <inkml:trace contextRef="#ctx0" brushRef="#br0" timeOffset="156728.5">25858 6079 442 0,'0'0'138'15,"0"0"-3"-15,0 0-43 16,0-11-6-16,5 7-9 15,5 3-8-15,6-3-15 0,-3 1-6 16,4-2-9 0,0 3-10-16,4-2-5 0,-5 2-4 15,1 1-8-15,-4 1-7 16,0 0-3-16,-4 0-3 16,-2 3 2-16,-1 8 11 15,-1 1-1 1,-3 4-2-16,-1 3-2 0,-1 5 2 15,0 0 5-15,0 3-5 16,-1 1-3-16,-9 3 2 16,4-4-1-16,0 1-2 15,3-5-2-15,2-4-4 16,1-3 3-16,0-3-3 16,0-7-1-16,0-2-10 15,0-4-26-15,0 0-33 16,4 0-51-16,0-5-81 15,4-10-170-15</inkml:trace>
  <inkml:trace contextRef="#ctx0" brushRef="#br0" timeOffset="157027.38">26170 6151 746 0,'0'0'169'0,"0"0"-21"0,0 0-60 16,0 0-2 0,93 82-22-16,-77-63-24 0,-2-2-17 15,-1-1-11 1,-4-5-7-16,1-2-3 15,-6-2 0-15,-1-1-13 0,-1-4-27 16,-1-2-45-16,1 0-51 16,-2 0-42-16,0-8-65 15,0-5-196-15</inkml:trace>
  <inkml:trace contextRef="#ctx0" brushRef="#br0" timeOffset="157242.22">26309 6182 654 0,'0'0'154'0,"0"0"3"15,-62 74-30-15,43-49-45 16,0-2-34-16,5-3-26 16,1-5-16-16,6-5-4 15,1-3-6-15,3-3-39 16,0-4-49-16,3 0-78 15,0-4-96-15,0-13-402 16</inkml:trace>
  <inkml:trace contextRef="#ctx0" brushRef="#br0" timeOffset="157647.79">26276 5932 856 0,'0'0'51'0,"0"0"109"16,0 0-54-16,0 0-40 16,0 0-11-16,73-1-28 15,-62 8-14-15,-4 5-6 16,-1-2 6-16,-3 1-4 15,1 3-1-15,-3-3 1 16,1 1-4-16,-2-2-1 16,1-1 0-16,-1-2 3 15,0-2-2-15,1-1-3 16,-1-2-1-16,2 0 0 16,1-2-1-16,0 3-1 15,1-2 2-15,2 1-10 16,1-2 0-16,2 0-5 15,-2 0-10-15,0 0-30 16,2 0-27-16,-1 0-38 16,1 0-63-16,-1 0-57 15,1-3-150-15</inkml:trace>
  <inkml:trace contextRef="#ctx0" brushRef="#br0" timeOffset="158095.79">26575 6113 723 0,'0'0'169'0,"0"0"-34"16,0 0-39-16,6 73-18 16,-4-53-29-16,3-1-11 15,-2-2-17-15,1-3-16 16,-4-1-2-16,3-7-2 16,-3 0-21-16,0-2-45 15,0-4-48-15,-7 0-68 16,-3 0-122-16,-2 0-231 15</inkml:trace>
  <inkml:trace contextRef="#ctx0" brushRef="#br0" timeOffset="158293.04">26514 6202 708 0,'0'0'173'16,"0"0"-9"-16,0 0-69 15,0 0-43-15,0 0-34 16,77 0-14-16,-64 0-3 0,-3-2-11 16,-1-1-45-1,2-1-48-15,-2-1-89 0,-2-4-101 16,3 1-223-16</inkml:trace>
  <inkml:trace contextRef="#ctx0" brushRef="#br0" timeOffset="158668.92">26764 6057 586 0,'0'0'94'16,"0"0"68"-16,0 0-27 15,0 0-9-15,16 71-48 16,-13-52-18-16,-1 1-29 15,1-5-19-15,-1 2-6 16,1-3-5-16,-3-6 1 16,0 2-8-16,0-4-34 15,0-2-64-15,0-4-88 16,0 0-71-16,0 0-215 16</inkml:trace>
  <inkml:trace contextRef="#ctx0" brushRef="#br0" timeOffset="159046.29">26777 5874 657 0,'0'0'97'0,"0"0"73"16,0 0-49-16,90 71-4 15,-67-42-34-15,3 5-31 16,-3 0-7-16,-4 2-3 16,1 0 0-16,-7 0-2 15,-3 0-5-15,-6-3-4 16,-4 0-6-16,0-2-6 15,-14-1-5-15,-8-1-4 16,-7-3-6-16,-1-3-9 16,-1 0-29-16,4-5-34 15,4-4-31-15,5-3-91 16,4-5-123-16,5-6-187 16</inkml:trace>
  <inkml:trace contextRef="#ctx0" brushRef="#br0" timeOffset="165822.79">27248 6234 579 0,'0'0'64'0,"0"0"44"16,0 0-11-16,0 3-39 16,0 0-28-16,0 2-5 15,0 0 24-15,0 2-2 16,0 2-15-16,0-5-2 16,0 1-9-16,0-2 1 15,0 0-4-15,0-3-6 16,0 0-4-16,0 0-3 0,0 0 8 15,0 0 12-15,0-2-3 16,7-4-17 0,2-1-5-16,-1 1 0 0,1 2 1 15,0 2-2-15,-3-2 0 16,-1 4 4-16,1 0 1 16,-3 0 3-16,0 0 3 15,-3 0 7-15,0 0 10 16,0 0 2-16,0 0-11 15,0 0-5-15,0 0-6 16,0 0-2-16,0 0-2 16,0 0 1-16,0 0 0 15,0 0 0-15,0 0-12 16,0-4-12-16,-3 3-43 16,-6-3-54-16,-2 3-106 15,0-1-192-15</inkml:trace>
  <inkml:trace contextRef="#ctx0" brushRef="#br0" timeOffset="170279.85">22785 7763 384 0,'1'0'105'0,"-1"0"37"15,3 0-25-15,-3 0-20 16,0 0-5-16,0 0-14 15,0 0-19-15,0 0-6 16,0 0-2-16,2 0-9 16,-2 0-8-16,0 0-5 15,0-7-9-15,0-4-9 16,0 1-8-16,0-4-3 16,0-2 0-16,0-3 0 15,-3 2-1-15,-6-2-6 16,-1 2-13-16,-1 2-9 15,-4 4 9-15,-1 7-16 16,-4 4-5-16,0 0 7 16,-5 15 14-16,2 5 15 15,3 9 5-15,6-1 0 16,3-1-1-16,8 0 1 16,3-3-1-16,0-5 1 0,12-6 0 15,7-2 5-15,1-5 1 16,3-5 2-16,0-1 1 15,1 0-2-15,-1-10-3 16,-2-4 1-16,-1-4-1 16,-4-2 0-16,-4 4-1 15,-1 0-2-15,-6 1 1 16,-1 6-1-16,-1 1 0 16,-1 4 1-16,-2 4 11 15,2 0-7-15,1 4-8 16,4 16 0-16,1 7 23 15,3 10 2-15,4 7 15 16,1 10 8-16,2 5 7 16,1 0-7-16,1 1 9 15,-3-1-11-15,-3-4-3 16,-6-7 9-16,-1-6-3 16,-7-6-26-16,0-8 1 15,0-8-2-15,-11-5-10 16,-5-7-5-16,-9-3 0 15,-2-5-2-15,-6 0-18 16,-3-15-31-16,-1-6-30 16,0-3-26-16,6-7-46 15,2-2-142-15,8-6-243 16</inkml:trace>
  <inkml:trace contextRef="#ctx0" brushRef="#br0" timeOffset="170586.5">23282 7369 887 0,'0'0'55'15,"0"0"74"-15,-70 110-62 16,47-64-32-16,0 1-22 16,7-4-9-16,-1-1-14 15,5-7-80-15,1-9-124 16,-1-6-238-16</inkml:trace>
  <inkml:trace contextRef="#ctx0" brushRef="#br0" timeOffset="172379.63">23561 7342 377 0,'0'0'72'0,"0"0"55"0,-26 60-5 15,4-22-29-15,0 7-12 16,-4 8-18-16,3 2-16 16,3 2 4-16,6-1-9 15,5-5-7-15,7 1 7 16,2-3 8-16,0-4-15 15,15 2 2-15,4-5 0 16,0-5-8-16,2-2-8 16,-1-4-7-16,1-7 1 15,-3-7-5-15,-4-3-1 16,-2-4 0-16,-3-3-4 16,-5-4-4-16,-2-1 0 15,-1-2 0-15,-1 0 0 16,0 0-11-16,0 0-21 15,-1 0-62-15,-6-8-74 16,-1-1-65-16,-1-1-115 16</inkml:trace>
  <inkml:trace contextRef="#ctx0" brushRef="#br0" timeOffset="174662.68">23857 7338 265 0,'4'-3'53'0,"2"0"10"16,0 3-17-16,5 0-11 16,1 3 25-16,4 13 29 15,5 10 14-15,4 6 5 16,2 5-5-16,2 7-21 15,0 4 2-15,-2 1-20 16,-3 2-4-16,-3 1-20 16,-4 2 5-16,-5-5-9 15,-5 1-4-15,-4-2 1 16,-3-1-7-16,0-7-2 16,0 0-3-16,0-2-2 15,0-4-3-15,0-4-8 16,-4-4-7-16,0-4 0 15,1-6-2-15,0-5 0 16,0-3-15-16,3-4-22 16,0-2-27-16,0-2-28 15,0 0-51-15,0-10-146 16,0-10-343-16</inkml:trace>
  <inkml:trace contextRef="#ctx0" brushRef="#br0" timeOffset="176053.81">24654 7946 858 0,'0'0'57'0,"0"0"95"15,51 0-35-15,-28 0-52 16,-3 0-15-16,-4 0-28 0,-1 0-16 16,-1 0-5-16,-6-1-12 15,-3-6-35-15,-3 4-67 16,-2-5-83-16,0-1-140 16</inkml:trace>
  <inkml:trace contextRef="#ctx0" brushRef="#br0" timeOffset="176231.69">24665 7820 736 0,'0'0'71'0,"0"0"32"15,0 0-87-15,0 0-15 16,88-11-25-16,-66 6-134 15,-1-2-229-15</inkml:trace>
  <inkml:trace contextRef="#ctx0" brushRef="#br0" timeOffset="181822.77">25203 7905 646 0,'-2'0'80'16,"2"0"27"-16,0 0-3 15,0 0-27-15,0 0-12 16,0 0-8-16,0 0-14 0,0 0-5 16,0 0-7-1,2 0 4-15,9 0-3 0,4 0-7 16,6 0-6-16,7 0 1 15,6 0-8-15,3 0-4 16,-1 0 3-16,1 0-4 16,-2-2-5-16,-10 2 1 15,-8 0-1-15,-5 0-2 16,-6 0 1-16,-3 0-1 16,-3 0 2-16,0 0 12 15,-12 0 1-15,-7 0 1 16,-9 0-10-16,-5 0-3 15,0 6-1-15,-2-1-1 16,8-1-1-16,1 0 1 16,6-3-2-16,6 1-12 15,5-2-14-15,3 0-20 16,4 0-27-16,2 0-53 16,0 0-71-16,0 0-125 15,9-3-211-15</inkml:trace>
  <inkml:trace contextRef="#ctx0" brushRef="#br0" timeOffset="182519.54">25948 7764 626 0,'0'0'82'16,"0"0"48"-16,0 0-14 15,0 0-48-15,-40-3-43 16,14 7-14-16,1 8-6 16,-3 0 0-16,4-1 9 15,7 0 0-15,7-2-2 16,4-1-2-16,6 0-7 16,0 2-5-16,4-1 8 15,15 1 3-15,4 1 1 16,5 0-4-16,0 1 3 15,1 0 12-15,-4 0-4 16,-4 0 0-16,-8-1 7 16,-4-3-2-16,-7-1 3 15,-2 5 12-15,-5-4 1 16,-14 1 0-16,-5 1-11 16,-7 0-18-16,0-2-4 0,2-3-3 15,3 0-5-15,6-4-13 16,4-1-20-16,3 0-13 15,10 0-35-15,3-11-79 16,0-5-83-16,19-5-22 16,9-5-84-16</inkml:trace>
  <inkml:trace contextRef="#ctx0" brushRef="#br0" timeOffset="182712.11">26140 7815 489 0,'0'0'93'0,"0"0"59"15,0 0-34-15,0 0 9 16,55 84-2-16,-49-54-33 16,-1 0-25-16,0-1-16 15,-2-4-18-15,-2-5-20 16,1-5-9-16,-2-3-3 16,0-5-7-16,0-6-50 15,-6-1-78-15,-7 0-117 16,-4-14-292-16</inkml:trace>
  <inkml:trace contextRef="#ctx0" brushRef="#br0" timeOffset="182879.52">26205 7631 760 0,'0'0'13'0,"0"0"14"0,0 0-27 15,0 0-50 1,0 0-94-16,0 0-67 0,3 39-151 16</inkml:trace>
  <inkml:trace contextRef="#ctx0" brushRef="#br0" timeOffset="183203.73">26317 7874 363 0,'0'0'169'0,"0"0"17"0,56 73-39 16,-39-59 3-16,-4-1-26 15,0-6-22-15,-4-2-41 16,-2-5-21-16,-1 0-13 16,1 0 7-16,-2-15 2 15,3-6-27-15,1-4-7 16,-1-1-3-16,1-2-6 16,0 2-10-16,-2 6-9 15,3 7 2-15,-4 4 8 16,4 7 6-16,0 2 2 15,0 0 2-15,0 11 4 16,3 6 5-16,0 4 5 16,3 1 4-16,-3-1 1 15,-1 1 3-15,3 1-7 16,-3-6-8-16,4 1 1 16,-3-5-17-16,1-4-69 15,-2-7-148-15,-2-2-254 16</inkml:trace>
  <inkml:trace contextRef="#ctx0" brushRef="#br0" timeOffset="183804.04">27129 7400 727 0,'0'0'72'15,"0"0"68"-15,-76 82-13 16,46-36-32-16,5 6-30 16,2 6-13-16,7 1-7 15,6 1-5-15,8-1-16 16,2-5-6-16,2-9-3 15,18-3-2-15,3-4-2 16,8-8-8-16,0-6-1 0,4-5-7 16,-2-4-26-16,-3-5-39 15,-6-4-93-15,-7-6-187 16,-11 0-457-16</inkml:trace>
  <inkml:trace contextRef="#ctx0" brushRef="#br0" timeOffset="184654.93">28238 7373 627 0,'0'0'70'15,"0"0"2"-15,0 0 23 16,0 0 4-16,99 60 1 15,-57-26-14-15,8 8-37 16,2 3-7-16,-3 4 0 16,-1-1 16-16,-9 3-9 15,-6-4-9-15,-11 0-5 0,-11-4-12 16,-9 1 2 0,-2 0 3-16,-13-4 0 15,-13 2-10-15,-6-3-8 16,-4-4-5-16,0-2-4 15,2-4-2-15,4-6-8 16,6-8-39-16,7-5-19 0,5-4-32 16,4-6-47-16,4 0-93 15,0-6-165-15</inkml:trace>
  <inkml:trace contextRef="#ctx0" brushRef="#br0" timeOffset="187289.31">27102 7749 616 0,'-3'-1'92'15,"3"-2"59"-15,0 2-26 16,0-2-45-16,6-1-19 16,11 2-26-16,6-4-4 15,5 2 1-15,4 1-8 16,1 2-5-16,-4 1-9 15,-3 0-6-15,-3 0-4 16,-7 0 1-16,-2 1-1 16,-5 10-1-16,-5 2 5 0,-1 5 5 15,-3 3-2 1,0 2-1-16,0 1-1 16,0 5 2-16,-1 1-3 0,-5-2 3 15,1 3-4-15,1 0-1 16,1-3-1-16,2-2-3 15,1-5 4-15,0 0-3 16,0-6-1-16,0-6-42 16,2-2-47-16,6-3-57 15,1-4-83-15,2 0-72 16</inkml:trace>
  <inkml:trace contextRef="#ctx0" brushRef="#br0" timeOffset="187577.2">27586 7874 761 0,'0'0'131'0,"0"0"38"16,0 0-60-16,75 93-29 15,-55-67-21-15,-5-1-22 16,2-2-22-16,-6-3-6 16,1-2-5-16,-2-4-5 15,-3-3-5-15,-1-3-29 16,0-3-32-16,-1-2-43 16,1-3-60-16,0 0-50 15,3-5-39-15,-1-11-153 16</inkml:trace>
  <inkml:trace contextRef="#ctx0" brushRef="#br0" timeOffset="187768.77">27782 7906 569 0,'0'0'116'16,"0"0"33"-16,-85 80-19 15,55-47-28-15,5 2-43 16,-1-4-42-16,6-4-11 15,7-7-8-15,4-5-2 16,6-4-51-16,3-9-79 16,0-2-87-16,5-5-194 15</inkml:trace>
  <inkml:trace contextRef="#ctx0" brushRef="#br0" timeOffset="188145.91">27869 7631 875 0,'0'0'85'16,"0"0"70"-16,0 0-93 15,0 0-30-15,0 0 0 16,0 0-15-16,71 50-9 16,-71-32-1-16,-6 1-1 0,-6 0-6 15,1-1 2 1,2-3-2-16,2-2 0 0,4-3 1 16,3-3-3-16,0-1 4 15,0 0-1-15,4-3 6 16,8-2-5-16,5 2 0 15,-2-3-4-15,3 0-29 16,-2 0-59-16,-1 0-57 16,-4 0-108-16,-2 0-170 15</inkml:trace>
  <inkml:trace contextRef="#ctx0" brushRef="#br0" timeOffset="188380.54">28166 7879 718 0,'0'0'155'0,"0"0"-13"16,0 0-54-16,21 84-22 15,-17-63-36-15,-1-2-19 16,2-4-8-16,-3-1-1 15,-2-5-23-15,0-1-48 16,0-3-82-16,-2-4-79 16,-10-1-175-16</inkml:trace>
  <inkml:trace contextRef="#ctx0" brushRef="#br0" timeOffset="188559.04">28110 7967 748 0,'0'0'84'0,"0"0"117"0,0 0-110 16,77 0-69-16,-59 0-11 15,0 0-8-15,-1 0-9 16,-5 0-66-16,0-10-127 16,-3-1-153-16</inkml:trace>
  <inkml:trace contextRef="#ctx0" brushRef="#br0" timeOffset="188775.62">28416 7783 833 0,'0'0'112'0,"0"74"82"16,0-32-88-16,0-3-43 15,3 0-39-15,3-3-18 16,-2-8-6-16,2-1-43 16,-3-6-80-16,-3-9-164 15,0-1-288-15</inkml:trace>
  <inkml:trace contextRef="#ctx0" brushRef="#br0" timeOffset="192262.05">23582 7725 683 0,'5'15'102'0,"-2"2"25"0,2 7-27 16,1 1-20-16,3 1-17 15,-1 2-19-15,1-4 2 16,2 1-13-16,0-3-4 16,-1-3-8-16,0-2 2 15,-3-6 4-15,0 1-22 16,-2-6 0-16,1-3-7 16,2-3 3-16,1 0-6 15,3-4 3-15,2-10 2 16,2-2-5-16,0 0-3 15,-3 2-3-15,-3 4 3 16,-2 4 4-16,-3 5 1 16,-1 1 0-16,-1 0-1 15,1 1 6-15,3 12 10 16,1 2-3-16,-3 1 0 16,3 3 2-16,2 4-7 15,-2-3 2-15,1-1-2 16,0-3-4-16,1 1 1 15,-1-7-3-15,4-1-35 16,2-6-64-16,2-3-91 16,0 0-175-16</inkml:trace>
  <inkml:trace contextRef="#ctx0" brushRef="#br0" timeOffset="195716.71">23039 9122 541 0,'-1'-4'64'0,"1"4"39"0,0 0-20 15,0 11-24-15,1 14 57 16,7 6-10-16,1 9-22 16,-3 6-20-16,2 0-2 15,-2 1-7-15,-1-4-24 16,5-8-6-16,-1-3-9 15,0-9-4-15,2-3-4 16,-1-9-1-16,3-4-4 16,2-6 3-16,1-1 2 15,2-3-3-15,2-13 4 16,2-8-8-16,-1 2 2 16,-4-2-7-16,-3 3-3 15,-5 6 1-15,-2 5 4 16,-3 6 1-16,1 4-1 15,-1 0-5-15,2 17 2 16,1 2 9-16,3 6 4 16,0-1 3-16,-2 1-4 15,3-3-2-15,-1-6-2 16,-1-3-5-16,2-7 0 16,3-2-14-16,0-4-32 15,0 0-41-15,1-8-94 16,-4-11-146-16,1-4-225 15</inkml:trace>
  <inkml:trace contextRef="#ctx0" brushRef="#br0" timeOffset="195949.81">23717 8954 945 0,'0'0'42'0,"-39"74"78"15,17-28-67-15,4-1-32 16,3-1-19-16,2-3-26 16,-2-4-87-16,4-6-140 15,-4-4-263-15</inkml:trace>
  <inkml:trace contextRef="#ctx0" brushRef="#br0" timeOffset="196751.29">23950 9171 552 0,'0'0'78'16,"0"0"66"-16,-37 78-13 16,23-38-27-16,-1 3-26 15,4-1-28-15,5-2-27 0,6-1-6 16,0-8-7 0,0-5-5-16,4-3-3 0,6-5-2 15,2-5-5-15,-1-5-12 16,2-1-29-16,0-7-28 15,1 0-33-15,0 0-59 16,-1-11-128-16</inkml:trace>
  <inkml:trace contextRef="#ctx0" brushRef="#br0" timeOffset="197150.23">24082 9358 612 0,'0'0'121'16,"0"0"13"-16,0 0-26 16,61 81 8-16,-41-61-35 15,-1-1-36-15,1-3-11 16,-3-1-14-16,2-7-11 16,-2-3-7-16,-4-2 0 15,1-3-7-15,-5 0-30 16,-1-2-36-16,-2-11-31 15,-4-4-62-15,-2-2-20 16,0-5-36-16,0 0 27 16,0 5 24-16,0-1 67 15,-5 5 114-15,-1 7 106 16,-3 8 34-16,-5 0-16 16,-2 10-22-16,-4 15 30 0,-3 2-44 15,-3 5-19 1,4-2-2-16,2-1-13 15,2-7-44-15,10-5-21 16,3-5-2-16,5-5-38 16,0-7-67-16,8 0-37 0,9-8-139 15</inkml:trace>
  <inkml:trace contextRef="#ctx0" brushRef="#br0" timeOffset="197483.6">24344 9106 802 0,'0'0'121'0,"0"0"9"16,70 94-39-16,-43-53-3 15,1 5-27-15,-5-1-16 16,-3 1-12-16,-6-2 0 16,-5-1-4-16,-6-7-7 15,-3-5-6-15,0-5-7 16,0-6-9-16,-1-5 1 16,-8-1-8-16,4-6-23 15,-1-3-30-15,1-2-34 16,1-3-55-16,1 0-89 15,3 0-92-15,0-8-243 16</inkml:trace>
  <inkml:trace contextRef="#ctx0" brushRef="#br0" timeOffset="197645.52">24847 9497 891 0,'0'0'82'0,"0"0"63"15,0 0-96-15,0 0-29 16,0 0-17-16,0 0-60 16,65-39-158-16,-85 31-161 15</inkml:trace>
  <inkml:trace contextRef="#ctx0" brushRef="#br0" timeOffset="197820.7">24806 9378 897 0,'0'0'124'16,"0"0"50"-16,0 0-102 15,78 21-31-15,-57-17-21 16,0-4-18-16,-1 0-50 16,-3 0-110-16,-5-10-158 15,-7-5-284-15</inkml:trace>
  <inkml:trace contextRef="#ctx0" brushRef="#br0" timeOffset="199968">18912 5044 165 0,'0'0'26'0,"0"0"27"16,57-2-17-16,-29-2 4 15,7-1-13-15,2 1-13 16,2-2 9-16,3 1 1 15,0 1-6-15,-3 1-14 16,-2 1-3-16,-1 0-1 16,-1 1 0-16,0 1 1 15,0-1-1-15,-1-2 0 16,3 2-7-16,1-2-24 16,0 0-7-16,-1 1 18 15,5-2 9-15,-3 0-1 16,0 1-10-16,-1-1-19 15,-1-1 15-15,-4-1 23 16,-1 2 3-16,-3-2-1 16,-4 2 2-16,-1 1-1 15,-2-1 1-15,-1 0 4 16,-2 1 3-16,3-2 1 16,-2 3 6-16,-1 0 13 15,0-1-2-15,-3 0 0 16,-2 2-13-16,-4-1-10 0,-4 1-3 15,-1 1 0-15,-4-2 0 16,-1 2 6-16,0 0 7 16,0 0 5-16,0 0-2 15,0 0 5-15,0 0-6 16,0 0-8-16,0 0-1 16,-1 0 0-16,-4 0-5 15,2 0 2-15,-6 0-1 16,1 0 4-16,-7 0 9 15,1 0-4-15,-5 0-13 16,-4 0 6-16,-3 2-6 16,-2 1 0-16,-2-1-5 15,-3 1 4-15,-6 0 3 16,-3-2-1-16,-4 1-20 16,-2 2-46-16,-4-3-10 15,4-1 5-15,1 0 24 16,4 0-39-16,2 0 2 15</inkml:trace>
  <inkml:trace contextRef="#ctx0" brushRef="#br0" timeOffset="200321.82">18796 5011 57 0,'0'0'29'0,"0"0"-13"0,0 0-15 15,0 0 8-15,10 0 28 16,5 0 5-16,3 0 2 16,4 0-17-16,6 0 7 15,5-5 24-15,0 1-18 16,4 1-28-16,1 2-10 15,0 1 1-15,1 0-4 16,1 0 1-16,1 0 2 16,2 0 4-16,3 0-6 15,4 0 0-15,3-5-1 16,3 1-3-16,3-3-22 16,0 0-31-16,2 2-72 15,-5-2-26-15</inkml:trace>
  <inkml:trace contextRef="#ctx0" brushRef="#br0" timeOffset="200645.47">19956 4931 75 0,'0'0'23'16,"0"0"10"-16,85-11 18 15,-61 9-3-15,-3 1-14 16,0 1-18-16,1 0-10 16,-4 0-6-16,-1 0 0 15,-4 0 0-15,-3 0 3 16,-3 0-2-16,-3 1-4 15,1 2 4-15,-4-1 0 16,2-1 6-16,0 0-3 16,3-1 29-16,-2 0-5 15,0 0-22-15,2 0-6 16,-3 0 1-16,0 0-3 0,-3 0 3 16,0 0 3-1,0 0 4-15,0-1 14 16,0 0-12-16,-4 1-10 0,-2-3-5 15,3 1 4-15,-3 2-1 16,5 0-34-16,-2 0-40 16,2-1-50-16,-1 1-39 15</inkml:trace>
  <inkml:trace contextRef="#ctx0" brushRef="#br0" timeOffset="202017.98">25247 9247 465 0,'0'0'87'16,"0"0"43"-16,2-3-17 0,-1 3-26 15,4 12-9-15,-1 9 39 16,2 6-21-16,2 5-11 16,0 6-13-16,0 3-32 15,1-2-7-15,0-1-4 16,-1-4-15-16,0-4-8 16,-2-5 0-16,0-5-6 15,-1-2 0-15,-2-8 0 16,-2 0-5-16,1-7-17 15,-2-2-30-15,0-1-30 16,0-1-30-16,0-15-89 16,0-6-108-16,0-10-89 15</inkml:trace>
  <inkml:trace contextRef="#ctx0" brushRef="#br0" timeOffset="202322.42">25490 9258 712 0,'0'0'62'16,"0"0"48"-16,0 0 20 15,0 0-42-15,0 0-25 16,1 83-2-16,-3-60-33 16,2 0-12-16,0-3-5 15,0-1 5-15,5-3 0 16,12-4-1-16,3-5 2 15,4 3 8-15,0-8-13 16,-2-2-11-16,1 0 1 16,0 0-7-16,-3-2-14 0,-3-10-28 15,-3 0-29 1,0-4-51-16,-6-2-54 16,-4-2-3-16,-2-1-86 15,-2-4-23-15</inkml:trace>
  <inkml:trace contextRef="#ctx0" brushRef="#br0" timeOffset="202541.5">25698 9235 288 0,'0'0'179'16,"0"0"-49"-16,0 0-7 15,0 0 1-15,-19 81 2 16,18-39 7-16,1 1-36 16,0-2-1-16,0 2-31 15,3-7-19-15,7-4-10 16,3-6-18-16,-2-5-11 15,0-5-6-15,-2-5 0 16,-3-3-12-16,-1-4-17 16,-2-2-32-16,0-2-40 15,-3 0-55-15,0-2-75 16,0-9-166-16</inkml:trace>
  <inkml:trace contextRef="#ctx0" brushRef="#br0" timeOffset="202882.19">25928 9365 773 0,'0'0'79'0,"0"0"30"0,0 0 39 15,0 0-52-15,45 70 1 16,-25-44-39-16,0 5-18 16,2-2-8-16,4-2-7 15,-2-3-6-15,1-3-3 16,1-1-3-16,-4-5-10 16,-2-1-1-16,-3-5-1 15,-6-2-3-15,0-6-16 16,-2-1-16-16,-4 0-22 15,1 0-29-15,-5-9-87 16,1-6-71-16,-2-5-136 16</inkml:trace>
  <inkml:trace contextRef="#ctx0" brushRef="#br0" timeOffset="203077.08">26138 9478 781 0,'0'0'165'0,"-59"71"-4"16,30-35-67-16,2-2-49 15,3-6-27-15,6-4-14 16,5-8-5-16,4-4-35 16,8-8-70-16,1-4-97 15,0 0-59-15,0-12-279 16</inkml:trace>
  <inkml:trace contextRef="#ctx0" brushRef="#br0" timeOffset="207327.25">22089 5818 503 0,'-3'16'-4'0,"2"7"49"15,-1 13-9-15,1 7-11 16,-1 6 13-16,2 9 4 15,0 5-13-15,0 5-2 16,0 6-10-16,0 5-10 16,0 4-6-16,0 4 1 15,0 5-1-15,0-1 1 16,0 3 1-16,0 5-3 16,2 2-2-16,-1 3-1 15,-1 5 0-15,3 3 1 16,-1 3 2-16,2 3 0 15,0 4 0-15,3 2 1 0,-1 1 0 16,3 1 1 0,0-1-1-16,1-2 4 15,-2-3-5-15,-2-2 7 16,-3-1 2-16,0-6-2 16,-3-4 2-16,0-3-2 0,0-7-2 15,0-6 1-15,0-1-1 16,0-10 15-16,0-5-2 15,0-9-3-15,0-9-4 16,3-9-4-16,5-6-5 16,0-7 0-16,3-8-1 15,1-2 2-15,1-5 7 16,1-5-5-16,2 2-4 16,1-3-1-16,4-2 2 15,6 0 46-15,8-1-31 16,9-3-13-16,10-1-2 15,8 1 4-15,7-1 61 16,7 4-43-16,4 0-2 16,2 2 1-16,-3 1-16 15,-2 0-2-15,-9 1-3 16,-8-3-3-16,-14 0-7 16,-13-4-79-16,-16-3-145 15,-14-2-301-15</inkml:trace>
  <inkml:trace contextRef="#ctx0" brushRef="#br0" timeOffset="208275.07">22089 5787 347 0,'0'0'94'0,"0"0"23"15,0 0-12-15,26-15-33 16,1-1-5-16,13-5 5 16,11-1-20-16,11-3-10 15,12-3-13-15,13-1-7 16,8 0-8-16,7 4-5 15,6-2-5-15,3 4-4 16,-3 1-4-16,-3 4-31 16,-9 1-58-16,-14 4-101 15,-17 1-200-15</inkml:trace>
  <inkml:trace contextRef="#ctx0" brushRef="#br0" timeOffset="209960.91">19950 10508 682 0,'0'0'75'0,"0"0"18"15,-16 67 20-15,16-25 8 0,0 10-36 16,0 2-21-16,0 2-15 16,3-2-12-16,7-4-7 15,0-5-9-15,2-8-5 16,-1-8-4-16,1-9-5 15,-3-7-4-15,2-4 1 16,1-9-3-16,3 0 4 16,0-4 0-16,2-15 3 15,2-8-6-15,3-4 0 16,-4-2-6-16,-3 2-4 16,-1 5-6-16,-5 4 1 15,-3 10 8-15,-2 5 4 16,-2 7 0-16,1 0-4 15,-2 16-8-15,2 8 15 16,4 3 11-16,0 4 0 16,5 0-4-16,1-4-5 15,1-6 0-15,5-4-1 16,-3-6-5-16,1-4-4 16,1-7-22-16,0 0-30 15,1-3-61-15,-6-12-114 16,-2-6-172-16</inkml:trace>
  <inkml:trace contextRef="#ctx0" brushRef="#br0" timeOffset="211154.21">20300 10742 347 0,'0'0'95'16,"0"0"16"-16,0 0-17 16,10-10-9-16,-8 7-21 15,-2 3-10-15,0 0 13 16,0 0 0-16,0 0-10 15,-4 3-10-15,-6 7-12 16,-6 7-3-16,-5 1 1 16,-4 4 8-16,1 2-14 15,-4 0-7-15,3 0 3 16,1-1-7-16,2-3-5 16,6-4-7-16,2-1-2 15,5-7-2-15,5-3 0 16,4-1-3-16,0-4 3 15,0 3 0-15,1-3 0 16,12 0 31-16,5 4-2 16,-1-2-6-16,6 2-1 15,-3-1-9-15,-1 1 3 16,1 3-6-16,-5 1-3 16,1 0 0-16,-5 4 2 15,2-3 1-15,-1 2 1 16,2 1-1-16,-1-1-1 0,0 0-2 15,3-1-3 1,3 0 0-16,-3-1-1 0,2-2-1 16,-3-2 0-16,-1 1-1 15,-3-4 0-15,-6 1 1 16,1-2-1-16,-6-1-1 16,2 0 1-16,-2 0 0 15,0 0 1-15,0 0 0 16,0 0-4-16,0 0-2 15,0 0-9-15,-8 0-18 16,1 0-20-16,-6 0-31 16,3-8-56-16,1 0-84 15,-5-2-103-15,1 1-235 16</inkml:trace>
  <inkml:trace contextRef="#ctx0" brushRef="#br0" timeOffset="211594.65">20672 10394 645 0,'0'0'77'16,"0"0"79"-16,0 0-19 16,-74 87-33-16,54-54-29 15,3 2-32-15,0-2-25 16,2-1-8-16,-1-1-5 16,3-4-6-16,2-2-21 15,2 0-51-15,3-3-74 16,0-6-147-16,1-5-294 15</inkml:trace>
  <inkml:trace contextRef="#ctx0" brushRef="#br0" timeOffset="212200.5">21059 10954 833 0,'0'0'82'16,"0"0"77"-16,104-8-56 15,-75 1-45-15,-4 3-23 0,-11-1-27 16,-2 1-8 0,-8-1-36-16,-4-1-61 0,0 1-108 15,-7-2-191-15</inkml:trace>
  <inkml:trace contextRef="#ctx0" brushRef="#br0" timeOffset="212379.11">21053 10828 761 0,'0'0'91'0,"0"0"58"0,87-20-92 16,-48 13-48-16,2 2-8 15,-2-2-35-15,-5-1-125 16,-5-1-214-16</inkml:trace>
  <inkml:trace contextRef="#ctx0" brushRef="#br0" timeOffset="-214182.96">22053 10532 553 0,'0'0'85'16,"0"0"2"-16,0 3-33 15,-4 11-5-15,-7 5 8 16,-1 6 11-16,-2 4-33 16,0 2 0-16,4-3 10 15,1-1-12-15,6-2-12 16,3-3-7-16,0-5 3 16,5 0 9-16,14-6 3 15,7-3 1-15,5-4-1 16,4-2-2-16,4-2-6 15,-3 0-9-15,-3 0-9 16,-5 0-2-16,-9 0-2 0,-4 0-11 16,-7 0-23-16,-4 0-26 15,-4 0-21 1,0 0 1-16,0-6-80 0,-6-1-56 16,-6-4-197-16</inkml:trace>
  <inkml:trace contextRef="#ctx0" brushRef="#br0" timeOffset="-213891.14">22244 10564 687 0,'0'0'61'0,"0"0"80"16,5 94-2-16,-1-51 13 15,2 4-57-15,2-1-27 16,3 0-22-16,2-3-1 16,2-8-16-16,2-2-9 15,-1-7-13-15,0-6-3 16,-3-4-3-16,-2-6 2 16,-4-4-13-16,-1-2-17 15,-6-4-37-15,0 0-31 16,0-6-33-16,0-10-163 15,0-6-116-15</inkml:trace>
  <inkml:trace contextRef="#ctx0" brushRef="#br0" timeOffset="-213498.95">22769 10294 797 0,'0'0'19'15,"0"0"79"-15,-71 96 35 16,38-42-35-16,0 9-28 15,1 4-27-15,6 4-13 16,5-2-7-16,10-2 6 16,11-6-11-16,0-6-3 15,11-7-5-15,15-8-4 16,5-4-4-16,1-8-1 16,1-2 0-16,-2-6-1 15,-5-5 1-15,-5-2-1 16,-5-7-15-16,-4 0-31 15,-4-5-29-15,-5-1-74 16,-3 0-120-16,0-5-190 16</inkml:trace>
  <inkml:trace contextRef="#ctx0" brushRef="#br0" timeOffset="-212575.24">22980 10700 555 0,'0'0'73'0,"0"0"59"16,0 0-67-16,0 0-4 15,0 0 15-15,-71 71-13 16,54-46-36-16,4-1-1 15,3 2-2-15,4-4-6 0,6-3-2 16,0-3-2 0,3-1 7-16,14-3-5 0,6-5 0 15,3-2-5 1,3-5 6-16,1 0-1 0,1-5-11 16,-2-10-2-1,-4 0-2-15,-4-1 0 0,-6 1-1 16,-4 3 2-16,-4-1-3 15,-4 5 3-15,-3 4-1 16,0 4 2-16,0 0-2 16,0 0-1-16,0 0 0 15,0 3-11-15,-1 9 11 16,-1 2-1-16,-1 1-2 16,3-1 4-16,0-1 0 15,0-1-3-15,11-2 3 16,3-2 1-16,0-2 2 15,4-2-4-15,-1-4 3 16,3 0 3-16,0 0-3 16,-4-1-1-16,3-9-1 15,-4-3 3-15,-1 0 3 16,-4-3 1-16,-3 2 6 16,-1-1 3-16,-6 1-4 15,0 2-2-15,0 1-6 16,-3 0-4-16,-13 5-2 15,-5 2-4-15,-7 3-16 16,0 1-13-16,-3 0-16 16,2 0-42-16,7 5-44 15,4 0-46-15,6-2-23 16,6-2-113-16</inkml:trace>
  <inkml:trace contextRef="#ctx0" brushRef="#br0" timeOffset="-212174.85">23576 10677 669 0,'0'0'108'0,"0"0"2"15,0 0-78-15,0 0 30 16,-69 40-20-16,53-24-31 16,6 0-7-16,7-1-7 15,3 0 5-15,0-1 15 16,18 0 3-16,3-1-1 16,1 2 13-16,3 1 6 15,-5 1 15-15,-4 1-3 16,-3-3-9-16,-5 1-3 15,-5-4-9-15,-3-2 7 16,0 0-7-16,-1-5-7 16,-12 2-8-16,-6-3-9 15,-3-1-6-15,-3 0-28 16,0-2-41-16,-3 0-63 16,2-1-83-16,3 0-198 15</inkml:trace>
  <inkml:trace contextRef="#ctx0" brushRef="#br0" timeOffset="-211457.72">24038 10516 529 0,'0'0'137'0,"0"0"17"0,0 0-23 16,0 0-16-16,-103 87-54 16,72-57-26-16,0 8 3 15,3-1 1-15,6 0-13 16,7 1 0-16,7-2-1 16,8-4-4-16,0 0 0 15,5-4 2-15,13-2-4 16,4-4 2-16,3-3-10 15,2-3-2-15,1-5-8 16,-5-2 0-16,-4-4-12 16,-5-1-24-16,-3-2-37 15,-6-2-68-15,-5 0-106 16,0 0-203-16</inkml:trace>
  <inkml:trace contextRef="#ctx0" brushRef="#br0" timeOffset="-210621.53">24047 10722 559 0,'0'0'113'0,"0"0"33"15,0 0-12-15,0 0-28 0,64-8-16 16,-40 5-21-16,4 0-29 16,1 0-17-16,-5 2-3 15,-1 1-2-15,-2 0 6 16,-7 0-9-16,0 6-4 15,-6 6 5-15,-2 5-2 16,-3 3 4-16,-3 4-2 16,0 3 0-16,0 2-5 15,-9 0-4-15,1-2-4 16,2-1-2-16,0-2-1 16,3-7-2-16,1-3 0 15,1-5-15-15,1-2-25 16,0-5-22-16,0-2-46 15,0 0-31-15,0 0-44 16,9-8-63-16,0-5-173 16</inkml:trace>
  <inkml:trace contextRef="#ctx0" brushRef="#br0" timeOffset="-210335.98">24439 10732 692 0,'0'0'103'16,"0"0"101"-16,0 0-79 15,0 0-35-15,84 64-19 16,-66-41-24-16,1 0-13 16,0-1-6-16,-1 0-2 15,-1-5-10-15,-2 1-9 16,-2-4-5-16,2-3 0 0,-5-3-7 15,-1-4-12-15,2-1-17 16,-2-3-19-16,0 0-44 16,-1-7-67-16,4-7-73 15,-7-5-72-15,1-3-123 16</inkml:trace>
  <inkml:trace contextRef="#ctx0" brushRef="#br0" timeOffset="-210128.73">24696 10753 684 0,'0'0'146'16,"0"0"5"-16,0 0-31 15,-78 82-30-15,57-53-27 16,0-2-15-16,1-1-22 16,2-3-17-16,3-5-8 15,4-1-2-15,3-8-15 16,2-3-36-16,6-4-46 15,0-2-65-15,0 0-61 16,6-10-143-16</inkml:trace>
  <inkml:trace contextRef="#ctx0" brushRef="#br0" timeOffset="-209750.99">24748 10587 811 0,'0'0'97'0,"0"0"88"16,0 0-75-16,0 0-40 0,0 0-18 16,0 0-26-16,33 16-11 15,-33-5-1-15,0 1-1 16,0 4-2-16,0-1-7 15,-6 0 2-15,1-2-6 16,2-1 3-16,1-1-3 16,2-2 2-16,0-3-4 15,0-2 2-15,0 2 2 16,5-3 1-16,4-2-1 16,2-1 2-16,2 0-12 15,3 0-19-15,-2 0-29 16,2-4-42-16,-2 0-44 15,-1 0-52-15,-3 0-43 16,-1 1-121-16</inkml:trace>
  <inkml:trace contextRef="#ctx0" brushRef="#br0" timeOffset="-209506">25017 10744 658 0,'0'0'115'15,"0"0"55"-15,0 0-51 16,14 75-32-16,-11-58-39 16,0 1-23-16,-2-4-19 0,1-4-4 15,-2-1-2 1,0-1-33-16,0-2-58 0,0 0-79 15,-5-6-30-15,-4 0-147 16</inkml:trace>
  <inkml:trace contextRef="#ctx0" brushRef="#br0" timeOffset="-209308.71">24982 10816 765 0,'0'0'132'0,"0"0"48"16,0 0-108-16,0 0-30 16,81-4-21-16,-70 4-18 15,1-2-20-15,-5 2-57 16,0-2-42-16,-1 1-70 16,-2-5-106-16,3-1-238 15</inkml:trace>
  <inkml:trace contextRef="#ctx0" brushRef="#br0" timeOffset="-209056.49">25292 10684 763 0,'0'0'126'0,"0"0"53"16,0 0-84-16,0 88-23 16,0-70-36-16,0-3-31 0,0-2-1 15,0-5-8 1,0-2-32-16,0-5-67 0,0-1-91 16,0 0-78-16,2-4-312 15</inkml:trace>
  <inkml:trace contextRef="#ctx0" brushRef="#br0" timeOffset="-208716.96">25444 10535 758 0,'0'0'161'15,"0"0"-9"-15,39 87-43 16,-26-52-10-16,0 0-30 16,0 2-13-16,-4-3-8 15,-2 0-18-15,-4-3 0 16,-2-1-11-16,-1-4-9 15,0-1-6-15,0-5-3 16,-9-3-7-16,1-5-40 16,-6-2-38-16,2-7-90 15,2-3-205-15,-3-6-478 16</inkml:trace>
  <inkml:trace contextRef="#ctx0" brushRef="#br0" timeOffset="-206684.52">25476 10104 293 0,'0'0'123'0,"26"22"25"0,-5-3-30 16,5 8-27-1,4 5 6-15,4 7 17 0,2 4-54 16,2 1-2-16,-1 7-4 15,-1 0 0-15,2 0-6 16,-8 1-4-16,-1 0-12 16,-9-2-5-16,-3 1-7 15,-6-3-4-15,-4-3-1 16,-6-2 4-16,-1-3 0 16,0-5-4-16,0-1 1 15,-8-5 0-15,-4-3-3 16,-2-3-8-16,1-1 1 15,-5-6-7-15,7-1 2 16,-2-4 0-16,3-3-3 16,2-2-9-16,4-6-14 15,3 0-17-15,1 0-19 16,0-14-59-16,0-3-53 16,7-9-69-16,6-5-121 15</inkml:trace>
  <inkml:trace contextRef="#ctx0" brushRef="#br0" timeOffset="-205385.73">25902 10072 249 0,'0'0'104'16,"0"0"12"-16,0 0-37 16,-11 0 14-16,10 0-12 15,-2 0-23-15,2 0 21 16,1 0 6-16,-3 0-5 16,3 0-12-16,0 0-4 15,0 0 0-15,0 0-13 0,8-1-11 16,6-9-20-16,6 6 1 15,3-3-2-15,3-1-7 16,2 5-6-16,-4 1-4 16,-2 2 1-1,-5 0-3-15,-4 0-5 16,-10 0-12-16,-3 9-18 0,0 2 6 16,-2 3 8-16,-8 0 16 15,2 1 2-15,2-1 2 16,1 1 0-16,5 0 0 15,0-1 1-15,0-1-2 16,3 1 3-16,5 0 3 16,0-4 6-16,-2 1 13 15,-3 0 5-15,-3-2 3 16,0 0 4-16,-5-3 0 16,-4 1-11-16,-5-2-17 15,0-4-5-15,3 0-16 16,-3-1-52-16,2 0-75 15,-2 0-176-15,3 0-371 16</inkml:trace>
  <inkml:trace contextRef="#ctx0" brushRef="#br0" timeOffset="-204326.33">26432 10733 550 0,'0'0'116'0,"0"0"14"0,0 0 8 16,13-6-45-16,-12 6-28 15,1 0-27-15,-2 0-14 16,0 0-4-16,0 0-1 15,0 0 2-15,0 0-3 16,0 0-6-16,0 0-1 16,0 0-6-16,0 0 1 15,0 0-6-15,0 0 4 16,2 0-4-16,4 0 0 16,2 0 3-16,0 0 21 15,4 0 2-15,-2 0-11 16,1 0-2-16,-2 0-2 15,0 2 1-15,-3 2-2 16,-1 4 3-16,-3-1-1 16,-2 1 9-16,0-1 1 15,-3-2-3-15,-10 2-1 16,0-4-7-16,0 0-7 16,4-3 2-16,2 0-3 15,2 0 0-15,4 0 2 16,1-9-7-16,0-3-3 0,0-2-1 15,1 1-5 1,8 2-3-16,-1 2-10 16,-1 1-7-16,0 4-19 0,-4 3-34 15,0 1-70-15,-3 0-154 16,0-1-275 0</inkml:trace>
  <inkml:trace contextRef="#ctx0" brushRef="#br0" timeOffset="-201029.75">21657 10210 175 0,'0'0'25'0,"0"0"32"16,0 65-19-16,3-41-8 15,2 5 7-15,-1 2-7 16,-2 4 1-16,1 0-11 16,-1 3 1-16,-1 2 7 15,-1 0-5-15,0 2-16 16,0-2-5-16,0-1-1 16,0 0 2-16,0-1-2 15,0 0-1-15,0-1 1 16,0-2-1-16,0 3 0 15,0-5 1-15,0 2-1 16,0-4 0-16,0-2-1 16,0-2 5-16,0 0-3 15,0-4-1-15,0 1 0 16,5-3 0-16,-2 3 1 16,3-1-1-16,-1-4-7 15,2-2 33-15,2 0 7 16,1-2-70-16,4-1 31 15,1-4-6-15,2-2 5 0,2 2 31 16,0-2-9-16,1-1-39 16,1 0 9-16,0-2-10 15,2 1 7-15,4-2 32 16,2 3 2-16,6-5-44 16,6 1-12-16,6 1 29 15,5-2 47-15,6 1-34 16,4-2-1-16,0 0-1 15,5 1 2-15,0 0 1 16,0 1 4-16,-1 1-3 16,1 1 2-16,-1 2-3 15,-1 0 0-15,0 1-2 16,1-1 0-16,2 0 2 16,0 1 13-16,0-1-5 15,0-1 1-15,3 1-4 16,0-1 0-16,0-2-1 15,0 1-3-15,2-1-3 16,-1-1 1-16,3 0-3 16,0 0 0-16,2-2 2 15,-1 1 0-15,1-2-2 16,2 1 2-16,-1-1 0 16,2 0-2-16,1 0 3 15,-1 0-2-15,0 0 0 0,-1 1 1 16,0 1-1-1,-3 1 0-15,-1 1 1 16,-2 1-1-16,1 1-1 16,-1-4 0-16,-1 2-2 15,1 0 3-15,1-2 0 16,3-2-1-16,-2 0 0 16,1 0 1-16,-2 0 1 0,1 0-3 15,-1 0-4-15,-3 0 0 16,-2 0 4-16,-4 0 1 15,-2 0 1-15,-4 0-1 16,-6 0 3-16,-4-4-2 16,-3 2 0-16,-10 0 0 15,-6-1 0-15,-6 0 1 16,-7 2-1-16,-6-2 0 16,-2 2 1-16,-3 0 3 15,-3-2 1-15,-2 3-2 16,2 0-3-16,0-4 2 15,3 4-1-15,2-6-1 16,1 1 0-16,4-4-1 16,0 2 2-16,1 1 0 15,-2 0 4-15,-2-2-2 16,-3 1 0-16,-2 1-1 16,-1-2-1-16,-1-1 1 15,-3-1-1-15,0 0-2 16,0-3-2-16,0-2-2 15,0-1-6-15,0-3-2 16,-3-2 2-16,2 0 8 16,-2-1 0-16,1-2-2 15,1 1 1-15,-2-2-3 16,0 2-3-16,1 3 2 0,-2-1-1 16,3 1-12-1,-2 3 5-15,3-1-9 0,0 0-15 16,0-1 22-1,0-2 17-15,0 1 2 0,0-3 0 16,0 0-14-16,0-3 21 16,0 0 1-16,0-2-28 15,0 2 10-15,0-2-6 16,0 0-77-16,3-3 80 16,-3 0 11-16,0 1-10 15,1-2-70-15,-1 0 99 16,3 0-9-16,-3 1-32 15,3 0 39-15,0 0-32 16,1 2 6-16,1-1 17 16,0 2-11-16,4-1 10 15,-2 0 19-15,2 0-3 16,4 1 1-16,-3-1-18 16,3 0-10-16,-6 1-3 15,-1-1 6-15,0 2 4 16,-6 0 8-16,0-1 16 15,0 3 16-15,0-1-3 16,-9 3-2-16,-1 3 1 16,-2-3 1-16,1 2-35 15,-1 1-7-15,1 0-8 16,-1 0 0-16,-1-2 7 16,0 3 1-16,-1-2 1 15,-2 2 3-15,-1 1 2 16,-1 0-3-16,-1 4 1 0,-2-1-4 15,-1 1-4 1,-4 1 4-16,-1 1 1 16,-2 3 1-16,-3-1 2 15,-1 5 1-15,-2-2-1 0,-1 2 0 16,1 1-1 0,-2 2-1-16,1-2 1 0,0 1-1 15,-4 2 1-15,0 1 1 16,-2 0 1-16,-4 0 0 15,-6 0-2-15,-3 3 1 16,-6 6 2-16,-4 1-3 16,-3 1-1-16,-6-1 2 15,-2 5 0-15,-1-6 0 16,-2 2 1-16,-1 0 0 16,-2-3-1-16,-3 0 0 15,2-3 0-15,-1 2 0 16,1-2 1-16,-2-1-1 15,3-2-1-15,0 0 3 16,-1 0-2-16,0-1-1 16,-2 1-1-16,-2 0 3 15,-4 1-3-15,1 2 0 16,-2-3 2-16,-1 2-3 16,2-1-4-16,0 1 3 15,0 0 2-15,2-1-2 16,-1 1 2-16,5 0 1 15,3 0 1-15,1 1 0 16,3 1 0-16,4 0 1 16,3 0-2-16,3 2-1 15,2-1 1-15,1 1 0 16,3-2-1-16,3 2 0 16,2-1 0-16,3 0 1 15,0-2-2-15,2 1-3 16,5 0-4-16,-1-2 1 0,3-1 3 15,1 1-6-15,2-2 5 16,-1 0 5-16,5-2 1 16,0 0 0-16,3 0 3 15,2 0 2-15,1 0-5 16,4 0-1-16,0 0-3 16,5 0 1-16,3 0 3 15,1 0 1-15,7 0 1 16,1 0 9-16,5-1 7 15,3 0-3-15,2-1-3 16,1 2 3-16,0 0 4 16,0 0-3-16,0 0-13 15,0 0-5-15,0 0 2 16,0 0 6-16,0 4 2 16,0 0 0-16,0 3-5 15,0-1-3-15,0-2-9 16,0 2-94-16,7-4-154 15</inkml:trace>
  <inkml:trace contextRef="#ctx0" brushRef="#br0" timeOffset="-198580.11">25369 8282 67 0,'13'4'48'0,"8"-4"15"15,8 0-12-15,7 0 29 16,5 0-34-16,6 0-34 16,1 0-10-16,4 0 0 15,2 0-2-15,0 4 0 16,2-1 1-16,3 1 0 16,1 3 5-16,4-1 5 15,5 1 12-15,0-1 31 16,4 0 10-16,6 2-2 15,8-4-55-15,5 0-5 16,8-1 20-16,5-3-17 16,9 0-4-16,3 0-1 15,-1 0 0-15,4 0 1 16,0 0-1-16,-2 0 0 16,0 0 2-16,1 0 0 15,-4 0 1-15,-3 0-1 16,-1 0-1-16,-6 0 0 0,-2 0-1 15,-8 0 3 1,-3 0 11-16,-6-3-3 16,-7 2-6-16,-9-2 4 0,-11 0-1 15,-9 2 5 1,-12 0 0-16,-9 1-1 0,-13 0-6 16,-5 0-4-1,-5 0-2-15,-2-1 4 0,1 1 1 16,2-2-2-16,0-2-1 15,3 4-2-15,2-1 2 16,-2-2-3-16,0 3 0 16,-4 0-14-16,-3 0-47 15,-3 0-51-15,0 0-57 16,0 0-77-16</inkml:trace>
  <inkml:trace contextRef="#ctx0" brushRef="#br0" timeOffset="-197382.49">27023 10085 579 0,'0'0'110'0,"0"0"36"16,0 0-20-16,-31 22-30 15,5 4-19-15,-10 10-2 16,-1 7-12-16,-1 4-12 16,2 4-4-16,7 2-18 15,6 3-5-15,10 2-5 16,7-3-3-16,6 3 1 16,0-2-5-16,9-2-1 15,10-2-2-15,-1-3-3 16,4-4-1-16,-3-5 7 15,2-8 9-15,-3-4-10 16,-2-9-6-16,-4-2 0 16,-3-5-2-16,-3-6 1 15,0-2 0-15,-5-3-5 16,1 1 3-16,-2-2-3 16,0 0 1-16,0 0-9 15,0 0-12-15,0 0-21 0,0 0-21 16,0 0-33-16,0-6-108 15,0-5-193-15,0-2-306 16</inkml:trace>
  <inkml:trace contextRef="#ctx0" brushRef="#br0" timeOffset="-197013.06">27009 10662 789 0,'0'0'137'15,"0"0"52"-15,0 0-71 16,87 0-30-16,-58 0-20 16,0 0-26-16,-3 0-29 15,-3 0-9-15,-1 0-10 16,-2 0-44-16,-7 0-86 15,-4-5-160-15,-2-6-359 16</inkml:trace>
  <inkml:trace contextRef="#ctx0" brushRef="#br0" timeOffset="-196094.41">27534 10543 495 0,'0'0'95'0,"0"0"55"0,0 0-28 15,0 0-8 1,0 0-10-16,-25-3-33 0,5 5-52 15,-5 6-5-15,2 1 14 16,5 4-15-16,6-3-5 16,6-1-8-16,6 3-1 15,0-1-1-15,19 1 13 16,6 1-5-16,5 2-1 16,2 2-2-16,-2-4 12 15,-4 0 4-15,-6 0-3 16,-5 0-5-16,-11 0 0 15,-4-1 0-15,0 0 15 16,-13 0 4-16,-7-1-10 16,1-1-11-16,-4-3-4 15,3 0-2-15,5-5-2 16,5-1-2-16,6-1-8 16,4 0 3-16,0 0-4 15,7-9-7-15,13-6-4 16,8-3 13-16,6-1 5 15,4-1 3-15,4 2 0 16,-5 1 2-16,-2 5-3 16,-9 5 0-16,-5 3 2 15,-6 4 3-15,-6 0 0 16,-1 0 0-16,-5 13 10 16,0 3 3-16,-1 2-1 15,-1 1-6-15,-1 2-1 16,0-2-6-16,0-3 1 15,0-1-3-15,0-4-9 16,0-3-31-16,0-4-32 16,0-4-80-16,-4 0-136 0,-1-11-315 15</inkml:trace>
  <inkml:trace contextRef="#ctx0" brushRef="#br0" timeOffset="-195917.22">27821 10429 911 0,'0'0'13'15,"0"0"24"-15,0 0-32 16,0 0-13-16,0 0-48 16,-36 36-70-16,36-18-84 15,0 3-53-15,6-1 33 16</inkml:trace>
  <inkml:trace contextRef="#ctx0" brushRef="#br0" timeOffset="-195627.61">27929 10671 373 0,'0'0'209'0,"0"0"-17"15,0 0-51-15,0 0-11 16,79 66-12-16,-68-66-25 16,-2 0-14-16,-2 0-21 15,3-8-17-15,-1-7-16 16,1-2-19-16,0-2-3 15,-3 2-3-15,0 1 1 16,-2 1-4-16,-1 7-3 16,1 4 1-16,0 4-1 0,-2 0-4 15,4 8 3 1,1 6 8-16,1 4 1 16,2 2 4-16,-1-1 0 15,4 1-3-15,-2-4-2 16,1-1-11-16,3-4-49 0,-2-5-82 15,-1-4-115-15,-1-2-177 16</inkml:trace>
  <inkml:trace contextRef="#ctx0" brushRef="#br0" timeOffset="-195271.63">28581 10307 968 0,'0'0'91'0,"0"0"56"16,-91 103-64-16,55-54-18 16,2 2-21-16,7 3-16 15,4-1-15-15,13-1-3 16,7-6-1-16,3-2-5 16,7-7-2-16,15-5-2 0,5-7-11 15,5-7-26 1,-3-7-52-16,-4-10-117 0,-4-1-159 15</inkml:trace>
  <inkml:trace contextRef="#ctx0" brushRef="#br0" timeOffset="-194525.99">28499 10603 342 0,'0'0'91'0,"0"0"20"16,0 0 25-16,0 0-17 15,0 0-4-15,14 2 17 16,2-2-24-16,4 0-23 15,9 0-23-15,0-2-19 16,5-7-27-16,0 2-5 16,-1-2-5-16,-1 6-2 15,-8-1-1-15,-5 1-2 16,-6 3 4-16,-4 0 4 16,-5 0-5-16,0 3 3 15,-4 9 11-15,0 4 0 16,0 3-6-16,0 5-4 15,0 3-3-15,0-2 1 16,0 2-2-16,0-4-2 16,0 0-3-16,0-3 4 15,0-2-2-15,0-3-3 16,0-2 4-16,0-3-8 16,0-3-17-16,0-4-32 15,0-3-38-15,0 0-49 16,0 0-74-16,0-14-186 15</inkml:trace>
  <inkml:trace contextRef="#ctx0" brushRef="#br0" timeOffset="-194120.87">29014 10547 713 0,'0'0'168'0,"0"0"26"15,0 0-69-15,61 74-23 16,-41-49-31-16,-1 0-18 16,1-2-18-16,0 2-6 15,-1-3-8-15,1-3-9 16,-5-2-4-16,0-3-5 16,-3-2-2-16,-1-5-6 15,-3-1-10-15,-1-3-16 16,-1-3-20-16,2 0-41 15,1 0-32-15,0-14-79 16,1-4-81-16,3-7-125 16</inkml:trace>
  <inkml:trace contextRef="#ctx0" brushRef="#br0" timeOffset="-193929.48">29290 10614 721 0,'0'0'119'15,"0"0"65"-15,-103 91-69 0,70-55-23 16,1 2-36 0,8-5-38-16,5-5-9 0,6-4-4 15,6-10-5-15,4-2-18 16,3-8-59-16,0-4-59 16,10 0-75-1,5-16-198-15</inkml:trace>
  <inkml:trace contextRef="#ctx0" brushRef="#br0" timeOffset="-193559.14">29390 10375 961 0,'0'0'103'16,"0"0"28"-16,0 0-71 15,0 0-14-15,0 0-18 16,24 35-16-16,-24-20-4 16,-9-1 0-16,-3 0-2 15,0 1-3-15,3-2 0 16,1-1-4-16,5-1 2 15,3-3-2-15,0-1 1 16,1-2 4-16,13-1 12 16,4 0 1-16,2-3-9 15,3-1-2-15,-1 0-16 0,-2 0-28 16,-3 0-53-16,-5 0-125 16,-3 0-188-16</inkml:trace>
  <inkml:trace contextRef="#ctx0" brushRef="#br0" timeOffset="-193307.48">29714 10582 841 0,'0'0'166'0,"0"0"-1"15,0 0-67-15,17 82-28 16,-12-58-33-16,2-2-16 16,-1-3-13-16,0 0-7 15,-3-5 0-15,-3-4-24 16,0-1-51-16,0-4-73 16,-13-5-102-16,-6 0-135 15</inkml:trace>
  <inkml:trace contextRef="#ctx0" brushRef="#br0" timeOffset="-193123.59">29661 10659 899 0,'0'0'160'16,"0"0"10"-16,0 0-102 15,100 0-37-15,-74-1-18 16,0-3-12-16,-3 0-15 15,-4-4-51-15,-2-1-85 16,-1-2-119-16,-2-2-184 0</inkml:trace>
  <inkml:trace contextRef="#ctx0" brushRef="#br0" timeOffset="-192901.11">30016 10490 800 0,'0'0'165'16,"0"0"22"-16,8 97-64 15,-4-58-37-15,2-4-42 16,-2-6-25-16,3-2-15 16,-4-7-5-16,0-6-27 15,-2-7-48-15,2-6-67 16,0-1-119-16,3-7-191 15</inkml:trace>
  <inkml:trace contextRef="#ctx0" brushRef="#br0" timeOffset="-192538.13">30200 10125 766 0,'0'0'125'0,"0"0"61"0,79 85-80 16,-53-40-22-1,-3 7-19-15,-4 2-19 0,-3 7 3 16,-7-2-8-16,-5-1-7 15,-4-4-6-15,0-1-4 16,0-5 1-16,-6-1-13 16,-5-7-9-16,-5-5 0 15,1-4-3-15,-3-6-24 16,3-6-29-16,-1-7-36 16,3-8-83-16,-1-4-165 15,2-4-377-15</inkml:trace>
  <inkml:trace contextRef="#ctx0" brushRef="#br0" timeOffset="-191606.72">30344 9800 447 0,'0'0'132'0,"0"0"-8"16,0 0-45-16,0 0-38 16,25 28 31-16,-1 0 55 15,11 13-35-15,4 8 8 16,7 8-43-16,3 5-14 16,2 6-11-16,-2 3-9 15,-6 0 1-15,-2 0 0 0,-8 1-4 16,-6 1 3-1,-6-2-3-15,-13-3 8 0,-5-1 8 16,-3-2-2-16,-6-7-5 16,-10-4 1-16,-4-7-10 15,0-6-9-15,3-6-8 16,1-3-2-16,3-5-3 16,0-4 1-16,3-2 1 15,1-5-1-15,3-4-12 16,-4-4-7-16,4-5-37 15,-1-3-6-15,1 0-14 16,-1 0-91-16,0-15-168 16,1-5-290-16</inkml:trace>
  <inkml:trace contextRef="#ctx0" brushRef="#br0" timeOffset="-189500.99">28672 8135 450 0,'0'0'7'16,"4"-18"26"-16,-2 9 27 15,-2 4-24-15,0-1 5 16,0-2-6-16,0 4 1 15,0-2 22-15,0 4-8 16,0-2-7-16,0 1 22 16,0 3 16-16,0-2-17 15,0 2-18-15,0 0-11 16,0 0-11-16,0 0-8 16,0 2-6-16,0 9-5 15,0 3 18-15,0 3 19 0,0 0-11 16,0 1 19-1,4 2-12-15,6-5-11 0,0-2 3 16,5-5 1-16,2-2 1 16,6-6 0-16,4 0-4 15,5-18-4-15,3-13-6 16,2-17-7-16,7-15-5 16,5-15-9-16,4-14-28 15,8-10-32-15,5-4-25 16,5-2-69-16,0-1-117 15,-5 6-85-15,-9 7-163 16</inkml:trace>
  <inkml:trace contextRef="#ctx0" brushRef="#br0" timeOffset="-188503.05">27457 6234 425 0,'0'0'61'0,"0"0"-6"16,0 0 7-16,0 40-4 15,3-29 4-15,0 0-10 16,3-1-9-16,2 2-3 16,4 1 43-16,2-1 2 15,5 1-34-15,2-4 6 16,3 1 7-16,-1-5-16 15,3-2-6-15,-4-3-1 16,1 0-4-16,1-10 1 16,1-14-9-1,4-10-14-15,1-12-8 0,6-10-7 16,8-11-7-16,3-7-19 16,11-5-34-16,4 3-42 15,6 1-68-15,0 8-95 16,-3 11-157-16</inkml:trace>
  <inkml:trace contextRef="#ctx0" brushRef="#br0" timeOffset="-186546.58">31150 10688 705 0,'0'0'61'15,"4"0"31"-15,-2 0 31 16,-1 0-25-16,-1 0-31 16,0 0-25-16,0 0-14 15,0 0-13-15,0 4-4 16,0-2 7-16,0 1-2 16,0 1-7-16,0-2-8 15,0 0 0-15,3-2-2 16,4 0 3-16,5 0 5 15,4 0 11-15,-2 0 1 16,5 0-9-16,-6 0-2 16,0 0-4-16,-6 0 1 15,-1 0-2-15,-3 0-4 16,-3 0 1-16,0 0 6 16,0 6 8-16,-9 1-5 0,-4-2-1 15,0-1-5 1,3 1-1-16,1-4 0 0,2 2 0 15,5-2 0-15,0-1 0 16,2 0 5-16,0 0-1 16,0 0-7-16,0 0 1 15,3-4-16-15,5-3-25 16,1-1-17-16,-2 0-48 16,-1-2-88-16,-3 0-116 15,-3 1-329-15</inkml:trace>
  <inkml:trace contextRef="#ctx0" brushRef="#br0" timeOffset="-185218.25">25284 9032 377 0,'-86'75'68'16,"8"10"-40"-16,6 9 24 15,19 3 9-15,15 2-21 16,28-3 15-16,12-6-16 16,48-12-11-16,34-11 6 15,34-17-12-15,31-14 2 16,26-17-14-16,15-15-7 16,12-4-5-16,-4-14-25 15,-7-13 19-15,-15-9 0 16,-24-3 6-16,-26-9 3 15,-37-3-1-15,-28-7 3 0,-32-8 24 16,-29-8 46 0,-13-12 15-16,-35-2-37 15,-25-6-33-15,-18 2 2 0,-19 7 9 16,-16 14 1 0,-15 14-4-16,-8 17-12 0,-7 18-9 15,-6 17-6-15,4 5 0 16,7 21 0-16,15 15-1 15,21 12-26-15,24 9-29 16,30 7-45-16,31 6-76 16,28 2-72-16,9-3-172 15</inkml:trace>
  <inkml:trace contextRef="#ctx0" brushRef="#br0" timeOffset="-184067.69">31497 10164 552 0,'0'0'79'0,"0"0"-10"16,0 0 9-16,-32 55-10 16,9-19 4-16,-5 6 7 15,2 7-35-15,2 2-2 16,5 4-8-16,8-3-11 16,9 2 3-16,2-3-9 15,17-3 5-15,12-4-1 16,7-3-2-16,2-6 1 15,-2-5-10-15,-4-6-5 16,-8-6-2-16,-6-5-2 16,-10-4-4-16,-3-4-2 15,-5-3-37-15,0-2-26 16,-12 0-37-16,-2 0-115 16,-2-6-153-16</inkml:trace>
  <inkml:trace contextRef="#ctx0" brushRef="#br0" timeOffset="-183707.37">31729 10413 857 0,'0'0'11'15,"0"0"111"-15,0 0-13 16,13 80-29-16,-9-46-16 16,1 1-16-16,-1 0-4 15,2-2-12-15,-3-2-6 16,2-6-9-16,-2-4-5 15,-1-3-10-15,-1-6 1 16,-1-1-3-16,0-6-17 16,0 1-32-16,0-6-48 15,0 0-55-15,0 0-78 16,0-14-141-16</inkml:trace>
  <inkml:trace contextRef="#ctx0" brushRef="#br0" timeOffset="-183410.16">31950 10477 793 0,'0'0'35'0,"0"0"33"16,0 0 17-16,0 0 7 15,0 0-29-15,3 35-29 16,1-21-19-16,2-1 1 15,4-1 2-15,6-1-2 16,3-1-3-16,3-2-1 16,2-1-3-16,1 0-3 15,-1-4-4-15,-1-1-3 16,-4-2-7-16,-3 0-30 16,-2 0-34-16,-5-4-46 15,-3-5-50-15,-2-3-50 16,-1-4-126-16</inkml:trace>
  <inkml:trace contextRef="#ctx0" brushRef="#br0" timeOffset="-183181.74">32207 10433 503 0,'0'0'121'0,"0"0"40"16,0 0-74-16,0 0 7 15,0 0 15-15,-16 83-29 16,16-52 7-16,0 4-23 15,0-3-18-15,0 0-16 16,0-3-16-16,0-4-12 16,0-3 2-16,0-3-6 15,3-4-11-15,0-3-34 16,3-5-45-16,0-5-54 0,-1-2-99 16,4 0-100-16</inkml:trace>
  <inkml:trace contextRef="#ctx0" brushRef="#br0" timeOffset="-182504.65">32483 10512 619 0,'0'0'85'0,"0"0"49"16,0 0 9-16,0 0-27 15,13 64-29-15,4-45-10 16,2-1-22-16,6-1-9 16,2 2-23-16,1-4 0 15,-2-1-5-15,-1-2-11 16,-3-1-6-16,-2-2-3 16,-5-2-8-16,-2-2-24 15,-6-2-17-15,-2-2-34 16,-2-1-41-16,-1 0-35 15,0 0-19-15,0-9-82 16,0-4-78-16</inkml:trace>
  <inkml:trace contextRef="#ctx0" brushRef="#br0" timeOffset="-182304.2">32717 10526 489 0,'0'0'101'15,"0"0"69"-15,-102 73-25 16,62-40 0-16,0 0-48 16,4-1-53-16,7-4-13 15,7-8-21-15,8-3-6 16,10-7-6-16,4-5-53 0,1-5-70 16,18 0-42-16,4-9-130 15</inkml:trace>
  <inkml:trace contextRef="#ctx0" brushRef="#br0" timeOffset="-181913.16">32746 10031 683 0,'0'0'16'0,"0"0"-10"16,65 69 116-16,-29-24-29 16,1 11-8-16,1 5-1 15,-2 6-24-15,-4 1-12 16,-9 3 13-16,-7-3 4 15,-7-1-20-15,-9-8-7 16,0-2 2-16,-3-4-12 16,-12-5-5-16,-4-6-11 15,-1-5-7-15,0-6-4 16,-2-3-1-16,-2-5-19 16,-1-7-28-16,4-3-50 15,0-5-67-15,1-4-126 16,0-4-202-16</inkml:trace>
  <inkml:trace contextRef="#ctx0" brushRef="#br0" timeOffset="-177893">31758 10901 545 0,'0'0'85'0,"0"0"34"0,8 0-24 16,13 0-7 0,12 0 18-16,13 0-14 15,12 0-16-15,14 0-9 0,9 2-23 16,8 2-16-16,4 0-6 16,2 2-5-16,-1-1-11 15,-3 2-4 1,-7-1 1-16,-6-1-3 15,-8 0 0-15,-13-4-1 0,-12 2-2 16,-13-3 1-16,-12 1 0 16,-13-1-4-16,-7 0-3 15,0 0-13-15,-17 1 2 16,-11 2-31-16,-8 1-41 16,-11 3 25-16,-7-1 13 15,-2 3-40-15,-9-1-33 16,0 0 38-16,-6 1 34 15,-3 0 21-15,-3 0-5 16,1 0 23-16,1-4 17 16,8-1 44-16,7-1 47 15,11-2 13-15,10-1-22 16,13 0-28-16,9 0-2 16,12 0 5-16,5 0-5 15,18 0-11-15,25 0-20 16,15 0 12-16,17 0-8 15,15 3-7-15,8 1 15 16,3 0-1-16,-6 2-9 16,-7-1-7-16,-13 3-8 15,-13-2-6-15,-17-2-5 16,-16-2 1-16,-7 0 0 16,-11 0-4-16,-6-2-30 15,-5 0-20-15,0 0-35 16,-5 0-69-16,-8 0-144 15,-7 0-339-15</inkml:trace>
  <inkml:trace contextRef="#ctx0" brushRef="#br0" timeOffset="-175289.68">21933 11164 496 0,'-6'-5'40'16,"0"5"51"-16,3 0 26 16,3-1-19-16,0 1-5 15,-1 0-25-15,1 0-14 16,0 0-6-16,0 0-4 15,0 0-6-15,10 0-8 16,10 0 29-16,9 1-8 16,10 2-19-16,6-3-6 15,11 0-6-15,7 0-9 16,5-3-8-16,1-1-3 16,-3 3 2-16,-5 1-3 15,-8 0 2-15,-7 0-2 16,-9 0 2-16,-10 4-2 15,-10 0-6-15,-4 1-2 16,-7-3-4-16,-6 0-2 16,0 0 0-16,-1 3 7 15,-17-1-8-15,-5 5-20 16,-6-1-25-16,-4 3-41 0,-2-3-18 16,-5 0-61-1,-2-2 10-15,0-1-96 0,-2 0-76 16</inkml:trace>
  <inkml:trace contextRef="#ctx0" brushRef="#br0" timeOffset="-175057.89">21927 11362 586 0,'0'0'85'15,"0"0"20"-15,85 1 29 16,-28-1 7-16,9 0-28 15,6-1-20-15,1-6-31 16,-3 1-26-16,-9 2-20 16,-10 0-9-16,-10 3-7 15,-7-2-7-15,-11 3-48 16,-9 0-65-16,-8 0-79 16,-6 0-123-16,0 0-274 15</inkml:trace>
  <inkml:trace contextRef="#ctx0" brushRef="#br0" timeOffset="-172520.1">26913 10554 165 0,'-28'18'58'16,"4"5"16"-16,-2 5-30 15,4 7 5-15,2 1-9 16,3 3-19-16,8 0-17 16,6 1-2-16,3-5 4 15,1 0 4-15,22-6 19 16,9-3-12-16,9-5 10 15,8-4 18-15,7-8-21 0,5-4-18 16,1-5-3 0,0 0-4-16,-2-1 2 0,-4-12-2 15,-6-5 1 1,-6-6 0-16,-7-2 1 0,-8-5-6 16,-10-3-9-1,-8-4 15-15,-11-2 3 0,0-2 4 16,-13-2-3-16,-14 1 1 15,-11-1-1-15,-5 6 0 16,-12 4 1-16,-4 8 7 16,-5 11-4-16,-4 9-12 15,-5 6 1-15,-1 9 13 16,1 14-25-16,0 9 4 16,7 8-13-16,2 2 6 15,8 5-44-15,11 1-40 16,12-5-49-16,7-2-81 15</inkml:trace>
  <inkml:trace contextRef="#ctx0" brushRef="#br0" timeOffset="-170593.78">21115 12407 703 0,'0'0'87'0,"0"0"29"15,9 0-17-15,7 0 1 16,3 0-19-16,2 0-29 15,0 0-24-15,-1 0-14 16,-1 0-12-16,-6 0-2 16,-3-2-42-16,-5 0-93 15,-3 0-105-15,-2-2-170 0</inkml:trace>
  <inkml:trace contextRef="#ctx0" brushRef="#br0" timeOffset="-170367.66">21143 12263 978 0,'0'0'34'0,"0"0"38"15,0 0-27-15,0 0-34 16,0 0-13-16,91-11-49 15,-65 9-69-15,-1 0-91 16,1 0-205-16</inkml:trace>
  <inkml:trace contextRef="#ctx0" brushRef="#br0" timeOffset="-169839.89">21732 12382 765 0,'0'0'83'0,"0"0"72"16,0 0-40-16,0 0-30 15,0 0-8-15,38-4-16 16,-17 1-19-16,4-1-11 16,3-1-2-16,-1 1-14 15,-1 0-9-15,-2-1-2 16,-5 1-4-16,0 0 0 15,-6 2-1-15,-2-4-17 16,-3 4-22-16,-4-1-20 16,-1-1-45-16,-1 0-65 15,-2 0-121-15,0-2-185 16</inkml:trace>
  <inkml:trace contextRef="#ctx0" brushRef="#br0" timeOffset="-168967.49">22267 12155 575 0,'0'0'89'0,"0"0"44"16,0 0-33-16,0 0-37 16,-14 0-7-16,6 10 2 15,-1 0-11-15,3 0-14 16,4 1 1-16,2-2-15 16,0 4-5-16,0-4-10 15,14 1 10-15,8 1-2 16,5 0 7-16,6-2 7 15,1 2-13-15,3 0-4 16,-5 0 5-16,-2 2-3 16,-4 0-1-16,-6 1-6 15,-8-1 1-15,-5 4 10 16,-7-2 3-16,0 0 12 16,-7 0-1-16,-12-1-5 15,-5 0-9-15,-7-1-8 16,-2-5-5-16,-3-1 0 15,3-3-19-15,1-4-18 16,2 0-35-16,2 0-39 16,7-11-84-16,2-4-105 15,4-5-230-15</inkml:trace>
  <inkml:trace contextRef="#ctx0" brushRef="#br0" timeOffset="-168780.96">22326 12181 975 0,'0'0'92'0,"0"0"50"15,94-24-22-15,-63 20-68 16,-3 4-28-16,-4 0-22 16,-5 0-7-1,-3 0-56-15,-3 0-82 0,-4 5-91 16,-2 0-209-16</inkml:trace>
  <inkml:trace contextRef="#ctx0" brushRef="#br0" timeOffset="-168115.63">22838 12101 650 0,'0'0'87'0,"0"0"20"16,0 0-6-16,0 0-17 0,0 0-4 15,-75 49-31-15,55-17-16 16,-2 4-9-16,5 3-2 16,3-1-11-16,5 2-3 15,5-4-3-15,4-6-2 16,0-1-2-16,17-9-2 16,6-5 2-16,7-1 2 15,2-9-2-15,4-4 4 16,1-1-4-16,-3 0 2 15,-5-4-3-15,-6-5 4 16,-5-4-3-16,-6 0 3 16,-6 2 1-16,-6-2-2 15,0 4 1-15,-3 1 16 16,-14 1-8-16,-3 4-10 16,-5 3-2-16,-4 0-1 15,-1 0 1-15,-2 12 0 16,0 2-2-16,1 2-14 15,3 1-33-15,8-2-58 16,4-4-90-16,6-3-117 16,7-4-333-16</inkml:trace>
  <inkml:trace contextRef="#ctx0" brushRef="#br0" timeOffset="-166862.85">23120 12322 318 0,'0'0'120'15,"0"0"21"-15,0 0 1 0,0 0-21 16,7-8-19-1,7 1 8-15,4-6-16 0,5 1-19 16,5-2-13 0,-2 1-16-16,3-1-17 15,-2 3 0-15,-4 3-10 0,-6 3-6 16,-4 5-3-16,-4 0-6 16,0 0-2-16,-4 9 6 15,-2 8 3-15,3 3 0 16,-1 3-1-16,1 2-2 15,3 0 1-15,3 1-2 16,2-1-3-16,5-3-3 16,3-1 1-16,2-5 0 15,1-3 0-15,3-3 2 16,-1 0-3-16,-3-5-1 16,-3-3-1-16,-5 1-13 15,-4-3-14-15,-6 0-10 16,-3 0-22-16,-3 0-13 15,0-1-20-15,0-8-92 16,-6-5-64-16,-6-1-77 16,-2 1-124-16</inkml:trace>
  <inkml:trace contextRef="#ctx0" brushRef="#br0" timeOffset="-166593.37">23564 12169 802 0,'0'0'103'15,"0"0"34"-15,0 0 7 0,-97 93-28 16,66-58-41-16,1 3-21 16,1-2-27-1,5-2-17-15,3-6-5 0,4-2-4 16,2-4-1-16,4-4-10 15,4-3-23-15,2-4-24 16,3-5-37-16,2-1-57 16,0-5-100-16,0 0-88 15,10-6-142-15</inkml:trace>
  <inkml:trace contextRef="#ctx0" brushRef="#br0" timeOffset="-148468.58">24285 12194 578 0,'0'0'72'0,"0"-3"62"16,0 0-26-16,-6-1-25 16,-2 0-21-16,-1 2-12 0,-5 2-3 15,-2 0-7-15,-5 0-5 16,-2 10 3-16,-4 9-15 16,-2 4-8-16,3 4-5 15,2 3-5-15,5-1-2 16,6-2 0-16,7 1 2 15,6-6-5-15,0-4-2 16,18-7 5-16,9-3 6 16,7-2 0-16,7-6 2 15,3 0-3-15,-1-1-5 16,-1-8-1-16,-5-3-2 16,-8 5 3-16,-7-1-3 15,-9 3-1-15,-6 2 0 16,-5 2 3-16,-2 1-2 15,0 0-4-15,0 0-4 16,-6 0-3-16,-1 0 0 16,-1 9 3-16,4 1 9 15,1 1-4-15,3-1 1 16,0 1 1-16,12-2 3 16,9 2-2-16,4-7-1 15,5 3 5-15,2-4 2 16,4-3-4-16,-4 0 0 15,-2 0 1-15,-6 0-2 16,-3 0 0-16,-5-6 3 16,-8-1 12-16,-2-1 2 15,-4-2 0-15,-2-4-2 16,0 2-5-16,-8-1-3 0,-9-1-3 16,-5 1-4-1,-4 1-3-15,-1 4 3 16,0 1-2-16,-2 3-4 0,3 2-4 15,1 2-11-15,6 0-18 16,2 0-41-16,7 0-61 16,6 0-67-1,4 2-89-15,0 2-129 0</inkml:trace>
  <inkml:trace contextRef="#ctx0" brushRef="#br0" timeOffset="-147970.25">24966 12221 532 0,'0'0'58'0,"0"0"73"16,0 0-89-16,0 0-12 15,-59-2 21-15,33 12-20 16,1 0-9-16,4-1-6 16,5-1-7-16,7 1-7 15,3-2-4-15,6 3-2 16,0 1 3-16,17 1-2 0,6 1 6 15,6 2 2 1,3 1 9-16,0 1 19 16,0-1 17-16,-6 1-1 0,-7 0 3 15,-5-3 4-15,-7 0 5 16,-7 0-1-16,0 0-4 16,-6-2-5-16,-14-1-10 15,-4-1-20-15,-4 2-6 16,0-3-10-16,0-4-2 15,0 0-3-15,5-4-26 16,5-1-29-16,3 0-28 16,6-6-78-16,4-7-95 15,5-7-157-15</inkml:trace>
  <inkml:trace contextRef="#ctx0" brushRef="#br0" timeOffset="-147286.3">25088 11948 459 0,'0'0'91'0,"0"0"58"16,0 0-40-16,0 0-15 15,0-8-9-15,5 3-36 16,7-1 2-16,5 0 5 16,2 0-12-16,4-1-22 15,3 2-6-15,-2 1-4 16,1 4 2-16,-6 0-7 15,-2 0-4-15,-5 0-1 16,-8 10-9-16,-4 4 2 16,0 1 13-16,-6 1 0 15,-9 0-7-15,1 2 0 16,2-3 2-16,4-1-2 16,5-2-2-16,3 0 1 15,0-1 0-15,6 0 2 16,2-1 0-16,1 1 12 15,-1-2 7-15,-4 1 6 16,-4-2-4-16,0 0 10 16,-2 1 3-16,-12-2-1 15,-3-1-12-15,-4-3-16 16,0 1-3-16,-2-1-20 16,4-2-38-16,0 0-62 15,0-1-132-15,8 0-262 16</inkml:trace>
  <inkml:trace contextRef="#ctx0" brushRef="#br0" timeOffset="-146702.11">25766 11896 661 0,'0'0'107'16,"0"0"80"-16,-71 93-58 0,40-43-21 15,2 5-24-15,0 4-24 16,7 1-17-16,6-5-6 16,7 1-10-16,8-5-9 15,1-6-6-15,3-6-2 16,14-4-7-16,4-6-3 15,4-4 2-15,3-5-3 16,2-5-2-16,0-4-17 16,-2-4-33-16,-5-5-57 15,-4-2-109-15,-6 0-148 16</inkml:trace>
  <inkml:trace contextRef="#ctx0" brushRef="#br0" timeOffset="-145835.04">25821 12186 633 0,'0'0'93'16,"0"0"37"-16,0 0-35 16,79-27-34-16,-47 21-15 15,3 2-10-15,0-1-5 16,-4 4 1-16,-3 1-3 15,-4 0-2-15,-5 0-4 16,-8 3-8-16,-3 10-6 16,-5 5 11-16,-2 3 0 0,-1 4-2 15,0 4-1-15,0 2-6 16,0 0 2 0,-1 1-6-16,-1-2 5 0,2-1-2 15,0-4-4-15,0-2-3 16,0-4 1-16,0-2-4 15,2-5 2-15,1-2-5 16,1-4-16-16,-1-4-26 16,-1-2-47-16,4 0-55 15,-1-1-71-15,2-12-189 16</inkml:trace>
  <inkml:trace contextRef="#ctx0" brushRef="#br0" timeOffset="-145483.73">26349 12227 833 0,'0'0'61'0,"0"0"110"16,0 0-66-16,0 0-20 16,96 56-20-16,-74-32-20 15,-1 0-14-15,2 0-6 0,-1 3-10 16,-2-4-7 0,2-2-3-16,-2-1-4 15,0-4-1-15,-1-3 0 0,-4-4-5 16,-1-2-24-1,-3-4-23-15,0-3-31 0,-4 0-33 16,-3 0-67-16,-3-14-92 16,-1-4-181-16</inkml:trace>
  <inkml:trace contextRef="#ctx0" brushRef="#br0" timeOffset="-145270.08">26629 12272 863 0,'0'0'102'0,"0"0"71"15,-63 96-68-15,46-66-52 16,4-2-35-16,3-5-14 16,2-4-1-16,6-3-8 15,0-4-29-15,2-4-47 16,0-4-66-16,0-4-100 15,0 0-93-15</inkml:trace>
  <inkml:trace contextRef="#ctx0" brushRef="#br0" timeOffset="-144851.72">26751 11995 736 0,'0'0'54'0,"0"0"141"15,0 0-36-15,0 0-67 16,0 0-27-16,56-8-30 15,-52 14-19-15,-4 6 1 16,0 3-1-16,0 4-2 16,-9-3 1-16,-3 5-7 15,2-3-5-15,0-1 0 16,4-4-1-16,4-1-3 16,2-2 2-16,0-1-1 15,2-2 5-15,10-4-5 16,5 0 5-16,0-3-2 15,2 0-9-15,4 0-29 16,-1 0-47-16,-3-6-103 16,-4-1-171-16,-3 1-296 15</inkml:trace>
  <inkml:trace contextRef="#ctx0" brushRef="#br0" timeOffset="-144466.02">27063 12230 631 0,'0'0'165'0,"0"0"12"16,0 0-53-16,0 0-24 16,34 89-30-16,-26-65-20 15,1-5-16-15,-3 1-13 16,2-1-13-16,-5-6-4 15,0-1-3-15,-3-5-15 16,0-1-52-16,0-4-68 16,-6-2-65-16,-8 0-61 15,0 0-208-15</inkml:trace>
  <inkml:trace contextRef="#ctx0" brushRef="#br0" timeOffset="-144295.27">27024 12327 697 0,'0'0'160'16,"0"0"15"-16,0 0-98 15,101 1-29-15,-72 2-32 16,-3-2-12-16,-1-1-9 16,-2 0-40-16,-3 0-73 15,-4 0-86-15,-1-4-156 16</inkml:trace>
  <inkml:trace contextRef="#ctx0" brushRef="#br0" timeOffset="-144033.46">27480 12158 834 0,'0'0'96'0,"0"0"68"0,9 87-43 16,-3-56-46-16,-2-2-23 15,2-3-24-15,-3-3-17 16,0-2-10-16,-3-5-1 16,0-4-17-16,0-2-52 15,0-6-62-15,0-4-123 16,0 0-174-16</inkml:trace>
  <inkml:trace contextRef="#ctx0" brushRef="#br0" timeOffset="-143650.15">27457 11771 680 0,'0'0'56'0,"0"0"97"0,83 80-55 16,-47-39 11-1,1 7-28-15,1 5-19 0,-2 1-7 16,-7 6-7-1,-3-2-4-15,-10 3 8 0,-5-2-6 16,-10-5-5-16,-1-2-3 16,0-2-3-16,-15-5-3 15,-3-4-21-15,-3-4-9 16,-1-6-1-16,-2-2-1 16,2-6-14-16,2-4-31 15,0-3-24-15,5-4-29 16,-2-9-113-16,5-3-219 15</inkml:trace>
  <inkml:trace contextRef="#ctx0" brushRef="#br0" timeOffset="-142085.12">28042 12337 566 0,'0'0'119'0,"0"0"26"0,0 0-49 16,0 0-15-16,0 0-14 16,0 0-16-16,0 0-13 15,0 0-3-15,0 0-7 16,0 0-9-16,0 0-7 16,0 0 4-16,0 0-3 15,0 0-6-15,0 0 3 16,0 0-2-16,3 0-3 15,1-1 1-15,2-2 0 16,0 0-5-16,3-1-3 16,-1 2 7-16,1 1 5 15,-5 1-1-15,-1 0 3 16,-1 0-5-16,-1 0 1 16,-1 0 6-16,0 0 2 15,0 0 5-15,-4 1 5 16,-2 5-9-16,-1-3-11 15,1 0-2-15,2-2-4 16,2 1-18-16,2-2-16 16,0 0-17-16,0 0-46 0,3 0-111 15,10-2-130-15,0-4-277 16</inkml:trace>
  <inkml:trace contextRef="#ctx0" brushRef="#br0" timeOffset="-141064.04">28640 12213 516 0,'0'0'97'16,"0"0"72"-16,0 0-50 16,0 0-34-16,15-17-11 15,-15 13-20-15,0 1-13 16,-5 2-10-16,-9 1-33 15,-8 0-10-15,-2 0-11 16,-4 1 19-16,2 9 2 16,0 1-3-16,6-2 5 15,7 1-2-15,6 0-5 16,7 0-13-16,0 0-5 16,17-1 12-16,10 2 10 15,8 0 3-15,3 2 3 16,3-2 1-16,-3 3 7 15,-3 1 6-15,-8-3 5 16,-11 4 1-16,-6-5-7 16,-9 4 10-16,-1-1 13 15,-9-4 11-15,-12 1-10 16,-5-2-13-16,-1 0-14 16,-2-2 2-16,3-2-4 15,3-4-4-15,4 1-6 16,5-2 2-16,5 0-2 15,5 0-4-15,4-7-10 16,0-5-19-16,7-4-4 16,16-3-1-16,6-5 6 15,4 3-12-15,3 1-9 0,2 1 47 16,-1 4 5 0,-5 6 2-16,-3 3 15 0,-7 6 19 15,-5 0 1-15,-4 0-3 16,-2 11-5-16,-3 3 9 15,-4 0-10-15,2 3-10 16,-3-1-10-16,-3-3-2 16,0 2-7-16,0-5 2 15,0-1-44-15,-3-7-61 16,-10-2-123-16,-3 0-294 16</inkml:trace>
  <inkml:trace contextRef="#ctx0" brushRef="#br0" timeOffset="-140544.92">28923 12033 1092 0,'0'0'77'15,"0"0"-14"-15,0 0-60 16,0 0-18-16,0 0-45 15,0 14-2-15,0 4-49 16,0 4-6-16,3 4 9 16,8 2-38-16,3 3 32 15,1-2 52-15,4 3 52 16,3-1 12-16,-2-2 32 16,2-4 77-16,-2-2 28 15,0-6 7-15,-7-2-7 0,-1-6-27 16,-2-1-23-1,-6-4-17-15,-1-3-23 16,-3-1 4-16,3 0-3 0,-2 0-9 16,1-13 1-16,1-4-33 15,1-5-5-15,3-2-4 16,-1-1-1-16,0 2-4 16,1 2-5-16,-1 7-2 15,4 1 5-15,0 8-1 16,0 5 1-16,4 0 2 15,1 0 3-15,1 15-1 16,1 4 5-16,2 4 4 16,0 2 1-16,-2 1 6 15,3-2-6-15,1-2-5 16,0-4-4-16,1-3-7 16,-3-7-42-16,-2-4-78 15,-5-4-139-15,-4 0-463 16</inkml:trace>
  <inkml:trace contextRef="#ctx0" brushRef="#br0" timeOffset="-139608.14">29652 11900 437 0,'0'0'92'0,"0"0"52"16,0 0-44-16,0 7-21 15,0 3 29-15,0 3-18 16,-7 7-17-16,-10 6 2 15,-6 6-33-15,1 6-7 16,-3 3-10-16,4 0-4 16,5 0-1-16,7 3-4 15,9-7-4-15,0 0-1 16,13-4 0-16,9-2-4 16,4-1 0-16,3-4 4 15,0-3-9-15,-2-3-1 16,-4-5-1-16,-7-4-5 15,-3-3-21-15,-7-4-20 16,-6-4-51-16,0 0-62 16,0 0-129-16,-9-9-231 15</inkml:trace>
  <inkml:trace contextRef="#ctx0" brushRef="#br0" timeOffset="-139062.36">29781 12175 787 0,'0'0'59'0,"0"0"78"15,0 0-21-15,0 0-35 16,0 0-4-16,71-14-26 16,-44 8-16-16,2 0-11 15,0-2-7-15,-2 0-6 16,-1 1-3-16,-5 1-2 15,-4 1-1-15,-5 1-3 16,-4 4 0-16,-4 0 0 16,1 0-5-16,-2 0-2 15,0 4 2-15,1 11 7 16,-1 5 4-16,1 3 0 16,-4 2 1-16,0 3-2 15,0 3 1-15,0-1 0 16,0 1-3-16,0-2 5 15,0-1-3-15,0-4-7 16,0-5 2-16,0-1-4 16,0-8 1-16,0-1-18 15,0-6-30-15,0-3-34 16,-3 0-43-16,2 0-46 16,1-9-188-16,0-8-307 15</inkml:trace>
  <inkml:trace contextRef="#ctx0" brushRef="#br0" timeOffset="-138769.24">30282 12195 843 0,'0'0'141'16,"0"0"28"-16,0 0-62 15,88 54-22-15,-65-36-31 16,0 2-14-16,-1 0-16 16,0-3-10-16,-4 0-6 15,0-3-6-15,-4 0-3 16,-2-2 1-16,-2-6-19 16,-3 1-18-16,-3-3-33 15,2-4-41-15,-3 0-28 16,0 0-49-16,0-8-81 15,-1-6-195-15</inkml:trace>
  <inkml:trace contextRef="#ctx0" brushRef="#br0" timeOffset="-138570.17">30526 12236 721 0,'0'0'55'16,"0"0"122"-16,-78 68-28 15,49-40-64-15,3-1-32 0,2-4-32 16,5 2-13-16,3-10-7 16,7 0-2-16,5-6-27 15,4-2-48-15,0-7-63 16,0 0-50-16,9-3-110 16</inkml:trace>
  <inkml:trace contextRef="#ctx0" brushRef="#br0" timeOffset="-138195.98">30626 11985 917 0,'0'0'51'15,"0"0"122"-15,0 0-40 16,0 0-68-16,0 0-18 16,59-9-20-16,-56 22-11 15,-3 2-5-15,0 1 5 16,0 3-1-16,0 0-6 16,-6-1-5-16,-1 0-1 15,4-3-1-15,3-2-2 16,0-2-1-16,0-3 3 15,4-3-2-15,12-1 0 16,0-1 3-16,4-3-15 16,1 0-10-16,0 0-33 15,-1-3-49-15,-2-3-97 16,-5 1-121-16,-5-1-291 16</inkml:trace>
  <inkml:trace contextRef="#ctx0" brushRef="#br0" timeOffset="-137939.74">30949 12163 794 0,'0'0'113'15,"0"0"79"-15,0 0-90 16,0 0-21-16,28 92-20 15,-22-69-27-15,-2-1-13 16,2 0-12-16,-1-5-5 16,0-1-2-16,-2-2-8 15,-2-5-42-15,-1-5-68 16,0 0-65-16,-4-4-119 16,-8 0-243-16</inkml:trace>
  <inkml:trace contextRef="#ctx0" brushRef="#br0" timeOffset="-137760.9">30919 12262 830 0,'0'0'139'16,"0"0"20"-16,0 0-71 16,0 0-56-16,87-12-22 15,-68 10-9-15,-1-2-38 16,-5-3-78-16,0 0-105 15,-6-2-189-15</inkml:trace>
  <inkml:trace contextRef="#ctx0" brushRef="#br0" timeOffset="-137427.22">31310 11964 729 0,'0'0'71'16,"0"0"73"-16,0 0-21 15,0 0-5-15,0 0-31 16,16 79-24-16,-10-46-18 15,1 0-7-15,0-1-5 16,2-4-12-16,0 1-6 16,-1-5-10-16,1-5-3 15,-4-3-2-15,-3-2-18 16,-2-6-45-16,0-4-55 16,0-4-95-16,0 0-133 15,0-8-362-15</inkml:trace>
  <inkml:trace contextRef="#ctx0" brushRef="#br0" timeOffset="-137043.9">31384 11703 697 0,'0'0'62'15,"0"0"132"-15,98 88-68 16,-60-44-41-16,-1 5-10 16,-2 4-11-16,-5 3-11 15,-2 1-3-15,-9 0 7 16,-7-2-25-16,-6 0-3 15,-6-4 1-15,-3-5-11 16,-17-3-2-16,-6-6-5 16,-4-5-8-16,-2-5-1 15,0-5-2-15,2-5-17 16,4-4-26-16,3-4-23 16,3-5-43-16,5-4-91 15,-1 0-196-15</inkml:trace>
  <inkml:trace contextRef="#ctx0" brushRef="#br0" timeOffset="-131038.25">21550 11743 250 0,'0'0'48'15,"0"0"-5"-15,0 0-8 16,0 0-7-16,0 0 14 15,0 0 13-15,0 11-8 16,0 4-11-16,0 3-3 16,0 2 5-16,0 5-9 15,0 2 70-15,0 3-74 16,0 2-3-16,0-3 5 16,0 4 1-16,0 2-1 15,0 0-8-15,0 3-4 16,0 1 0-16,0 4 5 15,0 2 26-15,0 1-41 16,0 1-3-16,-1-1 1 16,-4 2 1-16,-2-3-1 15,2 1 0-15,0-3-3 16,2-3 3-16,3-3-3 16,0-3 1-16,0-2-1 15,0-1 0-15,0-4-1 16,0-2 1-16,3-2 1 15,2 0 1-15,0-3-1 16,2-2 1-16,-1-3-2 16,4 0 1-16,1-4-1 0,1 0-1 15,3-3-3-15,2-1-1 16,-1 0 7-16,4 0-1 16,-1-5 0-16,0 1 0 15,1-1-1-15,3-2 0 16,-1 0-1-16,4 0 1 15,3 0 0-15,1 0 1 16,3 0-3-16,4 0 2 16,1 0 2-16,4 0-4 15,3 0 2-15,4 0 2 16,3 0-3-16,4 0 4 16,1 2-1-16,4 2 1 15,-1-2-1-15,4 0 2 16,2 2 1-16,0-1-3 15,2 0 0-15,5-2-1 16,0 0 1-16,2-1 0 16,3 0 0-16,2 0 4 15,-1 0 3-15,-1 0-3 16,2 0-1-16,-4 0 0 16,2 0-5-16,-3 0 0 15,3 0 0-15,-4-2-2 16,-1-2 4-16,-2 2-2 15,-3 0 0-15,0 0-1 16,0 1 1-16,-2 0 1 16,-1-1 1-16,3 0-2 15,-3-2 1-15,2 0-2 16,-1 2 3-16,0-2-3 0,-1 1 3 16,1 1-3-16,-4-2 3 15,0 4-2 1,-2 0 1-16,-3 0 1 0,-2 0 0 15,0 0-2-15,-2 0 0 16,0 0-2-16,1 0 3 16,1 0-1-16,0 0 0 15,1 2-1-15,2 0 2 16,-2-2-2-16,1 0 2 16,-1 0-1-16,0 0 0 15,0 1 2-15,1-1-2 16,-1 0 0-16,-1 0 1 15,1 0-2-15,1 0 3 16,0 0-1-16,1 0 0 16,0 0-3-16,0 0 4 15,0 0-1-15,1 0-1 16,-3 0 1-16,3-1-1 16,-1-3 0-16,0 2 1 15,1 2 2-15,0-2-2 16,2 0 1-16,-3 1 0 15,1-1 0-15,0 2-1 16,-1 0-1-16,2 0 0 16,1 0 1-16,0 0 0 15,1 0-1-15,0 0 0 16,2 0 2-16,-1 0 0 16,1 0 6-16,1 0 5 15,-3 0-4-15,4 2-4 16,0 1 0-16,1-1-1 0,-2 0-2 15,0 3 0-15,0-2 1 16,2-1-2 0,0 0 1-16,1-2 0 0,0 0 0 15,3 0-2 1,1 0 4-16,-1 0-2 0,-2 0 0 16,3 0 2-16,-3-2 1 15,-1 0-3-15,0 0 2 16,-1 0 0-16,-2 0-1 15,-2 2 0-15,1-2-1 16,-2 2 1-16,0 0-2 16,1 0 0-16,2 0 1 15,2 0 1-15,1 0 1 16,0 0-1-16,2 0-1 16,0-2 1-16,1 2-3 15,1 0 0-15,-3 0-2 16,2 0 0-16,0-2 2 15,-2 2 0-15,-1 0 2 16,0-2-3-16,-3 1 1 16,0-1 1-16,0 1 3 15,-3-2-5-15,-3 1 1 16,0 0 2-16,-1-1 1 16,1 2-1-16,-2-2-3 15,-3 0 4-15,0 2-2 16,-1-2 1-16,2 2-2 15,-3 0 1-15,0 1 0 16,3 0 0-16,-3 0-1 16,0 0 1-16,0 0-3 15,0 0 2-15,-3 0-3 0,3 0 4 16,-3 0-3 0,-1 0 3-16,-2 0 1 0,-4 0-1 15,0 0-2-15,-2 0 2 16,-7 0-1-16,-1 0 1 15,-3 0 0-15,-1 0-1 16,-4 0 0-16,1 0 3 16,2 0 6-16,-1 0-3 15,3 0 3-15,-3 0-1 16,1 0-7-16,-5-3 0 16,1 2 0-16,-6-1 1 15,1-1-3-15,-1 2 1 16,-4 1 3-16,5-3-3 15,-4 0-1-15,5 2 3 16,-1-1-2-16,-1-1 0 16,1 0 0-16,-3 0-1 15,0-1 4-15,-4 0-1 16,-3 0 7-16,2-1 9 16,-1-2 1-16,-5-3-2 15,2 1-3-15,0-4-9 16,-2 0-1-16,1-2-1 15,-3-4 0-15,4-3 1 16,-3-3 0-16,0-1-2 16,0-5 2-16,-3 1-3 15,0-4 0-15,0 3-3 16,0-1 5-16,0 3-3 16,-9 0 0-16,1 3 1 15,-4 1 0-15,3-2 0 16,1-1-1-16,-2 0 1 15,3-2-3-15,-1-3 0 16,2 1-4-16,0 0 4 0,1-3 1 16,2 6 0-16,0-2-2 15,-3 0 2-15,3 4 1 16,0 2 0-16,-1 0 0 16,1 0 0-16,-1 4 0 15,1-1-1-15,2 2-30 16,-1-1 24-16,1-2 8 15,-1 4-2-15,2-1 3 16,0-1-4-16,0-1-5 16,0 3 9-16,0-2-3 15,0 4 1-15,0-1 2 16,0 1-4-16,0 3 2 16,0 0-3-16,0 2-3 15,0 1 7-15,0 0-1 16,0 3 0-16,0-2 0 15,0 0 1-15,0 1 0 16,0-1-2-16,0 1 2 16,0 1-1-16,0-3-1 15,0 4-4-15,-2-1 3 16,-3 0 1-16,1 3 1 16,-1-3-2-16,-2 1 2 15,3 1 0-15,-2-2-2 16,0 2 3-16,-2-2-1 15,-2 3-1-15,-2-1 0 16,-2 1-3-16,-1 1-8 16,-3 1 4-16,-2-2 2 0,-1 4-1 15,-3 1 6 1,-4 0-8-16,-1 0 3 16,-3 0 3-16,-4 0-1 0,0 0 2 15,-4 0 4-15,-4 1-3 16,2 4 2-16,-1 2-1 15,-2-2 0-15,-1 1 1 16,0-2-1-16,0 1 0 16,-2-1 0-16,-1 0 0 15,0 0 0-15,-2 2 0 16,3-2 0-16,-2-2 0 16,1 1 1-16,1 0-1 15,-5 0-1-15,0-1 0 16,-4-2 0-16,-1 4 0 15,-2-4 1-15,-4 2-2 16,2 1 1-16,-2-1 2 16,-2 1 0-16,4 2-3 15,-1-1 2-15,2 0 0 16,-3-2-1-16,2 1 0 16,0 1 0-16,0-1-2 15,0-3 2-15,0 4 2 16,1 0-2-16,2-2 2 15,1 0-2-15,2 1 3 16,-2-1-2-16,0 1 0 16,-1 0 0-16,0-1 0 15,-2 0-2-15,0 0-1 16,1-2-1-16,-2 1 1 16,1-1 2-16,2 0 1 15,-3 0-1-15,0 0 0 16,0 0 2-16,-2 0-2 15,-1 0 2-15,-3 0-1 0,0 0 1 16,-1 0-2-16,-2 0 3 16,2 0-3-16,1 0 1 15,-1 0 0-15,4 1 1 16,0-1 0-16,1 0 0 16,-1 0 0-16,1 0 0 15,1 0-2-15,-2 0 1 16,1 0-2-16,1-1 1 15,-1-2 1-15,1 0-1 16,1 2 0-16,0-1 0 16,4 0 2-16,-3 0-1 15,2 2-1-15,0-1 1 16,-2 0 2-16,2-1-2 16,-3 1-1-16,0 1 2 15,-1 0-1-15,0 0 0 16,-2 0 2-16,-4 0-4 15,4 0 3-15,-3 0 1 16,3 0-2-16,0 0 0 16,-2 0 0-16,4 0 0 15,-1 0-1-15,0 0 0 16,1 0 0-16,3 0 0 16,2 0 0-16,-3 0-1 15,2 0 2-15,0 0 1 16,-1 0-2-16,-2 1 1 15,0 2 0-15,-1 0 2 0,-2-2-3 16,0 0 1-16,-1 1 0 16,3-2 2-16,7 0-2 15,-2 0 0-15,3 0 1 16,2 0-1-16,4 0 0 16,-3 0 1-16,0 0-1 15,2 0 0-15,-4 0 0 16,-1 0 1-16,-1 0-1 15,-4 0-1-15,-2 2 0 16,-1 4 0-16,1-3-2 16,0 1 4-16,-2-2-5 15,3 3 3-15,1-5 1 16,1 3 0-16,-1-2-1 16,0 2 4-16,-1-1-5 15,-1 1 4-15,-2 1-3 16,2-1 0-16,0 3 3 15,2-2-3-15,-1 1 3 16,2-1-2-16,0 0 0 16,3 0 0-16,-1-1 0 15,0 0-1-15,3-1-1 16,-1-1 1-16,2 2 0 16,0 0 0-16,1 1-2 15,0-3 3-15,-1 4-1 16,-1-1-1-16,0 0 3 15,1 0-3-15,0 0 3 16,1 0-1-16,3-1-2 16,1 1 3-16,2-1-1 15,0 0 2-15,-1 2-2 16,-2 0-2-16,2 2 3 16,1-2 1-16,-3 2-2 0,4-1-1 15,0-1 0-15,0 0 2 16,3 1 1-1,1 0-2-15,0-2 0 16,0-1 1-16,-2 4-1 0,4-3 0 16,-3-2 2-16,2 2-2 15,1-4 1-15,1 2-1 16,-1 0 0-16,-1-2 0 16,2 2 1-16,1-2-2 15,1 0-2-15,2 0 2 16,0 0 2-16,6 0-1 15,5 0-2-15,3 0 2 16,5 0 0-16,4 0 1 16,7 0-1-16,2 0 3 15,1 0-2-15,1 0-4 16,0 0 5-16,0 0-11 16,4-2-32-16,9-3-86 15,2 0-130-15,2-2-48 16</inkml:trace>
  <inkml:trace contextRef="#ctx0" brushRef="#br0" timeOffset="-126310.23">6432 16966 187 0,'0'0'4'16,"0"0"4"-16,0 11 31 15,0 2 31-15,0 5-15 16,0 1-25-16,0 3-5 0,0 4-9 15,1 1-1-15,5 2 0 16,-1 1 0-16,-1 2-6 16,2-1-8-16,-1 0 0 15,0-1 0-15,1 0-1 16,0-3-2-16,2 2-2 16,-5-2-12-16,1 1-10 15,1-1-1-15,-4 1 9 16,1 0 15-16,0 1 5 15,-2-1 0-15,2 2-2 16,1-1-1-16,-3-2 1 16,3-2 1-16,1-3-1 15,2-2-2-15,2-4-3 16,1-2-1-16,2-5-12 16,3 1-3-16,-1-2 12 15,0-1-3-15,1-1 4 16,2-1 1-16,0 0 4 15,3-1 0-15,-1 0-2 16,3-2-15-16,3 1-2 16,4-3 0-16,0 0 12 15,3 0 17-15,1 0 13 16,2 0 4-16,0 0 1 16,0 0-7-16,-1 0-14 15,1 0 2-15,-4 0 1 16,2 0-4-16,-5 0-2 15,1 0-2-15,-2 0 1 16,1 0-1-16,0 0 2 16,1 0 0-16,1 0 4 15,1 0 28-15,0-5 0 16,2 1-6-16,1 2 3 16,2-4 2-16,0 1-9 0,-1 1-9 15,0-2 3-15,0 2-6 16,0-2-6-16,-1 2-3 15,1 2-2-15,-2-1 1 16,0 2-1-16,0-1 1 16,-4 2-2-16,3 0 3 15,-6 0-1-15,5 0-1 16,0 0 2-16,1 0 8 16,-1 0-7-16,2 0 2 15,1 0-3-15,0 0 4 16,-4 0-4-16,1 0 1 15,1 0-1-15,-4 0-2 16,2 0 1-16,-5 2 0 16,2-1-2-16,-1 0 2 15,-2 1-1-15,2-1 0 16,-1-1 0-16,1 0 0 16,-2 1-1-16,2-1 1 15,-2 2 1-15,0 0-1 16,-2-2 1-16,1 0 0 15,0 4 0-15,-1-4-1 16,1 0 0-16,4 0 0 16,0 0 1-16,1 0-1 15,1 0 0-15,2 0 1 16,0 0-1-16,1 0 1 16,0 0 2-16,0 3 2 15,2 0 8-15,-1 0-2 16,3 0-3-16,-2 0 0 15,0-1 0-15,0 0-3 16,3-1-2-16,-1-1-2 16,1 1 2-16,0 1 7 15,0-1 4-15,0 0-3 0,2 2-7 16,-4 0-4-16,1-1 1 16,-2 0 2-16,2 2-2 15,-5-1 0-15,1 0 0 16,-2-1-1-16,-2 1 0 15,-1 1 0-15,-4-1 0 16,-1 1 0-16,1-1 2 16,-6 0-2-16,3 0 0 15,-3 0 0-15,-1-1 1 16,0 0-1-16,-2-1 0 16,1 1 0-16,-2-1 0 15,-1-1 0-15,0 2 0 16,-1 0 0-16,-3-2-2 15,3 2 1-15,-3 0-4 16,3-2-2-16,-1 3-3 16,1-2 4-16,3 1 6 15,0-2-1-15,3 0-1 16,-1 0 2-16,2 0 0 16,-4 0 0-16,1 0 0 15,-2 0 0-15,-3 0 0 16,-1 0 0-16,-2 0-1 15,-2-2 2-15,-1 2-2 0,-1 0-2 16,1-2 0 0,-1 0 0-16,3 2 0 15,3-4 2-15,-2 0 0 0,3 0 2 16,0-2 1 0,-1 1 5-16,-2 0-2 0,0 1 0 15,-2-2 6-15,-4 2 6 16,2 0-8-16,-1 0-2 15,-1 0 5-15,0-2 1 16,0 0-5-16,2-2-4 16,3-4-1-16,-2-1-2 15,1-2 3-15,1-1 4 16,-1-4 12-16,-1 1-3 16,0-1-7-16,-3-2-5 15,0-1 6-15,0-2-5 16,0 0-6-16,0-3 1 15,0-1-2-15,0-2 3 16,0-2-2-16,0-3 1 16,0 1-1-16,0-3-1 15,0-2-2-15,0 1 0 16,0 1-1-16,0 0 0 16,-3 1 2-16,0 2 0 15,-1 6 0-15,-2 0 1 16,-3 3-5-16,4-1-1 15,-3 3 5-15,2-1 1 16,-1 3 0-16,0 2-12 16,0 3-4-16,0 0 3 15,-1 5-3-15,-2 2 5 16,3 2 6-16,1-1 4 16,0 3 2-16,2 0 0 15,-1 2 0-15,2 0 0 16,0 2-4-16,-2-1-6 0,1 2-13 15,1 1-7-15,-1-2 4 16,-1 2 22 0,-2-1 4-16,1 1 2 15,1 0-1-15,-4 0 2 0,-2 0-2 16,-3 0-1-16,-1 4 1 16,-3 4 0-16,-2-1-1 15,-3-1 0-15,1 2 1 16,-2-2-2-16,-1-1 2 15,1-1-3-15,2 0 2 16,0-4-1-16,-1 0 2 16,4 0 0-16,-4 0 0 15,2 0 0-15,-2 0-1 16,1 0 1-16,-3 0 0 16,1 0 0-16,-2 0 0 15,3 0 0-15,-2 0 0 16,2 3-1-16,0-2-1 15,1 1 1-15,0-1 1 16,1-1-1-16,-2 0-1 16,4 0 1-16,-4 0-1 15,1 0-3-15,2 0-4 16,-3 0-14-16,-3 0-13 16,1 2 15-16,-4 0 13 15,-2 0-1-15,0-1-14 16,-2-1-2-16,0 0 14 15,0 0 6-15,-2 0 4 0,3 0 1 16,-4 0-2 0,3 0 1-16,-5 0-1 15,4 0 1-15,-1-3-1 0,-3 2 2 16,1-2-1-16,2 0-1 16,-5 2 0-1,2-2 4-15,1 1-1 0,-4 0 4 16,2 0-2-16,-1 2 2 15,-2 0-6-15,-1 0 2 16,1 0-3-16,0 0 0 16,0-2 2-16,-2 1 0 15,3 0 1-15,2-1 7 16,0 1 11-16,-1 0-11 16,0-1-2-16,1 2-3 15,2 0-2-15,-3-1-2 16,0 1-2-16,1-1 0 15,0 0 2-15,-1-3 0 16,2 2 2-16,-1 2-2 16,2 0 1-16,-3 0 2 15,0 0 2-15,1 0-2 16,-1 0 0-16,1-2 3 16,1 2-5-16,1-2 2 15,-3 2-1-15,3 0-5 16,-2 0 6-16,0 0-3 15,1 0 0-15,0 0 1 16,2 0 2-16,0 0 3 16,2 0-1-16,2 4-3 15,2-4 1-15,1 0-2 16,2 0 2-16,0 0 2 16,1 2 2-16,3-2 5 0,1 0-2 15,0 2-7-15,1-2 5 16,3 0 1-16,1 0 1 15,2 0-6 1,2 0-2-16,3 0-1 0,3 0 2 16,0 0 3-16,1 0-4 15,2 0-2-15,1 0-1 16,1 0 6-16,-2 0 11 16,2 0 10-16,0 0-10 15,-1 0-12-15,0 0-2 16,0 2 2-16,2-1-4 15,1 0 0-15,-2 0-3 16,2 2 1-16,0-2-8 16,-1 1-19-16,1 0-9 15,-3 1 6-15,1-2-10 16,-1 3 2-16,-1-4-20 16,0 0-89-16,-1 0-159 15</inkml:trace>
  <inkml:trace contextRef="#ctx0" brushRef="#br0" timeOffset="-118721.58">20035 12611 759 0,'0'0'30'16,"0"3"51"-16,4 5 9 15,4 1 26-15,2 6-34 16,0 4-25-16,-3 3-20 16,-1 0 6-16,0-1-13 15,-3-2 0-15,0-6 7 16,1-6-1-16,-3 0-10 16,7-7 1-16,6-3 10 15,12-26 15-15,13-16 4 16,20-19-9-16,22-26-27 15,16-23-15-15,21-18 0 0,15-15-14 16,16-6-55-16,8-1-42 16,-5 15-73-16,-22 23-221 15</inkml:trace>
  <inkml:trace contextRef="#ctx0" brushRef="#br0" timeOffset="-117054.39">14660 17308 911 0,'0'0'62'16,"0"0"19"-16,1 4 2 15,2 10 0-15,2 5-10 16,2 4-13-16,-2 2-25 16,1-1-15-16,3-3 0 15,0-3-4-15,5-4-7 16,5-8-4-16,3-6 3 15,12 0 8-15,14-24 6 16,14-20 16-16,15-19-4 16,14-20-12-16,9-18-8 15,8-11-9-15,3-3-14 16,0 6-42-16,-7 11-48 0,-16 19-82 16,-16 20-199-1,-20 17-482-15</inkml:trace>
  <inkml:trace contextRef="#ctx0" brushRef="#br0" timeOffset="-108862.16">22044 10436 373 0,'0'0'38'15,"-10"0"52"-15,7 0-26 16,0 0-3-16,1 0 10 16,0 0-28-16,1 0-5 15,-2 0 13-15,1 0 11 16,-4 0-6-16,3 0-13 16,-3 0 1-16,-2 0-5 15,1 4-18-15,-2 1-6 16,-2 2-7-16,-1 3-4 15,-2 0 2-15,-1 1-4 0,2 2 7 16,0-1-2-16,0 0 1 16,2 0 6-1,1-1 2-15,-1 4-7 0,2 1-3 16,1 0 0-16,-1 1 4 16,-2 2-3-16,2 1 0 15,2-1-3-15,1 4 0 16,-4-4-1-16,6 1-2 15,0-2-1-15,-1 2 1 16,2-2 1-16,0 2 2 16,0 0 1-16,2 0 0 15,-1 1-3-15,-1 2 2 16,1-1 0-16,2-2-3 16,0-3 1-16,0-1-2 15,0-1 0-15,0-3-1 16,0-1 2-16,5-1 5 15,1 1 0-15,2-3 1 16,-3 4-5-16,5-2 1 16,-2 2 0-16,-1 0 0 15,0-1-3-15,2 3 2 16,-2-2-2-16,0 0 1 16,1-1-2-16,1 1 1 15,0-1 0-15,-1-2 2 16,0 0-3-16,4 0 5 15,-2 0 1-15,3 0 1 0,-2 1-1 16,1-1 3 0,1 1 1-16,-3 0 6 15,0-2-9-15,-1-1-4 0,-1-2 0 16,-2-2-1 0,0 3 2-16,2-2-4 0,1-2 5 15,-3 2 0-15,3 0 0 16,-1-1 0-16,0-1 1 15,0 0-1-15,0 0-3 16,1-2 3-16,0 0-4 16,0 0 3-16,2 0-2 15,1 0 0-15,1 0-3 16,1 0 3-16,3 0 2 16,0-2-1-16,0-2 5 15,-1-2 1-15,0 4-1 16,-2-2-5-16,-3 1-1 15,0 1 0-15,-4-1-3 16,0 0 3-16,2 3 1 16,-2-3-3-16,3-1 3 15,-1 0-1-15,4-1 0 16,-1-2-2-16,0-3 4 16,2 0-4-16,-3 2 4 15,2-3-2-15,0 2-1 16,-2-3 0-16,-2 5 0 15,-1-3 2-15,0 3-2 16,-1-1 1-16,-2 1 2 16,1-1 1-16,-1-3 0 15,1 1-1-15,0 0-3 16,2-5 5-16,-2 3 1 16,2-3-2-16,-2-2-3 15,0-1 0-15,0 2 2 16,-3 1-3-16,-1 0 2 0,-1-1-1 15,1 4 0-15,-2-2 1 16,0 1 2-16,0 0 4 16,0-1 4-16,0-2-8 15,0 1 4-15,1-4-5 16,-1 1 0-16,0-3-2 16,2 2-1-16,-2 0 2 15,0 2-1-15,0 1 1 16,0 2-2-16,0-1 4 15,0 2 1-15,-2 0 0 16,-4 0-2-16,-1-1 2 16,-1-1-2-16,0-1-1 15,-2-1-1-15,-3-1-1 16,3 2-1-16,-2-4 3 16,-1 4-3-16,3-1 1 15,-2 2 4-15,1-2-4 16,-2 4 1-16,0 0 2 15,0 2 1-15,-3 0 1 16,0 2-1-16,-2 2-4 16,-3-1 3-16,0 3-4 15,-1-3 2-15,-1 3 0 16,1-1 1-16,-1 2-1 16,2-2-2-16,2 0 3 15,0 3-1-15,0 1-2 16,2 0 1-16,0 2 0 15,-1 0-1-15,0 0 1 16,1 0 0-16,0 0-1 0,-3 0 3 16,4 0-4-16,0 4 2 15,0-2 1-15,2 2-1 16,2 0-1-16,4-1-1 16,0 1-3-16,1-2-8 15,3 0-3-15,1 1-7 16,2-1-8-16,-1 1-13 15,2 2-36-15,0 0-35 16,0-1-60-16,12 3-65 16,6-5-95-16</inkml:trace>
  <inkml:trace contextRef="#ctx0" brushRef="#br0" timeOffset="-106094.84">31859 10251 239 0,'0'-8'43'0,"0"4"8"16,0-3 24-16,0 1-11 16,0 0 8-16,-3-1-4 15,-2 2-12-15,-3 1 1 16,-1-1-5-16,-2 0-13 15,-1 2-7-15,-2 2-4 16,0 0-5-16,-5 1-2 16,3 0 0-16,-3 0 7 15,2 0-1-15,-5 4-10 16,2 7-3-16,-2 0-6 16,-1 2-5-16,0 2-1 15,3 0 0-15,1 2 9 16,-1-1 3-16,5 0 0 0,-2 3 1 15,4-3-9-15,-1 0-6 16,4 1 2-16,-1 0-2 16,1-2 0-16,2 1 1 15,0 1-1-15,1-1 1 16,-1 0 3-16,2-1 9 16,0 2 11-16,3-2-4 15,3-2 0-15,-1 1-3 16,1-1-5-16,0 2-4 15,0-3 1-15,0-1 1 16,0-1 2-16,1 1 0 16,2 1-4-16,-3 0-4 15,0-1 2-15,1 1-5 16,1 1 1-16,-1 1-2 16,1-1 2-16,1 1-2 15,1 0 1-15,3-2-1 16,0 2 5-16,1-1 2 15,-1 1 10-15,4 0 7 16,-5-2-3-16,3 2-15 16,-2-1-4-16,3-2 0 15,-4 1-1-15,1 0 1 16,2-3 1-16,-1-1-2 16,1 2-2-16,-1-2 2 15,0 0 3-15,4-3-2 16,-4 3 1-16,3-2-1 15,-2 0-1-15,0-2 1 16,-1 1-1-16,-3-2-1 16,5 1-1-16,-4-1 2 0,0 1 1 15,1 0-2-15,3 0 0 16,0 0 1-16,-1 1 0 16,4 1 2-16,-1-2-2 15,0 0 0-15,0 0 0 16,-2 0-1-16,3 0 1 15,0-2 0-15,0 2 1 16,0-3 1-16,0 2 3 16,3-2-2-16,-3 1-4 15,1-1 2-15,-2 0-2 16,1 1-1-16,-3 0 3 16,0 0-2-16,3 1-1 15,-3-2 3-15,1 3-2 16,1-2 0-16,0-1 0 15,1-1 2-15,0 1-1 16,0-1 0-16,0 0 2 16,-3 0-2-16,3 0 0 15,-3 0-2-15,2 0 3 16,-1 0 0-16,-1 0-1 16,2 0-1-16,-1 0 2 15,1-1-2-15,-2-2-1 16,0 2 1-16,-1-2 2 15,1-1-1-15,0 2-1 16,-1-2-2-16,0 2 5 16,0-2-2-16,3 0-3 15,-2-1 3-15,3 0 1 16,-3 2-2-16,-1-1 1 16,1 0 0-16,-3 1 0 0,-2-1 2 15,-1 1 2-15,1 1 2 16,-1-3 1-16,3-1-2 15,0-1 1-15,-1-1-1 16,1-1-2-16,2-4-1 16,-2 0 1-16,0 1-3 15,1-1 3-15,-1 1-5 16,1-2 3-16,-2 0-2 16,0 0 2-16,-2 1 1 15,3 0-3-15,-2 0 6 16,-1-1-1-16,1-1-1 15,-1 2 0-15,0-2 0 16,1-2-2-16,0 0 0 16,-2-1 3-16,1-1-2 15,-1-1-2-15,0 0 3 16,-3 1-5-16,3 2 4 16,-3 0-1-16,0 4 2 15,0-1 1-15,0 1 2 16,0 1 0-16,0 0-3 15,-3 0 4-15,-3-3-4 16,-1-2 1-16,0 3-4 16,1-4 2-16,1 0-3 15,-1 0 2-15,-2-1 0 16,1-1 0-16,2 4 1 16,-1-3-1-16,1 4 1 15,-2 3-4-15,0-1 2 16,1 1 0-16,-1 1 0 15,-3-1 1-15,-2 4-2 0,-1 0-1 16,-1-3 3 0,-1 3-1-16,-3 0 0 0,2 0 2 15,-3 0-5-15,3-1 5 16,-3 3-6-16,2-3 4 16,1 2-1-16,-1 1 0 15,2 0 0-15,-2-2 1 16,3 4-2-16,-2-1 0 15,1-2-1-15,0 4-1 16,0-1 3-16,-1 0-4 16,-1 1 3-16,-2-1 0 15,-1 3 0-15,-2 0 1 16,-1 1-1-16,-1 0-2 16,0 0-1-16,0 0 0 15,2 4-3-15,4 1-8 16,4-1-7-16,6 0-8 15,3-3-9-15,4 1-20 16,1-2-24-16,0 3-47 16,3-2-52-16,8-1-30 15,1 0-109-15</inkml:trace>
  <inkml:trace contextRef="#ctx0" brushRef="#br0" timeOffset="-98022.47">22112 11835 295 0,'-7'-2'28'0,"-3"2"42"16,1 0-17-16,-3 0-8 16,-2 0-10-16,0 0-13 15,-1 0 1-15,-4 4-5 16,2 4 0-16,-3 0 7 15,-2 1-7-15,1 4-11 16,-1 0-4-16,0 2 1 16,1 4-2-16,-2 4 0 15,4 1 1-15,-2 5 38 16,4 3 0-16,1 1-30 16,-1 2-8-16,2 0 6 15,0 1 3-15,0 0 4 16,-1 2-5-16,5-5-6 15,0 2-3-15,0-3 0 0,5 0 3 16,0-2 1-16,4-2 1 16,-1-2 1-16,3 0-2 15,0-1-2 1,0-4 4-16,0 0 2 0,0-2 3 16,4-1-5-16,3 0 3 15,2 1-2-15,1 0-1 16,-1-1 1-16,-2 1-6 15,0-2 1-15,0-2 1 16,1 1-1-16,2-5 0 16,1-1 1-16,2 0 0 15,7-2 3-15,2 2 3 16,4-4 11-16,5 1-6 16,0-3-7-16,3 1 0 15,1-1 2-15,-3 0-5 16,0 2-1-16,-2 0-4 15,-3 2-1-15,0-1 1 16,-1-2 0-16,-2 3-1 16,1-2 1-16,-2 1 0 15,-1-3-2-15,-1-1 2 16,2 3 1-16,-1-5-4 16,3 4 6-16,-1-1-5 15,1-3 1-15,-1 3 1 16,0 0-1-16,-1-1 0 0,1 0 0 15,1-2 2 1,-1 1 4-16,2-2-2 0,3 0-2 16,-1 0-3-1,0 0 3-15,0 0-2 0,-1 0 0 16,-4 0 0-16,-4-3 2 16,1 1-3-16,-1 2 1 15,-1-1 0-15,-1 1 0 16,0 0-1-16,0-2 3 15,2 2-2-15,0-2 0 16,0 0 1-16,1 0-1 16,2-2-1-16,-1 0 1 15,0-1 1-15,0 1-1 16,-1 0-1-16,-4 0 2 16,2 2-3-16,-2-1 3 15,-1 0-2-15,0 0 2 16,1-1-1-16,-2 0 0 15,3 0-1-15,0-3 3 16,1 2-2-16,2-2-2 16,-1 0 2-16,1 0 0 15,-1 0-1-15,2 1 2 16,-6-1-5-16,1 1-2 16,-5 3-2-16,0-1 0 15,-4 1 3-15,0 0 1 16,-1-1 1-16,1 1 3 15,1-1 1-15,-3 0-1 16,4-1-1-16,2-3 3 16,0 3-4-16,0-5 4 15,2 2-3-15,3-3 1 0,0-1-1 16,-1-1 1 0,0 2 0-16,0-1 0 15,-1 0 0-15,-1 2 0 0,-3 3 0 16,0-1 1-16,-2 0-1 15,-1 1-1-15,-2 0 2 16,1 0-1-16,0-1 1 16,-1-2 0-16,0 0 1 15,2-3-1-15,-2 0-1 16,1-1 1-16,-1-1 0 16,3 0 0-16,-1 0-2 15,-1 0 0-15,-1 0 2 16,1 1-1-16,-3-1 0 15,2 1 0-15,-5-2 1 16,0 3-1-16,0-2 1 16,0 1 1-16,0-2 0 15,0 3 5-15,-3-2-1 16,0 0-4-16,-2 1 2 16,2 0-3-16,-1-2 1 15,0 2 1-15,-2-1 1 16,0-1-2-16,2 0 0 15,0 3 5-15,-4-1-4 16,0 2 10-16,-1 3 4 16,0-2-2-16,0 3-10 15,-2 1 4-15,2-3-2 16,-1 0-1-16,0 0-1 16,2-2-1-16,-3 1-2 15,1-2-2-15,0 0 2 16,-2 1 1-16,0 0-3 15,0 2 0-15,-4 2 0 16,2 0 0-16,-3 1-1 0,0 0 0 16,0 2 3-16,0-1 5 15,1-1 3 1,0-2 6-16,-3 1-4 0,-1 0-4 16,0-2-4-16,-2 0-4 15,-4 1-2-15,0 1 2 16,-2 1-1-16,3 1 2 15,0-1 0-15,5 1-1 16,3 2 9-16,2-1-1 16,7 1-5-16,-1 0-1 15,0-1 0-15,4 2 0 16,-6 1-4-16,1-1 2 16,-3 1-4-16,-4 2 0 15,-2 0 4-15,-4 0-4 16,-3 0 4-16,-3 0 1 15,-2 0 0-15,-3 0-1 16,0 0 1-16,0 5 2 16,-2-5-1-16,1 0 2 15,2 0-4-15,-1 0 0 16,2 0 0-16,0 0 2 16,3 0 0-16,2 0-2 15,1 0 1-15,1 0-1 16,2 0 1-16,3 0 0 15,0 0 0-15,1 0-1 16,3 0 0-16,-1 0 0 16,1 0-1-16,-3 0 2 15,0 0-1-15,2 0 0 16,-2 0-1-16,0 0 3 16,-1 0-2-16,2 1 1 15,1 3 0-15,2-1-2 0,0 0 2 16,5 0-2-16,-1-1 1 15,3 1 1-15,-1-2 1 16,3 1-4-16,1-1 4 16,-1-1-3-16,2 1 1 15,0-1 0-15,-1 0 1 16,5 0-3-16,0 0-15 16,0 0-24-16,0 0-35 15,0 0-26-15,10 0-85 16,8 0-45-16,5 0-170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56:48.49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2192 3821 176 0,'1'0'21'0,"-1"0"30"16,2 0 3-16,-2 0 7 16,0 0-10-16,0 0-8 15,0 0-5-15,0 0 4 16,0 0-1-16,0 0-8 0,0 0-9 16,0 0-1-16,0 0-3 15,0 0 0-15,0 0-4 16,0 0-1-16,0 0 4 15,0 0 2-15,0 0-1 16,0 0-1-16,0 0-5 16,0 0-9-16,0 0-2 15,0 6 0-15,0 0-3 16,0 1 2-16,0 3 4 16,0-1-1-16,0 2 2 15,1 4 3-15,2-3 4 16,1 5-2-16,1-1 1 15,-4 1 2-15,2 2-2 16,-2 4 0-16,-1 1-2 16,0 1-4-16,0 2 4 15,0 0-10-15,0-2 2 16,0 4-1-16,0-5 13 16,0 1-9-16,0-4-1 15,2 0 0-15,-1-1 15 16,1-2-15-16,-1-2-4 15,1-1 1-15,-1 2 0 16,2 0 9-16,-3 3-7 16,3 2-2-16,-3 2 1 15,0-1 9-15,2 0-4 16,-2-1-6-16,1-3 0 16,-1-3-2-16,4-1-1 15,-3-2 2-15,1-1-2 16,-1-1 1-16,1 1 0 15,-1 3 2-15,1-3-1 0,-2 3 0 16,1 2 0-16,-1-1-1 16,0 2 1-1,0-1-1-15,0-1 1 0,0-4-2 16,0-1 1-16,2 1-2 16,-1-3 2-16,-1 2 2 15,3-3 0-15,-1 1 7 16,-1 2-6-16,1-4-1 15,0 1-1-15,-2-2 0 16,3 1-1-16,-3 2-1 16,2-2 3-16,0 3-1 15,-2 0-1-15,0 1 2 16,2-3-1-16,-2 0 0 16,0-1-2-16,0-3 1 15,0-2-1-15,0 1-1 16,0 0 3-16,1-2-4 15,-1 2 2-15,0-3-1 16,2 0 0-16,-1 1 3 16,-1-1-2-16,0 0-2 15,0 3 4-15,0-3-1 16,3 0 0-16,-3 2-2 16,0-1 0-16,0 0-2 15,3-1 0-15,-3 0 0 16,1 0-1-16,2 0-3 15,-1 2-2-15,1-2 6 16,-2 0 2-16,2 0 3 16,0 0-1-16,1 0 1 15,-1 0 0-15,-2 0-1 16,4 0 3-16,-2 0-2 0,1 0-2 16,-1 0 1-1,3 0 1-15,1 0-1 16,-3 0 1-16,-1 0-1 0,2 0 1 15,-1 0-1-15,-1 0 0 16,1 0 0-16,2 0 0 16,0 0 0-16,1-2 0 15,0 2 0-15,3 0-1 16,-1-1 2-16,1 0-1 16,0-1-1-16,0 2 0 15,2-3 3-15,-1 2-1 16,-1-2-1-16,-1 2-1 15,2 1 1-15,0-2 1 16,0 1-2-16,-1 1 1 16,-1 0 1-16,1 0-1 15,-1 0-1-15,1 0 1 16,-1 0 0-16,1 0 0 16,1 0 1-16,-2 0-2 15,5 0 1-15,-2 0 0 16,0 0 0-16,3 0-1 15,1 0 2-15,0 0 0 16,0 0-1-16,4 0 0 16,-1 0 0-16,-4 0 0 15,0 0 0-15,-2-1-1 16,-1 1 1-16,-2 0 0 16,-1-2 0-16,0 1 0 15,0 1 1-15,-3-1-3 16,3 1 4-16,0 0-2 15,-1 0-1-15,1 0 1 16,-2 0 0-16,2 0 1 0,2-1-1 16,0 1 0-1,1-2 0-15,2 1 0 0,-3-2-1 16,3 2 2-16,1-2-1 16,-1 1 0-16,1 0 1 15,-1 0 0-15,-1 2-1 16,2 0 1-16,-2 0-3 15,0 0 3-15,1 0 0 16,-1 0-2-16,2 0 2 16,-4 0-3-16,3 0 3 15,-2 0 0-15,4 0-2 16,-4 0 1-16,-1 0 0 16,3 0 1-16,0 0-1 15,-2 0 0-15,0 0-1 16,3 0 1-16,-2 0 1 15,-3 0-2-15,1 0 2 16,-2 0-1-16,-3 0 0 16,-2 0 0-16,2 0-1 15,1 0 2-15,-3 0-2 16,4 0 0-16,-4 0 2 16,2 0 0-16,1 0-1 15,-1 0 0-15,1 2 0 16,0-2-1-16,1 1 1 15,-2 0 0-15,2-1 1 16,-2 0-2-16,1 0 3 16,0 0-3-16,0 0 1 0,2 0 1 15,1 0-1 1,3 0 0-16,-1 0 0 16,2 0 0-16,-1 0-1 0,3 0 2 15,-2 0-2 1,3 0 2-16,-2 0-1 0,2 0 0 15,2 2 0-15,0-2 0 16,1 0 0-16,1 0 0 16,0 0 0-16,1 0 2 15,0 0-2-15,-1 0 0 16,2 0 0-16,-1 1 0 16,0 1 0-16,1-2 1 15,-2 0 0-15,0 0-2 16,2 0 2-16,-2 0-1 15,-2 0 0-15,1 1 0 16,0 0 0-16,-1 1 0 16,0-2 0-16,-1 1 0 15,2 2 0-15,-5-2 0 16,4 0 0-16,-2 1 1 16,1-2-1-16,-1 0 1 15,3 0-1-15,-4 0 1 16,4 0 0-16,-2 0-1 15,1 0 0-15,-2 0 1 16,2 1 2-16,-1 0 0 16,3 1 1-16,-1-2-1 15,2 1 0-15,-1-1 1 16,2 3-3-16,2-3 2 16,-2 0-3-16,0 0 0 15,0 0 2-15,3 0-3 16,-3 0 3-16,0 0-2 0,1 0-1 15,2 0 3-15,-3 0-2 16,1 0 2 0,-2 0 0-16,3 0 1 15,-1 0 0-15,0 1-1 0,1-1 3 16,-2 0-2-16,3 0-1 16,2 0-1-16,-2 0 1 15,0 0-1-15,-1 0-2 16,-1 0 2-16,-1 0 2 15,-2 0-3-15,2 0-1 16,-5 0 3-16,1 0-4 16,-3 0 4-16,-1 0-1 15,0 0-3-15,-4 0 3 16,1 0-1-16,-3 0 1 16,-1 0-1-16,-3 0 0 15,-2 0 1-15,-1 0-2 16,0 0 2-16,-1 0-1 15,-1 0 1-15,3 0-1 16,-3 0 0-16,5 0 0 16,-4 0 0-16,4 0 0 15,1 0 1-15,5 0-1 16,0 0 3-16,8 0 19 16,3-1 12-16,0-3-23 15,3 0-7-15,4 0-2 16,3 1-1-16,1 0 6 15,2 1-3-15,-2 0-1 0,5 1 1 16,-5-1 0 0,-1 2 0-16,-1 0-2 15,0 0-1-15,-1 0 0 16,-3 0-1-16,1 0 1 0,-2 0 0 16,-1 0 0-16,-1 0 0 15,-1 0 0-15,-1 0-1 16,1 0 1-16,-3 0 0 15,2 0 0-15,-2 0-1 16,2 0 0-16,-2 0-1 16,-1 0 1-16,-2 0 0 15,1 0 0-15,-3 0 0 16,-2 0-1-16,3 0 3 16,-4 0-3-16,-2 0 0 15,3-1 4-15,-3 0-3 16,3 1 0-16,-4-2-1 15,2 1 4-15,1 0-3 16,-2 1 0-16,2-1-2 16,-1-1 5-16,-2 2-4 15,1 0 0-15,0 0 2 16,-2 0-1-16,1 0-1 16,0 0 2-16,-2 0-2 15,0 0 2-15,-1 0 0 16,1 0-2-16,2 0 2 15,-3 0-1-15,1 0 1 16,2 0-1-16,-1 0-2 16,-1 0 4-16,2-1-3 15,-1 1 3-15,3-3-3 0,-5 3 2 16,2-1-1 0,2 0-2-16,1-1 3 15,-3 0-1-15,2 2 1 16,-1-2-3-16,0 0 3 15,-3 1-2-15,0 0 3 16,0-1-3-16,-1 1 2 0,-2 0 0 16,-2-1-2-16,1 2 4 15,-2 0-2-15,1-1 0 16,1 0 0-16,-2-2 1 16,1 0 9-16,2-3-3 15,0 1-2-15,-2-3 1 16,2 1-1-16,-2-1 4 15,2-1-3-15,-3-2 2 16,3-2-5-16,-1-1 1 16,-2 1-2-16,0-3 1 15,0 2-2-15,0-1 1 16,0 1 0-16,0-1-2 16,0 2 3-16,0-1-3 15,0 2 6-15,0-1-2 16,0 0 1-16,0-2 1 15,0-2-3-15,0 3 1 16,0-3-3-16,0 2 1 16,-2-1 3-16,-1 1 0 15,2 3-3-15,-2-5 0 16,0 3-4-16,2-1 3 16,1 1 0-16,-5-2-1 15,3-3 0-15,-1 3 0 16,-2 0 0-16,1 0 0 15,-1 0 0-15,-1 1-1 0,3 3 2 16,0-3-1 0,1 3-1-16,1 0 0 15,1-3-2-15,0 1 2 16,0 0 3-16,0 1-2 16,0-2 4-16,0 0-1 0,0 1-1 15,0-1 1-15,0-1-2 16,0 2 3-16,0 0-6 15,0 3 2-15,0-1-1 16,-2 2 3-16,2 0-3 16,-1 0 0-16,1 0 1 15,0-2-1-15,-2-1 1 16,2-1 0-16,0-2 0 16,0-2 0-16,0 0 0 15,0 2-1-15,0-2 1 16,0 2 1-16,0 0-2 15,0 0 0-15,0 3 0 16,0-1 0-16,0 3-1 16,0 2 3-16,0 1-2 15,0 1 1-15,0 3-1 16,0 0 1-16,0 1-1 16,0 1 1-16,0-1-1 15,0 2 2-15,0-2 3 16,0 2-1-16,0 0-1 15,0-1 2-15,-1 1-2 16,-4 0 0-16,1-1 0 16,-3 1-1-16,0-2 1 15,-2 3-1-15,-1-3-4 0,-4 2 4 16,0 1-5 0,0-4 5-16,1 2-3 15,-1 2 2-15,1-2-4 0,-2 1 5 16,2-2-3-1,-4 2 1-15,0-2 2 0,-4 3-1 16,-2 0-1 0,0 0-1-16,-3 0 0 0,0 0 3 15,0 0-1-15,2 0 0 16,-1 0 0-16,0 1-1 16,2 3 1-16,-1-1 0 15,3 1-1-15,1-3 0 16,2 2 2-16,0-3-3 15,1 0 1-15,1 0-1 16,-1 0 0-16,1 0 2 16,-3 0-1-16,-1 0 0 15,0 0-2-15,-3 0 2 16,0 0-1-16,-2 0 2 16,2 4-3-16,1-2 2 15,-1-1 2-15,3 0-3 16,-2-1 1-16,2 2 2 15,-2-1-2-15,2-1 0 16,-2 0-1-16,-1 0 3 16,1 1-3-16,-1 1 1 15,-1-1 1-15,0 0-3 16,0 2 4-16,-2-2-2 16,0 2 0-16,0 0-2 15,0 0 4-15,0 0-3 16,3-1 3-16,-3-2-3 15,0 3 1-15,-1-1 2 16,-1-2-3-16,-2 4 1 0,0-4 0 16,-1 4 0-16,1-1 1 15,1-1-2-15,-3 1 2 16,5 0-1-16,0 1 0 16,-1 0-1-16,0-2 2 15,2 0-1-15,-1 2 0 16,1-4 0-16,0 2 0 15,-3 1 1-15,6 0-2 16,-4-3 1-16,1 3 0 16,-2-1 1-16,1 0-1 15,-1 0 0-15,1 0 0 16,0 1 1-16,-1-2-2 16,3 0 2-16,-1 1-1 15,2-1-1-15,-2-1 2 16,2 2-2-16,0-1 0 15,-2 1 1-15,3-1 0 16,-3 2-1-16,2-2 1 16,-1 2-1-16,-1-2-1 15,-1 2 2-15,-1-2 1 16,2 2-3-16,0-2 4 16,0 2-2-16,2-3 0 15,-1 0 0-15,1 4 1 16,-2-4-2-16,1 0 2 15,2 3-1-15,-2-2-1 16,2 2 2-16,-1-2-1 16,0 2 0-16,0-1 0 15,2 1 0-15,-1 1 0 16,4-1-1-16,-2 1 1 16,2-1 2-16,0-1-2 15,-1 1-2-15,0 0 2 0,0 0 2 16,-5 1-3-16,-1-1 2 15,-3 1-3-15,2 0 3 16,0 0-4-16,2-1 2 16,0 1 1-16,-1-3-1 15,3 2 4-15,1-2-3 16,-1 1 0-16,0-1 0 16,-1 0-2-16,2-1 4 15,-3 1-2-15,2 1 0 16,0-2 1-16,3 0-1 15,-2 0 1-15,1 0-2 16,-1 0 1-16,5 0 1 16,-2 0-1-16,3 0 1 15,-3-4-1-15,3 1 0 16,-1-1-1-16,1 2 2 16,-1-1-1-16,-2 0 1 15,3 1 1-15,-1 0-3 16,1 0 2-16,-3 1-1 15,3-2 1-15,-1-1-1 16,4 2 1-16,-6-3-1 16,3 1 0-16,-1 0 0 15,-3 0-2-15,-1-2 3 16,0 2-1-16,-1 0-2 16,0 0 3-16,1 1-3 15,-1 0 4-15,3 0-2 16,1-1-2-16,1 4 4 15,2-4-2-15,-2 2-1 16,2 0 3-16,2-2-2 0,0 1-1 16,1 2 3-1,1-2-1-15,1 0 2 0,-2 0-5 16,1 2 4-16,-1-2-3 16,-2 0 2-16,1 2 2 15,1-1 0-15,-2 0 0 16,1 0-2-16,-3 2 0 15,1-2 1-15,-2 0-3 16,1 1 2-16,-1 1 0 16,-2-1 0-16,5-1-1 15,-1 1-2-15,1 1 6 16,2-2-5-16,4 1 7 16,3 0-3-16,1 1-3 15,3 0 2-15,-1 0-2 16,2 0 1-16,0 0-1 15,0-2-3-15,0 2 4 16,0 0-11-16,0-1-15 16,0 1-10-16,0 0-18 15,0 0-24-15,0-1-36 16,0 1-51-16,7 0-80 16,6 0 24-16,2 0-104 15</inkml:trace>
  <inkml:trace contextRef="#ctx0" brushRef="#br0" timeOffset="8791.95">7035 3835 160 0,'1'0'0'0,"1"0"1"15,0 0 9-15,-2 0 4 16,0 0 46-16,0 2-26 16,0 1-23-16,0-2 35 15,0 4-4-15,0-5-6 16,0 4 12-16,0 1-24 16,0 0-16-16,0 4 11 15,3-3-6-15,-2 4-3 16,1 0 11-16,1-1-9 15,0 2-8-15,-2-1 0 16,1 2-2-16,-2-2 1 16,0 2-1-16,1-2-1 15,1 3 2-15,-2 0 0 16,0-2 0-16,1 3 6 16,-1-2-2-16,0 2-5 15,0-1-1-15,0 2 0 16,0-1 0-16,0 0 0 15,0-1-1-15,0 3 1 16,0-1 0-16,0-1-1 0,0 3 0 16,0-5 0-16,0 4 0 15,0-1 0-15,0 0 0 16,0 0 0-16,0 0 0 16,0 0 0-16,0 0 1 15,0-3-1-15,0 4-1 16,0-3-1-16,0 2 1 15,1 0-1-15,1 1 2 16,-2 0 1-16,0 1 19 16,0-1-16-16,0-3-3 15,0-1-1-15,0-2 1 16,0 1 0-16,0-3 0 16,1 2-2-16,1-1 2 15,-2 3 0-15,0 0-1 16,1 2 1-16,-1 0 33 15,0-4 5-15,0 3-37 16,0-5 0-16,0 0-2 16,0-1 1-16,0 1 0 15,0-3-1-15,0 4 2 16,0 1-2-16,0 3 0 16,0 3 1-16,0-4 18 15,0 2-7-15,0-1-13 16,0-1 2-16,0-1-1 15,0-2-1-15,0-1 2 16,0 0 1-16,0-1-2 16,3 0 0-16,-2-1 1 15,-1 1 0-15,2-3-1 16,-2 0 1-16,1 3-1 0,1-2-1 16,-1 4 0-1,1 1 2-15,-2-1-1 0,0 3 2 16,0-2 0-16,0-1-3 15,0-1 1-15,0-4 0 16,0 1 0-16,3-2-1 16,-3 0 0-16,2-2 0 15,0 1 0-15,-1-1 2 16,1-1 3-16,-1 2-3 16,2 0 0-16,-1-1 0 15,-2 2-1-15,3 1 3 16,-3-3-2-16,0 2 1 15,4 0-1-15,-3-2-2 16,2 2 1-16,0-3 0 16,0 1 1-16,1 2 0 15,1-3 0-15,-2 3 0 16,-1-2-1-16,5 2 1 16,-1-2-1-16,-1 1 0 15,0-1 8-15,3-1 5 16,0 2-4-16,-1-2-3 15,-1 0-4-15,2 0-2 16,-1 1 0-16,0-1 0 16,0 3 0-16,1-3 1 15,3 0 1-15,-2 0-2 16,1 0 0-16,1 0 1 16,-1 0-1-16,-1 0 0 15,0 0-1-15,1 0 1 16,-4 0 0-16,1 0 1 15,-1 0-1-15,1 0 0 0,0-2 0 16,2 1 0-16,-2 0 0 16,4 1 1-16,0-3-1 15,-1 1 1-15,-2 2-1 16,3-3 0-16,-4 3-1 16,3 0 1-16,-3 0-1 15,2 0 1-15,0 0 1 16,2 0-1-16,1-1 0 15,-1 0 1-15,1-1-1 16,-2 1 0-16,0-2 0 16,0 2 0-16,-3 1 1 15,-2-1-2-15,3 1 1 16,-2 0 2-16,-2 0-1 16,1 0 2-16,2 0 1 15,-1 0-3-15,2-2 3 16,2 2 1-16,4-1 0 15,1 0-3-15,2-1-3 16,1-1 8-16,3 2 20 16,-1-2-25-16,0 2-1 15,0-1 2-15,-1 1 14 16,-1 0-15-16,-2 1 1 16,-1 0-2-16,-1 0 0 15,0 0-2-15,-3 0 1 16,-1 0 1-16,-3 0 0 15,0 0-1-15,-1 0 1 16,0 0 0-16,2 0 0 16,1 0 0-16,1 0 0 15,3 0-1-15,0 0 2 0,1-3 15 16,0 2-14 0,3-2-3-16,-3 3 1 15,0-1-1-15,3 1 3 0,0 0-3 16,-2 0 0-16,-1 0 2 15,-1 0 25-15,2 0-17 16,0 0-9-16,0 0 1 16,2 0-1-16,2 0 19 15,0 0-15-15,1 0-5 16,-1-3 8-16,1 2-6 16,0 1 0-16,-1 0-2 15,-2 0 3-15,2 0-1 16,-5 0-1-16,4 0-1 15,-5 0 0-15,1 0 1 16,2 0-2-16,-4 0 2 16,2 0-1-16,-1 0-1 15,1 0 2-15,0 0 0 16,-2 0-1-16,0 0-1 16,0 0 1-16,-1 0 2 15,-1 0-2-15,3 0 1 16,2 0-1-16,1 0 0 15,1-2 2-15,3-1-1 16,-1-1-2-16,-3-1 1 16,1 4 1-16,-1-2-1 15,-1 2-1-15,-1 0 1 16,-1-1 0-16,1 2 0 16,2-2 0-16,0 2 1 15,0 0-1-15,3-1 0 16,-2 0 0-16,3-1 1 15,-1 2-1-15,0 0 0 0,-2-2 0 16,-1 2 0-16,1 0 0 16,-2-2 0-16,-2 2 1 15,0-2-1-15,-2 0 0 16,-1 1 0-16,-1 0 0 16,3-1-1-16,-4 1 1 15,1 0 1-15,0-1-1 16,2 2-1-16,-1-3 2 15,-2 3-2-15,3 0 1 16,-4-1 0-16,1-1 0 16,0 2-1-16,1-1 1 15,-3 1 0-15,2-3 0 16,0 2 0-16,3 1 0 16,-2-2 0-16,1 0 0 15,-2 2 0-15,3-1 0 16,-4 0 0-16,3-1-1 15,-3 2 2-15,-1 0-1 16,1 0 0-16,-2 0 0 16,-1 0 0-16,2 0 0 15,-3 0-1-15,1 0 2 16,-1 0-1-16,3 0 0 16,-2 0 1-16,1-1-1 15,0-1 0-15,1 1 0 16,-2 1 0-16,1-2 0 15,-3 1 0-15,3 1 1 16,-1-1-2-16,-1 1 2 16,0-2-1-16,0 1-1 15,0 0 2-15,-1 1-1 16,1-1 1-16,0-1-1 0,2 1 0 16,0 0-1-16,-2-1 2 15,1 1-1-15,-1 1 0 16,0-3-1-16,0 3 2 15,0 0-2-15,0 0 1 16,0 0 0-16,-1 0 1 16,-1-1-2-16,1-2 1 15,0 3 0-15,1 0 0 16,0 0 0-16,0-2-1 16,1 1 2-16,-1 0-2 15,0-2 2-15,0 2-1 16,1-1 0-16,2 0 0 15,-2-1 0-15,-1 2 0 16,1-2 0-16,1 1-1 16,-2-2 1-16,1 0-1 15,2 1 0-15,-2 0 2 16,0-1-1-16,-1 4 0 16,2-5-1-16,-1 2 0 15,-2 2 2-15,2-2-1 16,0 2 0-16,-1-1-1 15,0 0 1-15,1 0 0 16,-1 0-1-16,-1-2 1 16,-1 4-2-16,2-3 1 15,0 2 2-15,-2-3-1 16,2 1 0-16,-1-1 0 16,3 0 0-16,-2 0 0 0,0 2-1 15,1-2 2 1,-1 0-1-16,2 1-1 0,-1 0 0 15,-1-2 3-15,0 2-1 16,-2-1 0-16,2 1 1 16,-3-1 3-16,3 0 2 15,-2-2-2-15,2 1 1 16,0-1-1-16,0-2-2 16,0-1 2-16,0 1-2 15,0 0 1-15,-2-2 0 16,1 0 3-16,0 0-3 15,0 0-1-15,1 0 0 16,-2-2 2-16,1 2 0 16,-1-2 2-16,-1 3-1 15,0 1-2-15,0-2-1 16,0 1 1-16,0 1-3 16,0 0-1-16,0-1 1 15,0 1-1-15,0-2 1 16,0 1 0-16,-3-1-1 15,0-2 1-15,0 2-1 16,1-2 1-16,0 1 0 16,1-2 0-16,1 0 0 15,-2 3 1-15,1-2 0 16,1 2 0-16,-1 0 0 16,-1 2 3-16,2-2-2 15,-3 2 0-15,3-1 3 16,0 1-2-16,-3-3 1 15,2 0 4-15,-2 1 0 16,1-1-2-16,1 0 2 0,-4 2-2 16,3-2-2-16,-4-1-1 15,0 1-1-15,0 0-2 16,1-2 1-16,0 1-2 16,-3 3 1-16,5-3-2 15,-3 2 2-15,0 1-1 16,2 0 1-16,-2-1-1 15,-1 1 0-15,1 2 1 16,2-4-1-16,-2 2 0 16,0-2 1-16,-1-1-1 15,0 1-1-15,1 0 1 16,0 0 0-16,-1 0 0 16,1 3 1-16,2 1-1 15,1 2 0-15,-1-2 0 16,1 3 1-16,-2-2-2 15,2 2 2-15,0-1-1 16,0 0 0-16,0 1 1 16,0 0-1-16,-3 2 0 15,3-1-1-15,0-1 1 16,-1 0 1-16,-1 1 2 16,0 0 0-16,-1 0 0 15,0-3 1-15,0 5 1 16,-1-2 1-16,-2 0 2 15,1 0-4-15,-3 1-1 16,2 2-1-16,-2-2-1 16,1 1 0-16,-4 0-1 15,1 1 1-15,0 0-1 16,-2 0 1-16,0 0-1 0,-1 0 2 16,-3 0 0-1,1 0-1-15,-2 0 1 0,-1 0 0 16,2 0 2-1,-1 0 5-15,-2 0-1 0,3 0-4 16,-2 0 0-16,0 0-2 16,4 0-2-16,-2 0 4 15,6 0-2-15,-4 0-2 16,4 0 2-16,0 0 0 16,-2 0-1-16,0 0 0 15,3 0-2-15,-4 0 2 16,-3 0 1-16,1-3 0 15,0-1-2-15,-1 3 1 16,0-1 0-16,-1-1-1 16,-1 3-1-16,-1 0 2 15,2 0 0-15,-3 0-1 16,0 0 0-16,1 0-1 16,-1 0 2-16,1 0-2 15,1 0 3-15,3 2-2 16,3 1 0-16,0-3 2 15,1 0-3-15,3 0 3 16,-2 0-2-16,-1 0-1 16,-4 0 2-16,0 0-1 15,-2 0 0-15,-2 0 2 16,0 0-2-16,-1 0 6 16,3 0-6-16,-3 0 1 15,0 0 1-15,3 0-3 16,1 0 1-16,-1 0 1 15,5 0 1-15,1 0-3 16,2 0 2-16,-1 0-2 0,2 0 1 16,-1 0 0-16,-2-3 0 15,-1 3 1-15,-5 0 0 16,-3 0-2-16,1 0 0 16,-4 0 1-16,-4 0 0 15,5 0 2-15,-1 0-2 16,2 0 1-16,-1 0-1 15,2 0 1-15,0 0-1 16,1 0 1-16,3-2 0 16,-1 2 0-16,3-3-2 15,0 2 2-15,-2 0-1 16,-2 1 0-16,-3 0 0 16,-5 0 0-16,-4 0-1 15,-8 0 0-15,-3 1 1 16,-3 9-1-16,0-2-1 15,0 3 1-15,3-3 2 16,8-1-2-16,4-2 0 16,3-1 4-16,8-1-2 15,6-1-2-15,2 0 1 16,6-2 1-16,4 0 0 16,0 0 0-16,2 0 0 15,1 0-1-15,0 0-1 16,0 0 1-16,0 0 0 15,0 0 0-15,0 0-2 16,0 0 3-16,0 0-2 16,0 0 2-16,0 0-2 15,0 0 0-15,0 0 1 16,0 0 0-16,0 0 0 0,0 0-5 16,0 0-5-16,0 0-13 15,-2 0-15-15,2 0-35 16,0 0-126-16,0 0-62 15,0 0-216-15</inkml:trace>
  <inkml:trace contextRef="#ctx0" brushRef="#br0" timeOffset="17663.09">9605 3885 64 0,'0'0'7'0,"1"0"94"15,1 0-83-15,-1 0-16 16,-1 0 12-16,2 0 14 16,-2 0 3-16,0 0 12 15,0 0 8-15,0 0-5 16,0 0-1-16,0 0 0 16,0 0-5-16,0 0-6 15,0 0-7-15,0 0-11 16,0 0-4-16,0 0-2 15,0 0-1-15,0 0 0 16,0 0-4-16,0 0-1 16,0 0 27-16,0 4-15 15,0 4-13-15,3-1-2 16,0 3 8-16,1 1-3 16,0 3-2-16,0 2 2 15,1 0 3-15,1 0-1 16,-2 2 1-16,1-2 1 15,-3 1-3-15,1-2 3 16,0 2-7-16,0 1 1 16,-3-1-4-16,1-1 3 15,-1 0-3-15,3-3 1 16,-3 2 0-16,2-3-2 16,-1-4 1-16,1 4 0 15,-1-3 0-15,1 1 1 0,-2 1-1 16,1 1 2-1,0 1-2-15,1 0 0 0,-1 1 1 16,1-2-1 0,-2 2 0-16,3-2 0 0,-3-1-1 15,0 1 2-15,1-1-1 16,-1 1-1-16,0 0 2 16,0-1-1-16,0 1 1 15,0 3-2-15,0-3 3 16,0 3-3-16,-1-2 0 15,-1 3 2-15,1-3-1 16,1 1-1-16,0-2 1 16,0 0 0-16,0-2-1 15,0-1 2-15,0 1-2 16,0 0 1-16,0-1-2 16,-2 2 2-16,2-1 0 15,0 2 0-15,0-2 2 16,-1 2-2-16,-1-1-2 15,2 1 2-15,-1-3-3 16,0 3 2-16,1 0-2 16,0 0-1-16,-2-1 3 15,2-2 0-15,0 1 2 16,0 0-2-16,0 1 1 16,0 2-1-16,0 1 1 15,0-2 13-15,0 2-1 16,0-1-14-16,0-3 1 15,0 0 1-15,0-1-3 16,0 1 1-16,0-1 1 16,2-4 1-16,0 2 0 0,1-3 4 15,2 0-5 1,-2-1 0-16,1 0 1 0,-1-2 1 16,-2 3-2-1,2-3 2-15,0 2-2 0,0 1 1 16,0-3 1-16,1 2-1 15,1-3-1-15,0 4 2 16,1-4-1-16,3 0 1 16,-2 0 0-16,3 0-1 15,3 0 2-15,-3 0 1 16,3 0-1-16,0 0 2 16,0 0-2-16,2 0 0 15,0 0 1-15,0 0-1 16,3 0 3-16,-3 0 20 15,1 0-8-15,-2 0-12 16,1 0-2-16,-2 0 2 16,0 0 4-16,3 0 5 15,-3-2 7-15,4 0 3 16,-1-1-5-16,1 2-5 16,0-2-11-16,-1 3-1 15,3-1-1-15,-3 1-1 16,1-2 0-16,1 2 1 15,-1-1-1-15,3 1-1 16,-2-1 2-16,0 1 0 16,1-2-1-16,1 1 0 15,0 0 1-15,-2 0-1 16,2-1 0-16,-1 1 0 16,-2 1 1-16,3-3-2 15,1 2 2-15,2-1-1 16,0 1-1-16,0-1 2 0,0-2 0 15,-1 4 0-15,1-2-1 16,-4 2 2-16,1-1-1 16,0-1 1-16,-2 2 0 15,0 0 10-15,-2-1-6 16,3 1 1-16,-3 0-3 16,1 0-2-16,-3 0-1 15,1 0 2-15,-1 0-3 16,-2 0 1-16,1 0-1 15,0 0 1-15,-1 0 0 16,3 0 0-16,-2 0-1 16,2 0 1-16,-2 0-2 15,4-3 3-15,-1 2-2 16,3 1-2-16,-3 0 4 16,1-3-2-16,-1 3-1 15,3 0 1-15,-2-2 0 16,-1 2 0-16,3 0 0 15,-2 0 1-15,0 0-3 16,-4 0 3-16,3 0-3 16,-3 0 3-16,-2 0-1 15,4 0 1-15,-3 0-2 16,4 0 1-16,-2 0 0 16,0 2 1-16,3 1-2 15,-2-2-1-15,1 1 4 16,3-1-3-16,-1 3 0 15,0-2 0-15,2 0-6 0,-1 0 3 16,0 3 3-16,-3-4 0 16,0 2 0-16,-2-2-9 15,-2 2-13 1,-2-3 18-16,-1 1 5 16,2-1 2-16,-1 0-2 0,4 0 0 15,-3 0 0 1,0 0 0-16,2 0 0 0,-3 0 0 15,-1 0 0-15,1 0 0 16,-1 0 0-16,-2 0-2 16,2 0 4-16,1 0-4 15,-3 3 2-15,3-3 0 16,3 1 0-16,-3-1 0 16,2 0 0-16,-1 0 0 15,0 1 0-15,0-1-3 16,-4 2 0-16,2-2 3 15,0 1 0-15,0 2 0 16,2-3 0-16,-1 4-1 16,1-4 1-16,1 2 0 15,-2 0 0-15,2-2 0 16,-1 0 1-16,2 0-1 16,-1 0 0-16,-2 0 0 15,3 0 0-15,-2 0 0 16,0 0 0-16,-2 0 1 15,2 0-2-15,-2 0 3 16,0 0-3-16,-1 0 1 16,-1 0 1-16,2 0-1 15,-1 0 1-15,2-2-1 16,-2 2 0-16,0-2 1 16,2 2 0-16,-4 0 0 15,0 0-1-15,0 0 2 0,-1 0-2 16,0 0 1-1,-1 0-2-15,1 0 1 0,0 0 1 16,0 0 0 0,2-3 0-16,-3 2 1 0,3-2 0 15,-2 2-1-15,-1-1 0 16,1 0 1-16,1-1-1 16,-1 2 1-16,-1-2 1 15,2 0-1-15,-3 1 3 16,4-3-1-16,2 3-3 15,-3-2 0-15,-1 1 0 16,1 1-1-16,-1-1 1 16,0-2-1-16,1 3 1 15,-2-1-1-15,1 0 0 16,-2-1 1-16,1 0 0 16,-1 0 0-16,4 1-1 15,-3-2 1-15,1 1-1 16,-1 0 1-16,-1-2-1 15,1 2 2-15,-1-1-2 16,0-3 1-16,3-1-1 16,-2 1 0-16,0-1 1 15,-1 0-1-15,0 2 1 16,-1-2 2-16,-1-1-2 16,-1 2-1-16,2-1-1 15,-1 1 4-15,1 0-2 16,-1-1 0-16,-1-1 0 15,0 2 0-15,0 0 0 16,0-2-1-16,0 0 0 16,0-1 0-16,0-1-1 0,0-1 0 15,0 1 1-15,0-3 0 16,0 3 0-16,0 0 0 16,0-1 0-16,0 1 1 15,0 1-2-15,0 0 3 16,0 2-2-16,0-2 2 15,0-1 2-15,0 1-1 16,0-2-2-16,-1 1-1 16,1 0-1-16,0 0 2 15,0-3-2-15,0 1 2 16,-2-3 0-16,1 1-2 16,-2-1 5-16,0-3 5 15,-2 3-3-15,1-1-1 16,0-1-3-16,-2 2 0 15,2 3-1-15,-1-2 0 16,1 3 0-16,3 1 0 16,-2-2-2-16,1 2 1 15,-1-1 1-15,2 1-1 16,-2-2 1-16,0-2 1 16,-1 3 0-16,1-3 1 15,0 0-1-15,2 0 1 16,-1 2-1-16,1 1 3 15,-1 0 3-15,2 2-2 16,0 0-4-16,0 3 0 16,0-1 0-16,0 2 0 15,0 3-1-15,-1-3 1 16,-1 1 0-16,-1 1 1 16,0-2 0-16,-1 0 1 15,-1 0-2-15,-1 1 2 0,1-1 0 16,-2-1-3-16,0 1 0 15,0-1-1-15,0 4 1 16,-1 0 0-16,-1-2 1 16,0 4 5-16,-2-2 0 15,0 1 0-15,-5 0-4 16,1 0 0-16,0 2 0 16,-1-1-1-16,0 1-2 15,0-1 1-15,-1 0 3 16,-2 0-2-16,3-3 0 15,-3 1-2-15,2 0 7 16,-3 0-4-16,0 2-1 16,-2 0 1-16,-1 0 0 15,-3 2 0-15,-2 0 1 16,-2 0 2-16,1 0 4 16,0 0 2-16,3 0 7 15,4 0 9-15,2 0-12 16,4 0-12-16,-1 0-4 15,-2 0 2-15,-1 0-1 16,-3 0 0-16,-3 0-1 16,-4 0 0-16,-5 0-2 15,-3 2 1-15,-2 2 1 16,1 0 0-16,3-3 3 16,3 2-1-16,5-3-1 15,4 1 3-15,3-1-1 16,3 0 4-16,2 0-4 15,0 0-1-15,1 0 1 0,-2 0-2 16,-2 0 0-16,-1 0 0 16,-6 0-1-16,-3 0-2 15,-4 0 3-15,1 0 0 16,-1 3 0-16,3 0 6 16,2-1-1-16,2-2-2 15,6 0-2-15,3 0-1 16,1 0 1-16,4 0 2 15,3 0 1-15,1 0-4 16,2 0-1-16,-3 0 1 16,1 0-1-16,-2 0 1 15,-3 0-2-15,-4 0 1 16,-1 0-1-16,-5 0 0 16,1 0 0-16,-1 0 1 15,1 0-1-15,1 0 1 16,6 0 2-16,-2 0-1 15,4 0 0-15,0 0 0 16,0 0 2-16,-1 0 3 16,-4 0-5-16,-2 0 0 15,-4 0-2-15,0 0 0 16,-3 0 0-16,2 0 3 16,1 0-1-16,1 0 1 15,4 0-1-15,2 0-2 16,1 0 3-16,1 0-3 15,5 0 4-15,1 0-3 16,0-2 1-16,0 2-2 16,0 0 2-16,-4 0-3 15,0 0 5-15,-4-2-3 16,1 2-2-16,0 0 3 0,3 0 0 16,0 0-1-1,3 0 2-15,3 0-3 0,-1-1 2 16,1 1 0-16,2 0-2 15,-1 0 1-15,-2 0 0 16,1-1 1-16,-4 1-2 16,2-2 1-16,-5 2 0 15,4 0-1-15,-2 0 1 16,-1 0-1-16,3 0 0 16,2 0 0-16,0 0 2 15,4 0 0-15,2 0-3 16,1 0 5-16,-1 0-2 15,1 0-3-15,-4 0 4 16,1 0-3-16,-3 0 1 16,-5 0-2-16,2 0 1 15,1 0-2-15,-2 2 1 16,2-1-2-16,2 0 3 16,3 1-1-16,-3 0-9 15,4-2-17-15,-2 0-30 16,0 4-50-16,-6-4-84 15,-3 3-149-15</inkml:trace>
  <inkml:trace contextRef="#ctx0" brushRef="#br0" timeOffset="23626.51">13211 3857 114 0,'0'8'42'0,"0"0"1"16,2 1-17-16,1 4 38 0,-2 0 21 15,2-1-71-15,-1 3 1 16,0-3 20-16,0 2-9 15,0 0-5-15,1 2 1 16,-1 0-12-16,1 1 1 16,-2 2-3-16,2 1 4 15,-1-1 10-15,1 1-7 16,-2 5-7-16,0-2 0 16,-1 2-4-16,0 0 1 15,2-1 20-15,-1-1-17 16,-1 1-8-16,0-3 1 15,0 1-1-15,2 0 2 16,-1 1 30-16,-1 0-27 16,0 0-3-16,0-3-2 15,2 1 0-15,-2-1-1 16,0-3 0-16,0 0 2 16,0-5 2-16,0 0-4 15,0 1 0-15,0-3 2 16,0 4-1-16,0 5 0 15,0 0 0-15,0 0 0 16,0 3 2-16,0-1-1 16,0-4-2-16,0 1 0 15,0-3 0-15,0-1 0 16,0-2 0-16,0 1 3 16,0-4-2-16,1 1 0 15,3-2-1-15,1 0 4 16,0-1-2-16,0 1-1 15,-1-3 1-15,1 1-2 16,-1-1 2-16,1-1-1 16,0 1 0-16,-2 1 0 15,1 0 0-15,-1 0 1 0,-1-2-1 16,1 5 1-16,-1-2-1 16,1 0 1-16,0 0-2 15,-2 0 2-15,2 0-1 16,0-2 2-16,0 0-4 15,2-3 2-15,-1 1 0 16,2-3 2-16,-2 0-1 16,6 0 1-16,-3 0 1 15,4 0-2-15,-3 0-1 16,2 1 1-16,0 1 2 16,0-1-2-16,0-1-1 15,1 1 0-15,1-1 0 16,0 0 0-16,2 0 1 15,-2 0-1-15,3 0 0 16,-1 0 2-16,-1 0-2 16,1 0 0-16,0-2 0 15,3-1 0-15,-1 0 1 16,1-1-2-16,1 0 1 16,-1 4-2-16,-1-4 1 15,1 0-2-15,2 1 1 16,-2-1 3-16,2 0-1 15,-2 0 1-15,3-2-1 16,2 3 2-16,-3-3 0 16,2 2 0-16,0 0 5 15,1-2 2-15,-1 2-7 16,3-1-1-16,-1-1 35 16,-1 2-20-16,3 0-12 15,-2 0 11-15,-3 0-9 16,1 1-4-16,-4 0-1 15,0 1 1-15,0-1 7 0,-2-1 14 16,-1 2-1-16,-4-1-12 16,2 0 4-16,-3-1-2 15,-2 0-2-15,0 1 3 16,4-1 0-16,0-1 2 16,0 0-9-16,4 1-6 15,-1 0 1-15,3 1-1 16,0 0-1-16,0-1 2 15,1 0-2-15,-2 3 2 16,2-2-1-16,-7 2 0 16,5-2 0-16,-3 2 0 15,-1 1 0-15,2-2 0 16,-1 0 1-16,3 2-2 16,-1-2 2-16,5 0-2 15,3-2 0-15,-1 2 1 16,4 0 0-16,2-1-1 15,3-1-6-15,-1 1 3 16,0-2-5-16,4 4-10 16,-4-2 17-16,3 0 2 15,0 0-2-15,1 0-4 16,-4 3 1-16,0-3 4 16,4 3 2-16,-7-1-2 15,-3 1-1-15,-1 0 2 16,-1 0 0-16,-4 0-1 15,0 0 1-15,-3 0 0 16,2 0 0-16,-2 0 0 16,2 0 0-16,0 0 2 15,5 0 2-15,-1 0 3 0,7 0-3 16,-3 0-2-16,1 0 1 16,-2 0 0-16,2 0 0 15,-3 0-1-15,-1 0-1 16,-2 0 3-16,0 0 1 15,-4 1-4-15,1 4 0 16,-2-3-1-16,-1 3 2 16,-2-5-2-16,2 4 1 15,-2 0-1-15,0-3 1 16,2 2-1-16,-1-3 0 16,3 1 1-16,0 1 0 15,1-2-1-15,2 0 0 16,2 0 1-16,1 0-1 15,-3 0-1-15,0 0 2 16,-2 0-2-16,-4 0 2 16,-1 0-1-16,-1 0 0 15,-4 1-1-15,-1 0 1 16,-1 1 1-16,1-1-1 16,-1 0 0-16,1 1 0 15,0-2 2-15,2 2-2 16,2 0-2-16,-1-2 2 15,3 0 0-15,-1 0 0 16,-1 0 0-16,-1 0 0 16,-1 0-1-16,-2 0 2 15,-3 0-1-15,0 0-1 16,-3 0 2-16,1 0-1 16,1 0 0-16,-2 0 0 15,0 0 0-15,3 0 2 0,0 0 0 16,0 0 9-16,2-7 15 15,0-1-2-15,-1-4 0 16,0 3-3-16,1-2-4 16,-2-1 0-16,-3 1-2 15,1-1-4-15,1 1-5 16,-1 2 0-16,-1-3 4 16,0 0-2-16,0 0 0 15,0-5-5-15,2 0-1 16,-1-2 0-16,0-1-2 15,3-1 1-15,-1 1 0 16,-1-1 5-16,1 4-1 16,0 3 0-16,-3-1-1 15,0 1 0-15,0 0 1 16,0 2 7-16,0-3 5 16,0-2-5-16,0 1-3 15,-3-4-5-15,-2-2-3 16,1-1 0-16,-1 0-1 15,0 1 0-15,1-1 0 16,1 3 1-16,-2 1 0 16,1 2 1-16,0 2-1 15,-2-1 0-15,2 1 3 16,-4-1-1-16,3-1-2 16,-1-3 1-16,-3 1-1 15,2-1 1-15,1 0 0 16,0 1-2-16,0-2 1 0,1 2-1 15,2 2 0-15,0 0 0 16,0 2-1-16,0 2 2 16,0 1 0-16,1 1-1 15,-1 1 0-15,-2-1 1 16,0 0-1-16,-1 1 0 16,0 0 1-16,2 2-1 15,1 4 0-15,0-3 0 16,-4 3 0-16,3 2 0 15,-1-2-3-15,1 2 4 16,-5 0-1-16,-1 2 1 16,0-2-2-16,0 2 2 15,-5 0 0-15,1 0 0 16,-2 0-1-16,-2-1 1 16,1 1 2-16,-2-1 0 15,1-1 2-15,-5 0 0 16,1 0 0-16,-1 0-4 15,-5 2 0-15,-1 0 1 16,-1 0-1-16,-3 0 0 16,-3 0 0-16,0 0-2 15,0 0 2-15,0 0-1 16,1 0 0-16,2 0-2 16,2 0 4-16,0 0-2 15,-3 0-2-15,1 0 4 16,-5 0-2-16,-2 0-1 15,-5 0 2-15,-2 0-1 16,-3 0 0-16,-1 4-1 16,-3 0 3-16,3-2 0 15,1 2 0-15,0-1-2 16,3 0 3-16,1-2-4 16,7 1 1-16,2-2 1 0,3 0 0 15,10 2-3-15,2-2 4 16,3 0-3-16,5 0 0 15,1 0 2-15,-1 0-1 16,-1 0 0-16,-2 0 0 16,-1 0 0-16,-2 0-1 15,-3 0 1-15,-3 0 1 16,0 0-1-16,-2 0-2 16,-2 0 2-16,0 0 0 15,0 4-1-15,-1-3 2 16,5 2-1-16,-1-3 0 15,-1 0 1-15,4 2-1 16,1-1 0-16,0-1-1 16,0 1 1-16,5-1 0 15,1 3-1-15,1-3-6 16,3 1 5-16,-3 1 3 16,-1-1-3-16,-2 3-1 15,5-4 0-15,-7 4 0 16,2-4 4-16,1 3 0 15,1 0-1-15,1-2-1 16,-2 1 3-16,1 0-2 16,0 0-2-16,1 1 4 15,0-3-2-15,1 4-2 16,1-4 3-16,-1 4-1 16,1-4 0-16,0 1 1 15,-4 1-1-15,-1-1 0 16,-1-1 1-16,0 0-2 15,3 1 1-15,0-1 1 0,2 2-2 16,-1-1 3 0,4-1-2-16,4 0-1 0,-1 1-1 15,3-1 2-15,2 0 3 16,1 0-3-16,0 0 0 16,0 0 1-16,-1 0-1 15,-2 0 1-15,2 0 0 16,0 0-1-16,-1 0 1 15,2 0-1-15,2 0-1 16,-1 0 0-16,2 0-7 16,0 0-15-16,0 0-24 15,0 0-23-15,11 0-19 16,3-1-48-16,2-2-22 16,1 1-46-16,-1-1-76 15</inkml:trace>
  <inkml:trace contextRef="#ctx0" brushRef="#br0" timeOffset="29515.22">17005 3837 389 0,'0'9'10'15,"0"1"3"-15,-1 3 68 16,1 3-40-16,0 0-3 15,0 4 1-15,0 2-14 16,0 4 26-16,3 1-10 16,3 4-18-16,2 1-3 15,-2 0-7-15,0 2 7 16,-2 3 3-16,-1 1 5 16,-1 1-6-16,-2 1-11 15,0-2-3-15,1 1-3 16,-1 0-1-16,1-1-2 15,-1-1-2-15,0 2 1 16,0-1 1-16,0 0 15 16,0 0 23-16,0-5-27 15,0 0-10-15,0-3 0 16,0-1-3-16,0-3 1 16,9-3 0-16,0-2-2 0,-2-4 2 15,4-5-2 1,-2 0 1-16,0-5-1 0,-2-1 0 15,-1-2 1-15,-2-1 0 16,-1 1 0-16,-3-3 1 16,1 2-1-16,1-3 1 15,-2 1 0-15,0-1-1 16,0 0 1-16,3 0 1 16,-3 0 5-16,1 0 10 15,2 0-1-15,2 0-5 16,-1 0-2-16,3 0-3 15,0 0-3-15,0 0 0 16,2 0-1-16,1 1 0 16,2 1 1-16,-2-1-1 15,3 2 7-15,1-3-2 16,2 0-4-16,0 1 0 16,3-1-2-16,4 0-1 15,-1 0 1-15,4 0 1 16,3 0 2-16,1 0 1 15,-3 0-2-15,1 0 2 16,-1 0-3-16,-1 0-1 16,0-1 2-16,-1-2-1 15,1 2 5-15,3-2 1 16,1 2-1-16,0-3-1 16,3 0 1-16,1 0-2 15,-1 1 1-15,0-1-4 16,3 1 0-16,-3 1 5 15,-1-1-2-15,-2 0-3 16,-2 2-1-16,-2-2 0 16,-1 1 0-16,-4 1 4 15,1-2-1-15,-3 1-3 0,-2-2-1 16,-1-2-26 0,-3-1-88-16,0-3-163 0,-2 0-353 15</inkml:trace>
  <inkml:trace contextRef="#ctx0" brushRef="#br0" timeOffset="30316.76">18618 4552 447 0,'0'0'56'0,"0"0"68"15,-2 0-26-15,2 0-28 16,0 0 2-16,8 0-9 15,4 0 27-15,4 0-21 16,0 0-4-16,2 0-2 16,3-2-19-16,0 1-11 15,2 1-4-15,0-2-4 16,-2 1-10-16,0 0-10 16,-2-1-2-16,-4 1-1 15,-4 0-2-15,-1 1-12 0,-4-2-34 16,-2 1-18-1,-2 0-57-15,-2-3-46 16,0-1-33-16,0-2-138 16</inkml:trace>
  <inkml:trace contextRef="#ctx0" brushRef="#br0" timeOffset="30622.53">18606 4375 793 0,'0'0'75'16,"0"0"13"-16,0 0-25 15,0 0 12-15,0 0 0 16,69-1-22-16,-42 1-30 16,-1-1-16-16,2-2-7 15,-1 0 1-15,-2 1-40 16,-5-4-67-16,0-1-98 16,-1-1-157-16</inkml:trace>
  <inkml:trace contextRef="#ctx0" brushRef="#br0" timeOffset="31053.55">19030 4169 829 0,'0'0'65'15,"0"0"30"-15,0 0-64 16,0 0 14-16,95-54 27 15,-51 41-20-15,-1 3-13 16,-5 3-6-16,-7 1-7 16,-6 5-9-16,-9 1-4 15,-6 0 1-15,-7 13 3 16,-3 5 0-16,0 4-9 16,-9 6-6-16,-11 2-2 15,0 1-19-15,-3 2-32 16,4-2-34-16,2-1-41 15,2-2-79-15,4-3-67 16,5-3-171-16</inkml:trace>
  <inkml:trace contextRef="#ctx0" brushRef="#br0" timeOffset="31235.75">19263 4602 979 0,'0'0'157'15,"0"0"-22"-15,0 0-73 0,0 0-31 16,0 0-19-16,0 0-10 16,10 38-14-16,-10-38-55 15,0 0-75-15,0-6-165 16,-10-8-543-16</inkml:trace>
  <inkml:trace contextRef="#ctx0" brushRef="#br0" timeOffset="33654.25">17067 3813 362 0,'0'0'103'0,"0"0"20"15,0 0-16 1,0 0-48-16,8-11-9 0,-4 7-9 16,2 2-7-16,1-1-5 15,3 2-1 1,6 0-11-16,-1-1-8 0,6 2-4 16,5 0-4-16,3 0 3 15,3-1 3-15,4 1 7 16,1 0-8-16,5 0-3 15,0 0-2-15,3 0 1 16,4 0-2-16,0 0 1 16,-3 0 0-16,2 0 0 15,-3 0 0-15,1 1 0 16,0 3 1-16,2-2-1 16,0-2 0-16,5 0 0 15,0 0-1-15,1 0 1 16,2-3-2-16,-1-4 2 15,-2 0-1-15,-2-1-1 16,0 4 1-16,-4 1 1 16,-2-1-2-16,0 4 2 15,-1-3-1-15,0 3 2 16,-2 0-4-16,-2-1 1 16,4 1 1-16,-1-2 0 15,2-1 1-15,1-1-1 16,-1-2-1-16,2 0 1 15,1 2 0-15,-2-2 0 16,-4 5-2-16,0-4 3 16,-5 5-3-16,-2 0 3 15,-3 0-1-15,-2 0 0 16,-1 0 0-16,-2-1 0 16,1-2-1-16,-3 0 3 0,-1 2-3 15,2-3 1-15,-4 0 0 16,-2 1 1-16,0-1-1 15,0 0-1-15,-4 1 2 16,0 0-1-16,-3 2 0 16,0 0 0-16,-4 1 0 15,-2-1-1-15,-1 1 0 16,1 0-1-16,-1 0 1 16,-2 0 2-16,3 0-1 15,1 0 0-15,0 0 0 16,1 1 2-16,-2 4-4 15,1 3 1-15,-2 2 2 16,0 2 3-16,0 4 1 16,-3 3-1-16,0 3 0 15,0 5 2-15,0 0-1 16,0 1 3-16,2 4-6 16,-2 0-1-16,3 2-2 15,0-2 1-15,1 1 0 16,0-1 1-16,-3 1 2 15,-1-1 9-15,0 3 8 16,-1-2 2-16,-2 2-1 16,0 0-9-16,0-2-8 15,0 3-2-15,0-5-2 16,0-1 0-16,0-1 2 16,0-2-2-16,0-7 0 15,0 0 0-15,4-3 1 0,-1-1-1 16,0-5-1-16,-2 1 2 15,1-3 1-15,-1 0-3 16,-1-1 1-16,0-1 2 16,0 3 0-16,0 1-1 15,0-1 0-15,0 3 0 16,0 0-1-16,0-1 1 16,0-1-1-16,-1 2 0 15,-2-3 1-15,2 2-2 16,-2 1 2-16,1-1-1 15,-2-1 1-15,1 2 0 16,-3-1-1-16,-1 2 1 16,0-1-1-16,-2-1 1 15,0-1 1-15,-4 1 3 16,0-2 2-16,-1 0-3 16,-2-1-2-16,-3 0 1 15,-1 1 1-15,-5-2-1 16,-2 3-1-16,-5-2-1 15,-1 2 0-15,-7-1 0 16,1-1-1-16,-2-2 1 16,2 0 1-16,-4-3 0 15,4 0 2-15,3-1 0 16,1 0-1-16,3-2 1 16,0 2 7-16,5-3-4 15,1 0-2-15,0 0-3 16,-1 0-1-16,2 0 0 15,-1 0 0-15,1 0-1 16,-2 0 1-16,-2-2-1 16,0-2 0-16,-1 0 0 15,-2-1 2-15,2 2-2 0,-2 2 0 16,0-2 0-16,2 2 0 16,-3 1 2-16,-1 0 2 15,-3 0 3-15,0 0-1 16,2 0-2-16,-1 4 6 15,2-3-3-15,3 2 1 16,2-3 3-16,0 0-4 16,2 0 8-16,-1 0-6 15,4 0-2-15,0 0-4 16,3 0-3-16,4-4 3 16,3 1 0-16,3 0-2 15,4 0 0-15,1 0 1 16,0 2 1-16,2-2-2 15,-2 2 0-15,-1-2-1 16,0 2 0-16,-2-2-2 16,0 3 3-16,-1-2-1 15,3 2 0-15,1-2-1 16,-1 2 1-16,1 0-1 16,2 0-11-16,1 0-17 15,-1 0-36-15,-1 0-66 16,1 0-97-16,-5 0-157 15</inkml:trace>
  <inkml:trace contextRef="#ctx0" brushRef="#br0" timeOffset="40008.26">21612 1142 623 0,'3'0'16'16,"-3"0"-12"-16,2 0 36 16,-1 0 7-16,-1-4 4 15,0-3-26-15,0-1-4 16,0 0-5-16,0 0 13 16,0 0 13-16,-9 1-4 15,-2-1 1-15,2 1-12 16,0 1-3-16,0 1-8 15,1 0-9-15,1 0-1 16,0 4-5-16,-2-3-5 16,-1 4 0-16,-5 0-1 15,-2 8 3-15,-1 7 1 0,-3 10 1 16,-2 5-2 0,3 8 5-16,1 3-4 15,3 4 3-15,5 0-2 0,3 0 1 16,8-1-2-1,0-4 8-15,5-5 4 0,14-1-3 16,5-6-1-16,7-4-2 16,3-7 10-16,5-6-2 15,0-7-1-15,0-4-1 16,0 0-4-16,-3-9 0 16,-3-10-7-16,-4-7 2 15,-5-6-5-15,-3-3-5 16,-4-7-2-16,-5-5-1 15,-2-4 1-15,-1-4-3 16,-6 1 7-16,-2-3 3 16,-1 4 5-16,0 2-1 15,0 8-1-15,0 6 1 16,-7 10 0-16,0 8-1 16,-2 9 7-16,0 10-1 15,-4 3-8-15,3 22 0 16,-2 13 0-16,1 11 4 15,5 8 7-15,3 7 11 16,3 3 11-16,0 0 14 16,0-2-7-16,9-3-2 15,0-5-10-15,2-7 2 16,1-7-9-16,2-11-1 16,-2-5-9-16,1-10-2 15,0-5-1-15,0-5-5 16,1-7 1-16,1 0 6 15,1-16 7-15,1-9-2 16,0-6-7-16,-1-3-1 0,-1 1-5 16,-1 2-1-1,-1 5 2-15,-4 9-3 0,-3 2-1 16,0 9 1-16,-3 4 2 16,2 2-2-16,-1 0-6 15,1 10 2-15,1 4 5 16,2 5 2-16,1 0 1 15,-1 1-1-15,1-1 0 16,2 2 0-16,0-3 0 16,-2-2-3-16,3-4 3 15,-3-1-13-15,4-4-49 16,0-6-55-16,0-1-73 16,1 0-99-16,0-7-208 15</inkml:trace>
  <inkml:trace contextRef="#ctx0" brushRef="#br0" timeOffset="40692.1">22366 1437 669 0,'0'0'83'16,"0"0"45"-16,0 0-31 15,0 0-37-15,-1-43-25 16,-11 43-12-16,-1 0-23 16,-3 0-4-16,-4 13-1 15,3 6 1-15,-2 3 5 0,4 3-1 16,4-1-3-16,5-1 4 16,3 0 0-1,3-5 4-15,0-1 1 16,3-6 9-16,13-3-5 0,2-4-3 15,2-4-2-15,0 0 2 16,2 0-3-16,-4-9-2 16,-2-4-2-16,-4-1-5 15,-4-2 3-15,-2-2-3 16,-1-1-10-16,-2 0 1 16,-2 3 3-16,1 4 1 15,-1 0 7-15,-1 7 3 16,2 3 1-16,-2 2 0 15,3 0-1-15,0 9-3 16,3 7 10-16,-1 4 15 16,0-1 3-16,5 1 3 15,-4-1-6-15,3-4-2 16,0-3-6-16,-1-4-10 16,2-4-2-16,-1-3-1 15,2-1-1-15,0 0-5 16,0-9-7-16,2-6-13 15,-1-1-26-15,1-2-5 16,-3 3 5-16,-1 1-9 16,-1 3 23-16,1 3 24 15,-3 4 8-15,-1 4 4 16,1 0-1-16,0 2 3 16,0 14 19-16,-2-1 17 15,0 4 6-15,-1-1-6 16,0 1-11-16,2-2-16 15,-4-1-7-15,2-4-2 16,-3-4-46-16,0-5-92 0,0-3-194 16</inkml:trace>
  <inkml:trace contextRef="#ctx0" brushRef="#br0" timeOffset="40878.04">22641 1261 876 0,'0'0'5'0,"0"0"-5"0,0 0-30 16,0 0 4-16,4 36-79 16,-1-16-90-16,2 2-85 15</inkml:trace>
  <inkml:trace contextRef="#ctx0" brushRef="#br0" timeOffset="41176.29">22749 1542 493 0,'0'0'153'0,"0"0"-31"15,0 0-34-15,0 0-11 16,0 0-9-16,0 0-5 16,54 65-7-16,-46-65 7 15,1-8-2-15,0-8-21 16,3-3-21-16,-3-3-12 15,1 0-4-15,-1 2-4 16,-3 3 2-16,-1 5-3 16,-2 3-1-16,3 8 0 15,-1 1 0-15,1 0-5 16,0 1 1-16,0 11 3 16,2 5-1-16,0 0 6 0,1 4 0 15,2-4-1-15,4-1-16 16,-1-2-49-16,0-6-80 15,1-3-229-15</inkml:trace>
  <inkml:trace contextRef="#ctx0" brushRef="#br0" timeOffset="41994.28">23255 1374 720 0,'0'0'56'0,"0"72"65"16,1-33-12-16,2-4-29 0,0-3-19 15,0-6-32-15,1-6-20 16,-1-7-7-16,-2-3 0 16,1-7-2-16,-2-3-1 15,0 0-12-15,0-15-13 16,0-7-25-16,0-5 2 16,0-10 20-16,0-3 19 15,0-4 8-15,0-3-4 16,0-1 5-16,0 2 3 15,0 4 3-15,2 2 19 16,12 9-7-16,4 5-3 16,1 5 6-16,1 8-9 15,2 4 3-15,-4 6-2 16,0 3-3-16,-2 2-5 16,-4 13 0-16,-7 6 3 15,-2 5 1-15,-3 3 5 16,0 4 8-16,-7 3-4 15,-6-2-3-15,-1 0-7 16,0-4-4-16,2-1-2 16,4-6 0-16,0-2-2 15,3 0 2-15,3-3-1 16,0-3-1-16,2-2 1 16,0 3 1-16,0-3 5 15,6 1 9-15,4-2 13 16,0-1-11-16,4-1 4 15,0-2-3-15,3-2-9 16,-1-3-4-16,2-2-3 16,-2-1 0-16,5 0-7 0,-4 0-53 15,-3-5-101 1,-3-5-149-16,-3-1-253 0</inkml:trace>
  <inkml:trace contextRef="#ctx0" brushRef="#br0" timeOffset="42993.7">23644 1451 682 0,'0'0'37'16,"0"0"59"-16,0 0-12 15,5 75-16-15,-2-53-11 16,1-3-20-16,2-2-16 16,2-3-8-16,1-3-2 15,1-3 8-15,3-4 3 16,0-4-11-16,0 0 2 16,3 0-3-16,-1-11-4 15,-1-4-3-15,-1-2-1 16,-2-4 0-16,0 2-2 15,-3-2 0-15,-3 5-3 16,0 2 3-16,-2 5-2 16,-1 4 1-16,-2 3 2 15,0 2-3-15,0 0-9 16,0 8-12-16,0 6 17 16,0 3 4-16,0-1 0 15,3 1 1-15,4 0 2 16,6-3 0-16,0-4 3 15,5-3 6-15,4-3 8 0,3-4 0 16,1 0-6 0,3-3-3-16,-1-10 1 0,1-6-3 15,-3-3 3 1,-2-4-3-16,-1-5-2 0,-3-2-3 16,-6-4 1-16,-2-4-2 15,-6-3 0-15,-5-3-4 16,-1-1-10-16,0 2-5 15,-3 6 8-15,-10 5 3 16,-1 8 2-16,-3 10 3 16,-2 10-1-16,-6 7 1 15,-2 0-3-15,-2 22-1 16,1 8 3-16,2 10-1 16,5 3 4-16,6 4 0 15,8 1 2-15,7-1 3 16,0 0 2-16,10-4 0 15,13-3-1-15,5-5 2 16,3-3 3-16,1-6-2 16,1-7-4-16,1-6-1 15,-1-5 4-15,-3-4-1 16,1-4 1-16,-5 0-2 16,-1-6-4-16,-2-10 5 15,-6-3-5-15,-2-2 0 16,-3-3 2-16,-6 1-1 15,-3 0-1-15,-3 1 2 16,0 3-2-16,0 2 4 16,-2 7-1-16,-7 1 11 0,1 6 3 15,-5 3-11-15,0 0-8 16,-1 9 1-16,0 6 2 16,3 5 4-16,-1 4 1 15,7 0 4-15,2 1 10 16,3 1-4-16,0-1-7 15,0-4-1-15,5-2 1 16,6-2-6-16,4-5-2 16,2-5-3-16,0-5-9 15,1-2-37-15,0 0-96 16,0-2-188-16,-4-13-309 16</inkml:trace>
  <inkml:trace contextRef="#ctx0" brushRef="#br0" timeOffset="43187.05">24585 1377 1161 0,'0'0'26'16,"0"0"6"-16,0 0-26 15,0 0-6-15,-3 29-62 16,-2-22-170-16,0 3-253 16</inkml:trace>
  <inkml:trace contextRef="#ctx0" brushRef="#br0" timeOffset="43330.25">24608 1575 984 0,'0'0'94'0,"0"0"64"15,0 0-82-15,0 0-41 0,0 0-25 16,0 0-14-16,9 45-98 16,-26-45-212-16,-4 0-608 15</inkml:trace>
  <inkml:trace contextRef="#ctx0" brushRef="#br0" timeOffset="44466.1">21606 2108 685 0,'0'0'100'0,"0"0"11"16,0 0-35-16,0 0 47 0,8 56-24 16,-2-23-8-16,1 3-27 15,0 5-13-15,2 0-8 16,-4 0-12-1,1-3-6-15,-3-2-7 0,2-5-5 16,0-5-3-16,-1-3-4 16,1-6-3-16,1-4-1 15,-2-4-2-15,3-3 0 16,0-2 1-16,2-4 1 16,1 0-2-16,3-7 5 15,2-7-5-15,2-5-7 16,-1-3-1-16,1 0-6 15,-1 3-1 1,-2 1 3-16,-2 4-1 0,-4 6 7 16,-2 6 2-16,0 2-1 15,0 0 0-15,-1 2 3 16,0 15-1-16,4 3 3 16,-3 3 1-16,2 3 8 15,0 0 2-15,0-3 1 16,1-1-7-16,-2-3 0 15,0-4-5-15,0-5-1 16,-1 2-2-16,-1-7-22 16,-1-2-43-16,0-3-60 15,-1 0-100-15,3-2-199 16</inkml:trace>
  <inkml:trace contextRef="#ctx0" brushRef="#br0" timeOffset="45130.28">22249 2160 582 0,'0'0'132'15,"0"0"-11"-15,0 0-29 16,0 0-4-16,-44 75 7 16,23-37-14-16,2 4-23 15,4 3-4-15,2-1-8 0,5-1-17 16,4-3-10-16,4-6 3 15,0-4-7-15,7-6-7 16,6-3-6-16,2-6-1 16,-1-5-1-16,-1-4-16 15,0-4-27-15,0-2-35 16,-1 0-59-16,-2-4-77 16,-1-7-116-16,-1-5-250 15</inkml:trace>
  <inkml:trace contextRef="#ctx0" brushRef="#br0" timeOffset="45420.89">22353 2410 804 0,'0'0'83'0,"0"0"106"16,0 0-71-16,0 0-29 16,87 85-25-16,-64-66-24 15,-1-1-19-15,-1-1-8 16,-2-3-10-16,-2 1-1 16,-2-6-4-16,-1-2-10 15,-1-3-24-15,-1-4-27 16,-3 0-51-16,-1 0-69 15,-2-4-86-15,-2-11-155 0</inkml:trace>
  <inkml:trace contextRef="#ctx0" brushRef="#br0" timeOffset="45608.57">22525 2475 787 0,'0'0'147'15,"0"0"-41"-15,-84 64-43 16,61-43-30-16,3-3-27 16,8-2-4-16,4-7-3 15,6-1-50-15,2-6-102 16,0-2-85-16,5 0-181 16</inkml:trace>
  <inkml:trace contextRef="#ctx0" brushRef="#br0" timeOffset="46001.26">22591 2088 707 0,'0'0'61'0,"0"0"102"15,62 87-32 1,-34-42-33-16,0 5-10 0,-2 5-24 16,-3 1-26-16,-3 1-8 15,-9-4 1-15,-5-4-9 16,-3-5-5-16,-3-5-1 15,0-6-6-15,-12-4-1 16,-2-4-6-16,3-4-1 16,-3-5-13-16,5-2-35 15,1-6-60-15,2-2-99 16,3-6-157-16,3 0-323 16</inkml:trace>
  <inkml:trace contextRef="#ctx0" brushRef="#br0" timeOffset="46226.05">23136 2657 822 0,'0'0'81'0,"0"0"61"16,0 0-99-16,0 0-32 16,0 0-6-16,79-9-7 15,-79 4-81-15,0-1-140 16,0-2-194-16</inkml:trace>
  <inkml:trace contextRef="#ctx0" brushRef="#br0" timeOffset="46400.49">23059 2523 919 0,'0'0'70'0,"0"0"-6"0,0 0-29 16,0 0-19-16,82 5-14 15,-54-4-36-15,-2-1-162 16,0 0-293-16</inkml:trace>
  <inkml:trace contextRef="#ctx0" brushRef="#br0" timeOffset="47697.86">23956 2198 550 0,'0'0'95'15,"0"0"24"-15,0 0-44 16,3-74-37-16,-14 55 1 16,-8-1-4-16,-3 5-12 15,0 1-16-15,-4 6-4 16,1 6-2-16,-1 2 2 16,1 0-3-16,6 16 3 15,3 11-1-15,6 8 3 16,7 10 31-16,3 7-19 15,0 5 7-15,3-1-1 16,7 2 14-16,1-3 6 16,0-1 1-16,-2-7-11 15,-3-3-6-15,-2-5-7 16,-1-4 1-16,-3-4 5 0,0-4-9 16,0-6-13-1,0-2-2-15,0-4-1 0,-3-6 0 16,-1-2-6-16,-1-3-21 15,-4-2-31-15,-1-2-31 16,-3 0-83-16,-1-2-123 16,-3-10-223-16</inkml:trace>
  <inkml:trace contextRef="#ctx0" brushRef="#br0" timeOffset="47875.13">23660 2569 814 0,'0'0'118'0,"0"0"-12"15,86-10-60-15,-52 10-36 16,1 0-9-16,0 0-20 16,-4 0-116-16,-2 0-168 15</inkml:trace>
  <inkml:trace contextRef="#ctx0" brushRef="#br0" timeOffset="48601.07">24582 2008 688 0,'0'0'74'15,"0"0"31"-15,-65 86 42 0,37-38-36 16,2 8-29 0,4 5-22-16,2 1-27 0,7 2-2 15,3 0 2-15,9-4 4 16,1-3-13-16,1-2 2 16,17-5-9-1,1-5-7-15,4-5-1 0,1-5-2 16,0-7-4-16,-3-8-1 15,-2-6-1-15,-6-1-1 16,-3-9-4-16,-6 0-24 16,-3-4-26-16,-1 0-26 15,0 0-67-15,0-12-191 16,-5-4-264-16</inkml:trace>
  <inkml:trace contextRef="#ctx0" brushRef="#br0" timeOffset="49550.03">24872 2464 324 0,'0'0'67'0,"0"0"51"16,0 0-15-16,0 0-17 15,0 0-18-15,0 0-14 16,0 0-7-16,0 0-1 15,0 0 10-15,0 0 9 16,0 0-16-16,0 0-15 16,0-2-4-16,-2-1-3 15,-5-3-5-15,2 2 5 16,-6 2-19-16,3 0-8 16,-8 2-2-16,3 0-4 15,-1 0 2-15,-3 7-3 16,5 3 0-16,-2 4 7 15,6-2-2-15,2 1-2 16,6-3 2-16,0-1 0 16,0-2-8-16,2-2 1 15,10-2 8-15,3-2 1 16,1-1 2-16,0 0-3 16,3 0 3-16,-3-8 0 15,-1-1-1-15,-2-4 0 16,-1 2-1-16,-3 3 2 15,-4-1-2-15,-2 3 1 0,-1 2 1 16,-1 2 4-16,-1 2 6 16,2 0-8-16,2 0-6 15,-3 6-7-15,4 7 19 16,0 5 13-16,0 6 2 16,1-2 14-16,0 7 8 15,0 0-4-15,-4 2-3 16,-1 0-6-16,-1-3-4 15,0-1-10-15,0-2-1 16,0-6 2-16,0-3-2 16,0-3-3-16,0-5-3 15,0-2-6-15,-1-3-3 16,-9 2 0-16,-2-5-5 16,-2 0-15-16,-5 0-24 15,0 0-16-15,2-9-25 16,1-4-55-16,3-1-105 15,0-5-115-15,6-2-273 16</inkml:trace>
  <inkml:trace contextRef="#ctx0" brushRef="#br0" timeOffset="49925.32">25173 2315 795 0,'0'0'79'0,"0"0"46"0,0 0-19 16,0 0-25-16,-40 93-33 16,38-67-14-16,2 0-7 15,0-2-8-15,0-2-2 16,0-3-7-16,8-4-9 16,4-3 2-16,-4-2-4 15,4-5-9-15,-1-1-17 16,1-2-46-16,-3-2-75 15,1 0-83-15,-7 0-109 16</inkml:trace>
  <inkml:trace contextRef="#ctx0" brushRef="#br0" timeOffset="50256.1">25289 2421 766 0,'0'0'82'16,"0"0"105"-16,0 0-87 15,0 0-17-15,0 0-28 16,54 78-26-16,-41-64-16 0,1-2-9 15,-1-2 2 1,2-2-5-16,-4-3-1 0,1-1-12 16,1-3-14-16,-2-1-31 15,1 0-45-15,-1 0-54 16,-2-2-61-16,0-9-40 16,-4 3-15-16,-3-3 45 15</inkml:trace>
  <inkml:trace contextRef="#ctx0" brushRef="#br0" timeOffset="50416.77">25493 2495 95 0,'0'0'97'15,"0"0"26"-15,0 0 18 16,0 0-34-16,0 0-20 16,0 0-15-16,-48 0-3 15,29 12 2-15,-2 4 1 16,-2-3-27-16,0-1-20 16,2-1-19-16,3-3-3 15,3-1-9-15,4-3-50 16,4-3-54-16,4-1-50 15,3 0-162-15</inkml:trace>
  <inkml:trace contextRef="#ctx0" brushRef="#br0" timeOffset="50954.98">25536 2278 573 0,'0'0'134'15,"0"0"-4"-15,0 0-21 16,0 0 24-16,54 88-56 16,-41-61-4-16,0 0-11 15,-5 0-7-15,0-3-16 16,-2-3-10-16,-2-2-3 16,-3-2-10-16,-1-2-8 15,0-3-5-15,0-1-2 16,0-3-2-16,0 0-7 15,-1-2-25-15,-6-3-30 16,1-3-58-16,1 0-89 16,0 0-135-16,2-3-338 15</inkml:trace>
  <inkml:trace contextRef="#ctx0" brushRef="#br0" timeOffset="51635.04">25538 1864 560 0,'0'0'68'0,"0"0"14"16,0 0-5-16,0 0 40 15,75 76-18-15,-41-38-23 16,3 7-14-16,0 5-6 16,-1 4-18-16,-2 2 1 15,-5 3 1-15,-5 1-4 0,-5-2 0 16,-8-1 8 0,-2-2-6-16,-3 0-11 0,-5-7 0 15,-1 0-4-15,0-1 0 16,-1-3-3-16,-12-5-5 15,0 0-6-15,-2-4-5 16,1-3-1-16,0-9-1 16,2-2-2-16,2-7 0 15,0-2-16-15,4-4-21 16,2-7-28-16,1-1-27 16,3 0-69-16,0-15-127 15,0-6-301-15</inkml:trace>
  <inkml:trace contextRef="#ctx0" brushRef="#br0" timeOffset="53605.67">21648 3265 583 0,'0'0'75'0,"0"24"64"16,0 3-34-16,2 6 12 15,-1 6 7-15,1 5-42 16,1 2-20-16,1-3-10 15,3-2-11-15,2-3-4 16,0-8-11-16,-1-3-2 16,2-5-10-16,-1-6-5 15,1-4-5-15,-3-2-2 16,-1-4 0-16,1-6-2 16,-1 0 2-16,-1 0 0 15,4-8 0-15,0-6-4 16,1-7-2-16,5 1-1 15,-1-1 0-15,1 3-8 16,-1 5 7-16,-1 2-1 16,-3 5 4-16,-2 4-1 15,0 2 3-15,-1 0-2 16,0 0 0-16,-1 4 0 16,3 7 3-16,1 2 1 15,-1 3 1-15,0-2 0 16,0 2 1-16,0-3-2 15,0-2 0-15,-2-2 0 16,2 1-2-16,-4-5-2 16,4-1-32-16,-3-2-51 15,4-2-60-15,-3 0-81 16,-1-3-105-16,0-12-255 16</inkml:trace>
  <inkml:trace contextRef="#ctx0" brushRef="#br0" timeOffset="53908.24">22304 3162 750 0,'0'0'59'16,"0"0"67"-16,0 0 17 15,0 0-60-15,-62 100-29 16,42-67-30-16,1-1-19 16,3-2-3-16,3 0-2 15,0-4-47-15,3-3-80 16,1-4-102-16,4-3-110 15</inkml:trace>
  <inkml:trace contextRef="#ctx0" brushRef="#br0" timeOffset="54527.08">22488 3428 626 0,'0'0'149'0,"0"0"8"16,0 0-38-16,-84 87-24 15,69-53-32-15,4 2-21 16,5-1-8-16,5 2-5 16,1-3-4-16,4-2-7 0,10-5-7 15,8-3-2 1,-2-6-5-16,5-4-4 0,-2-5-11 16,-2-5-39-16,-2-2-60 15,-1-2-79-15,-7 0-113 16,-5-4-261-16</inkml:trace>
  <inkml:trace contextRef="#ctx0" brushRef="#br0" timeOffset="54796.73">22615 3661 834 0,'0'0'172'16,"0"0"-40"-16,0 0-39 15,82 86-21-15,-60-67-34 16,-2-3-22-16,-1-3-13 16,-3-2-1-16,-2-6-3 15,-4-1-30-15,3-4-44 16,-6 0-61-16,1 0-79 15,-3-9-106-15,2-6-218 16</inkml:trace>
  <inkml:trace contextRef="#ctx0" brushRef="#br0" timeOffset="54978.53">22807 3691 675 0,'0'0'76'0,"0"0"74"15,0 0-46-15,-93 82-37 16,73-63-43-16,4-1-16 0,3-7-6 16,6 1-20-16,2-8-70 15,5-3-69-15,0-1-85 16,0-1-196-16</inkml:trace>
  <inkml:trace contextRef="#ctx0" brushRef="#br0" timeOffset="55319.04">22804 3399 719 0,'0'0'87'0,"0"0"86"16,59 76-53-16,-30-40-12 16,1 3-25-16,2 4-29 15,-3-1-19-15,-2-1-7 16,-5-2-5-16,-6-2-2 16,-5-4-7-16,-8-3-4 15,-3-4-2-15,0-2-3 16,-4-4-3-16,-12-1-8 15,-1-3-20-15,-3-5-40 16,2-3-56-16,5-6-117 16,2-2-161-16</inkml:trace>
  <inkml:trace contextRef="#ctx0" brushRef="#br0" timeOffset="55540.34">23309 3811 886 0,'0'0'71'16,"0"0"29"-16,0 0-87 15,0 0-9-15,0 0-10 16,59-26-94-16,-59 16-191 15,0-2-325-15</inkml:trace>
  <inkml:trace contextRef="#ctx0" brushRef="#br0" timeOffset="55704.81">23221 3657 829 0,'0'0'79'15,"0"0"-5"-15,0 0-58 16,87 8-15-16,-55-8-45 16,-1 0-153-16,0-2-338 15</inkml:trace>
  <inkml:trace contextRef="#ctx0" brushRef="#br0" timeOffset="58657.89">23670 1848 210 0,'-10'-6'108'0,"0"3"-20"16,-2 1-11-16,-2-1-5 16,0 2 2-16,-2 1 15 15,1 0-32-15,0 0 5 16,0 0-26-16,-1 0-3 15,5 0-9-15,-5 0-17 16,1 1-5-16,2 6-1 16,0 1-1-16,-1 2-1 15,2 2 0-15,4 2 0 16,-4 3-1-16,5 4 1 16,0 0 3-16,1 5 6 15,1 2 3-15,1 1-1 16,2 1 2-16,0 4 2 15,2-1 7-15,0 3-3 16,0-1 1-16,0 0 6 16,2 2-15-16,4 2-3 15,0-2 10-15,2 1-2 16,0 1 1-16,-2 1 9 16,0-3 2-16,0 1-6 15,-4-3 4-15,3 1-19 16,-2-5 0-16,1 1 2 15,2-4 3-15,-1 0-3 16,0-1-8-16,-1-3 5 16,-1-1-3-16,2 1-2 15,-5-3 0-15,2 1 2 16,1-1 4-16,-3 2-1 16,3-3-1-16,-3 0-1 0,1 0-2 15,-1-2 6-15,0-1-2 16,0-2-2-1,3-4-2-15,-1 1 0 0,1-3-1 16,3-1 0-16,-2-3 1 16,0-1 6-16,1 0-1 15,-1 1-4-15,-1-3 2 16,0 1-2-16,-3-2-2 16,2 2 2-16,-2-2-3 15,3 2 7-15,0-2 4 16,2 2 5-16,2-1 3 15,4 0 6-15,1-2-2 16,4 2-5-16,1-1-6 16,2-1-5-16,2 1-3 15,0 1-2-15,2-1 0 16,1 2-2-16,2-1-12 16,-1-2-28-16,6 0-39 15,0 0-84-15,1-1-183 16,5-11-395-16</inkml:trace>
  <inkml:trace contextRef="#ctx0" brushRef="#br0" timeOffset="60045.81">25879 1755 421 0,'0'0'64'0,"0"0"51"16,0 0-17-16,32-9-24 15,-15 6 0-15,3 2-13 16,2-3-9-16,4 3 9 16,3-2-16-16,-1 2-18 15,1-1-4-15,0 2-7 16,-2 0 1-16,-2 0-7 16,-5 2-5-16,-1 7-3 15,-4 2-1-15,-1 5-1 16,-5 2 4-16,-2 7 4 15,0 1 3-15,0 7 5 16,-1 3-3-16,-2 6-1 16,4 3 6-16,-1 7-2 15,0-1-1-15,-1 4-3 16,1 0-2-16,-2 4-2 16,1-2 0-16,-1 1 1 15,-1-4-7-15,-1-2 2 16,2-4-5-16,-2-2 0 15,-1 0 2-15,0-4 0 16,1-1 1-16,-3-2 4 0,0-1 6 16,0-2-7-1,0-4 7-15,0-3-2 0,0-3-9 16,4-3 0-16,-1-3 1 16,0 0 0-16,0-4 4 15,-2-1-4-15,2-3-1 16,-3-1 0-16,1 0 0 15,-1-2 0-15,0 1 0 16,0-2 1-16,0-1 0 16,0 0 2-16,0-3-1 15,0 0 0-15,0-2 1 16,0 0 0-16,0-2 0 16,0 1 0-16,0 2-1 15,0-3-1-15,0 0-1 16,0 0-1-16,0 0 4 15,0 0 1-15,0 0 5 16,0 0 4-16,0 0 8 16,0 0 2-16,-4 0 4 15,-10 0-1-15,-2 0-21 16,-7 0-2-16,-6-3-3 16,-4-1-2-16,-1 3-15 15,0-2-15-15,-1 3-13 16,3 0-18-16,3 0-51 15,3 0-84-15,5 0-170 16</inkml:trace>
  <inkml:trace contextRef="#ctx0" brushRef="#br0" timeOffset="61349.43">26514 1785 1075 0,'0'0'106'0,"44"-56"-2"16,-14 21-53-16,5-3-27 16,2 1-10-16,-1 1-14 15,-4 5-51-15,-6 5-132 16,-9 5-198-16</inkml:trace>
  <inkml:trace contextRef="#ctx0" brushRef="#br0" timeOffset="62378.83">22092 2010 762 0,'0'0'59'16,"0"0"43"-16,0 0-46 15,85-83-40-15,-59 65-14 16,1 0-4-16,-2 3-64 16,-2 1-157-16,2 1-341 15</inkml:trace>
  <inkml:trace contextRef="#ctx0" brushRef="#br0" timeOffset="65705.66">24109 3427 660 0,'0'-16'41'0,"-5"3"33"16,-10-1-17-16,-1 3-2 16,-5 3-19-16,-4 3-11 15,-4 5-11-15,0 0-12 16,1 0 7-16,0 9 5 16,5 9 8-16,3 5-5 15,4 6-8-15,3 6 4 16,3 2 10-16,5 4 7 15,5 0 2-15,0 1 7 16,0 1-2-16,6-4 5 16,6-3-6-16,3 2-8 15,-1-4 1-15,0-3-5 16,-2-2-6-16,-2-2-6 16,-3-4-5-16,-1-3-5 15,-3-6-2-15,-1 0 1 16,-2-6-2-16,0 0-4 15,0-2-13-15,0-4-18 16,-2-2-22-16,-7 0-54 16,-4 0-90-16,0-4-77 15,-1-7-227-15</inkml:trace>
  <inkml:trace contextRef="#ctx0" brushRef="#br0" timeOffset="65917.69">23794 3792 865 0,'0'0'85'0,"0"0"50"16,0 0-105-16,82-13-26 15,-56 9-3-15,-3-1-9 16,0-2-144-16,-7-5-208 15</inkml:trace>
  <inkml:trace contextRef="#ctx0" brushRef="#br0" timeOffset="66200">24388 3444 722 0,'0'0'74'0,"0"0"9"15,-58 83-60-15,40-55-18 16,5-1-16-16,2-5-112 16,2-2-169-16</inkml:trace>
  <inkml:trace contextRef="#ctx0" brushRef="#br0" timeOffset="66789.36">24723 3620 745 0,'0'0'115'0,"0"0"-12"0,0 0-32 15,0 0-9-15,0 0-11 16,-85 95-7-16,64-59 1 15,-1 2-11-15,3 3-3 16,6-1-12-16,4-1-4 16,8-2-4-16,1 0-8 15,1-6 0-15,17-3 1 16,1-4-3-16,4-3-1 16,0-6-2-16,-3-3-20 15,-3-5-33-15,-3-1-60 16,-3-4-64-16,-5-2-79 15,-6 0-206-15</inkml:trace>
  <inkml:trace contextRef="#ctx0" brushRef="#br0" timeOffset="67589.06">25031 3885 502 0,'0'0'161'0,"0"0"-58"0,0 0-28 16,0 0 13-16,0 0-24 15,-5-47-22-15,-2 42-17 16,-1-1-2-16,-4 6-9 15,-2 0-12-15,-2 0-3 16,-4 0 2-16,0 10 1 16,-1 3-1-16,2 2 0 15,6-2-1-15,3-2-1 16,5 1-2-16,5-4 0 16,0-1-14-16,0-3 4 15,5-3 7-15,10-1 5 16,-2 0 0-16,4 0-1 15,-1 0-3-15,0-5-6 16,-2-5 5-16,1 0-3 16,-5 2-9-16,-1 1 10 15,-2 0 6-15,-3 4 2 16,-1 1 0-16,-2 2 3 16,1 0 3-16,1 0-5 15,-2 5 1-15,4 10 40 16,0 2 0-16,1 5 7 15,0 6 17-15,0-1 1 16,-1 0-6-16,1 2-13 0,0-2-5 16,0-1-12-16,-2-4-10 15,-1-3-1 1,-2-2-1-16,-1-5-2 0,0-3-7 16,0-2-1-16,-7-3 4 15,-10-1 0-15,-2-3-9 16,-3 0-14-16,1 0-19 15,2 0-14-15,2-10-14 16,5-3-34-16,4-3-51 16,5 1-75-16,3-5-104 15,0-2-238-15</inkml:trace>
  <inkml:trace contextRef="#ctx0" brushRef="#br0" timeOffset="67979.94">25229 3750 722 0,'0'0'59'0,"0"0"76"16,0 0-24-16,0 0-7 0,-33 87-46 16,30-65-13-1,3 0-25-15,0-3-3 0,0-2-6 16,0 0-5-16,0-4-3 15,5 0-2-15,7-4-2 16,-5-2-1-16,0-1-11 16,1-5-22-16,2-1-44 15,-6 0-62-15,-1 0-127 16,1-4-207-16</inkml:trace>
  <inkml:trace contextRef="#ctx0" brushRef="#br0" timeOffset="68256.71">25323 3853 721 0,'0'0'179'0,"0"0"-11"15,0 0-60-15,0 0-29 16,0 0-36-16,77 64-25 16,-66-56-13-16,-2 2-4 15,-1-4 2-15,-1-2-7 16,-2-2-31-16,0-2-43 0,1 0-82 16,0 0-96-1,0 0-87-15</inkml:trace>
  <inkml:trace contextRef="#ctx0" brushRef="#br0" timeOffset="68468.99">25473 3862 576 0,'0'0'111'0,"0"0"36"15,0 0-26-15,0 0-31 16,0 0-28-16,-93 76-40 15,79-61-14-15,0-4-5 16,2 0-3-16,5-6-12 16,3-1-49-16,1-4-58 15,3 0-69-15,0 0-123 16</inkml:trace>
  <inkml:trace contextRef="#ctx0" brushRef="#br0" timeOffset="69167.88">25567 3685 323 0,'0'0'102'0,"0"0"37"16,0 0-20-16,0 0-18 15,0 0 9-15,34 39-5 16,-21-23-5-16,0 3-24 15,2 0-21-15,-4 1-7 16,0-1-10-16,-2 1-6 16,-3-1-9-16,-3-1-3 15,-1-3 1-15,-2 4-1 16,0-4-8-16,-2 0-3 16,-8-1-5-16,-3-2-5 0,1-1-5 15,-2-3-38 1,3-4-50-16,-5-3-79 15,6-1-141-15,1 0-282 0</inkml:trace>
  <inkml:trace contextRef="#ctx0" brushRef="#br0" timeOffset="69805.88">25649 3444 519 0,'0'0'87'0,"0"0"52"0,0 0-20 16,0 0 7-16,98 73-24 15,-62-40-30-15,2 6-6 16,1 3-14-16,-2 2-8 15,-5-1-6-15,-4-1-11 16,-11 0-7-16,-4-3 0 16,-7 1-2-16,-6-1 3 15,0 0-3-15,-6 0-4 16,-11-1-5-16,-5 0-2 16,-3-2-5-16,1-5 0 15,-1-2-8-15,4-6-20 16,5-4-27-16,3-4-36 15,3-5-73-15,2-8-124 16,5-2-178-16</inkml:trace>
  <inkml:trace contextRef="#ctx0" brushRef="#br0" timeOffset="70363.22">26334 3841 1246 0,'0'0'103'15,"0"0"-21"-15,0 0-42 16,0 0-12-16,0 0-19 16,0 0-5-16,0 0-19 15,7 0-38-15,6 0-83 16,-5-8-208-16,3-4-435 16</inkml:trace>
  <inkml:trace contextRef="#ctx0" brushRef="#br0" timeOffset="71341.39">26973 3848 578 0,'0'0'128'0,"0"0"9"16,0 0-54-16,0 0 1 15,0 0-6-15,11-46-30 16,-11 29-7-16,-6-1-14 16,-10 2-4-16,-2 1-20 15,-7 4-3-15,-4 4-1 0,-2 7-2 16,-2 0-2-16,3 5 4 15,-2 10-1-15,6 0 1 16,8 6-1-16,6-4 2 16,6 1-2-16,6-4-2 15,0-3 7 1,9-1-5-16,12-4 5 0,4-3-1 16,5-3 1-16,2 0-1 15,1 0 1-15,-3-3-1 16,-2-6 4-16,-8-3-3 15,-1 2 0-15,-9 1-1 16,-3 1 0-16,-1 1 0 16,-3 3-1-16,-3 0 1 15,0 2-3-15,0 2 6 16,0 0-1-16,0 0-5 16,1 13-6-16,1 4 14 15,2 9 13-15,2 4 6 16,4 5 5-16,1 4 4 15,3 3 6-15,0-1 8 16,-2 1-8-16,-1-3 0 16,-5-4-5-16,-2-5 0 15,-1-3 3-15,-3-4-12 16,0-4-16-16,0-5-5 16,0-3 3-16,-13-4-1 15,-4-3 3-15,-6-3-4 16,1-1-8-16,-7 0-17 15,1-11-15-15,3-5-26 16,0-6-31-16,4-3-36 16,4-2-115-16,6-6-152 0,1 1-360 15</inkml:trace>
  <inkml:trace contextRef="#ctx0" brushRef="#br0" timeOffset="71617.55">27372 3371 1074 0,'0'0'32'0,"0"0"85"16,0 0-39-16,-56 96-38 16,34-65-25-16,0 4-9 15,1-3-7-15,1-2-49 16,3-2-69-16,0-6-113 16,4-3-222-16</inkml:trace>
  <inkml:trace contextRef="#ctx0" brushRef="#br0" timeOffset="72138.42">27613 3577 798 0,'0'0'60'0,"0"0"58"15,0 0 8-15,-79 101-61 16,57-65-8-16,3 1-23 15,5 1-3-15,2-2-9 16,8-1-2-16,4-3-3 16,0-3-6-16,7-1-4 15,9-2-4-15,4-6-3 16,2-5-8-16,1-2-36 16,-1-8-56-16,-5-3-108 15,-1-2-161-15,-3-2-271 0</inkml:trace>
  <inkml:trace contextRef="#ctx0" brushRef="#br0" timeOffset="72415.27">27755 3814 910 0,'0'0'183'0,"0"0"-74"16,0 0-30-16,92 81-16 15,-70-62-37-15,-5-3-18 16,-1-4-5-16,-7-2 0 16,1-5-7-16,-3-2-33 15,-3-3-50-15,1 0-64 16,-1 0-67-16,1-13-90 15,0-6-220-15</inkml:trace>
  <inkml:trace contextRef="#ctx0" brushRef="#br0" timeOffset="72592">27893 3819 625 0,'0'0'128'0,"0"0"7"16,-97 66-15-16,69-41-32 15,3-2-48-15,8-4-32 16,4-3-6-16,7-4-5 16,3-5-44-16,3-3-69 15,0-4-99-15,13 0-113 16</inkml:trace>
  <inkml:trace contextRef="#ctx0" brushRef="#br0" timeOffset="72942.25">27963 3434 684 0,'0'0'178'16,"30"77"-12"-16,-9-28-42 16,3 5-9-16,-1 3-29 15,-3 2-31-15,-2 2-9 16,-4-2-15-16,-7-5 2 16,-2-2-12-16,-4-7-6 15,-1-6-9-15,0-6-2 16,-3-6-2-16,-13-6-5 15,-7-1-36-15,-10-5-44 16,-15-5-120-16,-12-1-285 16</inkml:trace>
  <inkml:trace contextRef="#ctx0" brushRef="#br0" timeOffset="76863.67">21248 3046 344 0,'0'0'57'0,"-1"0"37"16,-2 0-3-16,2 0-14 15,-1 0-15-15,-1 3-23 16,3 8-6-16,-1 1-12 16,1 5 1-16,0 4 48 15,0 3-32-15,0 1 0 16,0 3-1-16,0 2-9 16,3-1-12-16,0 6-10 15,1-4-1-15,0 4 0 16,-1-2 0-16,2-2 1 15,-2 1 5-15,2-4-2 16,-1-1-5-16,2 0-1 16,-3-3 0-16,2 4-2 15,-2-3 0-15,-2 4 0 16,0 1 0-16,-1 1 0 16,0 1 0-16,0-3 6 15,0 0-5-15,0-5-2 16,0-1 0-16,0-2 0 15,0-1 0-15,0-1-1 0,0 0 0 16,-4 1 2 0,0 1-3-16,-1-1 2 15,-2 2 0-15,3-3-3 16,-2-1-3-16,2-3-1 0,-1 1 3 16,4-6-11-16,-1-1 3 15,2-2 4-15,0-1 4 16,0 1-6-16,0-3-9 15,0 1 1-15,0 3 9 16,0 8 7-16,0-1 1 16,0 4 1-1,0-1 39 1,-4 4-28-16,0 0-14 0,-2-4 3 0,3 1-1 16,0-3 2-16,0 3 2 15,-1-4-3-15,4-1-1 16,0 0 2-16,0-3-1 15,0 2 0-15,0-4 2 16,0 4 0-16,0-5-4 16,0 1 0-16,0-3-1 15,0 0-2-15,0-2-1 16,0 0-1-16,0 0 1 16,0-4 5-16,1 2-1 15,1 0 1-15,2-2 2 16,2 1 0-16,1-1-1 15,2 0 0-15,1 0 1 16,1 0-1-16,1 0 0 16,-2 0 0-16,3 4 0 15,0 0 0-15,0 4-1 16,3-1 21-16,1 5-7 16,2-4-13-16,4 0 0 0,0 3 10 15,3-3-5-15,-2 0-3 16,0-1-1-1,2-2-1-15,1 1 1 0,2-1 0 16,-1-1 1-16,1 0-2 16,2 0 0-16,3-2 2 15,0 1-1-15,3-2-2 16,3 1 1-16,2-1 0 16,1-1 0-16,2 0 0 15,0 0 0-15,1 1-1 16,0-1 1-16,0 2 1 15,1-1-1-15,-1-1 0 16,-1 1 1-16,-1-1-1 16,1 3 0-16,-3-3 0 15,1 0 2-15,-2 1 0 16,-1-1-1-16,0 0-1 16,0 0 2-16,0 0-1 15,2 0 0-15,-2 0 2 16,-1 0 1-16,4 0-1 15,-2 0-1-15,0-1 1 16,3-3 2-16,1 1 0 16,3-1 1-16,1 0-4 15,1 1 0-15,1 0-1 16,0 2 0-16,0 0 0 16,1-1 0-16,-2 2 1 15,3-2 2-15,0 0 0 16,-2 0-1-16,2 0-2 15,2-1 1-15,0 3-2 16,-3-3 1-16,0 3-1 16,0 0 5-16,-4 0 2 0,-1 0 2 15,-3 0 1-15,0 0-1 16,-2 0-3-16,-1 0 0 16,1 0-2-16,-3 0 1 15,1-1 1-15,0 0-1 16,0-1 0-16,-3 0-2 15,2 1-2-15,1-2 2 16,-3 0 2-16,-1 0 2 16,1-1-1-16,1 1-3 15,1-1 0-15,0 1 0 16,3-3 1-16,2 5 1 16,1-4 0-16,3 3-1 15,0-2-3-15,4 0 3 16,2 1 0-16,-1-1 1 15,3 2-3-15,0-1 0 16,3 2 0-16,1-2-3 16,0 2 2-16,2-3 3 15,5 2-3-15,-2 0 2 16,3 0 0-16,1-2 1 16,2 3-1-16,0-3-1 15,3 1 0-15,0 0 2 16,3 1-2-16,-1-2 0 15,4 2-1-15,-4 0 1 16,4 2-1-16,-5 0 2 16,3 0-1-16,-4 0-1 15,2 0 0-15,1 0 0 16,-1-3 1-16,2 2 0 0,3-2 3 16,-4 3-4-16,2-3-2 15,-2 3 5-15,-1-1-5 16,-2 1 3-16,1-3-3 15,-2 2 4-15,1 1-2 16,1 0 0-16,-1 0 0 16,-1 0 0-16,-2 0 1 15,0 0-1-15,0 0 0 16,1 0-2-16,-1 0 1 16,0 0-2-16,2 0 1 15,1 0 1-15,-2 0-1 16,-1 0 1-16,0 0-1 15,-5 0 3-15,-2 0-2 16,-2 0 1-16,-3 0 0 16,-1 0-1-16,-9 0-1 15,-4-4 3-15,-5 4-2 16,-8 0 1-16,-9 0-1 16,-3 0 0-16,-8-1 0 15,-4 1 0-15,-3 0 0 16,-4 0 1-16,1 0-1 15,-2 0 1-15,0 0-1 16,0 0 1-16,0 0-1 16,0-3 0-16,0 0-6 15,0-4-40-15,0-4-91 16,-13-3-225-16,-3-3-319 16</inkml:trace>
  <inkml:trace contextRef="#ctx0" brushRef="#br0" timeOffset="80296.09">21274 3060 285 0,'3'0'12'16,"3"0"67"-16,-1 0 8 16,-1-1-22-16,3 1 7 15,0-2-25-15,-1 2-19 16,1 0-6-16,-1 0-5 16,1 0-11-16,-1 0-3 15,1 0 0-15,1 0-2 16,4 0 2-16,0 0 0 15,8 0 4-15,-1-1 5 16,6 1 2-16,2-4 0 16,0 4-7-16,2-3-5 15,-1 3-1-15,-1 0-1 16,-1 0 1-16,-3 0-1 16,0 0 0-16,0 0 1 15,-1 0-1-15,-3 0 1 16,1 0 0-16,1 0 2 15,-1 0-1-15,1 0 1 16,-2 0 3-16,1 0-2 16,-1 0-1-16,-2 0-1 15,2 0 3-15,-1 0 2 16,2 0-2-16,1 0 6 16,-2 0-6-16,4 0-4 0,0 0 1 15,3 0-3 1,2 0 4-16,-1 0-1 0,1 0 7 15,2 0-7-15,2 0-2 16,1 0 0-16,4 3 1 16,4-2 21-16,4-1-16 15,5 3-6-15,2-3 2 16,4 0 0-16,-2 0 3 16,5 0 4-16,1 0-6 15,-3 0-1-15,1 0 2 16,-2 4-2-16,0-3 2 15,0 0-2-15,-2 1 1 16,1-1-1-16,-1-1-1 16,-5 1 1-16,0 1 1 15,-3-1 2-15,0 2-1 16,-4-2 0-16,1 2-4 16,-1-1 1-16,0-1-1 15,2-1 0-15,-2 1 0 16,-2 2 1-16,3-3-1 15,-1 2 0-15,3 1 1 16,-2 1-2-16,3 1 2 16,1-1-2-16,2 0 3 15,1 0-1-15,2 0-1 16,-1-3 0-16,3 1 1 16,-3 1-1-16,1 1 1 15,4-3-1-15,-2 0 0 16,4 1 0-16,0-1 1 15,4 1-1-15,0-2 0 16,1 0 0-16,2 0 2 0,-2 0-1 16,2 0-1-1,-3 0 0-15,-2 0 0 0,2 2 0 16,-1-2 1 0,0 0 1-16,-2 2 1 0,2-2 3 15,-4 0 1-15,2 0-5 16,1 0 1-16,-3 0 1 15,3-2 0-15,-1-2 0 16,0 0-1-16,2-1-1 16,-2-1 5-16,2 0 0 15,-1 1-3-15,3 1-1 16,-3-2 1-16,1 1-1 16,0 1 0-16,-2-3-1 15,0 3 3-15,2-3-2 16,-2 2-1-16,-2-2 0 15,1 1-2-15,-3-2 3 16,-1 0-2-16,-1 1 0 16,-4-1-1-16,-1 2 1 15,-5-3 1-15,-1 1-2 16,-3 0 2-16,-3 4-1 16,-2-4 0-16,-3 1-1 15,-6 3 1-15,-1-2-1 16,-2 0 0-16,-3 2 1 15,1-1-1-15,-2 1 0 16,0-2 1-16,2 2 2 16,2-2-3-16,0 0 2 0,4 1-1 15,1-2 0 1,2 2-2-16,0 1 2 16,1-1 0-16,0 1-1 0,-2 1 0 15,1 0 0-15,-4 2 0 16,-1-3-1-16,-1 1 2 15,3 2-1-15,-2-2 0 16,2 2 0-16,2-3 1 16,2 4-2-16,3-3 1 15,2 3 0-15,-3-3 1 16,-2 2-2-16,-1 1 1 16,-4 0-1-16,-2 0 1 15,-3 0 0-15,-1 0 0 16,-1 0 0-16,1 0 0 15,0 0 0-15,3 0-1 16,-1 0 1-16,3 0 0 16,2 0-1-16,-2 4 0 15,2-3 0-15,-2 4 0 16,0-3-4-16,-3 1 5 16,1 1 1-16,-1 0-2 15,-3 0 1-15,2-2 0 16,-5 2 0-16,0 2-1 15,0-2 1-15,-2 1-1 16,0-1 4-16,-1 2-3 16,2-2 1-16,1 4-1 15,-1-2 1-15,2 0 2 16,-2 3 0-16,1-3 7 16,-3 1-9-16,-1 0-1 0,-1 1 2 15,0 0 4 1,-1 1-4-16,-2-2 1 15,-1 3 6-15,-1 1 1 0,-2 0 1 16,0 2 7-16,-2 0-10 16,-1 2-1-16,0 1-1 15,0-1 1-15,0 2 1 16,0 0-4-16,0 2-2 16,2 0-1-16,-2 1-1 15,3-1 13-15,0 2-9 16,1 2-3-16,-1 1 0 15,2-1-1-15,0 1 19 16,-4 5-6-16,-1-2-10 16,0 0-2-16,0 1 1 15,0-1 31-15,0 2-19 16,0-3-13-16,0 2 0 16,0-3-1-16,2 1 15 15,4 1 1-15,0-2-14 16,-1-1-1-16,4 1 0 15,-3-1 6-15,1 1-1 16,-3 0-5-16,1-2-1 16,-1 4 1-16,3-2 1 15,-1 2-1-15,0 0-1 16,0-3 0-16,1 3-1 16,3-3 6-16,-1 2-3 15,-1-1-2-15,2-2 1 16,-1-1-1-16,-3 3 9 15,1-4-7-15,0 2-1 16,-1-2 0-16,0-5-2 16,-2 1 9-16,2-3-7 15,-3-3-1-15,2-3 1 0,-2 0-1 16,0-4 1-16,0 0 0 16,0-2-2-16,-3 1 5 15,3-2-2 1,-3 2 0-16,1 0-1 0,2 1 0 15,-1 1-1-15,1 2 1 16,0 0-1-16,-1-1-1 16,1 2 3-16,-1 1-2 15,-1-3 0-15,2 3 1 16,-3-1 0-16,1 3 0 16,1-3 1-16,-2 4 1 15,3-4 1-15,-3 3 1 16,3 0-2-16,0-2 0 15,-2 0-4-15,2-1 5 16,-1-4-4-16,-1-2 2 16,2 2-2-16,-2-2 0 15,-1-2 2-15,0 0 0 16,0 0-3-16,0 0-1 16,0 0-9-16,0 0-10 15,0 0-7-15,0 0-11 16,3 0-27-16,-3-6-52 15,0-2-104-15,0-4-193 16</inkml:trace>
  <inkml:trace contextRef="#ctx0" brushRef="#br0" timeOffset="86770.9">21215 5257 519 0,'-3'0'114'0,"3"0"19"16,0 0-29-16,-1 0-16 15,1 0-16-15,0 0-20 16,0 17-25-16,-2 7 48 15,2 5-4-15,-3 4-21 0,-1 4-19 16,1 3-12 0,2-1-4-16,1-1 4 15,0-5 1-15,0-2-5 0,0-4-3 16,0-7-2-16,0-7-6 16,0-1-1-16,1-8-1 15,2-1 0-15,1-3-1 16,-1 0 0-16,3 0 1 15,1-12 3-15,4-4-3 16,1-6-1-16,3-3 1 16,2 0-3-16,-4 2-1 15,3 7-2-15,-7 1-2 16,1 8 2-16,-1 7 1 16,-2 0-2-16,0 3 1 15,2 13 1-15,2 3 2 16,-1 4 6-16,3 2 6 15,0 0-4-15,-1-1 0 16,2-5 0-16,-2 0 1 16,-1-6-2-16,-2-2-6 15,-4-4 3-15,-3-3-3 16,0-3-4-16,-2-1-22 16,0 0-28-16,0 0-42 15,0 0-66-15,0-5-120 16,-3-7-126-16</inkml:trace>
  <inkml:trace contextRef="#ctx0" brushRef="#br0" timeOffset="87118.68">21822 5112 809 0,'0'0'83'15,"0"0"83"-15,0 0-76 16,-31 94-30-16,16-66-29 16,-2 4-22-16,0-3-6 15,0-3-14-15,1-2-71 16,0-3-84-16,3-5-90 16,4-2-226-16</inkml:trace>
  <inkml:trace contextRef="#ctx0" brushRef="#br0" timeOffset="87525.06">22119 5238 842 0,'0'0'39'0,"0"0"118"15,-78 106-56-15,52-64-8 16,2 1-23-16,4 0-23 15,5-2-27-15,8-3-6 16,4-3-6-16,3-3 4 16,0-4-3-16,1-1-4 15,10-4-1-15,0-6-3 16,3-2-2-16,-2-2-17 16,2-5-24-16,-3-6-66 15,0-2-100-15,-1 0-140 16,0 0-314-16</inkml:trace>
  <inkml:trace contextRef="#ctx0" brushRef="#br0" timeOffset="87839.39">22298 5491 849 0,'0'0'172'0,"0"0"-38"16,0 0-35-1,9 87-21-15,-6-63-34 0,1 1-17 16,0-2-10-16,-1-7-11 15,0-4-5-15,0-1-4 16,-1-4-33-16,-2-6-42 16,0-1-66-1,0 0-115-15,0-2-170 0</inkml:trace>
  <inkml:trace contextRef="#ctx0" brushRef="#br0" timeOffset="88214.65">22404 5218 818 0,'0'0'78'0,"0"0"88"16,50 84-72-16,-22-44-11 16,2 3-8-16,3 3-24 15,-1 2-14-15,-2-2 0 16,-2 0-2-16,-7 1-7 16,-7-2-1-16,-9-3-8 15,-3-1 1-15,-2-4-5 16,-4-2-7-16,-13-3-2 15,-3-4-4-15,-3-4-10 16,-3-5-22-16,2-3-21 0,-1-3-30 16,4-7-82-1,0-6-158-15,5 0-235 0</inkml:trace>
  <inkml:trace contextRef="#ctx0" brushRef="#br0" timeOffset="88736.85">22980 5693 869 0,'0'0'134'0,"0"0"11"16,0 0-15-16,84-12-46 15,-54 9-25-15,-1 2-26 16,-3-2-18-16,-9 2-9 16,-2-2-5-16,-9-1-11 15,-5-2-53-15,-1-1-62 16,-7-4-165-16,-15 1-352 16</inkml:trace>
  <inkml:trace contextRef="#ctx0" brushRef="#br0" timeOffset="88898.96">23010 5557 977 0,'0'0'71'0,"0"0"51"16,0 0-28-16,0 0-32 16,78 0-41-16,-45 0-16 15,2 0-22-15,-2-5-100 16,-1-5-242-16</inkml:trace>
  <inkml:trace contextRef="#ctx0" brushRef="#br0" timeOffset="93455.01">23834 5246 507 0,'2'0'70'16,"1"0"44"-16,0-8-10 15,-1-2-36-15,1 0-20 16,0 1-6-16,-2-1 2 16,-1-2-1-16,0 0-4 15,0 0-7-15,-1 0-15 16,-10 2-9-16,-5 3-5 15,-5 1-4-15,-4 6 0 16,-4 0-5-16,-2 0 0 16,0 11 5-16,2 6 1 15,4 3-1-15,6 3 0 16,4 5 4-16,9 2 1 16,6 2 4-16,0 4-3 15,2-1 1-15,14 2 8 16,3 1 5-16,2-3 1 15,2 2 2-15,-2-2-1 16,-3-4 3-16,-2-2 0 16,-1 0-2-16,-7-4-3 15,0-2-5-15,-1-1-2 16,-4-2 2-16,-3-2-1 0,0-1-4 16,0-4 0-1,0-2-1-15,0-2-7 16,0-3 0-16,0-2-12 0,0-4-12 15,-3 0-19 1,-6 0-33-16,3 0-77 0,1-4-103 16,-4-8-98-16</inkml:trace>
  <inkml:trace contextRef="#ctx0" brushRef="#br0" timeOffset="93701.82">23598 5546 938 0,'0'0'70'0,"0"0"68"16,0 0-39-16,80-6-60 15,-52 4-16-15,3 0-19 16,1-3-11-16,-2 1-90 16,-4-8-130-16,-3-1-222 15</inkml:trace>
  <inkml:trace contextRef="#ctx0" brushRef="#br0" timeOffset="93956.78">24312 5151 926 0,'0'0'41'0,"0"0"99"0,-51 89-68 15,27-51-30-15,-2 1-32 16,0-3-9-16,0 0-43 16,1-6-126-16,0-6-198 15</inkml:trace>
  <inkml:trace contextRef="#ctx0" brushRef="#br0" timeOffset="94690.67">24697 5149 707 0,'0'0'60'0,"0"0"51"15,0 0 23-15,-85 97-25 16,53-52-20-16,2 8-20 16,3 3-27-16,5 3-11 15,5-3-12-15,5 3 0 16,9-4-8-16,3-3 6 15,0-1-2-15,12 0 1 16,2-5-3-16,5-5 0 16,-1-5 7-16,1-8-6 15,-1-3-5-15,-5-7-3 16,-2-6-3-16,-4-4-2 16,-2-3 1-16,-2-2-2 15,-3 0-3-15,0-3-7 16,0 0-18-16,0 0-20 15,0 0-39-15,-2-3-51 16,-2-6-90-16,-1-2-62 0,4-4-178 16</inkml:trace>
  <inkml:trace contextRef="#ctx0" brushRef="#br0" timeOffset="95622.99">24969 5577 491 0,'0'0'95'0,"0"0"16"16,0 0-39-16,0 0 10 16,8-25-7-16,-8 16-18 15,0 0-17-15,0 0-9 16,-8-1-17-16,-5 5-2 15,0-2-1-15,-4 7-7 16,-2 0-3-16,-2 0-2 16,-2 7-1-16,4 8 0 15,1 3 2-15,5 2 4 16,0-1 2-16,6-3-1 16,7-3-2-16,0-3 5 15,0 0 6-15,4-4-4 16,9-2-2-16,1-4 0 15,3 0-1-15,0 0-1 16,1-3-1-16,-2-6-3 16,0-3-1-16,-3 0-2 15,-2-1-1-15,-3 3-2 16,-2-1 2-16,-3 3 3 16,0 2-1-16,-2 4 2 15,0 0 3-15,1 2 7 16,-1 0-7-16,2 4-5 15,3 10 11-15,1 7 35 16,0 5-1-16,1 6 1 16,2 0-6-16,-5 4 1 15,3-3-7-15,-2-1 2 16,-1-4-6-16,-1-1-2 16,-1-8-6-16,-3-2 1 15,0-5-5-15,0-1-5 16,0-2-2-16,-1-2-4 15,-10-3-1-15,-1-4-5 0,-4 0-6 16,0 0-19-16,-3 0-14 16,2-7-16-16,-2-2-10 15,5-3-27-15,-1 1-47 16,7 0-60-16,2-1-80 16,3 0-124-16</inkml:trace>
  <inkml:trace contextRef="#ctx0" brushRef="#br0" timeOffset="96626.67">25335 5329 578 0,'0'0'106'0,"0"0"10"0,0 0-14 16,-31 16 0-16,16-1-21 16,-1 6-25-16,-1 2-14 15,3 4-2-15,-1 2-6 16,7-1 1-16,2 3-14 16,3 0-1-16,3-3-9 15,0-4 0-15,6-1 1 16,7-3 2-16,4-4-5 15,-2-3-5-15,-1-5-1 16,-2-1-3-16,-5-4-1 16,0-2-14-16,-3-1-20 15,-2 0-19-15,1 0-23 16,-3 0-56-16,0 0-57 16,0 0-38-16,0-1-133 15</inkml:trace>
  <inkml:trace contextRef="#ctx0" brushRef="#br0" timeOffset="96956.15">25471 5480 804 0,'0'0'159'0,"0"0"0"0,0 0-54 16,0 0-24-16,29 87-25 16,-21-68-20-16,-3-3-19 15,1-1-10-15,-2-3-5 16,-2-4-1-16,1-4-16 15,-3 0-32-15,0-4-33 16,0 0-56-16,0 0-61 16,0 0-94-16,0-7-351 15</inkml:trace>
  <inkml:trace contextRef="#ctx0" brushRef="#br0" timeOffset="97575.61">25633 5311 449 0,'0'0'72'0,"0"0"31"16,0 0-16-16,0 0 12 16,0 0 13-16,25 18-19 15,-10-2-23-15,3 3-11 16,3 5 0-16,2-1-10 15,-2 1-9-15,1 1-3 16,-5-1-3-16,-6 2-10 16,-3-2-3-16,-2-1 2 15,-6 3-1-15,0-2-4 16,0-2-5-16,0 1-4 16,-9-5-3-16,-1 1-3 15,-3-4-2-15,4-1-3 16,2-4-9-16,-1-3-11 15,3-3-16-15,3-4-32 16,2 0-40-16,0 0-77 16,0-15-168-16,12-5-309 15</inkml:trace>
  <inkml:trace contextRef="#ctx0" brushRef="#br0" timeOffset="98292.32">25672 4993 473 0,'0'0'91'0,"0"0"41"15,0 0-61-15,0 0 10 16,9 24 28-16,12-1-10 15,7 10-18-15,8 6-6 16,4 5-15-16,4 3-20 16,0 7-10-16,-2 0 0 15,-2 1-11-15,-3 0-1 16,-7 1-4-16,-5 1 2 16,-3-2 4-16,-8 0-8 0,-5-3 4 15,-5-1 2-15,-4 1 2 16,0-8-2-16,0-1-3 15,-9-1-4-15,-7-6 7 16,2-3-9-16,-3-6 6 16,-2-1-4-16,-1-6-7 15,-2-1-1-15,3-5 0 16,-1-2-2-16,0-3-8 16,5-2-16-16,2-4-25 15,2-3-15-15,5 0-34 16,3-3-60-16,3-14-121 15,0-5-185-15</inkml:trace>
  <inkml:trace contextRef="#ctx0" brushRef="#br0" timeOffset="98821.18">26464 5574 1140 0,'0'0'115'0,"0"0"5"16,0 0-37-16,0 0-28 15,-3 0-5-15,3 0-24 16,0 0-20-16,0 0-3 15,0-1-7-15,-3-1-47 16,1-2-46-16,-2-4-119 16,2-3-301-16</inkml:trace>
  <inkml:trace contextRef="#ctx0" brushRef="#br0" timeOffset="99924.85">26462 5582 473 0,'0'0'88'0,"0"0"31"16,0 0-15-16,0 0-26 15,0-3 4-15,0 3-5 16,0 0-20-16,0 0-18 15,0 0-2-15,0 0 1 16,0 0-1-16,0 0-13 16,0 0-8-16,0 0-8 15,0 0-3-15,0 0-3 16,0 0 0-16,0 0 0 16,0 0-2-16,0 0 2 15,0 0 1-15,0 0-1 16,-1 0-1-16,-1 0 1 15,1 0-2-15,1 0 1 16,-3 0-1-16,3 0 0 16,0 0 0-16,0 0 0 0,0 0 1 15,0 0-5-15,0 0-2 16,0 0-1-16,0-2-6 16,3-4-10-16,0 2-25 15,0 0-23-15,0 0-12 16,1 2-55-16,-3-2-31 15,2 2-110-15,-2 1-180 16</inkml:trace>
  <inkml:trace contextRef="#ctx0" brushRef="#br0" timeOffset="100930.39">27017 5523 495 0,'0'0'97'0,"0"0"32"16,0 0-49-16,0 0-4 15,21-17 4-15,-19 10-24 16,-2-3-29-16,0 0-5 16,0-3-1-16,0 0-7 15,-3-1-12-15,-11 2-4 16,0-1-1-16,-4 3-4 16,-1 2 0-16,-7 5-5 15,-1 3-2-15,-2 0-1 16,1 11 11-16,4 5 0 15,5 2 1-15,5 3-1 16,9-1-2-16,5-3-10 16,0-2 13-16,2-2 4 15,13-3 2-15,1-2-2 16,3-4 2-16,3-4-2 16,1 0 0-16,0 0-1 15,-2-4 1-15,-3-4 1 16,1-2-1-16,-6 1-1 15,-2 1 0-15,-4 3 1 0,-1-2-1 16,-1 3 0-16,-2 1 2 16,-3 3 2-1,4 0 9-15,-3 0-7 0,3 3-9 16,2 12 5 0,2 7 27-16,3 7 12 0,-1 6-5 15,0 6 20-15,2 3 4 16,-2 0 2-16,-1 2-5 15,-3-3-9-15,-1-3-8 16,-4-8-5-16,1-3 1 16,-2-7-7-16,0-5-8 15,0-6 1-15,-7 1-1 16,-6-7-6-16,-4-1-1 16,-2-4-7-16,-4 0-11 15,-3 0-25-15,0-8-14 16,1-7-21-16,2-4-20 15,6-4-51-15,4-8-112 16,5-2-138-16</inkml:trace>
  <inkml:trace contextRef="#ctx0" brushRef="#br0" timeOffset="101199.23">27528 5106 1047 0,'0'0'17'0,"0"0"100"15,-65 89-26-15,39-50-32 16,-1 1-33-1,1 0-21-15,4-2-6 0,6-5-39 16,0-6-71-16,6-7-125 16,3-7-207-16</inkml:trace>
  <inkml:trace contextRef="#ctx0" brushRef="#br0" timeOffset="101829.91">27986 5156 678 0,'0'0'57'16,"0"0"88"-16,0 0-18 15,-100 80-9-15,66-41-24 16,0 7-31-16,4-1-33 16,4 1-5-16,7 3-5 15,8-3 2-15,9 0-2 16,2-3 5-16,7-3-4 16,14-5-10-16,6-5-5 15,2-3-2-15,0-6-4 16,-2-3 0-1,-5-6-17-15,-5-5-23 0,-5-2-23 16,-5-5-49-16,-6 0-51 16,-1-2-65-16,0-11-207 15</inkml:trace>
  <inkml:trace contextRef="#ctx0" brushRef="#br0" timeOffset="102136.96">28152 5468 935 0,'0'0'131'0,"0"0"-4"0,20 70-33 16,-11-45-29-16,-3-2-29 16,1-2-18-16,0-3-12 15,-4-5-5-15,0-1-2 16,-3-8-31-16,0-2-46 16,0-2-67-16,0 0-94 15,0-10-194-15</inkml:trace>
  <inkml:trace contextRef="#ctx0" brushRef="#br0" timeOffset="102811.99">28319 5141 508 0,'0'0'88'16,"0"0"17"-16,0 0-48 15,0 0-6-15,0 0 23 16,21 24 55-16,-1-1-25 16,4 7-30-16,7 3-11 15,2 5-15-15,0 2-12 16,2 1-14-16,-5 0 1 15,-1-1-3-15,-6 0 0 16,-4 0 2-16,-8-2-6 16,-5-1 3-16,-4-2 0 15,-2 1-2-15,0-5-2 16,-9-1-6-16,-4-4-3 16,1-3-2-16,0-7-2 15,1-1-19-15,1-6-24 16,2-2-24-16,-1-7-51 15,3 0-84-15,-1 0-144 16,0-3-263-16</inkml:trace>
  <inkml:trace contextRef="#ctx0" brushRef="#br0" timeOffset="110136.62">24909 6001 326 0,'0'0'54'0,"0"0"31"0,0 0-7 15,0 0-8-15,0 0-6 16,0 0-16-16,0 0-5 16,0 0-2-16,0 0-5 15,0 0-1-15,0 0-3 16,0 0 3-16,0 0 5 15,0 0-5-15,-1 0-2 16,0 0-3-16,1 0-4 16,0 0-8-16,0 0-7 15,0 0 2-15,0 4 16 16,0 3-19-16,0-3 6 16,0 4-3-16,0-1-2 15,0 0 3-15,0 0-6 16,0 1 1-16,0 2 4 15,0-3-7-15,2 2 4 16,1-1-3-16,0 0-2 16,0 0 1-16,2-1-3 15,-2-3-2-15,2 1 0 16,-1 1 0-16,4-2-1 16,-2 1 2-16,2-3 3 15,1 0 1-15,0 2-2 16,1-3-1-16,0 2-2 15,0-2 1-15,2-1-1 0,5 0-1 16,-4 0 2 0,5 0-2-16,-1 0 2 15,1 0-2-15,-2 0 1 16,-1 0-1-16,-1 0 0 0,-1-1 1 16,-3-2 1-16,1 2 0 15,-2-1 3-15,-1 0-3 16,0 2-1-16,2-4 0 15,-1 4-1-15,3 0 1 16,-3-3-1-16,3 1 0 16,-2 1 1-16,2 0-2 15,-3 1 2-15,-2 0 0 16,0 0 1-16,-1 0 0 16,-1 0 2-16,3 0 0 15,1 0-2-15,-1 0 1 16,1 2 2-16,0 3 2 15,2 1 7-15,-2 0-3 16,-1-1-3-16,0-1-2 16,-1 4 1-16,-5-6-3 15,1 0 1-15,-1 1-4 16,-1-3 0-16,-1 1 2 16,0-1-2-16,2 0 2 15,-2 0 2-15,0 0 3 16,3 0 0-16,0 0-1 15,1-2 2-15,3-8-7 16,2 1-1-16,2-5-1 16,1 0 0-16,-1 1-1 15,3 3-1-15,-2-3-1 16,-1 3 2-16,0 3-2 16,-1 2 1-16,-3 1 1 15,2 1-1-15,0 2 0 0,-2 1 1 16,-1 0-1-16,3 0 1 15,-1 0-1-15,1 0 2 16,0 0 1-16,3 5-2 16,1 1 1-16,1-1 0 15,4-1 1-15,1 0-1 16,0-1 1-16,1 1-1 16,0-3 0-16,-2 2 0 15,0-3 0-15,-3 0 1 16,1 0-1-16,-3 0 0 15,-2 0 0-15,-2 0 1 16,0 0 0-16,-2 0 1 16,0-2 3-16,0-3 5 15,-1 0-1-15,0-4 1 16,0 3-1-16,-1-2-1 16,-1-2-4-16,-1-1 0 15,2 3-2-15,-2 0 0 16,-3 0-2-16,3 1 1 15,-3 3-1-15,0 0 0 16,0 0-1-16,0 1-10 16,0-1-14-16,0 1-6 15,0-1-3-15,0 3-17 16,-2-2-5-16,-1 3-35 16,0 0-51-16,0 0-34 15,3 0-58-15,0 0-146 16</inkml:trace>
  <inkml:trace contextRef="#ctx0" brushRef="#br0" timeOffset="112958.99">8305 5238 701 0,'0'0'48'16,"0"0"34"-16,3 0-12 0,1 5-16 15,2 9 24-15,-1 4 22 16,5 5-43-16,-3 0-6 16,-1-2-3-16,1-2-11 15,-1-2-8-15,1-3-1 16,-1-6-1-16,-1-3 3 16,4-2-3-16,5-3 4 15,6-4 4-15,7-19 5 16,8-14-8-16,8-14-18 15,6-11-9-15,4-12-6 16,8-2-51-16,-3-3-51 16,2 8-106-16,-8 6-256 15</inkml:trace>
  <inkml:trace contextRef="#ctx0" brushRef="#br0" timeOffset="115144.49">23110 7209 673 0,'0'0'109'0,"0"0"17"0,11 0-41 15,6 0 5-15,4 0 1 16,4-1-19-16,1-2-23 16,-2 2-19-16,1-2-14 15,-5 2-9-15,-5 1-4 16,-4 0-3-16,-5-1-11 16,-3-1-60-16,-3 1-69 15,0-2-87-15,0-3-193 16</inkml:trace>
  <inkml:trace contextRef="#ctx0" brushRef="#br0" timeOffset="115357.96">23139 7015 862 0,'0'0'35'16,"0"0"82"-16,0 0-46 16,0 0-53-16,84-8-17 15,-61 7-42-15,1-3-176 16,1-3-218-16</inkml:trace>
  <inkml:trace contextRef="#ctx0" brushRef="#br0" timeOffset="116109.56">23952 6905 578 0,'0'0'75'0,"0"0"55"15,0 0-39-15,0 0-20 0,0 0-13 16,-10-67-26-1,-2 60-7-15,-5 1-7 16,-2 3-11-16,-4 3-4 0,-1 0-3 16,-2 0 1-16,2 3 2 15,3 9 1-15,2 1 3 16,8 5-2-16,2 3-1 16,6 2 7-16,3 4 16 15,0 4 3-15,0 1-2 16,9 1-1-16,1 1-10 15,1 2-1-15,-1-4 2 16,1 4 3-16,0-1 3 16,-2 0 1-16,-1 1-3 15,-2-5-4-15,3-3-3 16,-3 1-1-16,-2-6-7 16,0-3-2-16,-1-2-2 15,0-2 0-15,-1-3-2 16,-2-2 1-16,0-1-1 15,0-3-2-15,0 0-7 16,-5-3-20-16,-6 0-16 16,-4-4-52-16,2 0-65 15,0 0-80-15,0-3-68 16,2-9-209-16</inkml:trace>
  <inkml:trace contextRef="#ctx0" brushRef="#br0" timeOffset="116316.94">23728 7315 859 0,'0'0'150'0,"0"0"18"16,0 0-82-1,0 0-19-15,80-20-34 0,-62 16-24 16,-2 0-7-16,4-1-11 15,-3-3-59-15,0-2-89 16,-1-5-189-16,4-2-399 16</inkml:trace>
  <inkml:trace contextRef="#ctx0" brushRef="#br0" timeOffset="116622.99">24404 6781 940 0,'0'0'65'15,"0"0"26"-15,0 0-6 16,0 0-12-16,-54 93-25 16,34-62-29-16,-3 3-13 15,1-1-4-15,2-3-10 16,-1-1-46-16,3-6-79 16,3-4-164-16,0-6-332 15</inkml:trace>
  <inkml:trace contextRef="#ctx0" brushRef="#br0" timeOffset="118476.94">24712 6838 607 0,'0'0'134'15,"0"0"14"-15,0 0-21 16,-7 12-39-16,-7 5-25 16,-3 9-12-16,0 5-11 15,-3 8-11-15,0 0-2 16,0 5 0-16,5 2-10 15,5 0-2-15,-2 1-3 16,11-4-3-16,1-3 2 16,0-2 4-16,7-4-1 15,7-4-2-15,6-5 1 16,-1-2-3-16,2-4-3 16,-1-2-1-16,-7-6-2 15,-1-1-2-15,-3-4-1 16,-4-2 0-16,-2 0-1 15,-3-4-2-15,0 0-6 0,0 0-13 16,0 0-13-16,0 0-32 16,0 0-45-16,-2 0-70 15,-2-2-99-15,1-8-236 16</inkml:trace>
  <inkml:trace contextRef="#ctx0" brushRef="#br0" timeOffset="118918.16">24889 7059 782 0,'0'0'99'15,"0"0"26"-15,0 0-22 16,0 0-35-16,-3 78-15 16,3-59-20-16,3-2-11 15,5-1 0-15,4-2 5 16,-1-2-1-16,3-4-3 15,-2-3-6-15,1-2-1 0,3-3-6 16,-3 0-1-16,-1 0-6 16,2 0-2-1,-2-3-3-15,-1-5-18 0,-3 0-18 16,0-1-18-16,-1-1-29 16,-4-2-46-16,-1 1-35 15,0-2-10-15,-1 1-32 16,-1 2 3-16,2-4 12 15,-1 2 34-15</inkml:trace>
  <inkml:trace contextRef="#ctx0" brushRef="#br0" timeOffset="119130.04">25074 7082 70 0,'3'-9'93'16,"-1"1"13"-16,1 0 44 15,-3 8 0-15,1 0-15 16,-1 0-31-16,0 4-14 16,3 13 43-16,-3 7-15 15,1 3-22-15,0 3-25 16,4 0-17-16,-1 3-12 15,1-2-13-15,2-4-6 16,1-2-4-16,0-3-10 16,-2-7-6-16,1-2-1 15,-3-5-7-15,2-2-19 16,-5-4-26-16,1-2-34 16,1 0-54-16,-2-1-83 15,2-14-203-15</inkml:trace>
  <inkml:trace contextRef="#ctx0" brushRef="#br0" timeOffset="119594.47">25200 6842 629 0,'0'0'144'15,"0"0"-14"-15,44 77-23 16,-20-42-10-16,3 4-25 15,4 6-17-15,-5-2-11 16,-1 1-4-16,-4 1 4 16,-8-3-8-16,-4 0-3 15,-8-3-7-15,-1-1-3 16,0-2-5-16,-9-3-3 16,-5-2-2-16,-2-5-6 15,0-2-4-15,0-2 0 16,1-5-2-16,0-5-12 15,3-1-24-15,1-5-21 16,3-4-37-16,4-2-44 16,3 0-67-16,1-12-142 15,0-8-272-15</inkml:trace>
  <inkml:trace contextRef="#ctx0" brushRef="#br0" timeOffset="121486.07">25385 6277 330 0,'0'0'113'16,"0"0"21"-16,0 0-12 15,0-6-22-15,0 6-4 16,0 0-13-16,0 0-15 16,0 0-15-16,0 0-7 15,0 0-6-15,0 0-8 16,-8 0-11-16,-2 0-16 16,-2 2 1-16,-5 6 10 15,2 0-8-15,2 3 1 16,-3 1 0-16,1 0 0 0,0 2-4 15,1 1 0-15,0 2-2 16,1 1 0-16,0 0 1 16,-1 1 1-16,0 2 0 15,2-4-1-15,0 2 0 16,2 1 0-16,-2-3 3 16,5 1 2-16,0 1-3 15,-5-1-3-15,4 0 1 16,-1-4 0-16,2 0-1 15,-3 1 0-15,2-3 0 16,1 0 0-16,3-3 2 16,-3-1-1-16,2 2-2 15,2-3-1-15,1 0-1 16,-1-1 0-16,1-2 0 16,1 0 2-16,1-3 1 15,0 2 0-15,-2 1 3 16,1-2 0-16,1 1-1 15,-2-2-1-15,1 0 1 16,1 1-2-16,0-2-1 16,-2 0 1-16,2 0 0 15,0 0 1-15,0 0 0 16,0 0 2-16,0 0 2 16,-1 0 0-16,-2 0-4 15,0 0-3-15,1-4-1 16,-3-1 1-16,2 1-1 15,0 0-1-15,2 0 1 16,-1 1 0-16,2 2-3 16,0-2 4-16,0 3-1 15,0-1 1-15,0-1-2 16,0 1 1-16,0-3 0 0,0 1 0 16,0-1 0-16,0-1 0 15,0 1 1-15,2-3 0 16,4 0-2-16,-2 1 0 15,0-3 1-15,2 2 1 16,-2 1-1-16,1-2 0 16,-1 3 1-16,-1 0-1 15,-2 1 0-15,2 1 1 16,-3 0-1-16,0 2 0 16,0 1 1-16,0 0 0 15,0 0 2-15,0 0 1 16,0 0-3-16,0 0 1 15,-5 0-1-15,-3 4-1 16,-2 4 0-16,-1 0 1 16,0 3-2-16,0-1 2 15,2 1-1-15,2-1 1 16,1-1-1-16,2-1-1 16,1-3 0-16,3-1 0 15,0-1 1-15,0 0 3 16,0-2 3-16,9 2 4 15,1-3 5-15,6 1 1 16,0-1 0-16,4 0-3 16,-4 0-1-16,2 2-4 15,-4-1 0-15,0-1-5 16,-2 1-1-16,-5 1-1 16,3-1 0-16,-4-1 0 15,-1 0-1-15,0 0 0 16,-2 1 0-16,0-1 0 15,1 0-5-15,-1 0-5 16,-2 0-7-16,3 0-18 0,-2 0-14 16,1 0-2-16,0 0-15 15,0 0-25-15,0 0-56 16,-3 0-102-16,0 0-146 16</inkml:trace>
  <inkml:trace contextRef="#ctx0" brushRef="#br0" timeOffset="122138.62">24932 6593 395 0,'0'0'117'0,"0"0"43"16,0-8-40 0,0 8-16-16,0-2-9 15,0 2-20-15,0 0-20 0,0 0-6 16,0 0-6-16,0 0-15 15,0 0-14-15,0 2-3 16,0 6 22-16,2 5-5 16,-1 3-9-16,1-1-8 15,-1-1 0-15,1 2 23 16,-2-3-24-16,1-2-1 16,1-2 2-16,-2-2-7 15,1-3 5-15,1 0-2 16,-2-1-5-16,1-3 3 15,-1 1-3-15,2-1 0 16,-2 0 0-16,3 0 0 16,-2 0 4-16,2 0-4 15,0 0-2-15,1 0-14 16,-1-1-20-16,-3 1-23 16,4-4-43-16,-2 3-64 15,1-1-82-15,-3 2-136 16</inkml:trace>
  <inkml:trace contextRef="#ctx0" brushRef="#br0" timeOffset="123499.39">25917 7177 832 0,'0'0'35'0,"0"0"40"0,2 0 33 16,-2 1-41-16,0-1-9 16,0 0-16-16,0 0-23 15,0 0-7-15,0 0 0 16,0 0 3-16,0 0-5 15,0 0-4-15,0 0-3 16,0 0 0-16,0 0-3 16,0 0 1-16,0 0-1 15,0 0 1-15,0 0 1 16,0 0-1-16,0 0 0 16,0 0 1-16,0 1 0 15,0-1 17-15,0 2 5 16,0-2 1-16,0 0-8 15,0 0-5-15,0 0-4 16,0 0-3-16,0 0-3 16,0 0-2-16,0 0-8 15,0 0-28-15,0 0-31 16,1 0-43-16,1 0-64 16,1 0-102-16,0-3-125 15</inkml:trace>
  <inkml:trace contextRef="#ctx0" brushRef="#br0" timeOffset="127289.86">11784 4066 212 0,'-8'0'5'15,"-1"4"51"-15,0 1 13 16,-2 5-7-16,-1 3-23 16,-1 6 34-16,-4 4-55 0,2 6 1 15,0 2 15 1,0 4 14-16,2 5-7 16,3 0-20-16,3 4-13 0,4-1-3 15,3 5 0 1,0-6-5-16,1-3 1 15,17-4-1-15,6-5-1 16,7-3-18-16,6-11 0 0,8-8 12 16,4-5 9-16,6-3-1 15,0 0 0-15,-3-14 0 16,-2-4 0-16,-5-4 0 16,-9-4 0-16,-6-3 2 15,-8-4 4-15,-7-6 5 16,-7-3-4-16,-8-3 9 15,0-1 1-15,-4-2 0 16,-15 3-8-16,-7 0 6 16,-4 3 10-16,-6 7-2 15,-2 3 0-15,-4 10-12 16,-1 8-8-16,-2 8-8 16,-1 6-19-16,3 3-4 15,1 17-4-15,2 3-11 16,5 5-31-16,3 1-76 15,5 2-132-15</inkml:trace>
  <inkml:trace contextRef="#ctx0" brushRef="#br0" timeOffset="130159.9">26830 6111 241 0,'0'-1'81'15,"0"1"-9"-15,0 0 6 16,0 0-14-16,0 0 6 0,0 0-26 16,0 0-23-1,0 0-6-15,0 0 4 0,0 0 6 16,0 0 11-16,0 0 19 16,3 5-27-16,-1 4-4 15,-1 1 14-15,1 0-13 16,2 1 1-16,-3 1 0 15,1 3-1-15,1-5-3 16,0 0-8-16,-2 1-6 16,3-3-2-16,1 0-1 15,1 0 3-15,-1-3-5 16,2 3 3-16,1-2 3 16,-2-2-2-16,3 3-2 15,-1-1-2-15,-1-1-2 16,2 0 2-16,-1-1-2 15,-1 1 1-15,4-1 1 16,-1-3 2-16,4-1-1 16,1 2 2-16,5-2 0 15,0 0-2-15,2 0 0 16,4 0-3-16,-3 0 0 16,3 0-1-16,-2 0 1 15,0-3-1-15,2 3-1 16,-3 0 2-16,1 0-2 15,1 0 2-15,-3 0-1 16,2 0 0-16,-1 0 0 16,1 0 1-16,-2 0-1 15,3 0 1-15,-4 0-1 16,1 0 0-16,-6 0 0 16,0 0 0-16,-3 0-1 0,-1 0 1 15,-3 4 0-15,-1 1 0 16,-1-1 1-16,-1 0 0 15,-3 1 2-15,2-2 4 16,-3 0 5-16,1 1 1 16,-2-3 0-16,1 1 2 15,1-1-3-15,0 1 2 16,1-2 3-16,-1 0-2 16,4 0-4-16,0 0-3 15,5 0 0-15,2-6-5 16,1-6-1-16,5 0-2 15,-1-3 1-15,4 0-1 16,0 0-1-16,-2 1-1 16,0 3 0-16,0 2 0 15,-3 3-1-15,2 2 2 16,0 2-1-16,-4 2 2 16,3 0 0-16,-3 0-1 15,1 0 1-15,2 0-1 16,1 0 1-16,5 1 0 15,2 3 0-15,2-1-1 16,3 1 0-16,1 3 0 16,0-2 1-16,2-1-1 15,0 0 0-15,2 1 1 16,-4-3-1-16,2 0 1 16,-4-2 0-16,0 0 1 15,-5 0-1-15,-3 0 1 16,-1-6 1-16,-5-2 4 15,-1-3 2-15,-3-1 2 16,-3-3 4-16,-1 2-1 16,-3-2-4-16,-1 4-3 0,-1-1-4 15,-2 3 1-15,-1 1-2 16,-1 1-2-16,0 1-16 16,0 0-23-16,0 5-26 15,-9-2-70-15,-2 2-124 16,-2 1-162-16</inkml:trace>
  <inkml:trace contextRef="#ctx0" brushRef="#br0" timeOffset="131576.56">27320 6469 330 0,'0'0'106'0,"0"-4"35"0,0 2-26 15,0 2-31-15,-7 0-37 16,-6 0-3-16,1 0 33 16,-1 0-2-16,-3 0-29 15,2 4-12-15,-6 7-3 16,-2 6-3-16,-4 5-5 15,0 2-3-15,-6 4 4 16,2 3-9-16,-2 1-5 16,2 0-5-16,-1 3-3 15,4-6-1-15,-1 0-1 16,4 0 0-16,3-1 0 16,3-4 0-16,1-1 0 15,4-1 0-15,1-3 0 16,2-2 0-16,3-4 0 15,2-3 1-15,1-3-1 16,0-2 0-16,3-3 0 16,1 1 1-16,0-3-1 15,0 0 3-15,0 0-2 16,0 0 7-16,0 0 8 16,0 0-5-16,0 0 3 15,0-8-6-15,0 0-6 16,1-4 0-16,6-4-2 15,-3 1 0-15,1-3 0 16,-1 1-5-16,0 2 4 16,1 2 0-16,-5 4 0 0,1 0 0 15,-1 4 2 1,0 4-5-16,0-2 4 0,0 3 0 16,0 0-3-16,0 0-1 15,0 0 2-15,0 0-3 16,-7 4 1-16,-2 7 4 15,-4 1-1-15,5 1 1 16,-1 1 0-16,3 1 0 16,5-2-1-16,1-1 2 15,0-3 2-15,0 1 2 16,10-2 4-16,2-4-2 16,5 0 2-16,-1-2 0 15,1-2 0-15,2 0-2 16,-3 0-4-16,-2 0-2 15,-4 0-14-15,-3 0-32 16,-2 0-45-16,-2-2-81 16,-3 2-119-16,0 0-271 15</inkml:trace>
  <inkml:trace contextRef="#ctx0" brushRef="#br0" timeOffset="132461.69">26251 6900 187 0,'0'0'82'16,"0"0"14"-16,0 0-11 15,38-21 0-15,-31 16-7 16,0 2-9-16,1 0-6 15,-4 0 8-15,0 2 8 0,0-2-14 16,-2 3 2 0,-2-1-4-16,0 1-10 15,0 0-5-15,0 0-7 0,0 0-18 16,0 13-10-16,-5 3 12 16,-7 7 8-16,-2 8-8 15,-3 2 3-15,0 4-10 16,0 0-1-16,3 2-4 15,5 3-3-15,3-2-5 16,6 1 3-16,0-3 4 16,6-1 3-16,11-5-1 15,6-1-2-15,-1-7-1 16,1-3-1-16,-2-2 0 16,1-4-3-16,-8-3-3 15,0-1-3-15,-6-3 0 16,-2-4-1-16,-3 0 1 15,0-4-7-15,-3 0-18 16,0 0-15-16,0 0-32 16,0 0-62-16,0-3-128 15,-6-6-203-15</inkml:trace>
  <inkml:trace contextRef="#ctx0" brushRef="#br0" timeOffset="133281.54">26628 7034 462 0,'0'0'86'0,"0"0"55"16,0 0-49-16,0 0-12 16,-8 0-9-16,8 0-8 15,0 0-18-15,0 0-19 16,9 0-1-16,5-2 2 16,4-2 11-16,6 0-6 15,0-1 0-15,4 5-11 16,-5 0-8-16,-2 0-6 15,-6 0-5-15,-6 8-1 0,-8 8-2 16,-1-2 1-16,0 6 0 16,-10 0 0-16,-3 0-2 15,1-2 1-15,6-3 0 16,3-1-2-16,3 1 1 16,0-1 2-16,9 1-1 15,5 1 2-15,3 1 1 16,-3 0 0-16,-2 1 5 15,-4 1 10-15,-2-4 20 16,-6 2 12-16,0-2-1 16,-3-2-9-16,-8-1-11 15,-4-5-11-15,1 1-7 16,-2-2-6-16,1-4-2 16,1 1-17-16,1-3-25 15,1 0-37-15,1 0-72 16,1-3-142-16,4-12-227 15</inkml:trace>
  <inkml:trace contextRef="#ctx0" brushRef="#br0" timeOffset="133779.14">27225 6841 634 0,'0'0'50'0,"0"0"57"15,0 0 21-15,0 0-25 16,75 72-14-16,-46-38-11 16,0 3-20-16,-2 6-6 15,0 0 0-15,-5 2-6 16,-4 1-6-16,-7 2-9 15,-8 3-3-15,-3-1 3 16,-12 1 3-16,-12-2-2 16,-5-3-4-16,-3-5-7 15,0-3-11-15,2-8-7 16,4-4-2-16,-1-7-9 16,-1-2-39-16,1-6-37 15,-2-2-45-15,-1-6-115 16,1-3-182-16</inkml:trace>
  <inkml:trace contextRef="#ctx0" brushRef="#br0" timeOffset="138954.51">10853 3661 761 0,'0'0'68'0,"0"0"36"0,0 0-12 16,0 0-32-16,0 0-14 16,0 0-7-16,0 0-12 15,2 0-2-15,0 2 0 16,1 3-5-16,0 5 2 15,3 3 2-15,0 2-3 16,-1 2-7-16,1 0 3 16,1-4 3-16,-1 0-3 15,1-5 0-15,6-4 1 16,3-4 1-16,7 0 10 16,3-15 13-16,10-12-9 15,5-10-15-15,9-9-14 16,8-9-4-16,4-2-7 15,5-2-37-15,1 0-36 16,0 7-75-16,-5 5-136 16,-2 8-239-16</inkml:trace>
  <inkml:trace contextRef="#ctx0" brushRef="#br0" timeOffset="139673.53">14504 3368 727 0,'0'0'32'0,"0"0"89"0,0 0-8 15,0 0-28-15,45 70-24 16,-35-55 5-16,1-2-3 16,5-5-12-16,2-4-2 15,5-4-9-15,5 0-4 16,7-15-3-16,6-9-2 16,9-12-10-16,5-11-14 15,7-13-5-15,5-13-2 16,3-7-40-16,5-3-46 15,-2 0-104-15,-8 8-206 16</inkml:trace>
  <inkml:trace contextRef="#ctx0" brushRef="#br0" timeOffset="140917">23286 8559 681 0,'0'0'94'0,"0"0"34"16,0 0-9-16,68 0-24 15,-36-4-19-15,1-1-22 16,-4 1-20-16,-1-1-19 16,-8-1-11-16,-6 4-3 15,-5-2-3-15,-6-2-54 16,-3 1-73-16,0-3-122 15,-19 3-217-15</inkml:trace>
  <inkml:trace contextRef="#ctx0" brushRef="#br0" timeOffset="141109.67">23297 8412 850 0,'0'0'33'16,"0"0"54"-16,0 0-4 16,0 0-71-16,83-2-10 15,-60 2-11-15,-1 0-91 16,-5 0-138-16,0 0-323 16</inkml:trace>
  <inkml:trace contextRef="#ctx0" brushRef="#br0" timeOffset="142558.63">15571 4074 388 0,'0'0'25'15,"0"0"40"-15,0 0-32 16,-45 33 5-16,31-9 10 16,-2 7 25-16,0 5-35 15,-3 7-21-15,5 4 1 16,-3 4-13-16,5-1-1 15,4-1-2-15,8-2 0 16,0-5-10-16,5-6 1 16,18-8 3-16,12-8 1 15,7-6-14-15,6-7 11 16,4-5 2-16,4-2 9 16,-4-3-2-16,0-13-3 15,-5-4 2-15,-2-7-2 16,-6-6 0-16,-3-5 9 15,-7-6 14-15,-7-4 13 16,-6-5 18-16,-9 0-4 16,-7-1-4-16,0-2 4 15,-10 2-8-15,-13 4-21 16,-5 4-16-16,-5 8 1 16,-2 8-10-16,-1 8 0 15,-5 14 2-15,-4 8-2 16,-4 0-15-16,-1 19-42 15,-4 12-31-15,2 6-22 16,-1 4-79-16,7 3-124 0</inkml:trace>
  <inkml:trace contextRef="#ctx0" brushRef="#br0" timeOffset="143816.57">23935 8341 355 0,'0'0'76'0,"0"0"41"16,0 0-39-16,-3 0 14 16,1 0 8-16,2 0-1 15,0 0-11-15,0 0-8 16,0 0-13-16,0 0-19 15,0 0-14-15,12 0-8 16,7 0 8-16,10 0-8 16,2 0-6-16,6 0-7 15,2 0 2-15,-2-1-2 16,0-2-3-16,-8 2-4 16,-6 1-4-16,-7 0-1 15,-4 0-1-15,-3 0-1 16,-8 5 3-16,-1 8 7 15,0 3 4-15,0 4-1 16,-1 6 0-16,-8 4-3 16,0 3-4-16,-1 2 0 15,1 2 2-15,0 2-2 16,1-4-2-16,2-2 0 16,3-4 0-16,0-4 0 15,1-5-2-15,-2-5-1 16,4-4 0-16,0-4-11 15,0-2-23-15,0-5-30 16,0 0-50-16,0 0-90 0,0-10-134 16</inkml:trace>
  <inkml:trace contextRef="#ctx0" brushRef="#br0" timeOffset="144568.35">24884 8165 621 0,'0'0'94'0,"0"0"29"16,0 0-13-16,0 0-37 15,-18 27-10-15,-2-1-13 16,-3 9 4-16,-2 5 5 15,-2 7-19-15,4 2 0 16,1 3-13-16,5 2-6 16,7-2 4-16,4-2-11 15,6 1-4-15,0-6 1 16,1-3 5-16,12-7-1 16,2-4 8-16,1-6-14 15,-3-4-7-15,-2-7-1 16,0-1-13-16,-3-3-23 15,-4-4-39-15,-2-3-65 16,1-3-102-16,-3 0-118 16,3-3-199-16</inkml:trace>
  <inkml:trace contextRef="#ctx0" brushRef="#br0" timeOffset="145243.21">25086 8455 407 0,'0'0'8'0,"0"0"85"16,0 0 31-16,0 0-46 15,0 0-26-15,-10-2-16 16,10 2-10-16,0 0 1 16,0 0 16-16,0-2 2 15,0 2 0-15,0 0 0 16,0 0-9-16,1-2-2 15,10 0-7-15,3 0 10 16,6-2-9-16,0 1-13 16,5 0 1-16,-2-3-7 15,0 4-7-15,-4-1-2 16,-4 3 0-16,-4 0-2 16,-8 0-3-16,-3 0-16 15,0 12-7-15,0 3 18 16,-6 2 6-16,-3 1-6 15,2-1-2-15,3-2 5 16,4-1 4-16,0 0 2 16,4-2 0-16,9 1 1 15,1 0 6-15,1 0 5 16,-2 4 10-16,-3-2 3 16,-4 0 1-16,-4 0 5 0,-2-1 11 15,0-2 10 1,0 0-13-16,-15-1-5 15,-1-2-9-15,-4-1-12 0,-6-1-7 16,2 0-4-16,-2-4-2 16,3-3-21-16,5 0-24 15,2 0-32-15,5-10-45 16,6-6-70-16,5-7-161 16</inkml:trace>
  <inkml:trace contextRef="#ctx0" brushRef="#br0" timeOffset="145595.82">25451 8119 681 0,'0'0'99'0,"0"0"63"16,84 100-56-16,-51-54-9 15,-2 3 4-15,-3 1-45 16,-2 2-22-16,-6-1-1 16,-6-1 3-16,-6 0-5 15,-5-2-3-15,-3-2-10 0,0-1-5 16,-17-4-8-1,-9-1 0-15,-3-4-5 16,-4-2-5-16,-4-9-29 0,3-3-34 16,1-7-59-16,-3-8-109 15,4-5-169-15</inkml:trace>
  <inkml:trace contextRef="#ctx0" brushRef="#br0" timeOffset="146764.57">21716 8223 484 0,'0'0'121'15,"0"0"3"-15,0 0-2 0,0 0 17 16,0 77-27-16,0-33 1 16,0 5-27-16,0 5-24 15,0 2-13-15,0-1-7 16,0-3-5-16,8-6-12 16,2-5-8-16,1-9-5 15,0-6-7-15,3-5 1 16,-3-7-5-16,4-9 1 15,-2-5-1-15,3 0 1 16,1-8 4-16,3-15-1 16,3-9-3-16,-1-1-8 15,0-2-6-15,-1 3-6 16,-5 6 0-16,-1 6 5 16,-7 10 4-16,0 5 3 15,-2 5 4-15,0 0-4 16,-1 7 0-16,2 11 8 15,0 3 4-15,3 2 4 16,-1 1 0-16,1 2-1 16,0-1-3-16,0-4-5 15,1-2 0-15,-3-4-2 16,2-6-11-16,-2-2-25 16,-1-7-46-16,1 0-58 15,-3-4-64-15,-2-14-186 16</inkml:trace>
  <inkml:trace contextRef="#ctx0" brushRef="#br0" timeOffset="147010.22">22421 8143 1003 0,'0'0'63'0,"0"0"34"15,-52 88-72-15,33-48-12 16,4-1-10-16,1 5-3 16,3-5-66-16,-1-3-97 15,4-1-162-15</inkml:trace>
  <inkml:trace contextRef="#ctx0" brushRef="#br0" timeOffset="147530.1">22661 8332 773 0,'0'0'121'0,"0"0"39"0,0 0-94 16,0 0-1-16,0 0-15 15,-58 53-5-15,39-22-5 16,0 6-8-16,1 5-10 15,2 5-4-15,3 1-7 16,6-1-4-16,5-3-3 16,2-5-2-16,0-4-4 15,8-4 4-15,7-8-2 16,3-7-10-16,0-3-26 16,1-9-40-16,1 0-58 15,-1-4-82-15,-1 0-107 16,-3-11-298-16</inkml:trace>
  <inkml:trace contextRef="#ctx0" brushRef="#br0" timeOffset="147809.01">22849 8509 834 0,'0'0'90'0,"0"0"71"0,0 0-58 15,0 88-24 1,0-60-24-16,1-4-28 0,3 0-20 16,1-2-5-16,-1-2-1 15,3-3-11-15,0-3-33 16,-1-3-34-16,2-4-49 15,0-4-75-15,-1-3-75 16,-2 0-250-16</inkml:trace>
  <inkml:trace contextRef="#ctx0" brushRef="#br0" timeOffset="148163.49">22906 8300 738 0,'0'0'22'0,"0"0"160"15,0 0-35-15,90 83-40 16,-58-46-16-16,-1 4-25 15,-2 4-24-15,-8 3-6 16,-6-1-8-16,-9 1-3 16,-6 0 0-16,0-2-3 15,-4-3-3-15,-15-4-7 16,-3-3-3-16,-4-7-4 16,-4-1-3-16,-2-5-15 0,3-3-42 15,-1-4-38 1,4-8-121-16,3-8-245 0</inkml:trace>
  <inkml:trace contextRef="#ctx0" brushRef="#br0" timeOffset="149464.7">22358 9620 730 0,'0'0'64'0,"0"0"60"16,0 0-13-16,28 72-24 15,-16-35-11-15,5 3 9 16,-4 4-22-16,3-1-22 15,-1-2-4-15,-2-5-8 16,-2-1-4-16,-2-6-2 16,1-4-7-16,-3-7-9 15,-1-4-1-15,-2-7-5 16,2-3 1-16,1-4-1 16,1 0 0-16,3-6 3 15,5-11 5-15,1-3-6 16,1 1-8-16,-2-1-2 15,-4 6 0-15,-3 4 5 16,-4 6 1-16,-1 4-2 16,1 0-4-16,-2 4-2 15,0 11 10-15,3-1 1 16,-1 5 3-16,0 0 1 16,1-3-4-16,1 1-1 15,-1-2-1-15,0-4 0 16,1-2-1-16,0-4-5 15,3-4-16-15,2-1-22 0,4 0-35 16,-2-12-58 0,4-8-96-16,-4-6-111 15,-1-3-224-15</inkml:trace>
  <inkml:trace contextRef="#ctx0" brushRef="#br0" timeOffset="149673.19">23028 9513 914 0,'0'0'13'0,"0"0"98"16,0 0-31-16,-43 80-61 15,34-50-15-15,1 0-3 16,3 0-41-16,-1-2-103 15,3 0-103-15,2-6-238 16</inkml:trace>
  <inkml:trace contextRef="#ctx0" brushRef="#br0" timeOffset="150080.57">23399 9683 851 0,'0'0'48'0,"0"0"109"16,-65 88-60-16,46-46-18 15,3 3-18-15,5 1-14 16,3 0-20-16,8-2-10 16,0-3-3-16,0-5-7 15,3-4-5-15,9-6-1 16,2-4 0-16,2-6-1 15,0-2-8-15,-1-8-30 16,2-4-33-16,-2-2-56 16,-4 0-93-16,-2-12-137 15</inkml:trace>
  <inkml:trace contextRef="#ctx0" brushRef="#br0" timeOffset="150341.1">23572 9920 937 0,'0'0'173'0,"0"0"-65"15,10 74-45-15,-5-51-19 16,0-4-25-16,-2-2-15 15,0-5-2-15,0-3-2 0,-1-2-22 16,-1-3-40-16,2-3-59 16,0-1-83-16,-2 0-108 15,2-6-285-15</inkml:trace>
  <inkml:trace contextRef="#ctx0" brushRef="#br0" timeOffset="150685.01">23725 9654 749 0,'0'0'170'15,"0"0"-18"-15,49 85-82 16,-24-46 15-16,-1 4-13 16,1 1-27-16,-2 1-6 15,-3-1 1-15,-7-3-8 16,-4-1-5-16,-5-4 4 16,-4-3-6-16,0-4-11 15,-5-3-6-15,-8-4-5 16,-7-4-2-16,0-5-30 15,-3-2-38-15,0-7-71 16,2-4-152-16,2 0-292 16</inkml:trace>
  <inkml:trace contextRef="#ctx0" brushRef="#br0" timeOffset="151130.9">24475 10057 822 0,'0'0'131'0,"0"0"44"16,76-7-88-16,-50 3-45 15,-3-2-28-15,-4 1-12 16,-3-1-30-16,-6-1-56 16,-1-1-44-16,-9-1-118 15,0-1-229-15</inkml:trace>
  <inkml:trace contextRef="#ctx0" brushRef="#br0" timeOffset="151314.93">24420 9903 824 0,'0'0'44'0,"0"0"48"0,0 0-8 16,77-7-70-16,-46 4-12 15,4-1-29-15,-3 0-105 16,-6-2-83-16,0-1-216 16</inkml:trace>
  <inkml:trace contextRef="#ctx0" brushRef="#br0" timeOffset="151716.37">24861 9841 858 0,'0'0'84'0,"0"0"54"16,0 0-37-16,0 0-37 15,85-28-18-15,-59 22-25 16,1 3-11-16,-4 3-6 15,0 0-4-15,-8 2-3 16,-7 14-1-16,-5 3 5 16,-3 4 12-16,0 6-5 0,-6-2 1 15,-6 3-3-15,1-2-4 16,3 1-1 0,3-3-1-16,5-1 0 0,0-6 1 15,0-2 0-15,11-5-1 16,6-4 1-16,2-4-1 15,2-4 2-15,2 0-11 16,1 0-23-16,-1-7-49 16,-3-4-88-16,-4-5-122 15,0 0-246-15</inkml:trace>
  <inkml:trace contextRef="#ctx0" brushRef="#br0" timeOffset="151960.73">25422 9773 811 0,'0'0'57'0,"0"0"106"15,0 83-43-15,0-46-36 16,0 2-25-16,0 0-32 15,9-3-13-15,0-1-11 16,-2-6-3-16,1-6-34 16,-3-4-86-16,-4-11-130 15,-1-7-258-15</inkml:trace>
  <inkml:trace contextRef="#ctx0" brushRef="#br0" timeOffset="154734.88">21944 9346 433 0,'0'0'47'15,"0"0"32"-15,0 0 5 16,0 0-14-16,0 86-10 16,3-51 55-16,5 4-67 15,-3 4 12-15,4 1-1 16,-2 2-21-16,0 2-17 15,2 4-8-15,-1-1-5 16,3 0-7-16,1-1 3 16,3-2 2-16,1-4 3 15,4-1 0-15,-2-4-4 16,1-3 2-16,-1 0-4 16,-2-4-2-16,-1 0 0 15,-4-2-1-15,0-6 0 16,-2-1 2-16,0-4 0 0,-2-2-1 15,1-5 0 1,0 1 0-16,1-3-2 0,3-2 2 16,3-2-2-16,3 0 5 15,6 0-1-15,7-4 2 16,3-1-2-16,6 1-1 16,3-2-2-16,3 0 2 15,1 0-3-15,4 0 2 16,-2-2-1-16,3-1 0 15,0-1 0-15,-3 2 0 16,2-2 1-16,-2 4-1 16,4-4 2-16,-1 1-2 15,4 0 1-15,0 1-2 16,1-1 2-16,1-1-1 16,0 0 0-16,0 4-2 15,-2-3 2-15,1-1-1 16,0 2 0-16,2-1 0 15,1 1 1-15,-3 0-1 16,5-2 2-16,-2 0-2 16,0 0 1-16,1 0 1 15,-3 3-1-15,-4-1 0 16,-1-2-1-16,-2 4 2 16,-2 0 0-16,-1-4-1 15,3 2 0-15,1-1 1 16,0 0-2-16,0-1 0 15,0 3 3-15,-5-1-8 0,-1 1 19 16,2 1-15 0,-3-1-2-16,-2 1 4 0,-1 0 1 15,0 0-2-15,-1-4 1 16,-5 4 0-16,-1-2 0 16,-4 0-1-16,4-1 1 15,-5 0 0-15,2-1 0 16,-3 2-1-16,-5-1 1 15,1 2-1-15,-1-2 2 16,-4 3-3-16,1-1 3 16,-1-2-3-16,0 1 1 15,1 0 1-15,5-2 0 16,-1 3-1-16,3-2 2 16,-1-1-2-16,-1 1 0 15,-4 0-3-15,0 2 0 16,-8-3 4-16,3 4 0 15,-3-1 0-15,0-2 0 16,1 2 1-16,-1-2-2 16,-4 3 2-16,3-3-1 15,-5 2 0-15,1-3 1 16,-1 3 1-16,0-2 7 16,-2-1 4-16,1 1-8 15,-1-1-1-15,0 1-2 16,1 0 0-16,-4 1-1 15,1-2 2-15,0 0-2 16,-1-2 1-16,2-2 1 16,-2-3-1-16,2-1 3 15,0-2 21-15,-1-2-10 16,2-2-9-16,-3-1-2 16,0 0-4-16,-2-4 1 0,-1-1 1 15,0-1 4-15,0-3 0 16,0-2 4-16,0 2 5 15,-1-1-3-15,-5-1-2 16,1-1-6-16,2 1-3 16,1 0-1-16,-1-2 0 15,-1 4 0-15,1 0-1 16,0-1-1-16,0 4 0 16,-2 0-1-16,1 2 0 15,-2 0 1-15,-2 0-3 16,1 3-1-16,-2 3 2 15,-2-1 0-15,0 5 1 16,1 0 1-16,0 2-3 16,-2 0-4-16,4 1 2 15,-1 3 3-15,-1-5 3 16,1 5-1-16,0-1 2 16,0-1-1-16,-3 2-2 15,-1 1-1-15,-4 0-7 16,-3 0-6-16,-4 3 4 15,-3-1 7-15,-4-1 3 16,0 3 2-16,-1-3 1 16,-1 0-1-16,-3 0 1 15,3 1-1-15,-1-3 0 16,0 3 1-16,0-2-1 16,1 4 1-16,-2-3-1 15,1 1 0-15,-6 3-1 16,-3 1 0-16,-8-2-2 15,-5 2-17-15,-11 0-2 16,-4 0 10-16,-6 0 3 16,-3 0 0-16,-3 0 0 0,7 0 7 15,2 0 3-15,8 0 1 16,5 0 1-16,6 0 0 16,4 0-5-16,2-1 2 15,2 0-3-15,-2-1 0 16,-1 2 1-16,-4 0-4 15,-6 0-10-15,-8 0 3 16,-6 0 6-16,-9 2 6 16,-11 3-2-16,-2 1 3 15,-3-1 1-15,0 1-1 16,3 0-1-16,5 0-1 16,12-2 2-16,10-1 0 15,9-1 1-15,12 0-3 16,8-2 4-16,7 0-1 15,4 0-1-15,3 0 0 16,4 1 0-16,-4 2 0 16,0-2 0-16,-7 2 0 15,-6 3 0-15,-5 0 0 16,-6 2-2-16,-3-1 4 16,-3 1 0-16,1 0-1 15,1 1 1-15,2-3-1 16,3 0 3-16,1 1 9 15,5-2 0-15,4 2-1 16,6-3-1-16,4 0-1 16,9 0 2-16,5-1-1 15,7 0-1-15,2-3-2 16,5 1-4-16,-1-1-2 16,2 0-2-16,0 0 0 15,0 0 0-15,0 0 0 16,0 0-2-16,0 0 3 15,0 0-1-15,-3 0-1 0,2 0 2 16,-1 0-2-16,2 0-13 16,0 0-25-16,0 0-31 15,9 0-78-15,10 0-144 16,5-8-249-16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6:59:54.06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11443 1639 471 0,'0'0'111'0,"0"0"15"16,0 0-42-16,5 0-4 15,-4 0-14-15,1-4-32 16,-1 1 0-16,1 1 7 16,-2 0 4-16,0 2 2 15,0 0-3-15,0 0 3 16,0 0-22-16,0 0-12 15,1 0-3-15,4 0-1 16,0 0 0-16,4 0 15 16,1 0 9-16,2 0-9 15,0 0 1-15,2-2-3 16,1 2-8-16,-3-2-7 0,1 2-2 16,1-1 0-1,0 1-2-15,1 0 0 16,1 0 0-16,0 0 3 0,2 0 3 15,0 0 0-15,-1 0-2 16,2 0-1-16,-3 0-2 16,0 0-1-16,1 0 0 15,-1 0-2-15,2 0-1 16,-4 0 1-16,3 0-1 16,-3-2 0-16,0 2 0 15,0 0 0-15,4 0 1 16,-4 0-2-16,5 0 2 15,-2 0-1-15,5 0 1 16,-2 0-1-16,-1 0 1 16,3 0 0-16,-2 0-1 15,-3 0 2-15,0 0-2 16,-1 0 0-16,2 0 0 16,-1 0 1-16,0 0-1 15,2 0-1-15,-3 0 3 16,4 0-2-16,-1 0 0 15,-3 0 0-15,-1 0 1 16,2 0-2-16,-2 0 1 16,1 0 0-16,0-1-1 15,2 0 2-15,2-1-2 16,-1 1 1-16,2-1 0 16,2-1-2-16,0 2 4 15,-1 0-3-15,1-1 2 16,-1 1-2-16,-3 1 1 15,-1 0 0-15,2-1 0 16,-5 1 0-16,1 0 0 0,-2 0 1 16,5-2-1-16,-1 1 0 15,2 1-1-15,1-1 2 16,1-1-2-16,1 1 1 16,0-2 1-1,0 2-2-15,-1-1 1 0,3 1 0 16,-2 1 0-16,1 0 0 15,-2-3 1-15,4 3 0 16,-2-1-2-16,2-1 2 16,2 0-2-16,-1 0 2 15,3 0-2-15,-2 1 3 16,0-2-3-16,-1 0 1 16,2 2-1-16,-3 1 2 15,-2-2-1-15,-1 2 0 16,-1 0 1-16,1 0-2 15,-1 0 1-15,1 0 0 16,-1 0 0-16,1 0 0 16,1-1 1-16,1 0-2 15,0-1 2-15,2 1-1 16,-2-1 0-16,0 1 1 16,-2 0-1-16,-4 1-1 15,2 0 1-15,-3 0 0 16,0 0-1-16,0 0 1 15,3 0 0-15,-1 0 0 16,1 0 1-16,1 0-1 16,3 0 0-16,-1 0 0 15,2 0 0-15,0-3 0 16,2 2 0-16,-3 1-2 16,0-1 2-16,3-1-1 0,-2 2 0 15,-2 0 1 1,4 0 0-16,-6 0-1 0,1 0 1 15,2 0-1-15,-2 0 1 16,-1 0 2-16,0 0-1 16,2 0-2-16,-2 0 2 15,-1 0-1-15,2 0 1 16,-1 0 0-16,0 0-1 16,1 0 1-16,0 0 1 15,0 0-1-15,2 0 1 16,-2-1-2-16,0 1 1 15,0-3-1-15,-2 3 0 16,2 0 0-16,-2 0 1 16,-1 0-1-16,1-1 1 15,1 1 3-15,-2 0-3 16,2 0 1-16,-2 0 0 16,-2 0 0-16,0 0-1 15,0 0-1-15,-1 0 0 16,1 0 0-16,0 0 1 15,-1 0-1-15,3 1 2 16,-4-1 4-16,3 3-2 16,-5-3-1-16,3 0 4 15,-3 0-2-15,1 0-1 16,0 0 3-16,1 0 0 16,0 0 0-16,1 0-2 15,-1 0 1-15,0 0 1 16,-2 0-1-16,-1 0 1 15,-3 0-3-15,1 0 1 16,-5 0-2-16,2 0 0 16,-4 0-2-16,1 0 1 15,-3 0-1-15,0 0 0 0,1 0 0 16,-2 0 0-16,-1 0-1 16,0 0 0-16,0 0 0 15,0 0-2-15,0 0-12 16,0 0-20-16,-8 0-26 15,-10 0-64-15,-7 0-188 16,-5-3-391-16</inkml:trace>
  <inkml:trace contextRef="#ctx0" brushRef="#br0" timeOffset="2362.28">21171 874 599 0,'0'-1'132'0,"0"1"0"16,0-2-11-16,0 2-24 16,0 0-23-16,0 0-24 15,0 16-28-15,0 7 3 16,0 8 34-16,0 6-13 16,0 5-8-16,0 3-1 15,0-3-8-15,0-1-6 16,0-2-13-16,0-5-4 15,0-3-2-15,0-5 0 16,0-6 0-16,1-5-2 16,2-5-3-16,-2-5 4 15,1-3-3-15,-2-2 0 16,0 0-3-16,0-14 6 0,0-8-6 16,0-10-5-1,0-7 1-15,0-3-4 0,0-5 3 16,0 4 3-16,0 0-3 15,0 8 4-15,0 3 4 16,0 9-2-16,0 6 1 16,0 5 1-16,0 3-1 15,0 6 0-15,0 2-1 16,0 1-1-16,0 0-2 16,5 10-4-16,4 9 12 15,5 5 9-15,1 5 6 16,5 3-1-16,5 4-1 15,1-3 1-15,6-1 3 16,3-2-4-16,3-4-2 16,1-3-2-16,-3-7-4 15,-1 0-3-15,-5-5-3 16,-4-3-1-16,-6-3-3 16,-5-3-21-16,-4-2-19 15,-3 0-20-15,-7-7-16 16,-1-9-49-16,0-6-75 15,0-5-117-15,-9-7-191 16</inkml:trace>
  <inkml:trace contextRef="#ctx0" brushRef="#br0" timeOffset="2625.25">21485 707 888 0,'0'0'121'0,"0"0"-53"16,0 0-26-16,0 0 68 16,12 74-10-16,-2-32-37 15,0 5-16-15,0 2-16 16,0 1-17-16,0-2-7 16,-1-3-7-16,1-1 1 15,-1-8-1-15,-2-7-3 16,-1-4-18-16,-2-5-27 15,1-7-37-15,-2-5-69 16,-2-7-108-16,0-1-135 16</inkml:trace>
  <inkml:trace contextRef="#ctx0" brushRef="#br0" timeOffset="3095.15">21762 1138 748 0,'0'0'66'16,"0"0"99"-16,0 0-55 16,0 0-34-16,82 4-7 15,-62-4-18-15,1-8-10 16,-2-3-18-16,-2-1-9 15,-3-3-5-15,-3 0 0 16,-4 0 1-16,-5-2 0 16,-2 4-4-16,0 0-4 0,0 1 6 15,-6 4 0 1,-8 4-6-16,-3 3-2 16,-4 1 2-16,-4 5-4 0,0 13 0 15,0 5-1-15,2 6 3 16,3 1 1-16,6 1 3 15,8 0-3-15,4-3 2 16,2-1-2-16,5-2 3 16,13-1 0-16,5-6-2 15,3-3 1-15,1-7-2 16,2-4-4-16,0-4-15 16,-3 0-36-16,0-5-60 15,-3-9-65-15,-3-3-89 16,-5-2-109-16</inkml:trace>
  <inkml:trace contextRef="#ctx0" brushRef="#br0" timeOffset="3615.1">22135 1066 712 0,'0'0'69'15,"0"0"72"-15,0 0-30 16,0 92-17-16,0-69-28 16,0-2-18-16,10-3-20 15,1-1-7-15,3-6-2 16,0-3-6-16,-1-3 0 0,3-4-2 16,-1-1-2-1,-1 0-4-15,0-2-4 0,-2-10-2 16,-2-1-5-1,-1-1-8-15,-2 1-7 0,-3 2-2 16,2 5 0-16,-3-2 7 16,-1 6 6-16,3 2 5 15,1 0-6-15,1 0 0 16,2 0 9-16,5 12 1 16,2-3 2-16,0 2 5 15,3-1 9-15,3 0 13 16,1-5-1-16,0-1 9 15,-1-3-7-15,-1-1 6 16,-1 0 5-16,-1-2-6 16,-3-10-4-16,-4-3-2 15,-4-3-9-15,-1-5-7 16,-7-5-7-16,0-4-2 16,-1 0-10-16,-16-2-11 15,-5 3-12-15,-3 2-11 16,-4 6-21-16,1 4-42 15,0 8-65-15,2 1-85 16,6 3-168-16</inkml:trace>
  <inkml:trace contextRef="#ctx0" brushRef="#br0" timeOffset="3967.88">22846 755 738 0,'0'0'89'0,"0"68"84"16,0-22-65-16,0 5-24 16,0 1-4-16,0 0-31 15,1-2-28-15,2-5-5 16,1-3-7-16,-1-10-7 16,3-5-1-16,-3-4-3 15,0-6-62-15,-3-6-81 16,0-8-55-16,0-3-149 15</inkml:trace>
  <inkml:trace contextRef="#ctx0" brushRef="#br0" timeOffset="4780.05">22636 1021 897 0,'0'0'83'16,"0"0"65"-16,0 0-64 16,116-6-41-16,-71 6-5 15,2 0-20-15,0 0-11 16,-4 6-7-16,-9 5-1 16,-5 4-2-16,-8 3-2 0,-7 1 2 15,-4 3 3 1,-4 1-2-16,1 0 1 0,-1 0 0 15,0-2 0-15,3-1 0 16,0-5-8-16,0-3-15 16,1-2 0-1,3-6-5-15,0-4-9 0,-1 0 8 16,1 0 14-16,-4-8 6 16,-2-6 5-16,-2-4-8 15,-3-2-16-15,-2-3-2 16,0-2-6-16,0 2 28 15,0 0 3-15,-9 1 3 16,1 3 4-16,-3 4 2 16,0 1 4-16,2 6 2 15,3 3 4-15,2 2-4 16,1 1-7-16,3 2 5 16,0 0-3-16,0 0 3 15,13 6-1-15,4 6 10 16,4 4 4-16,0 1 3 15,4 4 2-15,-3-2 1 16,-1 0 7-16,-1-2 6 16,-6-4 6-16,-2-1-14 15,-4-5-13-15,-2-2-2 16,-3-3-2-16,-1 0 2 16,-2-2-8-16,5 0 1 15,0 0 9-15,1-12 4 16,4-6-19-16,1-4-1 15,3-3-5-15,-1 0-9 0,1-1-5 16,2 4-6 0,-1 5 7-16,-1 4 9 15,2 5 4-15,-1 6 0 16,0 2 0-16,1 0 3 16,1 14 5-16,-2 5 8 0,2 7 6 15,-1 3 6-15,2 1 4 16,0 1 12-16,-3-3-4 15,2-1-20-15,-4-4-6 16,-1-4-9-16,-2-2-4 16,-3-8-37-16,-4-3-51 15,-3-6-108-15,0 0-252 16</inkml:trace>
  <inkml:trace contextRef="#ctx0" brushRef="#br0" timeOffset="10459.62">24638 972 416 0,'2'0'74'0,"-2"0"46"15,0 0 3-15,0 0-22 16,0 0 0-16,0 0-18 16,0 0-33-16,0 0-12 15,0 0-8-15,0 0 1 16,0 0 2-16,0 0 6 16,0 0-5-16,0 0-6 15,0 0 4-15,0 0-3 16,0 0-6-16,-2 0-1 15,-10 0-15-15,-3 0-7 16,-1 3-1-16,-5 3-1 16,1 4 1-16,4-2-1 15,2 3 0-15,5-1 1 16,3-2 0-16,5 0-2 16,1-1-4-16,0-1 5 15,1 0 1-15,10-2 0 16,1 2-2-16,0-4 0 15,-2 1 4-15,-1 0 0 16,-3-2-3-16,-6 2 1 16,0 0-3-16,0 1-1 0,0 3 0 15,0-2 6-15,-3 1 3 16,-3-1 1 0,5-1 1-16,1 0-2 0,0 0 1 15,0 0 1-15,0 2 4 16,7-1 5-16,1-1-2 15,0 1-1-15,-1 0-6 16,0-1-5-16,-3-1 1 16,-1 0-2-16,-1-2-2 15,-1 1-19-15,1-1-15 16,4-1-6-16,-2 0-24 16,4 0-36-16,4-1-46 15,-2-12-123-15,2-4-252 16</inkml:trace>
  <inkml:trace contextRef="#ctx0" brushRef="#br0" timeOffset="10793.21">24617 709 832 0,'0'0'88'0,"0"0"-23"0,0 0 38 16,0 0 16-1,17 89-21-15,-7-45-30 0,1 7-4 16,-1 8-16 0,1 0-4-16,0 1-6 0,1-1 1 15,-1-2-5-15,2-10 0 16,-3-5-17-16,1-7-10 15,-3-10-5-15,-4-6-1 16,1-8-9-16,-4-8-48 16,-1-3-34-16,0-2-10 15,0-14-94-15,0-6-268 16</inkml:trace>
  <inkml:trace contextRef="#ctx0" brushRef="#br0" timeOffset="11658.95">25335 891 757 0,'0'0'125'0,"0"0"27"15,0 0-59-15,0 0-25 16,12 17 18-16,-7 4-26 16,-2 6-17-16,1 2-9 15,0 6-1-15,-1 0-8 16,0 0-2-16,0-2-3 15,0-3-6-15,2-2-4 16,1 1-1-16,3-5 2 0,-1-2 4 16,3-4-3-1,0-3-6-15,4-3 0 16,2-4 6-16,-1-4-1 0,5-3 5 16,2-1-1-16,1 0-4 15,-1 0-5-15,-3-1-2 16,-3-6-3-1,1 0-1-15,-7 1-17 0,1-3-21 16,-4 1-24-16,1 0-26 16,-1-1-30-16,0-1-79 15,-2 2-112-15,-2-3-112 16</inkml:trace>
  <inkml:trace contextRef="#ctx0" brushRef="#br0" timeOffset="12143.84">25814 1175 782 0,'0'0'171'16,"0"0"-38"-16,0 0-52 15,0 0 0-15,85-8-20 16,-71 0-26-16,1-2-14 16,-7 3-3-16,0-5-2 15,-4 1-2-15,-1-1-5 16,-3-1-2-16,0 3-3 16,0-1-2-16,0 1 5 15,-9 3 0-15,-2 2-5 16,-5 3 0-16,0 2-3 0,-7 0 0 15,0 6-2 1,-1 9 1-16,1 3-1 0,5 4 3 16,2-1 1-1,7 4 1-15,3 0 4 0,6-2-1 16,0-1-2 0,7 1 3-16,9-4 1 0,9-2 0 15,4-4-2-15,3-5-4 16,4-4 1-16,3-4-5 15,1 0-18-15,-2-5-29 16,-2-11-54-16,-4-2-80 16,-8-1-86-16,-2-7-102 15</inkml:trace>
  <inkml:trace contextRef="#ctx0" brushRef="#br0" timeOffset="12333.94">26251 1080 717 0,'0'0'107'16,"0"0"73"-16,0 0-12 16,15 91-44-16,-8-60-33 15,3 0-31-15,1-4-22 16,0-4-23-16,-2-5-11 16,0-5-2-16,-1-6-30 15,-5-7-56-15,-3 0-102 16,0-16-210-16</inkml:trace>
  <inkml:trace contextRef="#ctx0" brushRef="#br0" timeOffset="12494.17">26319 869 1056 0,'0'0'48'0,"0"0"-8"16,0 0-45-16,0 0-44 15,0 0-117-15,0 0-112 16,-23 5-344-16</inkml:trace>
  <inkml:trace contextRef="#ctx0" brushRef="#br0" timeOffset="13262.15">26416 804 875 0,'0'0'41'0,"0"0"64"0,1 74 32 15,4-35-14-15,-2 6-32 16,2 2-29-16,0-1-18 15,3-3-21-15,-1-7 0 16,4-3-3-16,-1-7-6 16,0-7-5-16,-1-5 2 15,1-5-6-15,0-6-3 16,3-3 0-16,4 0 3 16,2-14-5-16,4-4-5 15,0-1-13-15,1 1-4 16,-3 2 5-16,-2 5 7 15,-5 3 4-15,-1 4 4 16,-1 4 0-16,-2 0-2 16,-2 0 6-16,0 12 9 15,-2 2 3-15,-2 1 3 16,0 1 0-16,-1-2 6 16,-3-2 3-16,0 1-2 15,0-5-4-15,-10 0-6 16,-5-1-7-16,-6-3-7 15,-4-1-24-15,-4-3-25 16,1 0-24-16,0 0-32 16,5-4-110-16,4-11-213 15</inkml:trace>
  <inkml:trace contextRef="#ctx0" brushRef="#br0" timeOffset="13833.96">26893 1142 1002 0,'0'0'186'15,"0"0"-53"-15,0 0-53 16,40 87-16-16,-34-73-22 16,-2-2-18-16,0-7-10 15,-2-1-6-15,-1-4-4 16,1 0 3-16,1 0 5 15,0-15 1-15,1-4-14 16,6-6-11-16,-1-3-3 16,1 0-13-16,3 2 8 15,0 5 4-15,0 3 2 16,0 5 4-16,1 8 2 16,-2 4 5-16,-4 1 0 15,2 0-8-15,-1 12 7 16,-2 3 12-16,1 4 8 15,0 1-3-15,-1-2-2 16,1-1-8-16,-4-2-1 16,0-7-11-16,1-3-31 15,5-5-39-15,-2 0-58 16,3-1-16-16,6-14-47 16,-2-2-16-16,5-2-11 0,-2-2 81 15,-2 3 45 1,0 3 124-16,-4 5 94 0,-4 3 49 15,1 7 41-15,-3 0-74 16,-3 0-1 0,2 14-6-16,0 4-29 0,3 2-12 15,0 2-17-15,-1 2-32 16,2-2-26-16,0-1-7 16,-1-4-3-16,-1-3-18 15,-2-5-55-15,-3-6-107 16,0-3-208-16</inkml:trace>
  <inkml:trace contextRef="#ctx0" brushRef="#br0" timeOffset="13990.06">27388 794 757 0,'0'0'-3'15,"0"0"-3"-15,0 0-124 16,0 0-123-16</inkml:trace>
  <inkml:trace contextRef="#ctx0" brushRef="#br0" timeOffset="14247.95">27560 697 645 0,'0'0'155'0,"0"0"43"0,20 110-53 15,-10-61-36-15,2 5-28 16,-1-2-26 0,1-1-21-16,-2-3-18 0,0-5-10 15,-6-5-4-15,1-10-3 16,-5-7-18-16,0-6-50 15,0-7-27-15,-2-8-55 16,-8 0-43-16,-7-8-160 16</inkml:trace>
  <inkml:trace contextRef="#ctx0" brushRef="#br0" timeOffset="14745.43">27492 975 912 0,'0'0'140'15,"0"0"-29"-15,0 0-25 16,0 0-40-16,0 0-22 16,101-18-20-16,-75 17-4 15,3-3-26-15,1 0-51 16,2-3-66-16,-2 0-55 16,2-1 2-16,0-1 10 15,-5 2 106-15,-1 5 70 16,-7 0 11-16,0 2 44 15,-6 0 86-15,0 0 33 16,-2 0-17-16,0 4-7 16,3 2-14-16,-3 2-21 15,4 2-27-15,-4 1-24 16,1 0-11-16,-2 2-6 16,-1 1-17-16,-6 4-10 15,-3 2-4-15,0 2 1 0,-3 2 3 16,-10 3-2-1,-3-2-3-15,3-1-4 0,0-1 1 16,6-2-3-16,4-3 1 16,3 0 1-16,0-2-2 15,3 0 1 1,14-3 2-16,2-2 4 0,7-2 3 16,0-2-1-16,3-5-5 15,-2-2-3-15,-4 0-16 16,-1-2-25-16,-5-10-36 15,-5-2-68-15,-8-6-149 16,-4 0-174-16</inkml:trace>
  <inkml:trace contextRef="#ctx0" brushRef="#br0" timeOffset="14934.98">27879 1099 1049 0,'0'0'79'16,"0"0"52"-16,0 0-29 16,89 0-43-16,-61 0-36 15,-2 0-17-15,-5 0-8 16,-3 0-34-16,-5-5-71 16,-3-2-162-16,-4-3-323 15</inkml:trace>
  <inkml:trace contextRef="#ctx0" brushRef="#br0" timeOffset="19798.62">21771 2081 732 0,'3'-8'123'16,"-1"0"15"-16,-1-4-39 16,1 1-20-16,-2-1-13 15,0-3-24-15,0 0-14 16,-8 0-7-16,-2 1-11 16,-6 5-7-16,0 2-3 15,-4 7-3-15,-3 0-3 16,0 0 1-16,1 18 0 15,1 7 3-15,3 4 0 16,10 10 1-16,5 5-1 16,3 3 4-16,0 3 3 15,6 2 13-15,11 0 11 16,0-3-12-16,0-3 2 16,-2-5 1-16,2-4-4 15,-6-4-3-15,-2-6 7 16,-1-1-3-16,-3-7-7 15,-2-2-6-15,0-6-3 16,-3-1 0-16,0-4-1 0,0-4-12 16,0 0-22-1,0-2-18-15,0 0-31 0,0 0-67 16,-6-7-162-16,-2-4-159 16</inkml:trace>
  <inkml:trace contextRef="#ctx0" brushRef="#br0" timeOffset="20013.45">21540 2414 1052 0,'0'0'40'0,"0"0"94"16,0 0-60-16,88 0-41 15,-57-2-25-15,1 2-5 16,-1-6-34-16,-3 0-106 16,-5-5-198-16,-5-1-506 15</inkml:trace>
  <inkml:trace contextRef="#ctx0" brushRef="#br0" timeOffset="21019.46">22205 1935 860 0,'0'0'158'16,"0"0"-45"-16,0 0-46 16,0 0-29-16,-2 38 7 15,-5-9-8-15,-5 2 7 16,4 2-25-16,-3-2-13 15,3-5-4-15,2-4-2 16,3-5-29-16,0-4-57 16,3-5-92-16,0-7-123 15,0-1-177-15</inkml:trace>
  <inkml:trace contextRef="#ctx0" brushRef="#br0" timeOffset="21404.45">22529 2034 797 0,'0'0'106'16,"0"0"4"-16,-49 82-16 15,29-42-24-15,4 3-9 16,3 2-11-16,5 0-10 16,5-1-11-16,3-4-7 15,0-3-6-15,7-4-2 16,9-4-4-16,0-4-5 15,1-5-5-15,-1-5 1 16,0-4-19-16,-2-6-22 16,-1-2-44-16,0-3-71 15,-4 0-85-15,-1-9-141 16</inkml:trace>
  <inkml:trace contextRef="#ctx0" brushRef="#br0" timeOffset="21671.86">22645 2291 901 0,'0'0'169'16,"0"0"-52"-16,0 0-21 15,74 78-26-15,-50-55-20 16,1-1-15-16,-1-2-14 15,-1-5-10-15,-4-3-8 16,-3-2-3-16,-6-5-14 16,-1-2-35-16,-6-3-23 15,0 0-57-15,-3-1-53 16,0-13-160-16,0-4-339 16</inkml:trace>
  <inkml:trace contextRef="#ctx0" brushRef="#br0" timeOffset="21868.93">22821 2323 795 0,'0'0'104'16,"0"0"64"-16,-45 89-58 16,32-63-49-16,5-4-36 15,3-6-20-15,1-4-5 16,1-5-25-16,3-4-62 15,0-3-90-15,0 0-97 16,0-18-269-16</inkml:trace>
  <inkml:trace contextRef="#ctx0" brushRef="#br0" timeOffset="22185.02">22900 1888 799 0,'0'0'127'16,"0"0"56"-16,80 114-67 16,-45-63-34-16,-2 4-11 15,-3 2-20-15,-1-1-17 16,-7-3-11-16,-8-4-5 15,-2-3 6-15,-8-5-9 16,-4-4-8-16,0-4-6 16,-12-3-6-16,-12 0-21 15,-8-3-32-15,-1 0-55 16,0-8-105-16,2-7-6 16,2-8-388-16</inkml:trace>
  <inkml:trace contextRef="#ctx0" brushRef="#br0" timeOffset="23369.31">26163 2124 633 0,'0'0'114'16,"0"0"26"-16,0 0-43 16,0 0-19-16,-8-28-24 15,-9 21-21-15,-3 3-13 16,-6 4-14-16,-2 0-6 15,-4 6 0-15,-3 9-2 16,2 6 1-16,3 4 0 16,7-1 0-16,3 2 0 15,11 0-1-15,9-3 1 16,0-4-2-16,5-4 4 16,16-2 12-16,3-9 4 15,5-4 4-15,3 0-7 16,2-4 5-16,0-13-2 15,-3-8-6-15,-2-4-7 16,-4-7-2-16,-5-6-7 16,-5-2-19-16,-8-4-9 15,-4 1 3-15,-3-1 7 16,0 5 11-16,-5 4 9 16,-6 7-2-16,-1 4 5 15,-2 10 4-15,2 8 3 16,-2 7 7-16,4 3-4 0,-3 5-8 15,5 17 6-15,3 7 3 16,3 7 33-16,2 6 7 16,0 4-7-16,6 0-1 15,10 1-12-15,4-3-10 16,3-2-5-16,2-7-9 16,-2-5-4-16,-1-5-2 15,-2-4-14-15,-2-10-42 16,-2-6-47-16,-1-2-78 15,-2-3-119-15,-1-3-257 16</inkml:trace>
  <inkml:trace contextRef="#ctx0" brushRef="#br0" timeOffset="23873.02">26425 2130 852 0,'0'0'32'0,"0"0"86"16,0 0-18-16,0 0-37 16,8 71-18-16,1-56-5 15,-2-1-12-15,3-2-9 16,3-6-6-16,0-2-1 16,2-1-4-16,-1-3-10 15,1 0-4-15,-1-12-1 0,-1-3-2 16,0-3-9-1,-3-5-4-15,-1-2-3 0,-1 1-10 16,-3 0 4 0,-1 4 11-16,-1 4 3 15,0 4 14-15,-3 8 3 0,0 4 7 16,0 3 2-16,1 13-11 16,4 13 34-16,5 9 12 15,3 5 19-15,4 8 7 16,6 5 16-16,5 1-17 15,1 2-20-15,-2-7 5 16,-3-1-11-16,-5-9-8 16,-7-7-12-16,-6-12-10 15,-6-3-4-15,-3-8 2 16,-23-4 7-16,-10-3-6 16,-10-5-15-16,-5 3-13 15,-8-3-14-15,-4 0-11 16,3 0-26-16,1 0-33 15,7 0-16-15,7 1-40 16,6-1-73-16,10 0-179 16</inkml:trace>
  <inkml:trace contextRef="#ctx0" brushRef="#br0" timeOffset="24186.83">25814 2487 838 0,'0'0'101'0,"106"-8"105"15,-24 2-77-15,11 1-37 16,13-2-24-16,-1 2-26 16,-4 1-20-16,-8-3-12 15,-18 1-14 1,-15 1-14-16,-16 0-58 0,-15-1-96 16,-17-1-194-16,-10 3-422 15</inkml:trace>
  <inkml:trace contextRef="#ctx0" brushRef="#br0" timeOffset="24936.74">26274 3092 754 0,'0'0'64'0,"0"0"80"0,0 0-55 16,0 0-44-16,0 0-11 15,-56-16-18-15,30 23-8 16,0 9-7-16,-2 4 1 16,3 1-1-16,4-1 0 15,7 2 2-15,3-6 5 16,8 1-5-16,3-2 2 15,0-3 1-15,9-2 3 16,10-5 0-16,6-2 5 16,5-3-1-16,1 0 1 15,2-14-4-15,-4-9-3 16,-3-2-2-16,-6-10-2 16,-7-4-13-16,-4-6-16 15,-6-7-14-15,-3-4 0 16,0-1 3-16,0 3 10 15,0 5 15-15,-8 10 6 16,-1 8 7-16,2 11 10 16,-1 11 18-16,-1 9-6 15,2 0-10-15,-2 19-16 16,3 12 3-16,5 12 12 16,1 5 28-16,0 6-1 15,4 1 12-15,15-3-7 16,4-4-8-16,3-7-6 15,3-4-9-15,-1-8-11 16,0-9-5-16,0-3-3 16,-2-10-5-16,-6-6-18 15,-3-1-10-15,-1-3-25 16,-7-13-49-16,-3-5-87 0,-5-4-122 16,-1 0-202-1</inkml:trace>
  <inkml:trace contextRef="#ctx0" brushRef="#br0" timeOffset="25132.19">26567 3028 654 0,'0'0'210'15,"0"0"-30"-15,0 0-45 16,99 69-15-16,-68-50-45 16,3-1-26-16,-3-3-17 15,-3-1-17-15,-2-3-11 16,-9-3-4-16,-1-6-23 15,-3-2-32-15,-1 0-42 16,-5-2-67-16,-1-14-123 16,-5-4-213-16</inkml:trace>
  <inkml:trace contextRef="#ctx0" brushRef="#br0" timeOffset="25305.36">26813 3047 735 0,'0'0'58'16,"0"0"119"-16,-84 82-65 16,57-49-61-16,1-1-36 15,3-3-13-15,5-2-11 16,4-2-67-16,4-7-86 16,4-6-122-16</inkml:trace>
  <inkml:trace contextRef="#ctx0" brushRef="#br0" timeOffset="33249.53">22216 1670 239 0,'0'-3'36'15,"0"2"23"-15,-3-3-18 16,0 1 9-16,-2-1-6 16,0 4 4-16,-1-3 10 15,-4 0-40-15,0 3 3 16,-2 0-3-16,1 0 9 16,-2-1-5-16,-1 1-8 15,1 0-4-15,2-1-5 16,-1 0-1-16,1-1 1 15,1 1-1-15,0-2-1 16,-1 0-2-16,-1 1-1 16,1-1 0-16,-3 1 0 15,0 0 1-15,-2 2-1 16,0 0 0-16,0 0-1 16,-4 0 1-16,2 0 0 0,0 0 0 15,-1 0-1 1,3 4-3-16,-1-1 5 0,0 1 2 15,-1 0-3 1,0 1 0-16,-1 2 1 0,-1 1 0 16,1 2 1-16,-1-2-1 15,-2 3 1-15,3 0 0 16,-2-1-1-16,0 3-1 16,-2-1 0-16,3 2 0 15,0 0 0-15,-2 1 0 16,3 0 0-16,2 1 0 15,0-1 0-15,2 0 1 16,2 2 4-16,-2-3-3 16,1 1 1-16,2 0 0 15,-3 1-1-15,-1 0-2 16,2 1 0-16,-2 1 1 16,1 1-1-16,1-1 0 15,-2 2 0-15,4-5 0 16,0 2 0-16,3-1 0 15,0-2 0-15,5-1 0 16,-2 1 0-16,3 0 0 16,2-1-1-16,-1 1 1 15,2 0 0-15,-1-1 0 16,1 1 0-16,0-1 0 16,0 3 1-16,0-3-1 15,0 2 1-15,0-3-2 16,0 3 1-16,0 1 0 0,0 0-1 15,0 3-3 1,0-3 1-16,0 4-5 16,0-4 6-16,0 0 1 15,0 0-11-15,0 0 8 16,0-3-9-16,0 1 0 16,0-2 12-16,3-1-2 0,1 1 1 15,4-2 1-15,0-1 1 16,-1 1 0-16,-1-1 0 15,2 0 0-15,-2-2-1 16,-1 3 1-16,-1-3-12 16,2-2-5-16,1 3 4 15,0 2-2-15,0-1 5 16,2 3 2-16,4-1 6 16,-1-1 1-16,1 0 1 15,1-2 0-15,-1 0 3 16,1 0-3-16,-2-3 1 15,-2 2-1-15,0-3 0 16,-1 0-1-16,1 2 2 16,0-4 0-16,3 2 2 15,0 1 7-15,0 1-3 16,0-2-3-16,3 3-1 16,-3-1-2-16,1 2 0 15,0 0 1-15,1 0-2 16,-2-1 0-16,5 2 0 15,-2-2 1-15,2 2 4 16,0-2 11-16,2 0 0 16,0 0-15-16,1-3 0 15,-1 1 0-15,1 0-1 16,-5-1 0-16,3 3 1 16,-3-4-2-16,-2 3 1 0,2 0 0 15,-3-1 0 1,3-1 2-16,0 0 9 0,1 0 6 15,2-4-2-15,4 3-2 16,-1-2 3-16,5 1-8 16,4-1 0-16,0 0-6 15,1 2-1-15,0 1-1 16,1-3 0-16,-5 2 0 16,-2 1 0-16,0-4 0 15,-3 2 1-15,0-1 7 16,-1-1 9-16,-1 0-5 15,1 0-9-15,-2 2 3 16,3-1-5-16,-1 0-1 16,-3 1 0-16,2 1 0 15,-2-2-1-15,-2 2 1 16,-1-1-2-16,0 0 2 16,1-1-1-16,-1 2 2 15,2-3 1-15,2 0-1 16,0 0 1-16,0 0-1 15,2 0-1-15,-2 0 1 16,0 0-2-16,0-3 2 16,-1 2-2-16,-1 1 2 15,1-4-2-15,-1 2 1 16,2 0 1-16,-2-3 0 16,3 3-1-16,-1-3-1 15,1 1 1-15,2 0 1 16,-2-1-1-16,1 1-1 15,-1-2 2-15,-3 0-2 16,0 1 1-16,-3 0 0 16,-3 0 1-16,2-1 0 15,-2 2 0-15,0-1 10 0,0-4 4 16,3 2-6-16,1-1-2 16,-2 0-5-1,5-2-1-15,-3 1 1 0,1-1-1 16,-2 1 0-16,-2 1-1 15,-2 0 1-15,-2 0 2 16,0-2 1-16,-5 1 3 16,0-3-1-16,1 2 3 15,-1-3-7-15,3 0-1 16,-3 0-1-16,4-3-1 16,-2 0 1-16,-1 1-6 15,1-3-3-15,1 1-5 16,-2 1 8-16,-1 0 3 15,-1 1 4-15,-2 0-1 16,2-1 4-16,-3 2 0 16,0 0-1-16,0 0 4 15,0 2 0-15,0-2 4 16,0-1-10-16,-1-2 1 16,-4-1-1-16,0-4 0 15,0 0 3-15,2-3 9 16,2-2 2-16,-2 3 12 15,0 0 1-15,0-1-8 16,-1 2 3-16,-2 0-2 16,0 1-3-16,-3 0-6 15,1 2-1-15,-1-1-5 0,-1 1-2 16,-1 2 3 0,1-2-2-16,-1 5-2 15,-1 1 2-15,-2 0 4 0,2 3 0 16,-1-4-3-16,-5 3-3 15,4-1-2-15,-2 0-1 16,0-1 1-16,-3 1-2 16,3 1 1-16,-4 0 1 15,2-1-1-15,0 2 0 16,1 0-1-16,-1 1 0 16,0 1 0-16,2 0 2 15,-2 0 0-15,1 0 0 16,0 2 1-16,-2-1 0 15,4 1-2-15,-3 1 3 16,0-3 4-16,0 2-4 16,-2 2-2-16,2-3 0 15,-1 2-2-15,0 1 2 16,2-1 3-16,-1 0-2 16,2 1-1-16,-3 0 1 15,1-1-2-15,-2 2-2 16,-3 0 3-16,3 0-1 15,-5 1-2-15,4 1 4 16,-4 0-1-16,5-2-2 16,-2 1 4-16,-1 0 0 15,4 1 3-15,1-1 5 16,1 1-4-16,2-1 5 16,0 0 5-16,0 2 1 15,3-2-13-15,-4 1 4 16,1 0-5-16,-2 2-4 15,-3 0-1-15,-2 0 0 16,-4 0-3-16,0 2 5 16,1 5-1-16,-3-1-2 0,3 0 3 15,2 0 1-15,0 1-2 16,3-3 0-16,1 0 2 16,3-1-1-16,6 1-1 15,1-2 0-15,4 0-1 16,2 0-1-16,3-1-33 15,0 0-23-15,0 2-58 16,0-2-105-16,5-1-44 16</inkml:trace>
  <inkml:trace contextRef="#ctx0" brushRef="#br0" timeOffset="48166.79">16939 5634 121 0,'53'-32'28'0,"5"0"15"16,-6 0-8-16,3 0 0 16,-2 1 11-16,-3 3-4 15,-3 1-16-15,-2 3-16 16,-2 1-8-16,-2 2-3 15,-4 3 1-15,-1 2 0 16,-1 0-5-16,-5 3-11 16,2 2-1-16,-3-1-28 15,0-1-39-15,-4 2-26 16</inkml:trace>
  <inkml:trace contextRef="#ctx0" brushRef="#br0" timeOffset="49025.21">18289 4667 303 0,'0'0'49'0,"80"-43"-23"15,-34 18 8-15,3-2-6 16,-1-2-5-16,5 0-10 16,2-2-11-16,0-2-1 15,3 1 0-15,1-1 7 16,-4 7 2-16,-1-2-4 16,-6 6-6-16,-3 4 0 15,-6 3-6-15,-4 3-2 16,-5 1 0-16,-4 1 6 15,-6 2 0-15,-4 1-6 16,-6 3-21-16,-1 1-21 16,-5 2-16-16,-2 1-60 15,-2 0-52-15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7:01:01.59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7829 2452 91 0,'0'0'29'0,"0"0"18"16,0 0 7-16,0 0-6 16,0 0 10-16,0 0-8 15,0-3-1-15,0 3-21 16,0 0-3-16,0-2-1 16,0 1-6-16,0 0 19 15,0-1 1-15,0 2-11 16,0-1-10-16,-3 0-7 15,1-1-1-15,-1 2-5 16,2-1-1-16,-3 0 0 16,1-2-3-16,0 0 1 15,-1 2 1-15,-1-2 0 16,1 0-1-16,-2 0-4 16,2 1 4-16,1-1-2 15,-3-1-1-15,1 2 1 16,-1 0-6-16,0 2-8 15,0 0 1-15,-1 0 1 16,-2 0 5-16,2 0 8 16,0 0 0-16,-1 0-1 15,-2 4 0-15,2-2 2 16,2 0-1-16,-4-1 1 0,3 2 0 16,-2 0-1-16,2 0-2 15,-5 1 0-15,1 1-13 16,2 1 3-16,-2 0 2 15,-1-1 2-15,3-1 6 16,-2 0 2-16,2 0 0 16,2 0-1-16,-3 0 1 15,2 2 0-15,0-3 0 16,2 1 0-16,0 2 0 16,-2-2 1-16,0-1-2 15,-1 2 1-15,-2-1 0 16,1 2 0-16,0 0 0 15,-3-2 1-15,3 2-1 16,-2 0 1-16,-1 1-1 16,2-1 0-16,-2 2-2 15,3-1 4-15,-2 0-1 16,2-3-1-16,0 3-1 16,1-1 2-16,1 1-1 15,-1-3 0-15,-1 5 1 16,-2-1-2-16,5 0 0 15,-3-1 3-15,1 0 2 16,-2 2-2-16,2-3-1 16,0 1 0-16,1 0-2 15,-1 1 2-15,2-1-1 16,1 1 0-16,1-2 1 16,0-3-2-16,2 3 1 15,0-2 0-15,0 0 1 16,0 0-1-16,0 3 2 15,-1 1-1-15,-3 0 16 16,1 0-10-16,0 2-6 0,0 1 1 16,1-3-2-16,0 3 0 15,0-3 0 1,0 2 0-16,-1-1 1 16,4 1-1-16,-1-2 1 15,1-1-1-15,1 0 0 0,1-2 1 16,0-1 5-16,0 0-3 15,0 0-3-15,0 0-2 16,0 3-1-16,0-2 4 16,0 4 0-16,0 1 0 15,0-2 0-15,0 3 1 16,0-1-1-16,0-2 0 16,0 3-2-16,0-5 0 15,1 1 3-15,1 0-5 16,1 0 2-16,1-3 0 15,-1 1 4-15,0 1-3 16,-2 1 2-16,3 0 0 16,-2 3 0-16,-1-1-4 15,1 3 4-15,-1-2-1 16,1 3-1-16,0-3 0 16,0 3 1-16,1-5-2 15,-2 3 2-15,1-3-3 16,1 0 3-16,0 1-1 15,-2-3 0-15,1 1 1 16,2 0-2-16,-3-1 1 16,2 0-3-16,0 1-2 15,1 0-2-15,1-1 5 16,1 1-19-16,-1 0 13 0,1 2 8 16,-2-3 1-1,-2 1 0-15,1-1-1 0,0-2 2 16,-1 2-2-16,0-3 0 15,1 0 0-15,0-1-4 16,0 1 3-16,1 1 1 16,0 0 1-16,2 2-1 15,-2-1 1-15,4 4 0 16,1 0-1-16,-1 1 0 16,1 1 2-16,1-1 17 15,0 0-16-15,-3-1-2 16,2 0 1-16,-3-1-2 15,2-1 0-15,1 0 2 16,-2-2-2-16,3 3-4 16,-1-1 2-16,1 0 0 15,-3 1 4-15,2-1-1 16,-1-2-3-16,0-1 1 16,-1 0-1-16,1-1 1 15,0 0-1-15,1-1 3 16,-1-1 0-16,1 2 1 15,-2-2 0-15,2 2-2 16,-1-3 0-16,1 1 1 16,-2-1-1-16,1 0-1 15,1 0 2-15,0 0 0 16,0 1 0-16,1-1 3 16,-3 1-3-16,0-1-1 15,1 2 1-15,-2 0 0 16,2-2-1-16,-2 2 0 15,0-2 0-15,0 3 0 16,0-3 1-16,0 1-1 16,-1-1 1-16,3 2-1 0,0-2 1 15,2 1 0-15,0-1-1 16,-1 1 0-16,3-1 1 16,-1 2-2-16,0-1 1 15,-1 0 0-15,0 0 0 16,-1-1 0-16,1 2 0 15,-3-1 1-15,2-1 1 16,1 0-2-16,-1 0 5 16,-3 0-1-16,2 0 1 15,-1 0-4-15,-1 0-1 16,1 0 1-16,-1 0-1 16,-1 0 0-16,2 0 0 15,0 0 1-15,0 0-1 16,2 0 0-16,-1 0 0 15,1 0 2-15,1 0 0 16,-1 0-1-16,1 0 3 16,-1-1 3-16,-2-1 4 15,3 0 0-15,-4 1-7 16,0-2 0-16,1 3-3 16,-3-1-2-16,2 1 0 15,-3-2 1-15,3 2 1 16,-2-1-1-16,-1 0 2 15,1 1-1-15,2-2 0 16,2 0-2-16,-3 2 1 16,1 0 0-16,0 0 0 0,2-2 0 15,-1 0 0 1,1 0 0-16,-1 1 0 0,-1-3 1 16,1 1 1-1,-3 2-2-15,2-3 0 0,-2 3 0 16,1 0-1-16,1-1 1 15,-1 0-1-15,2 0-1 16,-1 1 1-16,0-2-1 16,0 1-1-16,2-1 3 15,-3 0 0-15,2-1 0 16,0-3 0-16,-1 3-1 16,1 0 1-16,-1 0-1 15,0 1 1-15,0 0-3 16,-2 2-1-16,1-1-7 15,1 0 7-15,-1-2 2 16,1 0 0-16,-2 3 4 16,0-5-6-16,2 1 2 15,0-1 3-15,-2-1 0 16,0 2 0-16,2-2-1 16,-1 1 1-16,-1 1 1 15,-1 1-2-15,-2 0 0 16,2 2-5-16,-2-1 2 15,1 0 3-15,2-1-1 16,-1 1-4-16,3-1 3 16,-3 0 4-16,0 1 1 15,2-2-3-15,0 1 1 16,-2 1 0-16,-2-1 1 16,2 1 0-16,0 0-3 15,-2 0 2-15,2-2-1 16,-1 2 0-16,-1 0 0 0,2 1 0 15,0-2 0 1,0 2 0-16,-3-4 0 0,4 2-2 16,-1 0 3-16,-2-2-2 15,2-3 0-15,0 2-3 16,2-2-6-16,-2 0 8 16,4-1 2-16,-3 2-3 15,0 1 4-15,1-1-28 16,-2 2 43-16,1 2-13 15,-3-1-1-15,1 1 2 16,-2-1 4-16,0-1 1 16,0 1 3-16,0-1-2 15,0-2 4-15,0 0-11 16,0-2-1-16,0-1-1 16,0 1 0-16,0-3-1 15,0 1 1-15,0-3-1 16,0 1 1-16,0 1 1 15,0 1 9-15,0-1 4 16,0 2 3-16,0 3 0 16,0-2-4-16,0 2-5 15,0-2 1-15,0 3 3 16,0-3-9-16,-3-1 1 16,-1 0-1-16,1 0-2 15,-2 0 1-15,1-2 8 16,1 1-2-16,-1-2-1 15,-2 3 0-15,3-2-2 0,-1 3-1 16,-1-1 4 0,1 3-2-16,0 0-4 0,-2-1 5 15,3 3 0-15,-1-1 0 16,0-2 0 0,-2 4-5-16,3-3-2 0,-2 1 0 15,-2 1 0-15,0-4-1 16,0 6 1-16,-2-4-1 15,-2 1 12-15,0 1-4 16,1-1-3-16,0 2-2 16,2-1 0-16,0-1-2 15,-2 1 0-15,3 0-1 16,1 0 1-16,-1 0-2 16,1 1 3-16,-1 1-2 15,1-2 1-15,2 2 0 16,-3 0 0-16,2 0 3 15,-2 1 0-15,2 0-2 16,-3-1-2-16,2 0 3 16,-1 0-1-16,-3 0 1 15,1-2-4-15,1 2 3 16,-4 0-2-16,1 0 0 16,3 0 1-16,-3 0 1 15,2 1-2-15,2 0 6 16,-2 0 1-16,-1-1 3 15,3 0-2-15,0 1 2 16,-2 0 3-16,2 0-1 16,1 0-7-16,0 1 4 15,0 0-1-15,-2 0-7 16,4-1 3-16,-2 2 0 16,1-1 6-16,1-2 7 0,0 1-6 15,-2 2-3 1,0-2-1-16,2 0 0 0,-2 1-6 15,2 1 0-15,-2-2 0 16,2 0 1-16,-2 0-1 16,0 0 1-16,-1 1 2 15,-1 0-1-15,-1 0-4 16,1-2 1-16,1 1 0 16,1 2 2-16,1 1-2 15,2-3 1-15,1 3-2 16,1-2-2-16,-1 2-6 15,2 0-13-15,0 0-15 16,0 0-11-16,0 0-32 16,0 0-29-16,0 0-21 15,0 0-43-15,0 0-60 16,0 0-75-16</inkml:trace>
  <inkml:trace contextRef="#ctx0" brushRef="#br0" timeOffset="814.71">7800 3534 606 0,'0'-1'72'15,"0"1"10"-15,0 0-14 0,0 0-24 16,0 0-17 0,0 4 4-16,0 8 22 0,0 5 1 15,6 2 1-15,1 4 13 16,-3 3-18-16,2 1-7 15,-3 3-7-15,-2-1-9 16,1 1-6-16,-1-2-3 16,-1-6-2-16,0-3-8 15,0-4-3-15,0-3-2 16,2-8-4-16,-2-1 0 16,0-1-14-16,0-2-34 15,0 0-13-15,0 0-40 16,-8-5-68-16,0-7-58 15,-2-1-129-15</inkml:trace>
  <inkml:trace contextRef="#ctx0" brushRef="#br0" timeOffset="1281.8">7668 3642 671 0,'0'0'125'0,"0"0"-6"16,0 0-19-16,0 0-13 15,0 0-19-15,51-51-20 16,-37 35-13-16,1 0-8 0,-1 3-8 16,-2-3-5-1,-2 7-1-15,-3 2-1 0,-1 0-1 16,-3 5-6-16,-2 0-2 16,1 2-1-16,1 0-3 15,1 0-2-15,2 0-1 16,1 0 3-16,3 4 4 15,4 3 6-15,1 0 1 16,1 2-3-16,0-1 2 16,1 3-7-16,-2 0-2 15,-1-1 1-15,-1 1-7 16,-3 0-21-16,-4-2-61 16,-6-1-123-16,0 0-205 15</inkml:trace>
  <inkml:trace contextRef="#ctx0" brushRef="#br0" timeOffset="2333.01">7729 4179 634 0,'0'0'85'0,"0"0"2"15,0 0-34-15,0 0-2 16,0 2-26-16,0 10-24 16,0 5 26-16,3 6 26 15,1 4 6-15,2 1-18 16,3 2-12-16,-1-1 5 16,0-2-12-16,4-3-8 15,-1-5-4-15,2-5-5 16,0-3-4-16,-2-3 1 15,1-8 1-15,-1 0 8 16,2 0-1-16,0-4 10 16,0-11 2-16,2-5-13 15,-4-6-4-15,1-4 0 16,-1-2-1-16,-5 0-4 16,-1 2 1-16,-1 4-1 15,-3 5 2-15,-1 5-2 16,0 7 0-16,0 5 2 15,0 1-2-15,0 3 2 16,0 0-2-16,0 0-8 16,0 14-3-16,3 4 10 15,4 5 6-15,1 4 12 16,0 0-6-16,7-1-1 16,-2-3-5-16,4 0-2 15,-1-8-3-15,3 0-1 16,-2-6-1-16,0 2-37 15,-2-3-65-15,-2-4-102 16,-3 0-148-16</inkml:trace>
  <inkml:trace contextRef="#ctx0" brushRef="#br0" timeOffset="8705.04">3113 6110 265 0,'0'-4'59'16,"0"3"-3"-16,0-1 18 16,0 2-9-16,0 0-6 15,0 0-18-15,0 0-13 16,0 0 1-16,0 0-14 15,0 0-15-15,0 0-5 16,0 8-3-16,0 5 13 16,0 1-3-16,0 7 3 15,3 2 6-15,0 4-5 16,0-2 4-16,0 5 0 16,1 2-1-16,-3 0-1 15,-1 3-7-15,2-3 1 16,-1 0-2-16,-1 0 2 15,0 1-2-15,0-4 1 16,0 4 0-16,0-5-2 16,0 1 2-16,0-1-1 15,0 0 1-15,0-2 1 16,0 3 0-16,0-1-2 16,0 0-3-16,0 0 3 15,0-3 0-15,0-2 3 0,0-7 3 16,0-1-5-1,0-7 0-15,0 3 0 0,0-3-1 16,0 4 2-16,0-1 0 16,0 5 2-16,0 0 0 15,0-3-1-15,0 2 21 16,2-3-11-16,-2 0-10 16,0 0-2-16,0-5 0 15,1 4 0-15,-1-5-1 16,2 0 0-16,-1 0 7 15,2 0-6-15,0-2 2 16,0 1 0-16,0-1-1 16,0 2 5-16,1-1-5 15,-3 0-1-15,4-1 0 16,1 0-2-16,-2-1 1 16,0-1 6-16,2 1-1 15,5 3 1-15,-2-1 5 16,2-1-3-16,1 4 2 15,3-1 1-15,1-1-7 16,-2-1-2-16,2 0 1 16,-3-1 1-16,1-2-2 15,-2 1 2-15,-2-2-2 16,2 2 1-16,-4-2-2 16,3 0 0-16,1 1 0 15,0-2-1-15,-2 0 3 16,5 1 2-16,-1-1-1 15,0 0-2-15,1 0-1 0,-1 0 1 16,1 0 2 0,1 0-2-16,-3 0-1 0,2 0 0 15,0 0 2-15,-1 0 0 16,4 0-3-16,-2 0 1 16,0 0 0-16,1 0 0 15,-1 0 1-15,1 0-2 16,-4 0-1-16,1 0 1 15,1 0 0-15,-1 0 0 16,-1 0 0-16,5 0 1 16,-7 0-1-16,6 0 0 15,-2 0 0-15,1 0 0 16,0-1 0-16,1-1 0 16,2 0-1-16,1 0 1 15,0 1-2-15,2 1 1 16,0 0 1-16,2 0-1 15,-1 0-4-15,1 0 2 16,0 0 2-16,-1 0 0 16,0 0 1-16,-2 0-3 15,-4 3 0-15,0-3 3 16,2 2-3-16,-1 0 0 16,-1-2 1-16,1 1 1 15,-2-1 3-15,3 0-3 16,-3 0 2-16,0 0-3 15,-2 0 1-15,4 1 0 16,-1-1-5-16,-4 0-5 16,3 0 5-16,1 0 5 0,-1 0 1 15,-2 0 0-15,4 0-1 16,-5 0 1-16,1 0-2 16,1 0 0-1,-4 0 1-15,2 0 1 0,0 0-1 16,0 0 0-16,-1 0 0 15,1 2 0-15,3-1-3 16,-3 0 3-16,2 1 1 16,0-2-1-16,2 3-1 15,-2-3 1-15,2 1-1 16,-2-1 1-16,0 0-1 16,0 0 4-16,1 3-2 15,-5-3-2-15,4 0 1 16,-4 0 1-16,1 0-2 15,1 0 3-15,-2 0-3 16,4 0 0-16,-4 0-3 16,7 0 2-16,-1 0 2 15,2 0-1-15,4 0-2 16,-3 0-5-16,2 0 7 16,-1 0-3-16,-2 0-6 15,-2 0 8-15,0-3 0 16,-2 3 1-16,-2-1 0 15,0-2 2-15,-3 3 0 16,2-2 0-16,-1 1 0 16,-2 0 0-16,0 1 0 15,-1-2 0-15,1 1 0 16,-2 0 0-16,2-1 0 16,1 1 0-16,-3-2 0 15,4 1-1-15,-2-1 3 16,-1-2-3-16,2 4 2 0,0-3-2 15,0 0 1 1,0 0 0-16,3 0 0 0,-3 0-1 16,2 0 1-16,-1-1-9 15,0 1-7-15,-4-2 8 16,0 5 2-16,0-2 3 16,-2 0 3-1,-3 2 0-15,1-2 1 0,3 2 3 16,-1-2-1-16,2-1-3 15,-2 0 0-15,3-2 1 16,-1 0-1-16,1 2 0 16,0-4 0-16,-4 3 1 15,2-1 0-15,-3 0 0 16,1-1 3-16,-1 2 13 16,1-2 2-16,-1 0-11 15,0 0 0-15,-1-2-4 16,0 4 0-16,1-2-2 15,2-1 1-15,-5 0 0 16,1 0-1-16,-1-1 0 16,0-2-1-16,0-3 0 15,0 0-1-15,0 1 2 16,0-1-1-16,0-1-1 16,0 1 1-16,0-1-1 15,0 1 0-15,0 0 0 16,0-1 0-16,0 0 0 15,2 1 2-15,-1 0 6 16,-1 1-3-16,0-1-3 16,0 1 2-16,0-1-4 15,0 0 2-15,-1-3 0 0,-4 0 1 16,-1-3-5-16,4-1 5 16,-1-1-3-16,1 2 5 15,1 0 4-15,-1 1 3 16,2 0-3-16,-1 1-1 15,-3 1-3-15,4 0 3 16,-5 3-1-16,2-1-2 16,2-1 0-16,-2 0 0 15,2 4 2-15,-1-3-5 16,1 2 0-16,-1-1-1 16,1 2-1-16,-4-2 1 15,2 0 2-15,-1 1-1 16,0-1 1-16,-2 0-1 15,0 0-2-15,2-2 1 16,1 1-4-16,-2 2 5 16,2 1-1-16,0 1-1 15,1 1 1-15,-1 0-1 16,2 2 1-16,-2 1 0 16,1-1 1-16,0 2-1 15,0-1 4-15,1 1 1 16,-2 0 0-16,1 2-2 15,1-2-2-15,1 0 0 16,-6 2-1-16,6-4-1 16,-3 1 0-16,0 3 2 15,2-4-1-15,-3 4 3 16,1-1 3-16,-2 1 6 16,-1 1-4-16,0-2-1 15,0 3-2-15,-2-1 0 16,0 1-4-16,-4-1-1 0,2-1 1 15,-2 2-1-15,-2-1 1 16,1 3-2-16,-1-2 1 16,-4 2 1-16,1 0-1 15,-3 0-1-15,-1 0 1 16,-2 0-1-16,2 0 2 16,0-2 0-16,-2 2-1 15,3 0 0-15,1-2 1 16,1 0-1-16,-1 0 0 15,0 0 1-15,-3 0 7 16,2 0 0-16,0 2-1 16,-3-1-4-16,0 1 1 15,-3 0-2-15,1 0 0 16,-2 0-1-16,-4 0-1 16,1 0-1-16,1 0 2 15,0 1-1-15,3 2 0 16,2-2 10-16,5 1-6 15,0-2 9-15,5 0 3 16,1 0 1-16,3 0-3 16,-3 0 7-16,3 0-6 15,-1 0-6-15,-1-2-6 16,-2 1-1-16,-1-2 1 16,-3 0-1-16,1 2-3 15,-2-2 2-15,-2-1 0 16,-1 3-3-16,3-1 4 15,-1 1-2-15,-2 0 2 16,6 0 6-16,-1 1-6 16,2-2 2-16,-2 2 0 15,4 0-4-15,-4 0 0 0,2 0 0 16,-3 0 0-16,2 0 1 16,-4 0-2-16,2 0 3 15,4 0-2-15,-2 0 0 16,4 0 4-16,1 0-1 15,-1 0-2-15,-1 0-1 16,0 0 2-16,2 0-2 16,-1 0 0-16,-1 0 0 15,4 0-1-15,-2 0 1 16,-2 0 0-16,-2 0-1 16,-2 0 0-16,-2 0-1 15,-4 0-2-15,-1 0 5 16,-1 0-3-16,-1 2 0 15,4 0 2-15,2 1 2 16,2-2 4-16,3 2-7 16,-1-2 1-16,5 2 1 15,0-3-2-15,2 1 2 16,1 1-2-16,1-1 2 16,1-1-2-16,-2 0 1 15,0 2-1-15,-2-1 0 16,-3 0 0-16,-3 2 0 15,-1-2 0-15,0 3-1 16,-2-4 2-16,3 3 0 16,-1-2 0-16,5-1 0 15,-1 0-1-15,4 0 0 16,-1 0 1-16,2 0 0 16,1 0-1-16,-1 0 0 15,1 0 0-15,-1 0 0 16,-1 0-1-16,0 0 1 15,0 0 1-15,1 0 0 0,-1 0-1 16,0 0 0 0,1 0 0-16,-1 0 1 0,0 0-2 15,1 0 0-15,-4 0 1 16,2 0 0-16,-2 0 0 16,0 2 0-16,-5 1-1 15,0-2 1-15,0 2 0 16,4 1-2-16,-2-1 2 15,1-2 1-15,5 1 0 16,3 0 0-16,0-2 0 16,1 0 1-16,2 1 1 15,3-1-3-15,0 0 0 16,0 0-1-16,0 0 0 16,0 0-2-16,0 0-10 15,0 0-17-15,0 0-24 16,14 0-49-16,4 0-61 15,5 0-38-15,4 0-95 16</inkml:trace>
  <inkml:trace contextRef="#ctx0" brushRef="#br0" timeOffset="13904.07">6010 4456 323 0,'0'0'13'0,"0"0"14"0,0 3-4 16,0 7 3-16,0 0 16 15,0 3 27-15,0 3-47 16,0-1 1-16,0 1 5 15,0 2-1-15,0 0-8 16,0-1-6-16,3 1-7 16,2 0-5-16,-4-3-1 15,5-2 2-15,-2 0-2 16,0-4-2-16,4 1 11 16,-1-3 6-16,1 0 7 15,3-2-4-15,0 1-9 16,2-2 10-16,2 0-8 15,0 0-3-15,2 0-2 16,3-2 4-16,1 1-4 16,1 0-3-16,1-2-1 15,3 2 0-15,-1-2 5 16,2 3-3-16,2-4-2 16,-3 0-2-16,2 0 0 15,0 0-1-15,0 0 1 16,-1 0 1-16,1 0-1 15,-2 0 0-15,4 0 0 16,-1 0 0-16,0 0 0 16,1 0 0-16,-1 0-1 15,-1 0 2-15,-2 0-1 16,-2 0-1-16,2 0 1 16,-2 0 1-16,0 0-1 15,0 0-1-15,2 0 1 16,0 0 0-16,2 0 0 0,0 0 0 15,1 0-1-15,2 0-1 16,-1 0 0-16,-3 0 1 16,0 0-1-16,-1 0 0 15,-3 0-2-15,-3 0-1 16,0 4 0-16,-1-1-1 16,-3 0 4-16,1 1 1 15,0-3 1-15,1 4 1 16,2-5-1-16,0 3 0 15,3-3-1-15,3 0 3 16,-1 0-3-16,1 0 0 16,1 0-1-16,-1 0 2 15,0 0 1-15,-3 0-2 16,2 0 1-16,-5 0-1 16,2 0 1-16,-2 0 0 15,1 0 0-15,0 0 0 16,-1 0-1-16,1 0 2 15,0 0 0-15,2 0-1 16,0 0-1-16,-1 0 1 16,1 0 0-16,-2 0-1 15,0 0 1-15,-1 0 0 16,2 0-1-16,-2 0 1 16,2 0 0-16,-1 0-1 15,4 0 0-15,-1 0-7 16,1-3 4-16,-1 3 1 15,1 0-24-15,1 0 13 0,-3 0 13 16,-1 0-10 0,1 0-4-16,0 0 0 15,-1 0-21-15,-1 0 12 16,1 0 17-16,-3 0 8 0,1 0-1 16,-4-5-9-16,-3 0 6 15,0-1 3-15,-2-3 1 16,0-1 1-16,0 0 1 15,-2 0 16-15,1 1 5 16,-1-4-1-16,2 1 5 16,-2-2 11-16,1 1 4 15,-3-1 1-15,-1-2 5 16,-3-1-14-16,0-3-3 16,-2-3-3-16,-1-4-7 15,0-1-1-15,0 0 2 16,0 1-10-16,0-2-2 15,0 9-6-15,0 1-1 16,0 2 2-16,0 3-3 16,-1 5 0-16,-4-1-1 15,1 5-2-15,-5 1-25 16,-2 2-80-16,-1 1-90 16,-4-1-213-16</inkml:trace>
  <inkml:trace contextRef="#ctx0" brushRef="#br0" timeOffset="15038.02">6623 5160 600 0,'0'0'43'0,"0"0"-6"0,0 0-11 15,0 8-28-15,0 8 25 16,0 5 19-16,0 2-22 15,0 2 5-15,0 4 3 16,6-5-9-16,5-1 0 16,-2-4-3-16,2-3 1 15,2-5-9-15,2-4-5 16,0-1 7-16,2-6 2 16,1 0 1-16,1-3-7 15,1-9-2-15,-1-8-3 16,-3-1-1-16,-2-5-8 15,-2-2 8-15,-3 0 2 16,-2 1-1-16,-3-1-3 16,-3 5-1-16,4 7 4 15,-5 5 0-15,0 3 3 16,0 6 5-16,0 2 1 16,0 0-10-16,0 10-11 15,3 11 6-15,1 8 9 16,4 4 18-16,1 6 6 15,2 3 17-15,2-1 6 16,2 1-3-16,-1-3 7 0,0 0 1 16,-1-2-9-1,0-1-13-15,-2-4-5 16,-2-2 9-16,0-6-4 16,-4-1-3-16,-2-6-7 15,-1-4-5-15,-2 1 0 0,0-2-3 16,-5-1 1-1,-9-2-5-15,-3 2-6 0,-5-1-3 16,-1-2-2-16,0-2-7 16,0-4-10-16,0-2-10 15,1 0-8-15,5 0-15 16,4-1-22-16,3-12-60 16,4 1-83-16,3-7-85 15,3-1-154-15</inkml:trace>
  <inkml:trace contextRef="#ctx0" brushRef="#br0" timeOffset="15289.07">7234 5375 886 0,'0'0'12'0,"0"0"108"15,0 0-72-15,0 0-38 16,86-21-7-16,-77 20-4 16,-5 1-50-16,-2-1-93 15,-2-1-51-15,0-2-158 16</inkml:trace>
  <inkml:trace contextRef="#ctx0" brushRef="#br0" timeOffset="15504.06">7154 5275 897 0,'0'0'95'0,"0"0"-36"15,0 0-27-15,0 0 13 16,0 0-30-16,0 0-14 16,77-8-7-16,-58 7-86 15,-2-2-121-15,-2-3-103 16</inkml:trace>
  <inkml:trace contextRef="#ctx0" brushRef="#br0" timeOffset="16087.93">7520 5224 719 0,'0'0'93'16,"0"0"-10"-16,0 0-41 16,12 86 13-16,-7-63 0 0,1 0-29 15,0-4-13-15,4-1-3 16,0-3 5-16,1-3-1 16,0-3 4-16,1-1-3 15,-1-4-6-15,0-2-5 16,-4-2-2-16,2 0-2 15,-2 0 4-15,2-11 4 16,-1-2-2-16,0-5-2 16,-1-4-2-16,0-1 0 15,-1 0 0-15,0-4-2 16,-3 3 1-16,2-1-1 16,-2 8 0-16,0 4 0 15,0 1 0-15,-2 7 2 16,-1 5 2-16,0 0 0 15,0 4-8-15,0 9 8 16,0 2 14-16,0 6-8 16,0 2-7-16,2-3 1 15,1 3 4-15,4-2 4 16,-1 0-1-16,3-3-4 16,2-2 0-16,1-2-3 15,0-5-2-15,2 0-1 16,-1-5-9-16,2-2-34 15,-4-2-74-15,0 0-129 16,-7-1-166-16</inkml:trace>
  <inkml:trace contextRef="#ctx0" brushRef="#br0" timeOffset="16610.89">7915 5029 451 0,'0'0'32'0,"0"0"64"15,0 0 3-15,0 0-29 16,0 12-25-16,0-3-18 16,0-2-2-16,0 2 0 15,0-1-4-15,5 0 0 16,1 2 2-16,3-2 6 15,2 3 3-15,0-1-6 16,1 2 4-16,1 0-3 16,0 2-4-16,-3-3 1 15,-1 3 5-15,-2-2 2 16,0 2 5-16,-3-3-5 16,-2-1-3-16,-2-1-4 15,0-2 1-15,0-1-11 16,0 0-7-16,0-2-2 15,-5 0-6-15,-7-2-16 16,-5-2-42-16,-1 0-65 16,-4 0-61-16,3-6-64 0,-1-7-200 15</inkml:trace>
  <inkml:trace contextRef="#ctx0" brushRef="#br0" timeOffset="16777.72">7988 5036 638 0,'0'0'84'15,"0"0"17"-15,0 0-84 16,88-22-13-16,-71 19-6 16,-4 2-103-16,-2-2-165 15</inkml:trace>
  <inkml:trace contextRef="#ctx0" brushRef="#br0" timeOffset="22882.14">6831 6157 257 0,'0'2'4'0,"0"2"23"16,0 3 24-16,0 2 50 15,0 4-62-15,0 1-5 16,0 5 30-16,0 1-42 0,5 4-8 15,0 0 4-15,-2 1-5 16,1 0 3-16,-1 2 1 16,0 5-1-16,-2 1-1 15,1 1-1-15,0 2-4 16,1 0-6-16,0 2 1 16,0-1 2-16,0-2-3 15,0 0-4-15,-1-3-1 16,-1 0 2-16,-1-4-2 15,0 0 1-15,0-1 1 16,0-1-1-16,0 0-1 16,0 1 1-16,0-2 2 15,0-2-3-15,0-1 2 16,0-2 0-16,0-4-1 16,0 2 0-16,0-1 3 15,0-3-3-15,0 1-1 16,0 0 2-16,0 1 0 15,2-4-2-15,-2 4 2 16,2-3-1-16,1 1 0 16,0-3 0-16,0-1-1 15,0-3 0-15,1 0 1 16,1-4 0-16,2 0-2 16,3-3 14-16,0 0-2 15,2 0 2-15,2 0-4 16,0 0-3-16,4 0-1 15,-2 0-1-15,2 0-1 16,4 0 3-16,-3 0 2 16,4 0 0-16,-2 0-3 15,1 0-3-15,0-1 0 16,2-2-1-16,1 1 2 16,1-1-5-16,0 0 4 0,2 2 1 15,-1-2-1-15,2 2 0 16,0-2-1-16,-2 3 0 15,2 0 0-15,0-2 1 16,0 2 0-16,1 0-3 16,-1 0 1-16,3 0-2 15,1-2 3-15,2-2-1 16,-1 0 0-16,4 0-2 16,-5-1-1-16,3 1 3 15,-4 0 1-15,1 1 0 16,-4 2 0-16,3-1 0 15,-2 2-1-15,0 0 1 16,2 0 0-16,0 0 0 16,0 0 0-16,1 0 0 15,3 0 0-15,-3-2-1 16,1 0 1-16,-3-2-1 16,0 2 0-16,-2-1-19 15,-5-1 8-15,-1 2 3 16,-4 0 2-16,-2 2 7 15,-2 0-7-15,0 0-9 16,-3 0 4-16,4 0 7 16,0 0 3-16,0 0-1 15,0 0-2-15,2 0-3 16,-2-2 7-16,0 0 0 16,-1-2 1-16,-1 4 0 0,-5 0 0 15,1 0 0 1,0-1 0-16,-3 1 0 15,2-2 1-15,-2 1 0 0,2-1-1 16,1 1 0 0,-1 0 0-16,2-3-1 0,-2 1 2 15,0 2-1-15,0-2 1 16,-1-1-1-16,-1-2 1 16,-1 0 0-16,1-2 2 15,-4 1 6-15,1-1-2 16,-1-2 3-16,0 3-3 15,0-5 1-15,1 2-3 16,1-3-4-16,-1 1 2 16,1-3 4-16,-2 1 5 15,-1 0-1-15,-1 0 6 16,-1-1-3-16,2-1 5 16,-1-3 5-16,1-2-19 15,-1 0-1-15,1-4-1 16,-2 2-1-16,0-2 2 15,0 1 4-15,0 2 1 16,0-2 4-16,-5 2 3 16,-1 1-5-16,-2-1 17 15,1 0-10-15,-1-1-7 16,1 0 3-16,-3-1-5 16,1-5-2-16,1-1-2 15,2-2 3-15,-1 0-2 16,1-4-2-16,2 0-1 15,1 1 0-15,0 3-1 16,-2 0 0-16,1 5 3 16,-1 3-1-16,-1 4-3 15,0 1 2-15,0 4-2 0,2 2 0 16,-2 2-1-16,-1-1 1 16,1 3 0-16,0 2-2 15,0-1 0-15,0 1 1 16,1 2 0-16,-2 1-2 15,1 1-1-15,-1 2 1 16,-3-2 0-16,4 3 2 16,-4-2 0-16,1 2-3 15,-4 0 3-15,0 0 0 16,-3 0 1-16,-1 0 0 16,-2 0-2-16,-4-1 1 15,-4 0 0-15,0 1 1 16,-3 0-1-16,-6-1 1 15,-3 1-1-15,-1 0-2 16,-5 0 4-16,-1 0-2 16,-2 0 1-16,3 0 2 15,1 0 1-15,2 0 2 16,1 0 1-16,3 1-3 16,0-1-1-16,4 0 0 15,0 0 1-15,0 0-3 16,-2 0 0-16,-1 0-1 15,-6 0-1-15,-2 0 0 16,-1 4 1-16,1 3 3 16,-3 0-2-16,5-2 4 15,4 3-2-15,0-1 0 16,6-2 0-16,2 2-1 16,5-3 2-16,6-1-2 15,3-1 1-15,4 0-1 0,0 0 2 16,0-1 0-16,1 1-3 15,-5-2-1-15,0 0 0 16,1 0 2-16,-3 2-1 16,3 0 11-16,-1-2 6 15,1 0-11-15,0 0 1 16,1 0 7-16,0 0-6 16,3 0-3-16,-1 0 1 15,3 2-1-15,0 0 0 16,1-1-1-16,2-1-3 15,3 0 2-15,1 3-2 16,1-3-2-16,2 0-2 16,0 0-5-16,0 4-31 15,0 0-58-15,9-1-48 16,-2 3-70-16,2-2-219 16</inkml:trace>
  <inkml:trace contextRef="#ctx0" brushRef="#br0" timeOffset="26735.14">18471 1478 497 0,'-3'27'54'0,"3"1"35"16,0 1-23-16,0 0-4 15,6-6-3-15,6-2-21 16,3-5-11-16,2-4-8 15,1-2 11-15,0-8 1 16,2-2-8-16,-2 0-8 16,0 0-10-16,-1-13 1 15,-4-6 3-15,1-3-3 16,0-5 0-16,-4-5 3 16,3 1-5-16,-3-3-2 15,-4 2 2-15,1-2 8 16,-3 7 8-16,-1 3-2 15,-3 6-6-15,0 5-7 16,0 7 4-16,0 5 2 16,1 1-9-16,1 5-8 15,1 17-5-15,4 7 12 16,3 11 0-16,2 11 2 0,5 5 9 16,2 2 15-16,1 4 13 15,-1-2 9 1,1-4-14-16,-3-2-3 0,-2-6-6 15,-1-7 0 1,-4-6-3-16,-2-7 3 16,-4-4-4-16,-1-5 6 0,-3-3-1 15,0-3-1-15,0 1-4 16,-13-6-8-16,-4 2-3 16,-4-5-2-16,-2-3-6 15,-1-2-5-15,-2 0-8 16,1 0-18-16,0-13-19 15,4-2-14-15,5-6-50 16,2-3-115-16,3-3-138 16,5-1-379-16</inkml:trace>
  <inkml:trace contextRef="#ctx0" brushRef="#br0" timeOffset="26991.85">19235 1624 911 0,'0'0'118'15,"0"0"-45"-15,0 0-46 16,78-11-10-16,-68 8-14 16,-3 0-6-16,-4 1-63 0,-3-5-111 15,0 0-167-15</inkml:trace>
  <inkml:trace contextRef="#ctx0" brushRef="#br0" timeOffset="27167.32">19095 1470 859 0,'0'0'26'0,"0"0"24"16,0 0-39-16,82-9-10 15,-53 7-49-15,-4-4-204 16</inkml:trace>
  <inkml:trace contextRef="#ctx0" brushRef="#br0" timeOffset="28798.91">19683 1392 498 0,'0'0'133'0,"0"0"-10"15,0 0-31-15,-3-5-23 16,3 5-28-16,0 0-27 16,-3 0-15-16,2 11-5 15,-2 4 28-15,0 6 5 16,-2 3 24-16,3 1-12 15,2 2-25-15,0 0 4 16,0 0-5-16,5-3-4 16,10-2-4-16,2-6 4 15,4-2 3-15,0-6-1 16,-1-4-3-16,-1-4-2 16,-2 0-4-16,1 0 1 15,-4-8 1-15,-1-7-2 16,3-3 4-16,-6-2-3 15,-1-3-2-15,-1-2 1 16,0 1 1-16,-2-1-1 16,-2 4-1-16,-3 1 0 15,1 6 0-15,-2 4 1 16,0 4-1-16,0 4 3 16,0 2 3-16,0 0-3 15,1 0-7-15,3 13-5 16,1 6 9-16,1 5 3 15,-1 5 2-15,3 2 12 0,2 0 7 16,0-1-4-16,0-4-3 16,3-2-10-16,0-5-3 15,0-2-4-15,-2-3 0 16,1-5-1-16,-2-1-2 16,-3-2-21-16,2-4-37 15,0-2-57-15,-1 0-89 16,-2-8-126-16</inkml:trace>
  <inkml:trace contextRef="#ctx0" brushRef="#br0" timeOffset="29285.82">20259 1145 536 0,'0'0'80'0,"0"0"2"16,0 0-34-16,0 0 17 15,0 11 18-15,0 0-16 16,-6 0-41-16,5 0-7 0,1 0 3 16,0 1-11-1,0-1 5-15,1 3 0 0,11-2 1 16,5 1 4 0,-1 1-5-16,4-2-3 0,-2 1 7 15,0-3 5-15,-3 2-11 16,-1-5 1-16,-5 2-1 15,-5-4 4-15,-1 0-7 16,-3 1-2-16,0-2 1 16,0 2 0-16,-13-1 1 15,-4-2-12-15,-5-1-26 16,-4 0-52-16,0-2-49 16,0 0-63-16,0 0-62 15,3-7-151-15</inkml:trace>
  <inkml:trace contextRef="#ctx0" brushRef="#br0" timeOffset="29476.83">20272 1178 671 0,'0'0'94'0,"0"0"48"16,82-20-27-16,-53 15-65 15,-3 5-33-15,0 0-15 16,-2 0-15-16,-1 0-119 16,-3 0-127-16,-3-4-359 15</inkml:trace>
  <inkml:trace contextRef="#ctx0" brushRef="#br0" timeOffset="31142.1">21930 1391 315 0,'0'0'89'16,"0"0"25"-16,0 0-12 16,3 0-18-16,-3 0-23 15,0 0-12-15,0 0-3 16,0 0 1-16,0 0 3 16,0 0-4-16,0 0-12 15,0-2-1-15,0 0-1 16,0 0-9-16,-6 0-14 15,-3 0-10-15,-2 1 2 16,-1 1 0-16,-1 0-1 0,-2 0-1 16,-3 0-3-1,4 0 3-15,-2 7 1 16,4-2-1-16,4 1 0 0,3-2 0 16,4 0-5-16,1-3-12 15,0 3-2-15,1-2 9 16,8 2 11-16,1 2 1 15,-1-3-1-15,-4 1 0 16,-2 0 0-16,-3 4-1 16,0-2-2-16,0 1-5 15,-3 3 22-15,-5-2 0 16,2-2-1-16,2-2 0 16,2 0 0-16,2 0-2 15,0-2-3-15,6-1 13 16,6 1 0-16,2-1-7 15,0-1-7-15,0 0-2 16,-3 0-5-16,-1 0-1 16,-3 0-28-16,-1 0-25 15,0 0-17-15,-3 0-29 16,5 0-35-16,-3-1-50 16,2-6-104-16</inkml:trace>
  <inkml:trace contextRef="#ctx0" brushRef="#br0" timeOffset="31433.24">21917 1242 844 0,'0'0'119'0,"0"0"-28"16,0 0-14-16,0 0-1 15,-19 69-14-15,19-37-14 16,0 0-8-16,3 3 6 16,5 1-19-16,1-1-12 15,0 0-7-15,1-5-5 16,0-2-2-16,-2-5-1 16,-1-3-9-16,0-5-40 15,2-5-45-15,-4-4-63 16,1-6-105-16,0 0-207 15</inkml:trace>
  <inkml:trace contextRef="#ctx0" brushRef="#br0" timeOffset="32990.94">22463 1398 542 0,'0'0'106'0,"0"0"-7"16,0 0-39-16,6 8-14 15,-3 9 44-15,-1 2-25 16,1 8-24-16,0 1-11 16,3 1 17-16,0 1-14 15,5-6-4-15,0 1-13 16,4-6-3-16,0-3-5 15,1-5 0-15,1-6-3 16,0-2 0-16,-1-3-1 16,2 0 1-16,-1-12-3 15,0-6 2-15,-1-5-2 16,0-4 1-16,-3-3-5 16,-1 1 2-16,-4 0 0 15,-2 3-1-15,-3 3 2 16,0 4-1-16,-1 6 2 15,-2 5 0-15,0 2 1 16,0 4 7-16,0 2 11 16,0 0-14-16,0 4-12 15,0 13 3-15,0 2 3 16,0 8 4-16,0-1 6 16,6 3 2-16,3-2-1 15,3-2 1-15,2-1-4 16,2-2-6-16,1-1-2 15,-1-5 0-15,2-1-15 16,-2-4-28-16,-1-1-25 16,2-3-44-16,-2-3-82 15,1-4-112-15,-3 0-237 16</inkml:trace>
  <inkml:trace contextRef="#ctx0" brushRef="#br0" timeOffset="33213.04">23162 1548 791 0,'0'0'67'16,"0"0"68"-16,0 0-51 15,100-2-27-15,-76 2-14 16,-1 0-29-16,-1 0-13 15,-8 0-11-15,-2 0-66 16,-5-5-129-16,-7-2-151 16</inkml:trace>
  <inkml:trace contextRef="#ctx0" brushRef="#br0" timeOffset="33422.51">23127 1403 936 0,'0'0'32'0,"0"0"-8"16,0 0-17 0,94-16-6-16,-63 13-4 15,0 0-97-15,-3 0-105 16,-2-2-227-16</inkml:trace>
  <inkml:trace contextRef="#ctx0" brushRef="#br0" timeOffset="34623.33">23950 1276 769 0,'0'0'97'0,"0"0"14"0,0 0-37 16,0 0-11-16,58-56-4 16,-43 46-18-16,-3 0-15 15,-1 1-15-15,-2 5 2 16,-5 0 1-16,-1 2-5 15,-2 2-1-15,6 0-6 16,-1 0-3-16,4 2 0 16,2 11 7-16,5 1 4 15,3 2 9-15,4 3-1 16,0 0-5-16,5 0-2 16,0 0-3-16,0-2 1 15,0-1-3-15,-2-2-3 16,-1 0-1-16,-3-2-2 15,-1 0 0-15,-3-3-5 16,-3-1-15-16,-2-2-19 16,-5-3-29-16,-1-3-57 15,-2 0-49-15,-5 0-79 16,-1-9-215-16</inkml:trace>
  <inkml:trace contextRef="#ctx0" brushRef="#br0" timeOffset="34840.98">24333 1158 687 0,'0'0'60'0,"0"0"60"16,-68 79-9-16,42-44-11 15,3 3-34-15,3-1-38 16,0-1-23-16,0-2-5 15,5-2-26-15,2-4-78 16,3-8-32-16,3-7-169 16</inkml:trace>
  <inkml:trace contextRef="#ctx0" brushRef="#br0" timeOffset="35568.58">23465 1599 496 0,'0'0'111'0,"0"0"-7"0,0 0-25 16,0 0-20-16,0 0-31 16,16 3 25-16,6-2 31 15,8 2-9-15,9 0-14 16,9-3-9-16,11 0-2 16,13 0-8-16,13 0-11 15,9 0-6-15,8 0-5 16,4 0-7-16,1 0-6 15,-2-2-5-15,-9 2-1 16,-8-1 1-16,-13 1-1 16,-13-1 0-16,-13-1 4 15,-13 1 1-15,-11 0 0 16,-10-1-1-16,-7 0-2 16,-2 0-1-16,-6-1-1 0,1-1-12 15,1 1-45 1,-2-1-63-16,0 2-88 15,0-2-122-15,0 1-262 16</inkml:trace>
  <inkml:trace contextRef="#ctx0" brushRef="#br0" timeOffset="36625.18">23802 1911 562 0,'0'0'109'0,"0"0"7"15,0 0-33-15,0 0 0 16,-2 0-18-16,10 0-35 15,5 0-13-15,5 0 8 16,4 0 4-16,2-1-1 16,0-2-12-16,-3 3-5 15,-1 0-6-15,-6 0-5 16,-4 0-4-16,-6 7-1 16,-4 7-4-16,0 2-5 15,-3 2-2-15,-7 1 10 16,-2-2 0-16,7 2-1 15,-2-3 3-15,7-1-3 0,0-1 1 16,0 1 3 0,12-1 3-16,2 0 2 0,-2 1-1 15,1 2 2-15,-4-2 6 16,-2 1 11-16,-5-1 16 16,-2-3 22-16,0 0 14 15,-15-2-8-15,-5 0-17 16,-2-4-13-16,-1 0-18 15,-1-2-11-15,3-1-2 16,1-3-10-16,2 0-34 16,6 0-40-16,3 0-77 15,6-2-113-15,3-7-130 16</inkml:trace>
  <inkml:trace contextRef="#ctx0" brushRef="#br0" timeOffset="74979.89">24189 2010 267 0,'-1'0'69'0,"1"0"15"16,-2-2-1-16,1 1-9 15,-1 1 7-15,1 0-14 16,-1-1 1-16,2 1-6 16,0 0 16-16,0 0 16 15,0-2-17-15,0 2-11 16,0 0-10-16,0 0-17 16,0 0-13-16,5 0-10 15,7 3-1-15,2 7 7 16,3 4 3-16,2 3-3 15,2 1 1-15,1 1-6 16,0-2 3-16,1 2-8 16,-2-2 0-16,-2-2-3 15,1 0-4-15,-2 0-1 16,-2-3-1-16,-1-2-1 16,-4-1-1-16,-3 0-1 0,1-4 0 15,-3 0-2-15,-5-2-7 16,1-1-16-16,-2-1-19 15,1-1-24-15,-1 0-27 16,0 0-41-16,0 0-51 16,0-3-119-16,0-6-187 15</inkml:trace>
  <inkml:trace contextRef="#ctx0" brushRef="#br0" timeOffset="75287.5">24484 1985 611 0,'0'0'74'0,"0"0"45"16,0 0-19-16,-83 48-3 15,61-22-10-15,-1 0-32 16,2 1-15-16,2-1-7 16,3-2-17-16,4-2-11 15,3-4-3-15,1-3-3 16,5-3-20-16,3-5-49 16,0-3-44-16,0-4-63 15,3 0-47-15,6 0-196 0</inkml:trace>
  <inkml:trace contextRef="#ctx0" brushRef="#br0" timeOffset="75649.42">24707 1952 758 0,'0'0'88'0,"0"0"29"15,6 71-4-15,1-42-26 16,1 0-23-16,-3 2-21 15,6-2-17-15,-3-5-6 16,-1-2-9-16,1-4-6 16,-2-3-3-16,0-5-2 15,-4-1-7-15,1-4-35 16,-3-2-52-16,0-3-60 16,0 0-66-16,-9 0-91 15</inkml:trace>
  <inkml:trace contextRef="#ctx0" brushRef="#br0" timeOffset="75856.24">24662 2114 657 0,'0'0'120'0,"0"0"66"0,0 0-67 15,0 0-51-15,79-2-23 16,-59 2-25-16,-2 0-15 15,1-2-4-15,-1 0-3 16,-1-4-55-16,0 0-86 16,-4-5-112-16,0 3-197 15</inkml:trace>
  <inkml:trace contextRef="#ctx0" brushRef="#br0" timeOffset="76314.94">24983 1852 789 0,'0'0'108'0,"0"0"7"15,0 0-45-15,0 0-14 16,96-10-17-16,-76 10-21 16,-6 6-5-16,-1 3-4 15,-6 6 0-15,-7 4-1 16,0 3 7-16,0 1 2 16,-14 4 0-16,-3 2-7 15,-3 0-6-15,3-4-1 0,3-2-1 16,4-1-1-16,4-3 0 15,5-3-1 1,1-3-1-16,0 1 2 0,11-2 8 16,9-1 8-16,3-2-5 15,2 0-5-15,1-4-5 16,2-1-2-16,-2-1 0 16,-3-3-26-16,-3 0-44 15,-1 0-66-15,-2 0-79 16,-5-5-87-16,-7-8-213 15</inkml:trace>
  <inkml:trace contextRef="#ctx0" brushRef="#br0" timeOffset="80219.6">18649 3235 436 0,'0'-2'108'16,"0"-2"-14"-16,-3 2-27 16,-6 0-20-16,-1 0-9 15,-3 2-15-15,-1 0 3 16,-3 0 3-16,-4 10 9 15,-2 6-4-15,2 5-14 16,0 2 17-16,1 4-8 16,3-1-5-16,8-1-8 15,5-4-5-15,4-2 2 16,0-3 9-16,8-4-6 16,11-5-2-16,0-4 4 15,4-3 1-15,3 0-5 16,-3 0-4-16,0-13 5 15,-4-4-7-15,-2-7-4 16,-2-7-1-16,-2-5-1 16,-3-4-2-16,-3-6 1 15,-1-2-1-15,-3-3 0 16,-3 3-1-16,0 2 0 16,0 9-2-16,0 6-2 15,-6 7-1-15,-3 9 1 16,-1 7 3-16,0 4-1 0,0 4 3 15,0 0-3-15,0 16 0 16,4 8 3-16,0 7 4 16,3 6 9-16,3 4 1 15,0 0 16 1,0 1-3-16,12-1-1 0,2-3-1 16,4-2-5-16,-1-5-5 15,2-2-8-15,-2-5-3 16,0-2-3-16,-1-6-1 15,0-1-17-15,-4-6-68 16,-2-4-73-16,-2-3-98 16,-2-2-169-16</inkml:trace>
  <inkml:trace contextRef="#ctx0" brushRef="#br0" timeOffset="80785.67">18864 3241 781 0,'0'0'94'16,"0"0"4"-16,0 0-30 16,0 0-16-16,6 71 10 15,-2-53-32-15,2-2-14 16,0-1-4-16,5-1-6 15,-1-6-3-15,5 0-1 16,1-4-2-16,1-4-1 16,2 0-1-16,1-3-3 15,-1-9-6-15,1-4-4 0,-7-5-4 16,1-2 8-16,-2 0 6 16,-4 0 4-16,-3 1 0 15,-2 4 2-15,-2 5 1 16,1 5-1-16,-2 4 1 15,0 4 14-15,0 0 0 16,0 8-22-16,0 12 8 16,0 8 6-16,0 4 22 15,7 8 3-15,0 2 11 16,6 2 9-16,-1 0-4 16,2 2-5-16,-4-4-6 15,1-1-3-15,-6-6-4 16,-2-2-1-16,-3-8-9 15,0-3 1-15,-6-3-3 16,-10-5-3-16,-7-5-5 16,-5 1-4-16,-7-7-8 15,-4 1-22-15,-4-4-32 16,-1 0-37-16,2 0-65 16,2-7-168-16,4-5-377 15</inkml:trace>
  <inkml:trace contextRef="#ctx0" brushRef="#br0" timeOffset="81252.25">18289 3500 749 0,'0'0'161'0,"0"0"-38"16,0 0-19-16,87 0 32 16,-32 0-39-16,14-2-50 15,11 0-1-15,9-1-5 16,8-1-13-16,-3 0-15 15,0 1-9-15,-8 0-3 16,-8 2-1-16,-14 1-7 16,-15 0-32-16,-12 0-28 15,-16 0-74-15,-10 0-98 16,-11 0-170-16</inkml:trace>
  <inkml:trace contextRef="#ctx0" brushRef="#br0" timeOffset="82122">18616 4030 584 0,'0'0'147'16,"0"0"-35"-16,0 0-9 15,0 0-5-15,0 0-52 16,-33-10-19-16,15 10-9 16,-5 10-9-16,0 7-5 15,0 2-1-15,-2 4 4 16,5 2 6-16,7-2-6 0,3 0-3 16,10-2-2-16,0-2 0 15,0-5 0 1,14-1-1-16,2-3 0 0,3-4-2 15,1-4 2-15,-1-2-1 16,-3 0 0-16,-2-8 1 16,-1-12 1-16,-1-4 0 15,-3-7-1-15,-1-6 0 16,-1-6-2-16,2-7 2 16,-3-3-5-16,2-2-4 15,-2 4 2-15,0 5 4 16,-3 7 5-16,-2 10-4 15,-1 9 2-15,0 9 3 16,0 7 8-16,-1 4 5 16,-11 0-14-16,1 19-5 15,-1 8-2-15,2 5 3 16,2 8 5-16,5 3 10 16,3 3 12-16,0 1 7 15,1-5-7-15,13 1-11 16,1-8-9-16,2-2-4 15,1-7-1-15,0-4 0 16,0-5-3-16,-1-5-18 16,-1-4-28-16,-3-3-47 15,-6-3-72-15,1-2-88 16,-3 0-122-16</inkml:trace>
  <inkml:trace contextRef="#ctx0" brushRef="#br0" timeOffset="82623.25">18822 4034 728 0,'0'0'118'16,"0"0"-47"-16,0 0-30 15,0 0 54-15,0 0-28 16,3 48-26-16,-3-28-9 15,2 3-2-15,-1-2-18 16,2-2-6-16,1-3-3 16,3-1-1-16,4-7 0 15,0 0-1-15,5-4 3 16,1-4-2-16,2 0 2 16,0 0 2-16,0-8-3 15,-1-4 1-15,-2-7 5 16,-3-2 0-16,-3-1-4 15,-1-1-3-15,-2 0 0 16,-4 2-1-16,-1 7 0 16,-1 1 1-16,-1 7 1 15,0 2 7-15,0 4 13 16,0 0-2-16,0 0-11 16,0 0-10-16,0 4-3 15,3 9 4-15,3 3 14 16,5 0 3-16,-1 5 5 15,4-2-9-15,3-1-6 16,3-2-4-16,0-3-3 16,5-1-10-16,1-5-44 15,1-7-72-15,0 0-167 16,2-4-357-16</inkml:trace>
  <inkml:trace contextRef="#ctx0" brushRef="#br0" timeOffset="83194.3">19739 3530 676 0,'0'0'129'0,"0"0"81"15,0 0-100-15,0 0-22 16,84 0-26-16,-67 0-36 16,1 0-20-16,-7 0-5 15,1 0-8-15,-7 0-58 16,-3 0-82-16,-2-1-113 15,0-7-242-15</inkml:trace>
  <inkml:trace contextRef="#ctx0" brushRef="#br0" timeOffset="83389.87">19725 3444 743 0,'0'0'74'0,"0"0"86"16,0 0-56-16,89-14-66 16,-58 11-29-16,1 0-8 15,-2 2-27-15,-6-3-118 16,-4-2-137-16</inkml:trace>
  <inkml:trace contextRef="#ctx0" brushRef="#br0" timeOffset="86639.93">20256 3198 549 0,'-3'4'31'15,"-5"3"41"-15,3 3-2 16,1 4-4-16,0 2-16 16,1 0-11-16,3-2-12 15,0 2 3-15,0-3-3 16,0-1 1-16,10 1 1 15,6-1-8-15,3-1 3 16,4-3-10-16,1 3-1 16,4-2 2-16,-3 2-6 15,-4-1-3-15,-2 0 2 16,-8 5-1-16,-3-1 8 16,-6 1 13-16,-2 0 14 0,0-1-7 15,0 0-1-15,-13-2-5 16,0-1-2-16,-2-3-12 15,-5 0-8-15,-1-3-5 16,-2-1-1-16,-3-4-22 16,0 0-36-1,-2 0-42-15,1-6-76 0,-1-9-91 16,3-7-187-16</inkml:trace>
  <inkml:trace contextRef="#ctx0" brushRef="#br0" timeOffset="86820.64">20379 3206 968 0,'0'0'153'0,"88"-27"-72"15,-48 18-63-15,-3 2-15 16,-7 3-4-16,-6-2-82 15,-6 2-139-15,-5 2-151 16</inkml:trace>
  <inkml:trace contextRef="#ctx0" brushRef="#br0" timeOffset="87441.04">20737 3310 583 0,'0'0'75'16,"0"0"32"-16,0 0-16 15,0 0 27-15,-3 73-55 16,-1-49-19-16,1 1-12 16,3-1-6-16,0-2-4 15,0-2 2-15,2-4 0 16,9-5 8-16,6-5-13 15,3-4-11-15,1-2-2 16,1 0-1-16,0-4 0 16,-1-12-2-16,-1-4 1 15,-1-3-2-15,-6-3-1 16,1 1 0-16,-7 1 0 16,-1 0 0-16,0 2 0 15,-4 8 1-15,-1 3-1 16,-1 3 5-16,0 6 15 15,0 2-5-15,0 0-12 16,0 5-10-16,0 10 4 16,0 4 6-16,4 4 8 15,6 2 3-15,-1 1-1 16,4-4-3-16,3-1 0 16,1-6-5-16,-1-2-5 0,-3-2-1 15,2-6-24-15,-4-5-40 16,-2 0-62-16,-6 0-102 15,-3-12-239-15</inkml:trace>
  <inkml:trace contextRef="#ctx0" brushRef="#br0" timeOffset="88062.92">21157 2949 784 0,'0'0'115'15,"0"0"-28"-15,0 0-31 16,0 0-7-16,0 0-37 16,0 16 23-16,0-2-3 15,-4 3-11-15,3-3-5 16,-1 0 1-16,2-1-3 16,0-3-4-16,0-1 1 15,3-4 7-15,4 0-6 0,2 0-2 16,1-4-5-1,-1-1-3-15,0 0-1 0,0 0-10 16,0 0-21-16,-2-3-26 16,2-5-34-16,-2-4-23 15,0 2-11-15,2-2 19 16,-3-1 7-16,0 1 0 16,-4 2 48-16,1 0 42 15,-1 5 18-15,-2-2 51 16,0 3 37-16,0 4-6 15,0 0 7-15,0 0-4 16,0 0-31-16,0 15-11 16,0 2 34-16,0 6-22 15,0 5 1-15,0-1-13 16,0 2-14-16,0-2-14 16,1-3-15-16,4-1-7 15,-1 0-1-15,-2-4-26 16,-2-1-66-16,0-4-95 15,0-2-201-15</inkml:trace>
  <inkml:trace contextRef="#ctx0" brushRef="#br0" timeOffset="92476.36">17824 2747 468 0,'0'0'41'0,"-3"25"69"15,2-6-26-15,1 6-25 16,-2 3-1-16,2 6-18 16,0 3-7-16,0 3-15 15,-1 2 2-15,-2 2 2 16,2-2-2-16,-2 2-6 16,0-4 1-16,1 0-1 15,2-1-5-15,0 0-5 16,0 0-1-16,0 0 0 15,0 0 3-15,0 2 25 16,0 0-18-16,0 2-9 16,-5-1-2-16,-1-2-2 0,0 0 2 15,-4-1-1 1,3 0-1-16,-1-7 2 0,3-2-3 16,-1-2 4-16,3-4-2 15,0 1-2-15,3 1-2 16,0 2 3-1,0-1 2-15,0 1 16 0,0 0-18 16,0-1 1-16,0-5-2 16,6 0 2-16,2-1-1 15,0-2 1-15,-2-2-1 16,0 0 1-16,0 0-2 16,-1-4 2-16,-2-2-2 15,0 1 2-15,0-4-2 16,0 0 2-16,-2-1-2 15,0-3-2-15,1 1-1 16,-2 0 3-16,1-1 0 16,1 1-1-16,-2 0 1 15,1 0-1-15,1 1 0 16,-1-3-2-16,3 3 1 16,1-1-2-16,2 1 1 15,-1-2-6-15,4 0-5 16,3 0 13-16,0 0 1 15,1 0 1-15,2-1 0 16,3 0-1-16,-3-1 1 16,3 1 0-16,1-2-1 15,-3 4-3-15,3-2 4 16,-2 1-1-16,-1 0 1 16,2-1 0-16,-2 2-1 15,5 0 2-15,-1 1-2 16,1-3 2-16,0 3 2 0,1-2-5 15,-3-4 3 1,2 3-1-16,1-3 0 0,0 0 0 16,2 0 2-16,1 0-3 15,4 0 2-15,0 0-1 16,1 0 1-16,0 0 6 16,1 0-3-16,3 0-3 15,-1 0 2-15,-1 0-3 16,2 1 0-16,1-1 0 15,-1 0-2-15,0 2 7 16,-2-1-2-16,2-1-3 16,-2 0 3-16,1 0-2 15,0 0 6-15,-1 0-4 16,3 0-2-16,0 0 0 16,2 0-1-16,3 0 1 15,0 0-1-15,1-3-1 16,0 2 2-16,0-2-1 15,0 3-1-15,1-3 2 16,-1 2-1-16,2-2 0 16,0 0 0-16,-1 1 1 15,0 1-2-15,-1-2 2 16,0 3-2-16,-3-1 2 16,-1 1-3-16,-1 0 2 15,5 0 0-15,-3-3 0 16,3 0-1-16,4 1 2 15,-1-2-1-15,1 2-2 16,-4 1 0-16,0 1 3 16,0 0-3-16,-5 0-2 0,1 0 2 15,-3 0 1 1,1 0 0-16,-2 0 1 0,1 0 0 16,1 0 0-1,-1 0 0-15,1 0 0 0,0 0 0 16,1 0-1-16,-2 1 1 15,1-1 0-15,-1 2 1 16,-5 0-2-16,4 1 2 16,-4-3-1-16,2 3-1 15,-2-2 2-15,2-1-1 16,1 0 0-16,-3 0 1 16,4 0-1-16,-2 0 0 15,-1 0 0-15,1 0 1 16,1 0 1-16,0-3 1 15,-1-1 0-15,-3-1 4 16,-3 1-4-16,0 0 0 16,-1-1-3-16,-2 2 0 15,2-1 1-15,2 0-1 16,0 2 0-16,2-4 1 16,1-1-1-16,-1 2 0 15,0-2 1-15,0 0-1 16,-3-1 2-16,-2 3-1 15,0-2 2-15,0 1-2 16,-1 2 7-16,-1 0-2 16,-2 0-2-16,0-1 4 15,-2 0-7-15,-1 0 0 16,0 0 1-16,1-4 0 16,-1 1 2-16,-4-1 5 15,3-1-1-15,-6 0 14 16,-3-2 4-16,2 1-8 15,-5-2-1-15,2-3 3 0,0-3-5 16,-2 0-4-16,2-1-8 16,1-7-1-1,0 1-2-15,-1-4 0 0,2 1 0 16,-2-2 1-16,0-3-1 16,0-2 0-16,-1 0 0 15,0-1 1-15,-2-2-1 16,1-4-1-16,1-1 1 15,-2-3 0-15,-2 0 0 16,-1 4-1-16,0 0 2 16,0 4 0-16,0 3 3 15,0 5 13-15,-4 3 4 16,-5 0-9-16,-1 0-3 16,-2 1-3-16,0 0-3 15,0 0-1-15,-2-2 0 16,0-2-2-16,1 1 1 15,1 0-2-15,-2 3 0 16,3 2-1-16,1 1 0 16,0 5 2-16,-2 0 1 15,3 3-1-15,2-1 0 16,-3 1 1-16,5 1 0 16,-1-4-1-16,1 5 1 15,2-3-2-15,2 3 1 16,-2 1-2-16,-1 1 3 15,-2 2-1-15,0 0-3 16,-3 4 1-16,2-1 0 16,-3 2 0-16,0-1 1 0,-2 2 0 15,1-1 0 1,-4 1 0-16,-2-1-2 0,-2 0 1 16,-5 0-2-16,-4 1 4 15,-2-2 0-15,-2 0 0 16,-1 2 1-16,-2 1 0 15,1-1-1-15,-4 0 1 16,-1 2-1-16,0-2-1 16,-4 0 2-16,4 1-1 15,1 1 1-15,-1-4-1 16,-1 6 0-16,-5-4-1 16,-5 4 2-16,-11-2-2 15,-7 2 0-15,-12 0-5 16,-6 0 3-16,-5 0 3 15,0 0 2-15,1 0-2 16,5-2 1-16,3 0 0 16,7 0 2-16,2-2-2 15,3 1-4-15,-1 3 1 16,5-1 2-16,2 1-2 16,2 0-2-16,6 0-11 15,4 0 7-15,5 0 7 16,4 0 0-16,0 0 0 15,-5 0 2-15,-4 0-1 16,-7 0-1-16,-8 0 2 16,-3 0 0-16,-4 0-2 15,-1 0 2-15,-3 1-1 16,1 4 1-16,1-3-1 16,1-1 1-16,4 0-2 15,6-1 4-15,7 0-2 0,6 0 2 16,8 0-6-16,5 0 3 15,4-4 0-15,6 2 2 16,2-2-1-16,5 1 0 16,3 0 1-16,2 3 1 15,1-2-2-15,0 2-1 16,-3 0 0-16,2 0-1 16,-2 0 1-16,-3 0 0 15,-2 5 0-15,-4-1 1 16,1 3-2-16,-3-2 1 15,1 2 0-15,1-1 1 16,4-2-1-16,2-1 1 16,2-1 0-16,4-1-1 15,2 2 0-15,5-3 1 16,-1 1-1-16,6-1 0 16,-1 3-1-16,4-3-1 15,-2 2 0-15,3-2-3 16,0 2-9-16,0 0-14 15,0 1-26-15,0 4-29 16,16 2-12-16,4-1-52 16,9 0-97-16,4-4-261 15</inkml:trace>
  <inkml:trace contextRef="#ctx0" brushRef="#br0" timeOffset="94125.88">23133 3191 717 0,'0'-4'103'0,"0"1"18"16,0-2-54-16,-3 4-8 15,-7-2-8-15,-6 3-29 16,0 0-16-16,-7 3-4 15,-3 14-3-15,-3 3 1 16,2 6 0-16,1 2 0 16,6-1 1-16,4 0-1 15,9-5 1-15,5-2-1 16,2-2 3-16,2-4 5 16,12-4-1-16,6-3 0 15,3-1 1-15,3-3-2 16,3-3-2-16,-1 0-1 15,-1-4 0-15,1-13 3 16,-2-2-4-16,0-7 0 16,-5-4 0-16,0-5-3 15,-3-8-1-15,-5-8-2 16,-3-4-2-16,-4-5 0 16,-6-3 4-16,0 5 0 0,0 5 2 15,-7 7-1 1,-12 13 0-16,2 12-1 0,-6 9-3 15,0 7-3-15,0 5-1 16,4 6 4-16,1 16 1 16,7 6 3-16,2 8 2 15,6 7 6-15,3 4 9 16,0 0 2-16,3 1 6 16,13-1-6-16,3-4 2 15,0-4-2-15,5-3-9 16,1-4-6-16,-1-6 0 15,-3-4-2-15,-1-6-2 16,-4-5-22-16,-2-3-42 16,-5-5-45-16,-5-3-82 15,1 0-75-15,-5 0-225 16</inkml:trace>
  <inkml:trace contextRef="#ctx0" brushRef="#br0" timeOffset="94561.77">23389 3138 716 0,'0'0'67'16,"0"0"13"-16,0 0 20 16,0 0-21-16,0 46-20 15,0-26-19-15,0 3-5 0,0-1-5 16,0-2 6-16,11-1-8 15,1-3-13-15,4-4-8 16,-2-1-2-16,6-4-1 16,-4-2 0-16,2-5-1 15,-1 0-1-15,0 0-2 16,0-14-2-16,-3-3 0 16,-3-6-1-16,1-5 2 15,-4 2 1-15,-2 1 1 16,-3 1-1-16,-1 8 0 15,-2 3 1-15,0 6 3 16,0 4 7-16,0 3-4 16,0 0-11-16,0 6-5 15,0 12 9-15,0 4 0 16,1 4 2-16,8 5 0 16,1-4-2-16,1 0-4 15,4-3-39-15,-4-6-94 16,2-4-212-16</inkml:trace>
  <inkml:trace contextRef="#ctx0" brushRef="#br0" timeOffset="95236.37">22747 3593 504 0,'0'0'157'16,"0"0"-22"-16,0 0-42 15,0 0 15-15,35 17-21 16,4-13-2-16,15-1 0 16,13 0-20-16,10-3-20 15,8 0-14-15,3 0-12 16,0 0-6-16,-7 0-9 16,-8 0-2-16,-11 0-2 15,-11 0-1-15,-8 0 1 16,-13-1 1-16,-6-1-1 15,-8 1 0-15,-3-3-11 0,-6 1-18 16,1 2-24-16,-4-1-40 16,-2 1-67-16,-2 1-104 15,0 0-200-15</inkml:trace>
  <inkml:trace contextRef="#ctx0" brushRef="#br0" timeOffset="96173.03">23132 4127 573 0,'0'0'139'16,"0"0"-44"-16,0 0-28 16,0 0 5-16,-12-10-25 15,-1 7-13-15,-1 3-25 16,-3 0-5-16,-5 0 1 16,-1 13-3-16,-3 6-1 15,0 8 2-15,0 0 4 16,1 4-5-16,8 1 0 15,3-4 0-15,6-4 5 16,8-1 9-16,0-8 7 16,8-5-4-16,13-3-1 15,5-7 4-15,4 0-1 16,-1-4-2-16,1-12-3 16,-2-7-9-16,-1-5-3 15,-6-5 0-15,-3-3-1 16,-4-9-2-16,-5 1-1 15,-4-6-7-15,-5-2-17 16,0 1-3-16,0 6 7 16,-2 6 13-16,-9 8 1 15,1 8 6-15,-1 7-4 16,0 9 4-16,2 5 0 16,-1 2 2-16,3 5 3 0,0 15-2 15,3 8 10-15,2 6 4 16,2 7 12-16,0 2-7 15,5 1 2-15,7 1 6 16,4-5-5-16,4-2-2 16,3-4-8-16,-1-6-7 15,-2-4-5-15,1-5-2 16,-7-5-1-16,-2-5-11 16,-4-4-43-16,-3-3-49 15,-4-2-75-15,-1 0-78 16,0-9-210-16</inkml:trace>
  <inkml:trace contextRef="#ctx0" brushRef="#br0" timeOffset="96467.65">23361 4052 804 0,'0'0'173'16,"0"0"-33"-16,0 0-38 16,95 69-19-16,-67-44-26 15,-3-5-27-15,-2 3-11 16,0-3-7-16,-6-2-8 16,1-2-1-16,-8-2-2 15,1-3 1-15,-4 0-4 16,-2-6-16-16,-2-1-25 15,-2-3-25-15,1-1-43 0,1 0-58 16,-2-10-53 0,0-9-144-16</inkml:trace>
  <inkml:trace contextRef="#ctx0" brushRef="#br0" timeOffset="96698.02">23603 4028 688 0,'0'0'83'16,"0"0"88"-16,-70 70-36 15,41-43-38-15,1 3-26 16,0-3-29-16,5-1-17 16,1-6-17-16,4-3-6 15,3-2-3-15,2-4-43 16,4-3-67-16,1-4-74 15,3 0-82-15,2-4-181 16</inkml:trace>
  <inkml:trace contextRef="#ctx0" brushRef="#br0" timeOffset="97526.59">24097 3668 820 0,'0'0'28'0,"0"0"61"0,0 0 3 16,0 0-13-16,77 0-14 16,-54 0-33-16,-1 0-20 15,-2 0-9-15,-4 0-4 16,-6 0-47-16,-7 0-92 16,-3-7-141-16,0-2-317 15</inkml:trace>
  <inkml:trace contextRef="#ctx0" brushRef="#br0" timeOffset="97711.97">24108 3555 833 0,'0'0'34'0,"0"0"103"16,0 0-68-16,91 0-52 15,-67 0-14-15,-2 0-3 16,-2 0-86-16,-3 0-224 16</inkml:trace>
  <inkml:trace contextRef="#ctx0" brushRef="#br0" timeOffset="101265.1">26940 855 647 0,'-21'10'17'16,"-5"16"67"-16,-9 9 3 16,-3 13-3-16,-2 10-20 15,-2 6-11-15,6 5-4 16,3 1 3-16,7 4-6 15,8 2-9-15,5 1-1 16,7-2 4-16,6-2 17 16,0 0-36-16,6-4-12 15,16-5 4-15,4-2 5 16,7-3 3-16,5-2-7 16,4-5-8-16,1-7-1 15,2-9 0-15,-8-7 0 0,-2-9-4 16,-10-5 1-1,-8-8-1-15,-6-2 0 16,-6-5-3-16,-5 0 1 16,0 0-8-16,0-4-15 0,-3-7-53 15,-6-2-54-15,-1-2-72 16,-1-6-109 0,0 1-222-16</inkml:trace>
  <inkml:trace contextRef="#ctx0" brushRef="#br0" timeOffset="101898.84">27528 1096 576 0,'0'0'110'0,"0"0"10"0,0 0-22 15,0 0-20-15,-29-68 3 16,19 60-29-16,0 3-18 16,1 3-10-16,-1 2-10 15,-4 0-1-15,2 8-8 16,-2 13-5-16,2 7 2 16,2 4 11-16,3 4-1 15,1 4 7-15,5 2-4 16,1 0 0-16,0 1-2 15,0-2-7-15,0-2-4 16,7-1 0-16,3-5-1 16,-4-4-1-16,1-4-2 15,-1-6-18-15,-3-6-26 16,-3-2-42-16,0-7-46 16,0-4-63-16,-3 0-73 15</inkml:trace>
  <inkml:trace contextRef="#ctx0" brushRef="#br0" timeOffset="102101.16">27279 1359 882 0,'0'0'149'0,"0"0"-28"0,83-12-69 16,-50 8-24-1,-1 1-21-15,-1 0-5 0,3 1-43 16,0-1-70-16,1 1-110 16,1 0-158-16</inkml:trace>
  <inkml:trace contextRef="#ctx0" brushRef="#br0" timeOffset="102590.61">27157 1755 778 0,'0'0'66'0,"0"0"64"15,0 0 8-15,107-16-27 16,-61 10-24-16,5-1-21 16,5-2-23-16,0 3-18 15,2-1-13-15,-5 1-7 0,-2-1-4 16,-5 3-10-16,-5 0-34 15,-8 2-47-15,-10 2-88 16,-9 0-95-16,-5 0-87 16</inkml:trace>
  <inkml:trace contextRef="#ctx0" brushRef="#br0" timeOffset="103285.42">27560 2003 594 0,'0'0'64'0,"0"0"56"15,0 0 3-15,0 0-37 16,0 0 0-16,23-42-33 16,-23 32-29-16,0 2-4 15,-9 2-14-15,-5 4-6 16,-8 2-4-16,-2 0-6 16,-1 2 5-16,-3 12 2 15,4 1 2-15,5-2 0 0,8 2-2 16,8-1-2-16,3-3-9 15,0-1-1-15,13-4 13 16,7 1 4-16,6-7-1 16,0 0 0-16,3 0 1 15,-3 0-1-15,-3-12 0 16,-1 1-1-16,-6 2-3 16,-2-3-1-16,-7 5 5 15,-2 1-1-15,-1 2 1 16,-3 1 7-16,1 3 11 15,-2 0-14-15,0 0-9 16,4 13 1-16,-1 6 22 16,1 6 8-16,2 6 7 15,3 4 33-15,-1 5 11 16,1 2-30-16,0 2 1 16,-2-5 5-16,0 1-12 15,-4-9-4-15,-3-3-15 16,0-8-17-16,0-8 2 15,-11-1 5-15,-7-5 4 16,-9-4-7-16,-2-2-6 16,-6 0-10-16,0 0-16 15,2-8-25-15,6-8-18 16,4-6-27-16,4-6-64 16,10-6-159-16,5-8-258 15</inkml:trace>
  <inkml:trace contextRef="#ctx0" brushRef="#br0" timeOffset="103873.44">27987 752 659 0,'0'0'84'15,"27"73"35"-15,1-20-16 16,1 10-5-16,10 6-9 15,-3 8-16-15,2 2-29 16,-5 3-7-16,-7 0-4 16,-6 1 3-16,-11 0-7 15,-9-7 0-15,0-2-3 16,-9-7 3-16,-14-3-10 16,0-8-2-16,-3-5 3 15,-3-5-9-15,3-5-5 16,0-6-1-16,4-8-1 15,4-7-2-15,3-4-1 16,5-8-17-16,1-7-24 0,4-1-8 16,2-4-34-16,3-15-96 15,0-9-90-15,0-7-63 16</inkml:trace>
  <inkml:trace contextRef="#ctx0" brushRef="#br0" timeOffset="104148.92">28641 785 1062 0,'0'0'12'16,"0"0"55"-16,-70 100-3 16,41-50-18-16,3 5-19 15,0-3-20-15,3 0-8 16,4-4-27-16,0-9-90 16,5-6-121-16,1-8-253 15</inkml:trace>
  <inkml:trace contextRef="#ctx0" brushRef="#br0" timeOffset="104662.96">28672 1789 850 0,'0'0'106'16,"0"0"67"-16,85 0-66 15,-59 0-69-15,-7-2-24 16,-5 0-9-16,-4-2-5 0,-4 2-32 16,-3-3-87-16,-3-3-94 15,0-2-194-15</inkml:trace>
  <inkml:trace contextRef="#ctx0" brushRef="#br0" timeOffset="104838.6">28650 1630 825 0,'0'0'79'16,"0"0"47"-16,78-7-93 15,-46 5-30-15,3 0-3 16,-2-4-88-16,-3-2-215 16</inkml:trace>
  <inkml:trace contextRef="#ctx0" brushRef="#br0" timeOffset="105510.85">29613 933 546 0,'0'0'51'15,"0"0"50"-15,0 0-41 16,0 0-28-16,-81-64-9 15,54 61-11-15,-2 3 23 16,3 0-6-16,2 8 4 16,2 11 5-16,3 8 2 15,6 6 1-15,0 7-7 16,6 7 9-16,4 4-13 16,3 1 4-16,0 1 5 15,2-1-6-15,9-5-5 16,5-2-11-16,0-4 1 15,0-5-5-15,0-4-10 16,-2-4-2-16,-2-7 0 16,-2-3-3-16,-5-5-20 15,0-5-37-15,-5-4-54 16,0-4-59-16,0 0-39 16,-12-6-126-16</inkml:trace>
  <inkml:trace contextRef="#ctx0" brushRef="#br0" timeOffset="105699.84">29323 1297 768 0,'0'0'115'0,"0"0"-8"0,0 0-76 15,97-16-25-15,-68 11-5 16,1-2-3-16,-1-2-77 15,-2-6-100-15,1-1-173 16</inkml:trace>
  <inkml:trace contextRef="#ctx0" brushRef="#br0" timeOffset="106166.78">30019 831 749 0,'0'0'26'16,"0"0"65"-16,-68 73 42 15,45-39-66-15,2 3-22 16,-1-2-32-16,3-1-12 16,2-1-6-16,2-4-60 15,4-5-103-15,2-2-109 16</inkml:trace>
  <inkml:trace contextRef="#ctx0" brushRef="#br0" timeOffset="106657.85">29986 1324 1172 0,'0'0'72'0,"0"0"-7"15,0 0-34-15,0 0-22 16,0 0-8-16,0 0-26 16,0 0-96-16,0 0-129 15,-2 0-188-15</inkml:trace>
  <inkml:trace contextRef="#ctx0" brushRef="#br0" timeOffset="107353.85">30359 1325 571 0,'0'0'100'16,"0"0"-9"-16,0 0-31 15,0 0-8-15,-25-73-22 16,4 64-14-16,-4 7-16 15,-3 2-6-15,-2 0 4 16,0 4 2-16,2 10-2 16,8 1 2-16,7-1 1 15,6 3 0-15,7-1 6 16,0 0 5-16,0-2-4 16,16-2-2-16,1-2-5 15,6-3 1-15,2-3 0 16,-1-4 1-16,-1 0-2 15,-2 0-2-15,-3-3-1 16,-2-5 1-16,-3-2 2 16,-3 2 0-16,-2 1-1 15,-4 3 0-15,0 3 0 16,-1 1 0-16,-3 0-7 16,3 12 1-16,-3 4 8 15,0 9 12-15,0 6 14 16,0 4 29-16,0 5 15 15,0 4 9-15,0 2 9 16,0 2-20-16,0 3-14 0,-4-3 6 16,2-2 9-1,2-1-9-15,0-6-44 16,0-6-2-16,0-7 1 16,0-7-12-16,-1-7-3 0,-6-5 0 15,-3-6-7 1,-8-1-9-16,-2 0-8 0,-6-1-28 15,-3-10-18-15,-1-4-14 16,1-2-64-16,4-4-110 16,5-1-185-16</inkml:trace>
  <inkml:trace contextRef="#ctx0" brushRef="#br0" timeOffset="107669.77">30636 1370 1134 0,'0'0'114'0,"0"0"-13"16,0 0-64-16,0 0-20 16,94 0-10-16,-74-1-7 15,0-5-65-15,-4-2-110 16,-1-3-207-16</inkml:trace>
  <inkml:trace contextRef="#ctx0" brushRef="#br0" timeOffset="108521.87">31355 1094 557 0,'0'0'78'0,"0"0"53"16,0 0-53-16,-60-84-9 15,38 69-3-15,2 4-27 16,-2 6-18-16,-1 4-8 15,0 1 2-15,1 0-1 16,2 17-8-16,4 7-1 16,3 4 0-16,7 6 9 15,6 1 1-15,0 2 7 16,0 1-5-16,8 4 7 16,7-3 2-16,1 3-2 15,1-1-5-15,2-2-3 16,-3 0 4-16,-4-3-5 15,1-5-8-15,-6-1-5 16,-4-4-2-16,-2-3 1 16,-1-4-6-16,0-4-20 15,0-4-39-15,-4-3-34 16,-6-4-42-16,-3-4-59 16,-2 0-130-16</inkml:trace>
  <inkml:trace contextRef="#ctx0" brushRef="#br0" timeOffset="108706">31076 1387 768 0,'0'0'123'0,"0"0"1"16,81-16-72-16,-43 12-26 15,1 2-14-15,0-1-11 16,3 0-13-16,-5 3-61 15,-2-3-65-15,-2 2-67 16,-7 1-237-16</inkml:trace>
  <inkml:trace contextRef="#ctx0" brushRef="#br0" timeOffset="108990">31618 1435 1037 0,'0'0'138'0,"0"0"-27"15,0 0-57-15,0 0-26 16,0 0-20-16,0 0-14 16,-7 0-41-16,1 0-74 0,-1 0-120 15,1 0-165-15</inkml:trace>
  <inkml:trace contextRef="#ctx0" brushRef="#br0" timeOffset="109688.72">32028 1374 572 0,'0'0'56'16,"0"0"49"-16,0 0-51 15,0 0-33-15,0 0-5 16,-100-48-12-16,70 48-2 16,-3 0-2-16,1 4-1 15,0 6 2-15,6 5 2 16,6-3 7-16,6 2-4 15,2-1-3-15,9 0-2 16,3-1-1-16,0-1-2 16,5-3 1-16,10 0 0 15,3-2 2-15,2-2 1 16,3-2-2-16,0-2 1 16,1 0 3-16,-3 0-3 0,2-5 0 15,-5-5 1 1,-1 0 1-16,-4 0-1 15,-2 0 0-15,-2 4 2 0,-2 1 5 16,-2 1 1-16,-2 4 0 16,-2 0-3-16,3 0-10 15,-4 13-4-15,3 6 23 16,-3 9 27-16,0 5 24 16,1 5 5-16,2 1 8 15,-3 4 0-15,3 1-18 16,2 3-4-16,-1-3-1 15,-1-5-21-15,-3-3-6 16,3-5-1-16,-3-8-7 16,0-6-5-16,0-6-9 15,-6-5 0-15,-11-6 1 16,-8 0-3-16,-2-3-13 16,-4-12-25-16,-2-8-24 15,4-4-22-15,3-8-80 16,3-4-96-16,7-5-191 15</inkml:trace>
  <inkml:trace contextRef="#ctx0" brushRef="#br0" timeOffset="109927.09">32325 952 1018 0,'0'0'16'0,"0"0"13"15,0 0 54-15,-99 78-31 16,63-43-32-16,1 0-16 16,2 0-3-16,4 0-33 15,-1-1-77-15,1-4-141 16,3-2-188-16</inkml:trace>
  <inkml:trace contextRef="#ctx0" brushRef="#br0" timeOffset="110940.29">29208 1742 477 0,'0'0'86'15,"95"0"27"-15,-27 0-39 16,14 4 9-16,18-2-10 16,13 1-32-16,12 1 4 0,15-1-5 15,7 0-6-15,9-2-4 16,8-1-15-16,2 3-3 16,6-1-5-16,-1 2 16 15,-3-1 6-15,-2 1 5 16,-10 1-24-16,-9-1-1 15,-11-2-2-15,-16 0 4 16,-15-2 10-16,-14 0-5 16,-17 0 1-16,-18 0-6 15,-15-6-6-15,-17 2-2 16,-8 1 0-16,-13 2 0 16,-3-2 0-16,0 3-9 15,-19 0-32-15,-12 0-43 16,-11 0-122-16,-12 0-46 15,-8 3-50-15</inkml:trace>
  <inkml:trace contextRef="#ctx0" brushRef="#br0" timeOffset="111893.89">30646 2298 490 0,'0'0'66'0,"0"0"59"15,0 0-18-15,0 0-6 16,17-16 0-16,-14 8-32 16,-1-1-17-16,-2-1-7 15,0-2-14-15,0 1-8 16,-12 3-11-16,-4 1-10 15,-4 4 0-15,-6 3-5 16,-4 0 1-16,-2 13-2 16,0 3 3-16,3 6-2 15,6 0-7-15,6 1-4 16,11-4 9-16,6 0-3 16,0-5-9-16,9 1 6 15,12-7 8-15,7-4 4 16,2-2-1-16,0-2 0 15,1 0 0-15,-2-6-1 16,-6-6 0-16,-6-5-1 0,0 3 0 16,-8-5-1-16,-3 6 0 15,-5-3 0-15,1 4 3 16,-2 5 2-16,0 2 1 16,0 5 5-16,0 0 0 15,0 0-9-15,0 11-10 16,0 10 12-16,0 6 3 15,0 6 10-15,3 6 3 16,3 3 5-16,2 0 15 16,2 3 11-16,1 3-8 15,1-1-5-15,1-2-2 16,0-5 27-16,-3-1 15 16,1-8-45-16,-5-8-24 15,-3-5 1-15,-1-7 2 16,-2-3-2-16,0-4 1 15,0-2 1-15,-14-2-2 16,-4 0-5-16,-3-3-13 16,-5-10-23-16,0-3-21 15,1-4-21-15,6-6-46 16,4-1-86-16,4-4-148 16,10-1-308-16</inkml:trace>
  <inkml:trace contextRef="#ctx0" brushRef="#br0" timeOffset="112342.97">30958 2042 961 0,'0'0'87'15,"0"0"20"-15,0 0-53 16,0 0-15-16,26-4 17 16,-16 4-14-16,3 8-18 15,-6-1-12-15,-1 2-8 16,-4 3 1-16,-2 3 9 15,0 1 2-15,0 3-2 16,-8 2-4-16,-2-2-5 16,0 0-2-16,3-3-2 15,4-2 0-15,0-3-1 16,3 0 0-16,0-4 0 16,6-1 0-16,11-2 0 15,5-1 1-15,7-2-1 16,4-1-10-16,3 0-23 15,-3 0-37-15,-3-1-42 16,-5-7-111-16,-3 1-116 16,-8 2-208-16</inkml:trace>
  <inkml:trace contextRef="#ctx0" brushRef="#br0" timeOffset="116610.43">24003 1010 176 0,'-34'19'13'16,"1"3"7"-16,1 4 25 16,-1 7 22-16,4 5-25 15,0 5 5-15,5 4-18 16,4 3-9-16,-1 4 4 0,5-2-1 16,7-3-1-1,6-1 3-15,3-6-7 0,3-6-12 16,21-2-9-1,9-5-7-15,12-5-10 16,7-2 6-16,9-6 2 16,4-4-1-16,5-6-10 15,3-1 7-15,-1-5 2 0,1 0 5 16,0-7 12-16,-1-11 2 16,-2-5 10-16,-4-6 9 15,-7-4 10-15,-7-3-9 16,-7-5-2-16,-14-2 7 15,-6-2-19-15,-11-1 1 16,-8-3-7-16,-6 1 4 16,0 1 6-16,-7-1 8 15,-16 2 12-15,-6 1-14 16,-6 6-12-16,-7 1-6 16,-3 5 0-16,-5 6 1 15,-6 7-9-15,-3 3-4 16,-4 8-6-16,-3 5 8 15,-1 4-25-15,-1 7-23 16,-2 13-30-16,1 8 3 16,1 8-8-16,3 6-30 15,5-1-115-15</inkml:trace>
  <inkml:trace contextRef="#ctx0" brushRef="#br0" timeOffset="119040.93">24929 2960 477 0,'0'-1'106'0,"0"-1"23"16,0 1-31-16,0 1-22 15,0 0-20-15,0 0-22 16,0 0-4-16,-3 4 1 15,-9 15-3-15,-1 6 1 16,-7 10 16-16,-5 5-13 16,1 5 4-16,2 4-7 0,2-1-1 15,4-3-13 1,6-1 2-16,5-2-4 16,5-3-1-16,0-6 6 15,9-1 2-15,8-3 0 16,1-4-2-16,2-2-5 0,-2-7-3 15,-1 0-2-15,-2-7-2 16,-4-1-1 0,-4-2-1-16,-1-3-1 0,-2-2-3 15,-4 2 1-15,0-3-1 16,0 0-9-16,0 0-26 16,0 0-25-16,0-3-63 15,0-8-145-15,0-1-109 16</inkml:trace>
  <inkml:trace contextRef="#ctx0" brushRef="#br0" timeOffset="119410.59">25233 3175 816 0,'0'0'29'0,"0"0"110"16,0 0-26-16,0 73-13 15,2-48-22-15,-2 2-28 0,4-3-17 16,-1 1-17-16,-1-2-8 16,1-4-5-16,-1-1 0 15,-1-4-4-15,1-5-6 16,-2-2-42-16,0-4-51 16,0-3-74-16,0 0-101 15,3-6-193-15</inkml:trace>
  <inkml:trace contextRef="#ctx0" brushRef="#br0" timeOffset="119820.15">25346 2855 589 0,'0'0'138'0,"0"0"-13"16,68 107-14-16,-37-59-14 15,3 2-28-15,-2 1-13 16,1 0 2-16,-7 0-6 15,-3-2-4-15,-6-1-13 16,-5-5-2-16,-5 1-2 16,-4-3-10-16,-3-1 0 15,0-7-6-15,-3 2-6 0,-10-4 1 16,-7-6-5 0,-5-3-2-16,-2-3-6 15,-4-2-20-15,4-8-35 16,-2-2-49-16,3-5-73 0,6-2-116 15,7-5-280-15</inkml:trace>
  <inkml:trace contextRef="#ctx0" brushRef="#br0" timeOffset="120653.48">25942 3376 1252 0,'0'0'47'0,"0"0"37"16,0 0-35-16,0 0-27 15,2 0-11-15,-2 0-7 16,0 0-8-16,0 0-49 0,0 0-76 16,0 0-136-16,0-1-255 15</inkml:trace>
  <inkml:trace contextRef="#ctx0" brushRef="#br0" timeOffset="121387.79">26365 2946 700 0,'0'0'95'0,"0"0"-1"16,0 0-7-16,0 0 5 15,-91 103-30-15,68-60-19 16,1 5-12-16,4 6-10 16,5-2-3-16,6 2 7 15,7-2 0-15,0-3-4 16,10-3-10-16,9-4-5 15,5-4 1-15,1-5-1 16,2-4-2-16,-1-10-3 16,-7-3-1-16,1-7-19 15,-5-7-41-15,-1-2-74 16,-8 0-100-16,-2-11-125 16</inkml:trace>
  <inkml:trace contextRef="#ctx0" brushRef="#br0" timeOffset="122256.17">26455 3184 389 0,'0'0'34'0,"0"0"35"16,0 0-5-16,0 0-6 15,0 0 23-15,-10-6-29 16,10 6-12-16,0 0-3 16,0 0-9-16,0 0 1 15,0 0-4-15,0 0-4 16,0 0-8-16,0 0 7 16,0 0-10-16,0 0-1 15,0 0 3-15,3-3 10 16,4 3 16-16,9-1-4 0,1-2-10 15,5-1-7 1,4 2-4-16,-4-3-7 0,1 4-5 16,-3-3 1-16,-4 2-2 15,-5 2-1-15,-5 0-1 16,-5 0-1-16,-1 9-4 16,0 4-6-16,-8 4 4 15,-8 1 1-15,3 1 2 16,-2-2 2-16,7 2-8 15,3-3 7-15,5-1 3 16,0 1-1-16,6-3-6 16,9 4 4-16,5 0 6 15,-2-1-1-15,2 0 1 16,-3-2 0-16,-6 1 4 16,-3-1 10-16,-4-4 16 15,-4-1 18-15,0 1 10 16,-2-3-7-16,-12-2-6 15,-2-1-10-15,-3-1-15 16,-2-1-12-16,0-1-7 16,0-1-6-16,1 0-37 15,2 0-44-15,1 0-55 16,7-3-99-16,-2-4-129 16</inkml:trace>
  <inkml:trace contextRef="#ctx0" brushRef="#br0" timeOffset="122672.87">26874 3207 722 0,'0'0'144'15,"0"0"5"-15,0 0-45 16,0 0-10-16,72 86-25 15,-49-63-22-15,0-1-13 16,0 0-8-16,0-2-10 16,-3-1-8-16,-3-4-3 15,-3-1-4-15,-6-3 0 16,0-4-5-16,-4-2-28 16,-2-3-27-16,-1 0-42 15,-1-2-70-15,2 0-84 16,-2-2-99-16</inkml:trace>
  <inkml:trace contextRef="#ctx0" brushRef="#br0" timeOffset="122903.18">27122 3255 630 0,'0'0'107'0,"0"0"42"0,0 0-14 15,-95 62-36-15,59-33-29 16,1 1-35-16,0-1-24 16,4-2-8-16,5 0-2 15,7-8-8-15,4-4-49 16,10-2-53-16,5-5-75 16,0-5-48-16,10-3-64 15</inkml:trace>
  <inkml:trace contextRef="#ctx0" brushRef="#br0" timeOffset="123217.79">27329 3252 806 0,'0'0'155'0,"0"0"-22"16,1 87-49-16,5-54-22 16,0-2-21-16,1 0-20 15,2-2-12-15,2-7-6 16,-5-2-2-16,0-6-3 15,-2-4-35-15,-2-2-58 16,-2-7-70-16,0-1-97 0,-3 0-114 16</inkml:trace>
  <inkml:trace contextRef="#ctx0" brushRef="#br0" timeOffset="123410.03">27225 3401 788 0,'0'0'77'16,"0"0"57"-16,0 0-65 15,88-10-25-15,-59 6-31 16,1-1-10-16,-1-1-7 16,-3-1-73-16,-3-2-113 15,-1-2-124-15</inkml:trace>
  <inkml:trace contextRef="#ctx0" brushRef="#br0" timeOffset="124038.27">27580 3151 618 0,'0'0'153'0,"0"0"-7"16,0 0-68-16,0 0 2 15,0 0-22-15,58-19-21 16,-40 17-8-16,0 2-5 16,-5 0-14-16,-3 0-9 15,-3 6-3-15,-7 10-1 16,0 5 6-16,-7 2 2 16,-9 2-1-16,-6 4-2 15,1-2-1-15,2 0-1 16,5-4 0-16,5-3 0 15,7-1-1-15,2-1 1 16,2-3 1-16,15-3 7 16,5 0 3-16,4-7-3 15,4-1-4-15,2-4-7 16,0 0-25-16,0 0-53 16,-2-11-81-16,-4-4-111 15,-3-3-230-15</inkml:trace>
  <inkml:trace contextRef="#ctx0" brushRef="#br0" timeOffset="124458.03">27828 2828 633 0,'0'0'63'0,"0"0"76"16,0 0-21-16,44 105 1 15,-21-64-50-15,-1 5-11 16,2 0 7-16,-1 2-25 15,-3 0 4-15,-2 0-4 16,-3-1-7-16,-4 0-7 16,-3-5-9-16,-5-1 4 15,-3-4 2-15,0-2-4 16,-7-5-5-16,-9-2-5 16,-9-4-2-16,-3-3-4 15,-4-2-2-15,-3-4-23 16,2-5-36-16,0-2-59 15,4-8-111-15,3 0-208 16</inkml:trace>
  <inkml:trace contextRef="#ctx0" brushRef="#br0" timeOffset="125263.94">28493 3291 247 0,'0'0'16'0,"0"0"102"16,0 0 34-16,0 0-10 15,-28-14-29-15,27 12-15 16,-2 1-4-16,3 0 4 16,0 1-11-16,0 0-19 15,0 0-15-15,0 0-9 16,0 0-8-16,0 0-5 15,7 0-1-15,9 0-3 16,4 0 5-16,5 0-3 16,7 0-11-16,5 0-4 15,2 0-2-15,2 0-4 16,0 0-2-16,0 4-1 16,-8-3-3-16,-7 2 0 15,-7 1 0-15,-6-4-1 16,-6 0-1-16,-4 0 1 15,-3 3 0-15,0-3-1 16,0 0-5-16,0 0-3 16,0 0-11-16,0 0-20 15,-1 0-29-15,-4 0-53 16,1-3-68-16,-2-1-89 16,-1-2-170-16</inkml:trace>
  <inkml:trace contextRef="#ctx0" brushRef="#br0" timeOffset="127851.13">29294 3249 300 0,'0'0'59'0,"0"0"51"16,0 0 1-16,0 0-11 0,2 0-19 16,2 0-17-1,3 0-11-15,-4 0-7 16,0 0 3-16,0 0-15 0,0 0-11 15,-2-1-7-15,4-1-4 16,-1-3-2-16,6 1 4 16,-3-3 1-16,2 2 5 15,-2-1 0-15,3 2-9 16,-4 0-3-16,1 2-3 16,-1 0-1-16,4 2 1 15,-3 0 1-15,5 0 0 16,5 8 1-16,-1 6 14 15,6 1-3-15,2 1-8 16,4 2 8-16,-1 0 6 16,5-2 2-16,-2 2-6 15,0-2-4-15,-2-2-3 16,-5-1-4-16,-1-2-5 16,-8 0-3-16,-2-4-1 15,-6-2 0-15,-5-1-2 16,1-1-18-16,-2-2-21 15,0-1-10-15,0 0-13 16,-8 0-42-16,-1 0-88 16,-2-4-96-16,1-8-176 15</inkml:trace>
  <inkml:trace contextRef="#ctx0" brushRef="#br0" timeOffset="128105.53">29719 3142 615 0,'0'0'57'0,"0"0"62"16,0 0-3-16,-103 96 1 16,67-63-34-16,0 0-39 15,4-3-17-15,2-3-8 16,3-1-10-16,5-4-7 15,3-4-1-15,6-5-11 16,2-4-41-16,3-6-135 16,4-3-68-16,2-1-314 15</inkml:trace>
  <inkml:trace contextRef="#ctx0" brushRef="#br0" timeOffset="128552.1">29456 2927 591 0,'0'0'53'0,"0"0"36"16,-101 81 36-16,65-40-35 15,-2 5 0-15,5-1-41 16,4 2-23-16,9-4-10 16,11 0-2-16,8-4-1 15,1-4-4-15,13 0 0 16,14-6-6-16,8-1-7 16,7-8-25-16,4-4-29 15,6-6-50-15,-3-6-89 16,0-4-153-16</inkml:trace>
  <inkml:trace contextRef="#ctx0" brushRef="#br0" timeOffset="128949.06">29764 2811 751 0,'0'0'17'0,"0"0"106"16,69 103-18-16,-39-51-16 15,2 6-4-15,-5 5-22 0,-2-2-22 16,-6-2-7 0,-6-4-2-16,-5-3-7 0,-5-6-1 15,-3-5-4 1,0-4-6-16,-3-6-5 0,-11-4-4 16,-2-4-2-16,-7-3-9 15,-3-4-22-15,-3-5-43 16,0-4-75-16,2-7-117 15,5 0-107-15</inkml:trace>
  <inkml:trace contextRef="#ctx0" brushRef="#br0" timeOffset="129303.73">30296 2934 837 0,'0'0'86'0,"-86"80"40"16,40-28-26-16,2 3-33 15,8 2-22-15,9 2-16 16,11-5-3-16,13-2-1 16,3-3-7-16,13-5-2 15,13-2-2-15,4-6-4 16,2-4-6-16,1-3-3 0,-1-6-4 16,-5-5-18-16,-2-4-32 15,-3-7-57 1,-5-5-110-16,-7-2-197 0</inkml:trace>
  <inkml:trace contextRef="#ctx0" brushRef="#br0" timeOffset="135037.32">30516 3217 75 0,'-3'0'3'0,"0"0"-6"16,-4 0 4-16,3 0 6 16,-1 0 37-16,1 0 28 15,-3 0-14-15,-1 0-12 16,0 0 33-16,2 0-8 16,0 0-13-16,2 0-19 15,2 0 22-15,1 0 0 16,1 0-12-16,0 0-2 15,0 0 6-15,0 0 8 16,0 0-4-16,9 0-26 16,5-4-13-16,5 0-1 15,1 1 2-15,2-1-2 16,-2 4-6-16,-1 0-5 16,-6 0-5-16,-4 0-1 15,-4 2-3-15,-2 8-2 16,-3 3 4-16,0 1 5 15,-3 0-4-15,-4 1 1 16,0 0 1-16,3-2-3 16,2 1-1-16,2-2-3 15,0 1 5-15,9 2 1 16,5-1-1-16,-1 2 3 0,3-1-2 16,-3-1 0-1,-4 0 0-15,-5-1 8 0,-2-2 14 16,-2-1 17-1,0 1 14-15,-10 1-5 0,-5-3-8 16,-4-2-11-16,-1 1-18 16,3-3-9-16,-2-1-1 15,0-2-8-15,3-2-31 16,3 0-37-16,0 0-42 16,9-6-68-16,3-7-78 15,1-6-187-15</inkml:trace>
  <inkml:trace contextRef="#ctx0" brushRef="#br0" timeOffset="135488.04">30749 2838 568 0,'0'0'25'0,"0"0"41"0,0 0-4 16,0 0 14-1,24 60 15-15,2-24-21 0,3 4 2 16,1 3-20-16,-1 2-3 16,-3 3-2-16,-7 1-8 15,-8-2-2-15,-5 2 0 16,-6-3-8-16,0 0-1 16,-1-2-5-16,-12-3 1 15,-3-3-7-15,0-2-6 16,-1-5-7-16,-2-3-3 15,2-2 0-15,-2-5-26 16,-1-3-27-16,2-5-58 16,1-4-91-16,1-8-164 15</inkml:trace>
  <inkml:trace contextRef="#ctx0" brushRef="#br0" timeOffset="138849.78">24798 3774 182 0,'0'0'66'0,"0"0"28"16,0 0-21-16,0 1-19 16,0-1-8-16,0 0-3 15,0 0-10-15,0 0-4 0,0 0-8 16,0 3-7-16,5-3-2 15,2 0-6-15,-1 0-1 16,-1 0 5-16,3 1 5 16,3 2-2-16,2-1 0 15,2-1 6-15,3 1 8 16,3 2 47-16,4-3-58 16,-3 0-8-16,4 4 0 15,0-5 3-15,0 4-9 16,0 0-1-16,2 0-1 15,-4-3 2-15,4 2-1 16,1-2 1-16,-3 1 0 16,2-2 2-16,-2 2 1 15,-1 0-1-15,-2-2-2 16,-1 4-3-16,-1-4 2 16,0 2-1-16,-1-2 1 15,1 2-1-15,1-2 1 16,1 0 0-16,3 0 0 15,-1 1-1-15,2 0 1 16,1 1 1-16,-1-2 5 16,-2 0 5-16,2 0-4 15,-1 0-3-15,-1 0-2 16,-2 1-1-16,-3-1-1 16,0 3-1-16,0-2 0 15,-2 2 0-15,2 0 0 16,2-1 0-16,-3 2 1 15,1-4-1-15,-1 3 0 16,2 0 0-16,-1 0 1 16,-1-2-1-16,3 1 0 15,1 1 0-15,3-2 2 0,-1-1 1 16,4 0 4-16,-1 0-4 16,3 0-1-16,-2 0-1 15,-3 0 0-15,1 0-2 16,-3 0 2-16,-2 0-2 15,1 0 2-15,0 0-1 16,0 0 0-16,2 0 0 16,-2 0 0-16,2 0 0 15,1 0-1-15,-2 3 0 16,1-3 1-16,-2 0 0 16,1 0 0-16,1 0 0 15,1 0 0-15,0 1 0 16,-1-1 0-16,2 0 0 15,3 0 0-15,1 0-1 16,-1 0 1-16,0 0 1 16,1 0-1-16,-4 0-1 15,-1 0 2-15,0 0-2 16,-4 0 1-16,4 0 0 16,-3 0 0-16,3 0 1 15,3 0-1-15,4 0 2 16,2 0-2-16,2 0 0 15,5 0 0-15,-2 0-1 16,0 0 1-16,-3-1 0 16,-1 1 1-16,-4 0-2 15,-3-3 2-15,-2 3-1 16,1 0 0-16,-2 0 0 16,0-1 0-16,0-1 0 15,1 1 0-15,-1-1 0 0,3 2 1 16,-3 0-1-1,3 0 0-15,0 0-1 0,0 0 2 16,1 0-2 0,-1 0 1-16,-3 0 0 0,1 0 0 15,-2 0 1-15,0 0-1 16,-1 0-1-16,-1 0 2 16,0 0-1-16,-1 0-1 15,2 0 2-15,1 0-2 16,1 0 1-16,0 0 0 15,3 0 0-15,2 0 0 16,0 0-1-16,2 0 1 16,-1 0 0-16,-2 0-1 15,-1 0 1-15,0 0 0 16,-4 0 1-16,-1 0-1 16,2 0 0-16,-3 0 1 15,4 0-1-15,4 0 1 16,-1 0-1-16,5-3 0 15,-2 3 2-15,5-1 1 16,-2 0-3-16,0-1 1 16,-2 1-2-16,-2-1 2 15,-3 2-1-15,-4 0-1 16,-2-4 2-16,0 4-1 16,1-4 0-16,1 2 1 15,4-1-1-15,4 0 0 16,5 0-1-16,-1 2 0 15,4 0 2-15,-1 1-1 16,-2 0 0-16,-2 0 0 16,-3-2 0-16,-3 2 0 15,-1 0-1-15,0 0 1 0,0 0 2 16,-2 0-3-16,5-2 1 16,0 2 0-16,1 0 0 15,2 0 0-15,4 0 0 16,-3-2 1-16,4 0-2 15,-2 2 1-15,-2 0 0 16,0-2 0-16,0 0 0 16,0 2-1-16,-1-2 0 15,4 1 2-15,3 1-1 16,3 0-1-16,3 0 1 16,2 0 1-16,6 0-2 15,-3-1 1-15,-2 1 0 16,-2-2 0-16,-2 1 0 15,-4-2 1-15,-7-2 0 16,-4 3 0-16,-5-2-1 16,-4 0 7-16,-4 1 26 15,1-1 2-15,-2 1-7 16,-1-1-4-16,3 0-7 16,-2 1-9-16,3 2-4 15,2-2 1-15,3 2-2 16,7-2-1-16,2 3-1 15,3-4-1-15,-2 4 4 16,-3 0-4-16,-6 0 1 16,-5 0 0-16,-9 0 0 15,-2 0 0-15,-5 0 8 16,-3 0 13-16,0-3 11 0,0 3 0 16,0 0-13-16,-3 0-10 15,2 0-8-15,-1 0-2 16,-1-1-12-16,0 1-36 15,-6-2-59-15,-11 0-57 16,-5-1-125-16,-7-2-305 16</inkml:trace>
  <inkml:trace contextRef="#ctx0" brushRef="#br0" timeOffset="140300.26">26672 4146 477 0,'1'0'105'0,"-1"-2"10"0,0 0-7 16,0 2-11-16,0 0-13 15,0 0-31-15,0 0-34 16,0 13-18-16,-3 5 14 16,-7 9 19-16,-4 4 15 15,0 7-19-15,-1 3-2 16,2 0-9-16,0 3-7 16,7-1 1-16,6 0 4 15,0-3-10-15,3 0 6 16,14-2 5-16,3-1-1 15,1-4-1-15,0-4-1 16,1-6-8-16,-6-2-5 16,1-6-1-16,-5-3 0 15,-5-4-1-15,1-4-18 16,-3-4-31-16,-4 0-30 16,1 0-45-16,-1-3-56 15,2-9-89-15,0-4-114 16</inkml:trace>
  <inkml:trace contextRef="#ctx0" brushRef="#br0" timeOffset="140970.56">26916 4366 433 0,'0'0'97'0,"0"0"34"15,0 0-21-15,0 0-18 16,0 0 0-16,-3-7-19 16,3 4-20-16,0-2-18 15,6 0-23-15,8-1-5 16,3 0 0-16,2 0-2 15,0 3-4-15,0 3 0 16,-6 0 0-16,-2 0-4 16,-5 3-1-16,-6 11-4 15,0 0 2-15,0 3-2 16,-6 1 4-16,-2-2 0 16,3 0 3-16,4 1-2 15,1-1 1-15,0-2 1 16,10 1-1-16,3 4 1 15,4-2 0-15,-1 3 2 16,0-2-1-16,-6-1 4 16,-3-2 11-16,-4-1 15 15,-3-4 16-15,0 0 12 16,0-3-2-16,-7 0-11 16,-6-2-17-16,-4 1-14 0,2-3-7 15,-2-1-6 1,4 0 1-16,-3 0-11 0,6 0-29 15,-2-2-40-15,5 0-46 16,3 0-51-16,1-2-106 16,3-7-188-16</inkml:trace>
  <inkml:trace contextRef="#ctx0" brushRef="#br0" timeOffset="141320.18">27356 4393 710 0,'0'0'96'15,"0"0"53"-15,0 0-28 16,35 84-31-16,-18-60-7 16,2-1-32-16,3 2-20 15,1-4-14-15,0 0-8 16,0-5-5-16,-3 0-2 16,0-5-1-16,-4-5-1 15,0 0-14-15,-7-4-34 16,0-2-38-16,-4 0-57 15,-5 0-73-15,0-6-86 0</inkml:trace>
  <inkml:trace contextRef="#ctx0" brushRef="#br0" timeOffset="141580.88">27599 4421 633 0,'0'0'59'0,"0"0"90"0,-84 68-8 15,54-38-32-15,-2-3-46 16,2-1-35-16,3-3-18 16,4 0-4-16,5-7-4 15,5 0-3-15,7-3-10 16,2-6-47-16,4-2-39 15,0-5-56-15,8 0-21 16,10 0-117-16</inkml:trace>
  <inkml:trace contextRef="#ctx0" brushRef="#br0" timeOffset="141878.73">27872 4459 736 0,'0'0'138'0,"0"0"11"15,7 69-56-15,-3-44-19 16,5-2-33-16,-3-1-29 0,-1-5-6 15,1 0-4-15,-1-3 0 16,-2-4-4-16,1-3-36 16,-3-1-44-16,-1-4-52 15,0-2-79-15,0 0-55 16,-5 0-188-16</inkml:trace>
  <inkml:trace contextRef="#ctx0" brushRef="#br0" timeOffset="142073.35">27807 4543 743 0,'0'0'138'0,"0"0"-37"16,0 0-28-16,0 0 25 16,0 0-39-16,82-4-38 15,-57 4-16-15,2 0-4 16,2 0-17-16,-5 0-97 15,1-4-136-15,-5-6-171 16</inkml:trace>
  <inkml:trace contextRef="#ctx0" brushRef="#br0" timeOffset="142469.82">28166 4260 751 0,'0'0'55'0,"0"0"57"16,0 0-34-16,0 0-13 15,93 28-8-15,-77-13-21 16,-5 5-19-16,-2 0-5 15,-8 3 14-15,-1 2 2 16,0 2-8-16,-4 1-2 16,-9-4-9-16,3-1-5 15,-2-2-1-15,5-4-2 16,4-3 0-16,3-3-1 16,0-3 0-16,12-2-1 15,8-4 1-15,6-2 0 16,3 0-9-16,4 0-19 15,-1-6-57-15,-2-5-59 16,-2-3-77-16,-4-3-106 16</inkml:trace>
  <inkml:trace contextRef="#ctx0" brushRef="#br0" timeOffset="142852.18">28549 3998 626 0,'0'0'84'15,"0"0"47"-15,6 77-13 16,8-39-10-16,4 1-26 15,2 5-25-15,1 3-14 16,1-2-8-16,0 1 6 16,-2-2 2-16,-4-1-19 15,-2-4-4-15,-5-3-3 16,-6-5-2-16,-3-2-7 16,0-2-3-16,0-4 0 15,-17 2-3-15,-2-5-1 16,-4-1-6-16,0-4-12 15,4-2-36-15,2-9-30 16,5-1-38-16,9-3-61 16,3-7-126-16,0-13-315 15</inkml:trace>
  <inkml:trace contextRef="#ctx0" brushRef="#br0" timeOffset="143369.43">28864 4096 828 0,'0'0'141'0,"0"0"-27"15,0 0-40-15,0 0-27 16,0 0-27-16,7 0-1 16,3 0 14-16,-1 2-5 15,1 2-10-15,1 4-10 16,-5-1-6-16,0 7-1 15,-4-3 7-15,-2 4 5 16,0 1 3-16,0 0-2 16,0-1-6-16,-3-2-2 15,-3 0-2-15,4-1-1 16,1-4-2-16,1 1-1 16,0-3 1-16,3 0 1 15,10-1 3-15,7-2 2 16,2-2-4-16,4-1-8 15,0 0-21-15,1 0-36 16,-1-4-43-16,0-1-58 16,-3-2-47-16,-4 0-37 15,0 2-89-15</inkml:trace>
  <inkml:trace contextRef="#ctx0" brushRef="#br0" timeOffset="144909.88">24426 6256 723 0,'0'0'86'0,"60"0"95"0,-26-2-72 16,-4-2-52-16,-3 0-9 15,-4 0-27-15,-6 0-19 16,-6 0-5-16,-5-1-60 16,-6-3-85-16,0 1-140 15,-13-5-251-15</inkml:trace>
  <inkml:trace contextRef="#ctx0" brushRef="#br0" timeOffset="145103.89">24299 6153 997 0,'0'0'88'15,"0"0"-4"-15,0 0-10 16,0 0-24-16,114-29-31 15,-72 23-17-15,-2-1-27 16,-1 2-90-16,-7-2-134 16,-5-3-285-16</inkml:trace>
  <inkml:trace contextRef="#ctx0" brushRef="#br0" timeOffset="148295.1">25437 5850 453 0,'-2'0'83'0,"2"0"65"15,0 0-30-15,0 0-23 16,10 0-32-16,9 0-44 16,6-3-1-16,2 2-7 15,1-2-4-15,-1 3-4 16,-2 0 0-16,-8 0-4 15,-6 4 0-15,-6 10-2 16,-5 2-4-16,0 0-14 16,0 5 13-16,-3-2 7 15,-1 0 1-15,1-2-1 16,3-1-1-16,0-1 1 16,10 1 1-16,10-4 0 15,3 3 1-15,-1-1 1 16,-2-1-1-16,-5 0 4 15,-7 0 14-15,-8 1 23 16,0-2 42-16,-14 0 2 16,-8 0-22-16,-1-4-17 15,1 1-23-15,2-5-15 16,6-4-6-16,3 2-5 16,4-2-49-16,6 0-44 0,1 0-60 15,0-4-103-15,10-8-175 16</inkml:trace>
  <inkml:trace contextRef="#ctx0" brushRef="#br0" timeOffset="148663.7">26010 5893 675 0,'0'0'70'0,"0"0"87"15,0 0-6-15,0 0-47 16,69 76-9-16,-43-56-34 15,2 2-11-15,3-2-20 16,1-2-7-16,-2-3-14 16,-3-1-4-16,-3-4-4 15,-2 1 1-15,-7-7-6 16,-3 0-30-16,-4-2-30 16,-3-2-54-16,-5 0-77 15,0-2-117-15,0-9-244 16</inkml:trace>
  <inkml:trace contextRef="#ctx0" brushRef="#br0" timeOffset="148878.57">26297 5929 656 0,'0'0'107'0,"0"0"55"16,-92 75-25-16,59-44-39 15,2-2-42-15,5-1-35 16,5-5-17-16,6 0-2 16,5-10-3-16,8-1-58 15,2-6-78-15,0-5-95 16,6-1-80-16</inkml:trace>
  <inkml:trace contextRef="#ctx0" brushRef="#br0" timeOffset="149162.89">26572 5933 842 0,'0'0'125'0,"0"0"15"16,0 83-58-16,0-56-7 0,0 0-29 16,3-2-29-1,3-6-13-15,1 1-3 0,-3-6-18 16,-1-5-42-16,-3 1-48 16,0-7-82-1,0-3-86-15,-10 0-234 0</inkml:trace>
  <inkml:trace contextRef="#ctx0" brushRef="#br0" timeOffset="149343.85">26517 6070 801 0,'0'0'176'0,"0"0"-76"0,0 0-71 16,100-13-21-16,-73 9-8 15,-1-2-29-15,-1 0-121 16,-2-4-131-16,-3-1-356 16</inkml:trace>
  <inkml:trace contextRef="#ctx0" brushRef="#br0" timeOffset="149708.5">26878 5811 883 0,'0'0'150'16,"0"0"-53"-16,0 0-39 0,100 7-16 15,-80 7-22-15,-7 4-14 16,-7 2-1-16,-3 3 7 15,-3 5 4-15,-5 1-7 16,-11-1-4-16,-2 0 0 16,-2 1-3-16,6-4 1 15,6-2-2-15,5-6-2 16,3-2 2-16,0-2 0 16,10-3 0-16,8-5 5 15,6-2 1-15,5-3-13 16,4 0-42-16,2-3-98 15,0-12-157-15,0-3-332 16</inkml:trace>
  <inkml:trace contextRef="#ctx0" brushRef="#br0" timeOffset="150012.54">27584 5992 955 0,'0'0'78'16,"0"0"79"-16,101 8-71 16,-60-7-45-16,-2-1-18 0,-3 0-19 15,-3 0-15-15,-4-2-95 16,-7-12-187-16,-5-2-362 16</inkml:trace>
  <inkml:trace contextRef="#ctx0" brushRef="#br0" timeOffset="151077.97">28221 5882 646 0,'0'0'147'16,"0"0"20"-16,0 0-68 16,0 0-48-16,39-8 2 15,-14 1 3-15,7 3-10 16,2 0-27-16,-2 2-10 15,-7 2-6-15,-4 0-1 0,-8 0-2 16,-7 0-2 0,-6 0-20-16,0 13-17 0,0-1 6 15,-10 5 26 1,0-1-3-16,4 2 3 0,3-1-7 16,3-3-3-16,0 4 1 15,6 1-2-15,7 0 10 16,1 0 8-16,-2 1 2 15,-1-4 3-15,-4 0 16 16,-4-4 20-16,-3-1 8 16,0-3 4-16,0 1-10 15,-10-6-4-15,-1 3-9 16,-2-3-12-16,0-2-11 16,0-1-4-16,3 0-10 15,-3 0-24-15,4 0-33 16,2 0-46-16,2-6-53 15,3-3-85-15,2-1-157 16</inkml:trace>
  <inkml:trace contextRef="#ctx0" brushRef="#br0" timeOffset="151387.18">28799 5865 658 0,'0'0'115'0,"0"0"52"16,0 0-39-16,0 0-34 15,62 89-18-15,-43-66-14 0,-3 0-17 16,4-2-15-16,-3 1-12 15,2-2-10-15,-2-4-5 16,-5 0-1-16,1-5-12 16,-3-2-37-16,0-2-34 15,-1-2-46-15,1-5-57 16,-2 0-41-16,0-5-202 16</inkml:trace>
  <inkml:trace contextRef="#ctx0" brushRef="#br0" timeOffset="151586.25">28984 5964 762 0,'0'0'142'0,"0"0"-9"15,-107 71-50-15,69-46-47 16,4-2-22-16,1-3-10 15,4-2-19-15,5-5-77 16,4-3-157-16,4-7-269 16</inkml:trace>
  <inkml:trace contextRef="#ctx0" brushRef="#br0" timeOffset="153346.1">25388 6388 483 0,'0'0'66'16,"0"0"1"-16,0 0 17 16,0 0-23-16,65 0 15 15,-39 0-19-15,0 0-28 16,4 3-8-16,0-3 1 15,1 1-4-15,0 2-5 16,3-3-2-16,2 1-1 16,2-1-4-16,5 0 4 15,3 0 2-15,0 3-3 16,6-3-3-16,-3 0-1 16,2 0-1-16,-1 0-3 15,-2 0 2-15,-2 0 0 16,-1 0-1-16,-5 0 0 15,3 0 2-15,0 0 1 0,0 0 6 16,-1 0-4 0,3 0-1-16,1 0 4 15,-1 0-5-15,1 0-1 0,-1 0-3 16,-2 0 0-16,-4 0-1 16,-3 0 0-16,-4 0 0 15,-1 0 0-15,0 0 0 16,-2 0 2-16,1-3 5 15,2 2 0-15,1 1 1 16,2-3 2-16,2 0 2 16,-2 2-1-16,4 0-3 15,-3-2-3-15,-1 2 0 16,-2 1-2-16,-1-1-2 16,-1-1 0-16,0 2-1 15,-2 0 0-15,1 0 1 16,0 0 0-16,1 0 0 15,-1 0 0-15,0 0 0 16,1 0-1-16,-1 0 0 16,2 0 1-16,-1 0 0 15,3-1-1-15,0 1 0 16,4-1 1-16,-2-1 0 16,0 2-2-16,2-1 2 15,-4 1 0-15,2 0-1 16,-1 0 0-16,-3-2 0 15,-1 1-1-15,0-1 0 16,-1 0 1-16,0-1 0 0,2 2-1 16,3-3 0-1,3 3 2-15,1-2-2 0,4 3 1 16,-1-3-1-16,2 1 0 16,-3 0 1-16,1 0 0 15,-4 2 0-15,-1-1 1 16,-4 0-1-16,-3-1 0 15,-1 2 0-15,0-2 0 16,0 0 0-16,1 0 0 16,2 0 0-16,3-1 1 15,-1 2-1-15,1 1 0 16,1-2-1 0,-1 1 2-16,0 1-1 0,-5 0 0 15,0-1 1-15,-2-1 0 16,-4 1 2-16,1-2 4 15,-2 2 4-15,-4-1 1 16,1 0 1-16,-1-1-4 16,-2 2 2-16,-1 1-1 15,-3-3 1-15,0 2-1 16,1-2-1-16,1 2-3 16,-4-1-2-16,-1 1-1 15,-2 0 0-15,-4 0-1 16,-2-1-1-16,-2 1-1 15,0 1-16-15,-8 0-44 16,-11 0-60-16,-7 0-149 16,-5 0-146-16</inkml:trace>
  <inkml:trace contextRef="#ctx0" brushRef="#br0" timeOffset="154266.13">26527 6665 664 0,'0'0'82'0,"0"0"49"15,-89 54-28-15,54-26-11 16,0 7-22-16,2 2-23 16,3 4-8-16,7 1-12 15,8 3-3-15,11-1-4 16,4 1 7-16,4-2-3 16,22 0-4-16,9-4 1 15,4 0-1-15,5-7-1 16,0-4-11-16,-4-5-4 15,-6-3-4-15,-7-9 1 16,-8-3-1-16,-8-1-6 16,-5-5-31-16,-6-1-30 15,0-1-39-15,0 0-23 16,-6-1-50-16,-5-11-67 16,-2-1-143-16</inkml:trace>
  <inkml:trace contextRef="#ctx0" brushRef="#br0" timeOffset="155112.91">26692 6932 497 0,'0'0'129'0,"0"0"32"15,0 0-68-15,0 0-30 16,49-12 22-16,-19 8-41 15,2 0-19-15,1 1-9 16,-2 3-5-16,-5 0 0 16,-6 0-7-16,-7 0-3 15,-5 4-2-15,-6 7-1 16,-2 3-2-16,-2 2 2 16,-12 0 2-16,1 2 2 15,-1 0-1-15,5-2-1 16,3 0-1-16,6-3-3 15,0 3 3-15,9-5-3 16,8 1 2-16,2 3 2 16,1-2 0-16,-4 1 1 15,-3-1 2-15,-7 2 9 16,-6 2 23-16,0-1 35 16,-9-1-2-16,-11 0-28 15,-3-3-15-15,1-2-9 16,0-4-10-16,4-2-4 15,3-2-4-15,4-2-41 16,2 0-48-16,5-2-74 16,4-10-122-16,0-4-167 15</inkml:trace>
  <inkml:trace contextRef="#ctx0" brushRef="#br0" timeOffset="155406.96">27245 7024 680 0,'0'0'93'15,"0"0"69"-15,0 0-40 16,82 85-16-16,-57-65-22 15,-2 1-25-15,1-3-27 16,-3 0-15-16,-3-4-5 16,-4-3-8-16,-3-2-3 15,-2-4 0-15,-5-1-7 16,0-2-40-16,1-2-42 16,-4 0-71-16,2-9-134 15,-3-8-251-15</inkml:trace>
  <inkml:trace contextRef="#ctx0" brushRef="#br0" timeOffset="155620.35">27469 7044 735 0,'0'0'143'0,"0"0"24"16,-74 84-58-16,46-55-32 15,3 0-30-15,2-3-32 16,4-6-11-16,6-3-2 0,4-6-9 16,5-3-55-16,4-6-69 15,0-2-111-15,1 0-123 16</inkml:trace>
  <inkml:trace contextRef="#ctx0" brushRef="#br0" timeOffset="155953.03">27785 7038 794 0,'0'0'193'0,"0"0"-54"15,6 71-37-15,-1-49-23 16,0-3-34-16,-2-1-21 16,1-3-11-16,-1-5-8 15,0 1-4-15,-3-7-7 16,0 0-38-16,0-1-72 15,-4-3-56-15,-12 0-94 16,0 0-205-16</inkml:trace>
  <inkml:trace contextRef="#ctx0" brushRef="#br0" timeOffset="156147.13">27694 7148 749 0,'0'0'181'0,"0"0"-35"0,0 0-72 16,0 0-33-16,93-4-30 16,-73 1-7-16,1-1-8 15,1 0-49-15,3-4-93 16,1-3-145-16,1-3-285 16</inkml:trace>
  <inkml:trace contextRef="#ctx0" brushRef="#br0" timeOffset="156531.89">28070 6864 726 0,'0'0'62'15,"0"0"37"-15,0 0 15 16,0 0-2-16,0 0-33 16,0 0-33-16,88 36-9 15,-74-23-14-15,-8 5-1 16,-5 1-4-16,-1 3 0 16,0 5-1-16,-10-2-6 15,-4 1-6-15,-1-1 0 0,4-3-3 16,5 0-1-1,5-4-1-15,1-1 0 16,4-6 1-16,16 1-1 16,6-6 1-16,4-2-1 0,5-4-1 15,0 0-8-15,-2 0-28 16,-1-9-44-16,-5-8-86 16,-5 0-140-16,-6-6-213 15</inkml:trace>
  <inkml:trace contextRef="#ctx0" brushRef="#br0" timeOffset="156931.4">28426 6639 787 0,'0'0'27'0,"0"0"91"16,0 0 5-16,44 83-29 15,-24-51-28-15,0 3-10 16,2 4-11-16,4 0-7 16,-2 2-3-16,-2 0-5 15,-2-1-6-15,-4 0 2 16,-7 0-4-16,-5-4 0 15,-4-4-2-15,0-4-6 16,0 0 3-16,-10-3-1 16,-2-4-4-16,-5-2-5 15,2-5-3-15,-2 0-1 16,1-5-10-16,2-1-19 0,2-8-26 16,4 0-18-16,5-4-31 15,3-15-113-15,0-6-156 16,0-7-222-16</inkml:trace>
  <inkml:trace contextRef="#ctx0" brushRef="#br0" timeOffset="157365.69">28764 6663 920 0,'0'0'142'16,"0"0"1"-16,0 0-57 16,0 0-19-16,0 0-21 15,64-3-20-15,-54 6-11 16,1 2-8-16,-3 3-3 15,-4 3-3-15,-1-2 0 16,-3 2-1-16,0 1-1 16,0 3 1-16,0-3 0 15,-3-1 1-15,0 2-1 16,0-2 1-16,3-3-2 16,0 0 2-16,0 0-2 15,6-4 3-15,7 0-2 16,6-3 1-16,4-1-2 0,3 0-5 15,3 0-17-15,-2 0-32 16,-1-8-46-16,-3-3-89 16,-4-2-90-16,-3-2-139 15</inkml:trace>
  <inkml:trace contextRef="#ctx0" brushRef="#br0" timeOffset="158452.82">25431 6174 203 0,'0'0'38'15,"0"0"17"-15,0 0-39 16,-3 0-1-16,3 0 30 16,-2 0-9-16,2 0 7 15,0 0 17-15,0 0 15 16,0 0-2-16,0 0-5 15,2-1-4-15,18-7-3 16,12-3-34-16,13-5 16 16,12-4-4-16,13-3-16 15,11-5-5-15,6-4 7 16,4 1-15-16,4-4-9 16,-4 0 1-16,-5 3-2 15,-6 4-3-15,-14 4-38 16,-11 2-44-16,-10 7-25 15,-9 3-18-15,-7 2-89 16,-5 3-98-16</inkml:trace>
  <inkml:trace contextRef="#ctx0" brushRef="#br0" timeOffset="159320.81">28145 6163 298 0,'0'0'125'0,"0"0"23"16,0 0-32-16,0 0-13 16,62-9 9-16,-20-5-7 15,11-2-25-15,9-5-34 16,12-2 0-16,7-1-7 16,5-5-22-16,1-1-13 15,-3 2-1-15,-2-3-2 16,-8 3-12-16,-9 4-78 15,-13 1-107-15,-9 2-147 16</inkml:trace>
  <inkml:trace contextRef="#ctx0" brushRef="#br0" timeOffset="160986.6">29849 6325 638 0,'0'0'80'15,"0"0"31"-15,27 0-16 16,-5 0-10-16,2 0-16 15,8 0-35-15,0-1-17 16,3-3-9-16,-2-1-7 16,-3-5-37-16,-7-2-159 15,-8-3-202-15</inkml:trace>
  <inkml:trace contextRef="#ctx0" brushRef="#br0" timeOffset="161194.14">29905 6155 814 0,'0'0'62'0,"0"0"70"0,91 0-77 15,-46-1-48 1,4-6-6-16,3 2-71 15,-3-5-169-15,0-1-251 0</inkml:trace>
  <inkml:trace contextRef="#ctx0" brushRef="#br0" timeOffset="162835.88">31374 5843 597 0,'0'0'116'0,"0"0"46"16,0 0-25-16,4-12-82 15,12 0-28-15,7 0 8 16,6 0 2-16,1-3-6 16,5 3-12-16,-2 1 4 15,-1 4-9-15,-3 2-7 16,-6 3 0-16,-6 2-4 16,-8 0-3-16,-6 14-3 15,-3 8 6-15,0 2 7 16,-12 7 2-16,-6 2-3 15,-4-4-2-15,5 0-4 16,1-4-1-16,6-2-1 16,5-7-1-16,5 0-1 15,0-3 1-15,3-3 3 16,16-3 4-16,7-1 5 16,7-2 1-16,6-2-5 15,5-2-5-15,-1 0-4 16,0 0-34-16,-7 0-56 15,-5 0-89-15,-10 0-106 16,-8 0-182-16</inkml:trace>
  <inkml:trace contextRef="#ctx0" brushRef="#br0" timeOffset="163421.78">31117 6257 696 0,'0'0'102'16,"0"0"20"-16,88-1 3 16,-29-7-32-16,15 0-27 15,14 0-15-15,14-1-8 16,4 1-11-16,4 2-8 15,-6-1-8-15,-9 2-3 16,-10 0-4-16,-10 2-4 16,-14 0-1-16,-8-1-2 0,-7 0-1 15,-6 3 1 1,-9-2-2-16,-5-1-3 16,-7 4-32-16,-5-1-43 0,-6 1-54 15,-7 0-86-15,-1 0-129 16</inkml:trace>
  <inkml:trace contextRef="#ctx0" brushRef="#br0" timeOffset="164488.85">31248 6627 566 0,'0'0'81'0,"0"0"31"16,0 0-15-16,-55 19-14 15,29 3 10-15,-2 5-21 16,0 6-13-16,-1 6-3 15,3-1-18-15,7 2-11 16,5 1-1-16,7 0-6 16,7-3-5-16,0 0 3 15,7-3 0-15,13-3-2 16,3 0-1-16,3-5-2 16,-1-2-3-16,-2-5-5 15,-3-5-3-15,-4-4-1 16,-5-3-3-16,-3-5-22 15,-4-2-18-15,-1-1-25 16,-3 0-57-16,0-3-84 16,0-6-161-16,0-6-198 15</inkml:trace>
  <inkml:trace contextRef="#ctx0" brushRef="#br0" timeOffset="165090.87">31361 6893 632 0,'0'0'61'0,"0"0"24"15,0 0-3-15,0 0 0 16,0 0-12-16,0 0-15 16,0 0-4-16,0-1 4 15,4-2 0-15,8 3-19 16,2-3-17-16,6 0-6 15,3 1 1-15,3-1-9 16,-4 2-2-16,-2 1-2 16,-5 0-1-16,-4 0-2 15,-8 0-5-15,-3 5-25 16,0 9-9-16,-1 1 8 16,-12 3 25-16,1 2 6 15,2-1 2-15,0 0-1 16,7 0 1-16,3-3-2 15,0 0 2-15,0 1 3 16,10 1 8-16,-1-3 4 16,-2 0 6-16,-1 0 17 15,-4-4 5-15,-2-2 5 16,0-1-12-16,0 0-4 16,-8-5-8-16,-3 1-8 15,-4-1-8-15,-2-3-4 16,-2 0-12-16,-2 0-26 15,3 0-45-15,1-7-51 0,5-4-74 16,2-2-86 0,7-2-257-16</inkml:trace>
  <inkml:trace contextRef="#ctx0" brushRef="#br0" timeOffset="165422.54">31752 6951 681 0,'0'0'130'0,"0"0"44"16,0 0-46-16,59 73-20 15,-40-51-36-15,-1-1-30 16,0-2-20-16,-2-3-4 16,2-1-8-16,-4-7-6 15,0 2-2-15,-3-4-1 16,-3-2-5-16,1-4-30 16,-3 0-34-16,-2 0-54 15,0 0-61-15,-2-10-103 16,-1-4-257-16</inkml:trace>
  <inkml:trace contextRef="#ctx0" brushRef="#br0" timeOffset="165634.94">31930 6974 623 0,'0'0'72'0,"0"0"70"16,0 0 21-16,-76 73-52 15,55-51-38-15,2-5-39 16,2-1-23-16,7-4-10 16,1-2 1-16,3-3-24 15,6-3-60-15,0-2-80 16,0-2-88-16,6 0-200 16</inkml:trace>
  <inkml:trace contextRef="#ctx0" brushRef="#br0" timeOffset="165960.01">32183 6935 763 0,'0'0'83'0,"0"0"80"15,0 0-46-15,0 83-23 16,0-59-33-16,0-3-31 16,1 2-12-16,1-7-11 15,-1-1-5-15,-1-7 0 16,2 0-14-16,-2-4-46 0,0-1-69 15,0-3-77-15,-11 0-52 16,-3 0-314-16</inkml:trace>
  <inkml:trace contextRef="#ctx0" brushRef="#br0" timeOffset="166139.35">32099 7074 764 0,'0'0'150'0,"0"0"18"16,98 0-99-16,-60 0-19 16,-5-4-33-16,-4 1-13 15,-6-3-9-15,-4-1-85 16,-8-3-124-16,-4 1-133 16</inkml:trace>
  <inkml:trace contextRef="#ctx0" brushRef="#br0" timeOffset="166710.47">32436 6873 728 0,'0'0'74'16,"0"0"23"-16,0 0-10 15,0 0-29-15,0 0-6 16,93-13-10-16,-77 13-2 16,-4 0-5-16,-5 0-7 15,-4 0-15-15,-3 8-4 16,0 5 7-16,0 2-1 15,-12 4-2-15,-4 1-3 16,-4 4-4-16,4-4-3 16,0 0-2-16,6-1 0 15,5-2-1-15,3-2 0 16,2-4 1-16,0 2 2 16,14-1 13-16,4-6 1 15,6-2-7-15,5-3-5 16,2-1-14-16,-1 0-22 15,-3 0-51-15,-1-11-99 16,-7-4-88-16,-2-2-111 16</inkml:trace>
  <inkml:trace contextRef="#ctx0" brushRef="#br0" timeOffset="167107.68">32675 6513 743 0,'0'0'2'0,"0"0"27"15,0 0 84-15,0 0 21 16,56 91-48-16,-35-52-6 15,0 1-19-15,2 4-12 16,-1-1-16-16,-3 1-8 16,0 2-1-16,-5-5-1 15,0 3-9-15,-8-3 10 16,-4-3-4-16,-2-1-4 16,0-5 1-16,-10-3-1 15,-8-3-8-15,-2-6-4 16,1-2 0-16,-4-4-3 15,3-3-18-15,1-6-31 16,2-1-50-16,5-4-56 16,5 0-107-16,3-11-174 15</inkml:trace>
  <inkml:trace contextRef="#ctx0" brushRef="#br0" timeOffset="167607.54">33013 6500 807 0,'0'0'133'0,"0"0"4"15,0 0-47-15,0 0-25 16,0 0-15-16,33-3-11 16,-21 3-6-16,-1 5-11 15,-2 2-8-15,-4 1-7 16,-3 0-5-16,-2 7 5 15,0-1 0-15,0 2 4 16,0-1-2-16,-2 0-3 16,-3-2-1-16,2-2-3 15,3 0-1-15,0-3 0 16,0-2-1-16,0-2 2 16,8 0-1-16,6-1 2 15,3-3-1-15,3 0-4 16,3 0-16-16,-2 0-28 15,-1 0-23-15,-4 0-33 16,1-4-47-16,-5-1-55 16,-1 3-50-16,-3-2-114 15</inkml:trace>
  <inkml:trace contextRef="#ctx0" brushRef="#br0" timeOffset="171104.99">30493 5486 308 0,'0'0'7'16,"0"0"45"-16,0 0 12 0,-23 0-23 15,20 2 20 1,0 13-1-16,2 5 3 16,-1 7 18-16,2 5-21 15,0 9-11-15,0 5 0 16,0 5-14-16,0 5 2 0,0 2-4 15,0 0-2-15,0 2-4 16,0-3-14-16,0 2-5 16,0-3-3-16,0 2-4 15,0 0 1-15,0-2-2 16,0-2 1-16,-3-1 0 16,0-1-1-16,2 2 0 15,-2-4 0-15,0-1 0 16,2 2 1-16,-1-7 1 15,-2 2-5-15,3-6 2 16,-1-4 1-16,2-1-5 16,0-2-6-16,0-2 3 15,0 1 1-15,0 3 5 16,0-2 1-16,0 0 1 16,0 2 5-16,0-2 8 15,0 3-12-15,0-4 0 16,0 0 2-16,0 3 6 15,0-6-8-15,2 0 0 16,-1-5 17-16,3 4-12 16,-1-5-4-16,0-3-1 15,0-1 17-15,1-2-13 16,1-2-4-16,-1 0 0 16,2-1-1-16,-1-3 1 15,1 0-1-15,3-3-1 16,-2-3-5-16,3 2 0 15,2-3-1-15,-2-1 1 16,3-2 1-16,-1-1 2 16,0 2 2-16,0-2 0 0,3 0 0 15,3 0 2-15,5 0-2 16,3 0 2-16,6 0-2 16,1 0 1-16,2 0-7 15,1-2-14-15,0 2 10 16,2 0 7-16,-1 0 2 15,1 0 2-15,1 0 0 16,-1 0-1-16,3 0 1 16,0 0-1-16,1 0 2 15,2-4-2-15,0 1 0 16,3 2 1-16,-2-2-1 16,4 0 2-16,-1 2 1 15,2 0-2-15,4 1 0 16,-3-3 0-16,0 3 1 15,-2-1 0-15,-1 1 0 16,-2 0 1-16,-2-3 1 16,-1 3-1-16,-3 0-2 15,0-1 2-15,-3-2-2 16,0 2 0-16,0-2 1 16,-3 0-2-16,1 0 2 15,1 1-1-15,0-1 0 16,0 2 1-16,0-2-1 15,1 3 1-15,0-1 0 16,-2 1 0-16,-2 0 16 16,0 0-12-16,1 0-5 15,-4 0 1-15,-3 0 0 0,-4 0-1 16,0 0 0 0,0 0 0-16,-7 0 0 15,3 0 0-15,-3 0 0 16,4 0 0-16,-4 0 2 0,4 0-2 15,0 0 0-15,-2 0 0 16,2 0 0-16,0 0 0 16,-1-3 0-16,1 2 0 15,3-1 0-15,-2 1 0 16,0 1 0-16,-1-3 0 16,-3 2 1-16,0 1-2 15,-3-2 2-15,2 0-1 16,-3 2 0-16,0-2 1 15,0 0-1-15,-3 2 1 16,2-2 3-16,-4 1 2 16,1 0 2-16,1 1-5 15,0 0-2-15,-1-2-1 16,1 1 1-16,3-1-1 16,0 2 1-16,0-3 0 15,0 2 0-15,-2-3 0 16,1 1-2-16,-2 2 4 15,0-1-2-15,-2 0 0 16,-3-1 1-16,4-1 0 16,0 1-1-16,-4 1 0 15,3-1-1-15,-2-1 0 16,2 0 1-16,2-1 0 16,-1-1-1-16,1 1 0 15,3-2 0-15,0-2 0 16,1 2 0-16,0-4-1 15,1 2 2-15,-2 0-1 16,-1 1 0-16,2-3 0 0,-3 2 0 16,1-2 0-16,2 0 1 15,1-1-1-15,-3 0 1 16,0-1-1 0,0 0 1-16,0-1-1 0,-2-1 1 15,-1 2 0-15,-2-2-1 16,0-2 2-16,-1 0 5 15,1-1 7-15,-3-2 3 16,2-2 14-16,-1 1-14 16,-1-1-7-16,-2-2-3 15,2 3 1-15,-3-2-2 16,3-2 4-16,-4 2 0 16,0-1 2-16,3-2-1 15,-3 2-2-15,2-3 2 16,-1 1 0-16,1-1-5 15,-1 0 0-15,2 1-3 16,-1 0 1-16,-1-1-3 16,1 0 0-16,-2 1-2 15,0 0 0-15,0 1 0 16,0 2 2-16,0 0-2 16,0 0 1-16,0 0 1 15,0-2-2-15,0 1 2 16,-2-3-2-16,-1 0 0 15,3 2 0-15,-1-5-1 16,1 1-2-16,-2 2 2 16,2 0-2-16,-1 1 2 15,-2 0 2-15,-2 2-1 0,-1 3 1 16,-2-2-1 0,1 3 2-16,0 1 0 0,-3-1-1 15,2-2 1-15,1 0-1 16,0 0 0-1,-2-2-3-15,4 0-2 0,0 0 1 16,-1-2-2-16,0 1-1 16,0 2 0-16,-2 2-3 15,-1 0-1-15,2 2-4 16,-4 0 9-16,1 3 3 16,1-1 2-16,-2 2 1 15,3 0-1-15,-1 2 1 16,4 1-1-16,-4 0 1 15,3 2-1-15,0-2 3 16,-1 3-3-16,1-2 1 16,-1 2-4-16,-1-2 0 15,-3-1-3-15,-3-2-1 16,-2 1-4-16,-5-2 3 16,-4 1 2-16,-1 1 2 15,1 1 3-15,1 1 4 16,-1 0-2-16,-1 4-1 15,2-1 0-15,-1 1 2 16,-2 2-2-16,-4-1-1 16,-2 1-1-16,-9 1-3 15,-4-3-5-15,-9 1 6 16,-8-2 2-16,-7 2-4 16,-8-3 5-16,-4 1 0 15,1 0-1-15,0 0 2 16,6-1-1-16,7 2 4 15,7 0-1-15,10 0-2 16,9 3 3-16,7 3-3 0,5-2 1 16,1 3-1-1,0 0 0-15,-4 0-2 0,-5 0-7 16,-7 0 4-16,-11 3 3 16,-9 1-1-16,-3-2-6 15,-7 1-4-15,-3 0 10 16,5-3 4-16,5 1-1 15,6-1 3-15,4 0 0 16,10 0-4-16,3 0 3 16,6 0 2-16,5 0-1 15,3 0 2-15,2 0-5 16,2 1 3-16,0 1-1 16,-1 1-1-16,-1-2 1 15,-2 3-2-15,-4 0 1 16,-4 1-1-16,-6 1 2 15,-1 0-2-15,-2 0 2 16,-1 1-2-16,0-3 2 16,4 2 0-16,5 0 0 15,5-2 0-15,2 0-1 16,7-1 1-16,6 0 0 16,4 0-1-16,6 0 0 15,2-2 1-15,3-1-2 16,5 1 1-16,0-1-1 15,0 0-1-15,0 0-12 16,0 1-21-16,0 1-51 16,0 2-56-16,0-1-49 15,5 1-36-15</inkml:trace>
  <inkml:trace contextRef="#ctx0" brushRef="#br0" timeOffset="174965.85">23112 6049 441 0,'-24'0'3'15,"-5"15"71"-15,1 4 7 0,-4 8-35 16,4 1 7-16,2 5-28 16,3 2-13-16,10-3-4 15,6-1 1-15,7-7 4 16,0-4 16-16,10-5 4 16,13-8-2-16,5-3-4 15,2-4 9-15,0 0-4 16,1-12-3-16,-5-9-7 15,0-4-5-15,-5-6-8 16,-2-8-6-16,-4-5-2 16,-4-2 1-16,1-7-2 15,-5-7 3-15,-3-2 2 16,-2-2 12-16,-2 4 5 16,0 7-1-16,0 8-9 15,-5 10-1-15,-8 13 1 16,-2 8 4-16,-2 9-6 15,-1 5-9-15,-2 5-4 16,2 21 0-16,3 11-1 16,4 7 4-16,5 10 11 15,6 2 7-15,0 3 9 16,15-3 1-16,8-4-2 16,4-5-6-16,2-3-2 15,2-5-5-15,-3-6-5 16,-2-5-5-16,-4-6-5 15,-5-6-19-15,-3-5-69 16,-5-5-90-16,-3-6-107 16,-6 0-232-16</inkml:trace>
  <inkml:trace contextRef="#ctx0" brushRef="#br0" timeOffset="175448.84">23444 6092 698 0,'0'0'65'16,"0"0"35"-16,0 0-30 16,0 0 1-16,0 75-27 15,0-56-19-15,3-3 12 16,6-1-22-16,-3-3 0 15,5-3-2-15,1 1-5 16,2-6-2-16,-1-2-4 16,4-2-2-16,1 0-3 15,-1-4-3-15,0-13 4 16,-3-2 1-16,1-4 0 16,-7-1 2-16,-2 0-1 15,-3 3 1-15,-3 2-1 16,0 5 2-16,0 5 0 15,0 4 9-15,0 5 4 16,0 0-7-16,0 0-13 16,0 13 5-16,0 5 4 15,0 4 6-15,7 1 7 16,9 1-4-16,3 3-9 16,1-4-3-16,3 2-4 15,0-5-20-15,-2-1-43 16,-3-4-77-16,-7-3-125 15,-4-4-233-15</inkml:trace>
  <inkml:trace contextRef="#ctx0" brushRef="#br0" timeOffset="175848.7">22732 6463 774 0,'0'0'34'0,"77"0"78"16,-11 0 19-16,20-8-27 16,14 0-12-16,11-1-34 15,8 2-24-15,-2-2-18 16,-8 1-14-16,-13 3-1 16,-17-1-3-16,-17 5-1 15,-16-2-31-15,-15 3-33 16,-15 0-47-16,-9 0-46 15,-7 0-65-15,0 7-65 16,-15 2-76-16</inkml:trace>
  <inkml:trace contextRef="#ctx0" brushRef="#br0" timeOffset="176523.72">23238 6972 617 0,'0'0'16'16,"0"0"26"-16,0 0-12 15,-102 57 18-15,75-32 1 16,5 2-17-16,3-2-15 15,7 0-8-15,6-4 1 16,6-2 14-16,0-5 1 16,8-3-6-16,10-6-1 15,4-2-1-15,4-3 0 16,3 0-2-16,-1-15-1 0,1-6-9 16,-1-6-2-1,-4-4-1-15,-3-5 0 16,-1-3 0-16,-5-5 0 0,-1-4-1 15,-3 1 1-15,-6 1-1 16,-2 7 2-16,-1 6 3 16,-2 9 22-16,0 6 16 15,0 10 0-15,-8 8 5 16,-3 0-20-16,-2 10-31 16,1 15 2-16,0 7-2 15,3 5 9-15,7 1 11 16,2 1 12-16,0 1-10 15,11-2-5-15,6-3-5 16,4-4-7-16,-2-5-2 16,4 0-1-16,-4-9-15 15,-2-3-21-15,-2-5-21 16,-4-4-27-16,0-5-56 16,-5 0-105-16,-3 0-115 15</inkml:trace>
  <inkml:trace contextRef="#ctx0" brushRef="#br0" timeOffset="176802.95">23517 6920 669 0,'0'0'39'15,"0"0"111"-15,0 0-5 16,0 0-36-16,86 59-6 0,-57-43-33 15,2 2-28 1,0-2-16-16,-2 1-13 0,-1-4-5 16,-5-1-5-16,-4-1-1 15,-6-3-2 1,-3-1-16-16,-3-2-21 0,-4-2-26 16,-1-2-47-1,1-1-47-15,-3 0-48 0,0-4-29 16,1-10-210-16</inkml:trace>
  <inkml:trace contextRef="#ctx0" brushRef="#br0" timeOffset="177016.63">23829 6920 616 0,'0'0'94'16,"0"0"29"-16,0 0-23 15,-83 63-5-15,51-36-38 16,1 1-28-16,1-1-14 16,1-2-8-16,3-1-5 15,7-5-5-15,1-2-39 16,4-6-58-16,5-2-95 16,1-6-167-16</inkml:trace>
  <inkml:trace contextRef="#ctx0" brushRef="#br0" timeOffset="180045.64">18477 9549 658 0,'0'-8'103'0,"0"0"6"15,0 0-41-15,-10 1-1 16,-3 2-19-16,-5 5-24 16,-3 0-12-16,-8 1-5 0,-1 18 2 15,-5 6 11 1,-1 4-5-16,4 3-8 0,5 0-1 15,5 0-4-15,10-8 3 16,11 0 0-16,1-5 0 16,7-4 1-16,16-8 22 15,7-5 11-15,4-2-8 16,2 0-10-16,3-13-8 16,-4-7-6-16,1-7-2 15,-7-3-2-15,-2-4 0 16,-4-6 0-16,-6-3-2 15,-5-6-5-15,-6-4-4 16,-6 2-10-16,0 1-6 16,0 2 0-16,-6 4 5 15,-7 12 5-15,-6 9 7 16,1 6 1-16,-1 11 0 16,0 6 2-16,3 6 0 15,2 17 7-15,6 10 3 16,4 7 8-16,4 5 7 15,0 5 4-15,3 1 7 16,10-1-4-16,3-1-4 16,1-5-5-16,2-5-14 15,1-4-2-15,-1-6-5 16,1-4-1-16,0-7-15 16,-1-7-48-16,0-7-46 15,-3-4-73-15,-2 0-102 16,-1-7-215-16</inkml:trace>
  <inkml:trace contextRef="#ctx0" brushRef="#br0" timeOffset="180581.59">18721 9571 704 0,'0'0'118'15,"0"0"0"-15,0 0-19 16,3 71-29-16,3-55-32 16,5-2-18-16,2-3-11 15,3-3 1-15,3-4 14 16,4-4-5-16,0 0-12 16,-3-4-3-16,3-9-2 15,-1-4-4-15,-3-5-5 16,-2-1-5-16,-2-2-3 15,-1-1 6-15,-7 3 2 16,-1 3 7-16,-3 5 0 16,0 4 4-16,-3 7 15 15,2 4 4-15,0 0-10 16,-2 14-16-16,0 9 22 16,0 11 7-16,0 7-3 15,4 5 3-15,2 7 11 16,6 5 6-16,2 2-5 15,2-2-6-15,1-1 3 16,-5-2 11-16,-3-6-27 16,-4-7-7-16,-5-7 2 15,0-8-3-15,-14-8-3 0,-5-5 3 16,-10-6-1 0,-4-7-5-16,-7-1-2 15,-5 0-11-15,-5 0-27 16,0-8-23-16,1-2-21 0,7 0-31 15,8-3-60-15,8 0-121 16,5-2-159-16</inkml:trace>
  <inkml:trace contextRef="#ctx0" brushRef="#br0" timeOffset="181046.16">18132 9924 706 0,'0'0'74'0,"0"0"97"16,0 0-67-16,0 0 16 15,111-8-7-15,-37 4-39 16,11 0-18-16,11 0-13 0,4 1-11 15,0 1-6-15,-5-1-11 16,-5-3-6 0,-11 1-7-16,-8-1-2 15,-12-1-1-15,-8-1-23 0,-11 2-25 16,-8-3-32-16,-9 4-74 16,-7 0-79-16,-10-1-113 15,-6 2-307-15</inkml:trace>
  <inkml:trace contextRef="#ctx0" brushRef="#br0" timeOffset="181797.19">18520 10465 824 0,'0'0'123'16,"0"0"-22"-16,0 0-64 15,0 0-11-15,0 0-8 0,-81 3-4 16,57 14-9-16,-2 6 16 15,1 2 5-15,2 1-6 16,3 2-1-16,4-4-5 16,10-2-3-16,6-4 1 15,0-4-2-15,19-4 8 16,13-7 16-16,10-3-10 16,2 0-7-16,3-13-9 15,-3-6-4-15,-5-8-2 16,-8-2-1-16,-8-7 0 15,-10-4-2-15,-6-6-5 16,-7-3-1-16,0-1 1 16,0-2 2-16,-3 2 2 15,-4 3 0-15,0 12 3 16,0 8 0-16,1 10 0 16,0 13 1-16,-1 4 7 15,1 14-13-15,-1 13 2 16,3 10 3-16,4 3 2 15,0 6 11-15,0-1 3 16,5-3 3-16,7-4-10 16,-1-2-8-16,1-9-2 15,-2-4 0-15,-3-7-8 16,-1-2-23-16,1-6-19 16,-3-3-30-16,-2-2-40 15,1-3-29-15,-2 0-81 0,1 0-87 16</inkml:trace>
  <inkml:trace contextRef="#ctx0" brushRef="#br0" timeOffset="182092.1">18769 10353 876 0,'0'0'77'0,"0"0"114"0,0 0-62 15,81 31-45-15,-51-10-16 16,5 3-28-16,-2 3-12 16,0 0 0-16,0-3-8 15,-2-3-11-15,-4-3-3 16,-4-5-5-16,-3 0 0 16,-5-7-2-16,-5-1-20 15,-3-2-12-15,-3-3-19 16,-2 0-24-16,-1-3-21 15,-1-9-103-15,0-4-73 16,0-3-40-16,0-3-60 16</inkml:trace>
  <inkml:trace contextRef="#ctx0" brushRef="#br0" timeOffset="182264.16">19134 10354 769 0,'0'0'74'16,"0"0"80"-16,-78 51-47 15,40-19-8-15,-3 3-20 16,-1 3-42-16,4-2-19 16,1-4-14-16,8-3-3 15,7-7-28-15,6-5-73 16,6-8-75-16,6-7-114 0,2-2-209 16</inkml:trace>
  <inkml:trace contextRef="#ctx0" brushRef="#br0" timeOffset="184048.28">17959 8455 277 0,'0'0'102'0,"0"0"21"0,0-19 15 16,0 18-13-16,0-2 2 16,0 2-9-16,0 1-36 15,0 0-11-15,1 0-22 16,2 11-41-16,1 8 19 16,3 6 13-16,-1 3-19 15,3 3 2-15,-2-2-4 16,6-2-10-16,-3-3-3 15,6-5-2-15,-3-5-3 16,4-8-2-16,-2-2 4 16,-1-4 0-16,-1 0 0 15,0-10-2-15,0-7-1 16,-1-3-6-16,-1-4-5 16,-2 4 3-16,-2 0-1 15,-1 5 4-15,-1 2 4 16,-4 6-2-16,3 3-1 15,-1 4 3-15,-2 0-11 16,4 4-13-16,1 9 26 16,4 2 1-16,1 0 1 15,2-2 5-15,6-3 13 16,-3-2 6-16,1-3-3 16,-1-2-3-16,0-3 4 15,-6 0 4-15,1-8-3 16,-3-10-3-16,-4-5-7 15,-1-4-11-15,-3-5-3 16,0 0-2-16,0 0-2 16,-9 4-13-16,-5 2-6 0,-2 6-4 15,0 3-10-15,0 5-20 16,2 8-29-16,5 1-46 16,2 3-52-16,7 0-75 15,0 3-67-15,0 12-73 16</inkml:trace>
  <inkml:trace contextRef="#ctx0" brushRef="#br0" timeOffset="184566.84">18536 8360 555 0,'0'0'116'0,"0"0"-13"16,0 0-26-16,0 0-9 15,-65-2-28-15,51 21-20 16,1 4 22-16,4 1 13 16,1 2-29-16,5-2 9 15,3-3-8-15,0-5-7 16,1-1-10-16,15-3-3 15,0-8-1-15,1 0-1 16,2-4-3-16,-2 0 3 16,-1-4-1-16,-3-12-3 15,-3 0-2-15,-1-7-8 16,-2 0 0-16,-3 0 4 16,-1 2 6-16,0 2 0 15,-3 7 0-15,0 2 1 16,0 8 14-16,0 2 12 0,0 0-20 15,0 6-14-15,0 11 18 16,0 2 2 0,2 3 14-16,2 1-3 0,4-4-16 15,0-3-4-15,2-1-4 16,-1-4-1-16,4-5-10 16,-2-4-27-16,2-2-32 15,-1 0-53-15,-2-7-63 16,-2-8-35-16,-2-1-95 15</inkml:trace>
  <inkml:trace contextRef="#ctx0" brushRef="#br0" timeOffset="185201.18">18721 8364 547 0,'0'0'88'0,"0"0"61"15,0 0-34-15,0 0-6 16,0 0-19-16,36 44-7 15,-31-32-33-15,-1-4-15 16,-1 0-18-16,-2-3-9 16,3-3-4-16,-2-2-4 15,2 0 2-15,3 0 3 16,1-11 7-16,2-5-8 16,0-3-8-16,0-1-1 15,0 1-1-15,-3 1-1 16,-2 3 3-16,-1 7 3 15,-1 1 1-15,-3 7 0 0,1 0-1 16,1 0-8 0,-1 5-3-16,5 8 19 0,-2 0 4 15,4 4-3-15,0-2 0 16,4-3-6-16,-1-1 0 16,4-3-2-16,-1-3-4 15,2-4-15-15,1-1-30 16,-2 0-52-16,2-9-14 15,-4-7-43-15,0-5 26 16,-6-3-10-16,-2-3 17 16,-2-5 42-16,-3 1 30 15,0-5 24-15,0-2 10 16,-9-2 18-16,0 3 14 16,-1-2 25-16,3 7 32 15,1 4 25-15,0 9 29 16,3 5-6-16,2 10 12 15,1 4-22-15,0 6-73 16,0 15-15-16,6 7 60 16,7 8 3-16,3 2-14 15,-2 2-21-15,2 0-16 16,-3-2-16-16,1-1-11 16,-2-6-5-16,-2-3 1 15,-1-2-5-15,-2-6-27 16,-4-5-29-16,-3-3-50 15,0-6-38-15,-3-6-90 16,-14 0-183-16</inkml:trace>
  <inkml:trace contextRef="#ctx0" brushRef="#br0" timeOffset="185395.19">18881 8085 869 0,'0'0'124'0,"0"0"-25"0,117-56-66 16,-70 41-16-16,0 6-13 15,0 0-6-15,-3 6-47 16,-9 3-112-16,-6 0-112 16,-9 0-184-16</inkml:trace>
  <inkml:trace contextRef="#ctx0" brushRef="#br0" timeOffset="186168.96">18741 8644 756 0,'0'0'60'0,"0"0"99"0,0 0-63 15,0 0-19-15,0 84-22 16,-5-59-20-16,-1-2-4 15,0 0-15-15,2-4-7 16,-1 1-1-16,4-5-2 16,-1-3-4-16,2-3-1 15,0-2-1-15,0-3-4 16,0-3-21-16,-1-1-2 16,-3 0 14-16,1 0-8 15,-2-9-30-15,1-1 33 16,-3-3 14-16,1 1 4 15,-1 5 1-15,1 0 0 16,2 1 4-16,-1 6 9 16,2-4-5-16,2 4-1 15,1 0 2-15,0 0-8 16,0 4 13-16,0 5 10 16,0 2 4-16,4 1 5 15,8-3 10-15,4 2-6 16,1-3-1-16,3 2-4 15,3-3-1-15,-1-2-2 16,1-3-7-16,-1 1-6 0,1-3-6 16,-4 0-5-1,1-3-3-15,-4-9 0 16,0 0-13-16,-2 1-32 0,-1-2-25 16,0 4-40-1,-1 1-94-15,-4-2-141 0,0 2-310 16</inkml:trace>
  <inkml:trace contextRef="#ctx0" brushRef="#br0" timeOffset="186898.29">19842 9872 860 0,'0'0'194'0,"0"0"-46"16,101 0-71-16,-65 0-23 16,0 0-19-16,-7 0-26 15,-6 0-8-15,-8 0-19 16,-8-8-46-16,-7-1-79 16,0-2-163-16,-18-1-225 15</inkml:trace>
  <inkml:trace contextRef="#ctx0" brushRef="#br0" timeOffset="187067.84">19836 9751 814 0,'0'0'67'0,"0"0"93"0,0 0-71 16,98-5-64-1,-53 1-21-15,0-2-16 0,4-4-101 16,-3-1-172-16,-1-1-355 15</inkml:trace>
  <inkml:trace contextRef="#ctx0" brushRef="#br0" timeOffset="188136.82">21026 9589 228 0,'0'0'43'0,"0"0"30"16,0 0-10-16,0 0 18 16,0 0 6-16,13-14-15 15,-11 10 6-15,-2 1-9 16,0-1 6-16,0 1 6 15,0 0-1-15,0 1-20 16,-5-1-9-16,-8 3-27 16,-1 0-16-16,-4 0-5 15,0 6-2-15,-1 7-4 16,1 5 4-16,-2 4-2 16,4 2 1-16,-1 2-1 15,2 0 2-15,4 0-1 16,8-3 0-16,3-2 3 15,0-5 0-15,10-4 1 16,12-6 4-16,4-6-1 0,3 0-1 16,1-10-3-16,2-11 4 15,0-7-3-15,-3-8 1 16,-5-3-1-16,-5-9-2 16,-3-4-1-16,-7-5 1 15,-7-2-1-15,-2 0-3 16,0 0 0-16,-4 7-5 15,-8 9 3-15,-5 10 0 16,3 9 1-16,-4 10-3 16,2 11 0-16,1 3 11 15,0 16 2-15,2 10-3 16,3 14 4-16,6 8 14 16,4 3 0-16,0 4 11 15,4-1-4-15,12-3-13 16,7-6-2-16,0-3-7 15,2-5-3-15,-3-7-3 16,1-4-2-16,-2-7-8 16,-3-3-40-16,-3-5-42 15,-2-7-39-15,-1-4-85 16,-5 0-87-16,-4 0-240 16</inkml:trace>
  <inkml:trace contextRef="#ctx0" brushRef="#br0" timeOffset="188669.87">21335 9574 805 0,'0'0'92'0,"0"0"27"15,0 0-24-15,0 0-32 16,0 72-22-16,0-57-17 15,0-2-8-15,4 0-1 16,8-5-3-16,4 0-6 16,1-8-1-16,5 0 1 15,2 0-3-15,-1-4-1 16,-1-11-4-16,1-2-13 16,-3-5-5-16,-5-3-4 15,-2 1 3-15,-4 0 1 16,-2 4 8-16,-3 4 10 15,-1 3 3-15,0 8 1 16,-3 5 3-16,3 0-2 16,-3 11-13-16,1 9 23 15,2 9 10-15,1 5 8 16,2 5 5-16,0 5 7 16,0 0-3-16,2 1 2 15,1 0-6-15,-2-3-7 16,1-1-2-16,0-3-6 15,-2-5-3-15,-2-5-3 16,-1-4 2-16,-3-6-10 16,0-6-3-16,-6-4-1 15,-11-4 2-15,-6-3-7 16,-6 1-10-16,0-2-16 16,-3 0-21-16,2 0-18 15,1-6-74-15,3-3-121 16,0-5-214-16</inkml:trace>
  <inkml:trace contextRef="#ctx0" brushRef="#br0" timeOffset="188973.49">20666 9993 905 0,'0'0'92'0,"136"-25"46"15,-32 12-25-15,11 0-11 16,10-2-26-16,-3 1-22 16,-6 4-20-16,-12 0-20 15,-16 2-9-15,-18 1-2 16,-14 0-25-16,-14 3-40 15,-12 0-47-15,-10 0-83 16,-7 1-118-16,-5 0-281 16</inkml:trace>
  <inkml:trace contextRef="#ctx0" brushRef="#br0" timeOffset="190120.85">21185 10514 631 0,'0'0'66'0,"0"0"43"16,0 0-38-16,-90 6-10 15,61 6-6-15,-1 3 3 16,1 5-15-16,0 0-6 16,4 4-9-16,4 0-6 15,5-2-10-15,9-2-6 16,7-3 4-16,0-3 6 16,10-4 11-16,16-6 5 15,6-4-6-15,4 0-5 16,4-8-6-16,-2-12-9 15,-3-5-2-15,-5-7-2 16,-6-2-1-16,-6-2-2 16,-4-7-3-16,-5-2-4 15,-5-2 1-15,-2-4-3 16,-2 2 0-16,0 3 2 16,0 3 5-16,-9 9 4 15,-3 8 0-15,0 11 4 16,-3 11-4-16,-1 4-5 15,0 17 4-15,-1 12 1 16,5 11 9-16,1 7 1 16,8 2 3-16,3 1 4 0,0-1 9 15,16-3 1-15,4-4-8 16,6-3-6-16,0-8-4 16,2-4-5-16,0-4-2 15,-2-11-2-15,0-4-3 16,-4-6-11-16,-2-2-8 15,-3-7-3-15,-2-11-12 16,-2-6-14-16,-3 1 2 16,-4-6 0-16,-2 1 7 15,-4 2 13-15,0 2 12 16,0 3 13-16,0 5 3 16,0 3 7-16,0 6 6 15,0 1 14-15,0 6 11 16,0 0-12-16,0 3-15 15,0 9 11-15,0 7 15 16,3 3-9-16,0 1-6 16,2 1-2-16,1-1-2 15,3 0-6-15,-1-6-1 16,0-2-5-16,2-3 1 16,-1-5-6-16,1-4 2 15,2-3 0-15,-1 0 2 16,2-6 2-16,0-7-4 15,0-7-1-15,2-2-2 16,-4-2 0-16,2 1 0 16,-3 5 0-16,-2 2 0 15,-4 7 0-15,0 1 0 16,-1 8 0-16,-2 0-2 16,2 0-5-16,0 16 0 15,0 3 13-15,2 8 6 0,0 1 1 16,5 0 4-16,0-1-2 15,4-3-4-15,3-5-7 16,0-6-3-16,3-5-19 16,-1-6-33-16,-3-2-43 15,-2-6-109-15,-3-11-202 16</inkml:trace>
  <inkml:trace contextRef="#ctx0" brushRef="#br0" timeOffset="191323.2">20616 4220 932 0,'0'0'115'0,"0"0"-16"15,0 0-55-15,0 1 2 16,2 9 22-16,3 0-11 16,-1 2-14-16,1-1-4 15,-1-3-9-15,-1 0 0 16,0-3-4-16,-2-2-6 15,2 0-2-15,-3-3 7 16,2 0 4-16,5 0 4 16,2-8 6-16,11-16 1 15,6-11-12-15,16-12-15 16,8-13-8-16,15-9-5 16,4-4-3-16,5-1-23 15,1 7-30-15,-1 8-40 16,-2 12-34-16,-11 14-102 15,-12 10-271-15</inkml:trace>
  <inkml:trace contextRef="#ctx0" brushRef="#br0" timeOffset="192659.98">22160 9848 410 0,'0'0'56'0,"0"0"66"16,0 0-19-16,0 11-25 16,0-6 1-16,0 0 2 15,4 3-11-15,0-4-6 16,-1 2-5-16,0-2-6 15,-1 1-21-15,-1-2-5 16,-1-2-1-16,0 0-4 16,0 1 1-16,0-2 0 15,0 0-7-15,0 0-5 16,0 0 0-16,5 0-1 16,4 0 2-16,-1-4 1 15,3-2-13-15,-2 0 0 16,2 4 2-16,-5 0 2 0,0 2 6 15,-4 0-5 1,-2 0 4-16,0 7 11 16,0 2 0-16,0-1-4 15,-3-3-7-15,-2-1-4 0,-1-1-4 16,-1-3-30-16,3 0-30 16,1-3-66-16,-1-9-129 15,-1-5-193-15</inkml:trace>
  <inkml:trace contextRef="#ctx0" brushRef="#br0" timeOffset="193497.42">22944 9589 675 0,'0'0'56'0,"0"0"51"0,0 0-54 16,0 0-26-16,-41-10-4 16,18 10-12-16,-3 0-2 15,-5 0-5-15,-3 11 6 16,0 7 5-16,0 3-8 16,4 4-3-16,6-1 0 15,5 1-1-15,10-2 8 16,6-3 7-16,3-3 16 15,0-3-3-15,17-5-2 16,3-3-3-16,3-6-5 16,2 0-6-16,3-7-7 15,-1-13-3-15,-3-3-2 16,0-8 0-16,-4-6-1 16,-4-6-25-16,-4-7-6 15,-7-6-4-15,-5-8-5 16,0 2 2-16,0-1 10 15,-1 4 18-15,-10 10 6 16,0 11 3-16,1 9 6 16,-1 15 16-16,1 14-5 15,-1 0 10-15,3 22-7 16,2 13 2-16,0 10 16 16,5 10 14-16,1 5-2 15,0 2-5-15,6-2-6 16,8-1-10-16,1-7-20 15,2-6-8-15,-1-6-2 0,0-9-6 16,-3-6-27 0,1-6-37-16,-4-6-59 15,0-10-63-15,2-3-102 16,-4 0-201-16</inkml:trace>
  <inkml:trace contextRef="#ctx0" brushRef="#br0" timeOffset="193924.73">23112 9560 789 0,'0'0'58'16,"0"0"8"-16,0 0 75 16,0 0-52-16,0 0-11 15,12 67-10-15,-9-45-37 16,2 0-11-16,1-3-7 15,3-2-8-15,0-5-3 16,1-2 0-16,3-4 0 16,2-4-3-16,1-2-5 15,-2 0 0-15,3-8 2 16,-1-8-3-16,2-6-2 16,-4-1-1-16,0-3 8 15,-2-1-2-15,-2 3-1 16,-1 4 4-16,-5 4 1 15,1 6 5-15,-4 6 14 16,-1 4 8-16,0 0-15 16,0 7-14-16,0 9 6 15,0 5 7-15,0 4-1 16,4 4-5-16,2-4-4 16,3 1-3-16,-1-3-35 0,1-5-74 15,-1-4-163 1,-6-8-332-16</inkml:trace>
  <inkml:trace contextRef="#ctx0" brushRef="#br0" timeOffset="194374.76">22437 9910 650 0,'0'0'162'0,"111"-9"44"16,-29 1-74-16,18 1-8 15,11 2-42-15,8 1-29 0,-1 2-15 16,-1-1-12-1,-6 3-11-15,-14-1-15 16,-12-3-2-16,-14-2-12 16,-12-3-54-16,-14-2-81 15,-11-2-136-15,-11-2-284 0</inkml:trace>
  <inkml:trace contextRef="#ctx0" brushRef="#br0" timeOffset="195225.96">22888 10475 733 0,'0'0'59'16,"0"0"50"-16,0 0-24 0,0 0-53 15,0 0 24-15,-6-70-16 16,-10 59-15-16,-1 3 8 15,-6 6-4-15,-5 2-23 16,-4 2-4-16,-1 17-1 16,0 8 1-16,3 4-2 15,4 5 1-15,8-2 0 16,10 1 0-16,8-4 3 16,0-4 2-16,21-4 7 15,11-11 16-15,9-8-2 16,8-4-6-16,2-1-5 15,0-18-5-15,-5-9-4 16,-5-3-4-16,-9-6-1 16,-9-4 0-16,-9-3-1 15,-7-3-3-15,-5-5-2 16,-2 2-1-16,0 3-2 16,-2 3 2-16,-8 10 5 15,0 8-2-15,-2 11 1 16,-2 12-2-16,1 3 5 15,-3 18-5-15,-1 14 1 16,3 8 5-16,2 7 6 16,7 5 5-16,5-2 7 15,0 2 8-15,22-6 4 16,9-3-4-16,6-7-14 16,2-8-10-16,0-9-3 15,0-9-7-15,-6-7-21 16,-4-3-21-16,-3-1-31 15,-9-17-49-15,-5-7-79 16,-5-2-52-16,-3-5-53 16,-4-2-60-16</inkml:trace>
  <inkml:trace contextRef="#ctx0" brushRef="#br0" timeOffset="195439.62">23224 10329 631 0,'0'0'76'0,"0"0"76"16,0 0 1-16,0 0-29 15,42 98-13-15,-17-62-18 16,4-2-32-16,2 0-9 16,3-6-11-16,0 0-13 15,1-6-18-15,-5-9-8 16,-4-2-2-16,-3-5-15 16,-1-6-20-16,-8 0-23 15,-2 0-47-15,-6-10-71 16,-6-6-91-16,0-6-53 15,0-1-141-15</inkml:trace>
  <inkml:trace contextRef="#ctx0" brushRef="#br0" timeOffset="195607.74">23524 10440 859 0,'0'0'77'15,"0"0"107"-15,-105 74-65 16,66-41-36-16,2 0-39 15,0 0-36-15,6-4-6 16,3-6-16-16,4 0-53 0,4-10-98 16,4-4-144-1,1-6-235-15</inkml:trace>
  <inkml:trace contextRef="#ctx0" brushRef="#br0" timeOffset="200463.77">20659 10862 272 0,'-1'0'38'0,"1"0"25"16,0 0-15-16,0 0-4 16,0 0-14-16,0 0-1 15,0-3 9-15,0-1 1 16,0 0-1-16,6-1-7 16,5-2-8-16,6-5-4 15,9-1-9-15,5-4-6 16,6-3-2-16,7-4-2 15,6-3 1-15,2-3 2 16,7-4-2-16,-1 0-2 0,8-3 1 16,2-1-1-1,5-1-1-15,2-3-4 0,0 2-14 16,1-2 10-16,-5 3-3 16,-1 1-6-16,-5 1-2 15,-5 4 1-15,-8 2-7 16,-5 5 9-16,-7 4-5 15,-6 2-38-15,-9 5-36 16,-8 1-72-16</inkml:trace>
  <inkml:trace contextRef="#ctx0" brushRef="#br0" timeOffset="201200.78">22522 9763 322 0,'0'0'91'16,"88"-37"26"-16,-31 14-40 15,6-6-11-15,5-3-13 16,3-2-23-16,1-2-15 16,-1 1-7-16,-2-3-6 15,0 0-4-15,-4 6-16 16,-5-2-24-16,-3 6-24 0,-1 0-56 15,-2 1-43 1,3 0 5-16</inkml:trace>
  <inkml:trace contextRef="#ctx0" brushRef="#br0" timeOffset="205483.67">20512 9312 405 0,'0'-11'128'16,"0"3"0"-16,0 0-46 15,0 5-16-15,0 3 17 16,-2 0-22-16,-8 7-36 15,-7 20 33-15,-6 15-1 16,-2 14 8-16,-8 16-3 16,0 16-18-16,-2 14-8 15,1 12-9-15,-3 9-12 16,9 4-7-16,9-2 14 16,18-3-2-16,2-8-14 15,33-14-1-15,20-15 1 16,15-13-4-16,6-13-3 15,2-13 0-15,-1-10-3 16,-11-12-12-16,-8-5-27 16,-20-7-72-16,-20-4-129 15,-17-6-221-15</inkml:trace>
  <inkml:trace contextRef="#ctx0" brushRef="#br0" timeOffset="206567.11">21696 9107 486 0,'0'0'100'16,"0"0"20"-16,0 0-16 15,0-24-2-15,0 23-31 16,0 1-25-16,0 0-14 15,0 11-10-15,12 14 0 16,9 12 56-16,7 14-4 16,6 11-34-16,2 13-10 15,4 8-7-15,-3 9-6 16,-5 9-3-16,-5 6 2 0,-5 4-7 16,-12 2 9-16,-10 0 6 15,0-1-14 1,-14-4-3-16,-11-7 6 15,-4-6-3-15,2-10-1 16,2-7 0-16,6-10 2 0,5-14-3 16,7-14-4-16,2-11-3 15,5-8 1-15,0-8-3 16,0-9-2-16,0-4-4 16,0 0-26-16,0-12-14 15,0-5-59-15,0-9-122 16,-4-7-149-16,3-5-324 15</inkml:trace>
  <inkml:trace contextRef="#ctx0" brushRef="#br0" timeOffset="207339.28">22529 9032 520 0,'0'0'121'16,"0"0"16"-16,0 0-32 16,-78 3-16-16,54 22 3 15,-2 14-11-15,1 12-14 16,2 13-10-16,2 15-7 15,1 11-12-15,3 7-16 16,3 8 6-16,5 5-13 16,4 5-4-16,5-3 5 15,0-3 9-15,1-7 0 16,16-8-17-16,4-14-5 16,3-11 0-16,2-13-2 15,0-11 1-15,-2-12 0 0,-4-8-2 16,-3-10-12-16,-6-7-36 15,-3-7-33-15,-4-1-58 16,-4 0-77-16,0-13-218 16</inkml:trace>
  <inkml:trace contextRef="#ctx0" brushRef="#br0" timeOffset="208284.39">23737 9001 433 0,'0'0'64'15,"0"0"33"-15,0 0-10 16,0 0 1-16,-5 82 64 15,20-34-52-15,12 14-12 16,10 12-10-16,6 9-25 16,5 9-8-16,0 7-14 15,-4 6 0-15,-6 6-19 16,-11 3-6-16,-10 2 0 0,-12-3 6 16,-5-1 21-16,-6-5 7 15,-20-4-19-15,-6-9 0 16,-7-5 0-1,-3-9-9-15,2-9-2 0,6-13-4 16,6-10-4-16,6-13 1 16,10-13-3-16,8-8-5 15,4-8-23-15,0-6-22 16,0-4-12-16,9-17-29 16,-1-7-106-16,4-7-131 15,-3-4-367-15</inkml:trace>
  <inkml:trace contextRef="#ctx0" brushRef="#br0" timeOffset="211006.13">20857 4174 303 0,'0'0'89'0,"0"-5"31"0,0 2-23 16,0 3-15-16,0 0-10 15,0 0-14-15,0 0 1 16,0 0-29-16,0 11-5 16,0 4 32-16,-3 7-4 15,-3 5-19-15,2 3-5 16,0 4-7-16,2 3-6 15,1 4-2 1,-1 3-5-16,2 2-5 0,-2 5 0 16,0 4-1-16,1 4 11 15,-1 4 19-15,2 5-29 16,0 4-3-16,0 2 0 16,0 4 1-16,0 2-2 15,7 0 1-15,-2 3-4 16,-3 0-4-16,0 2-2 15,-2 2 6-15,0 4 2 16,-4 1 0-16,-8 1-1 16,-1-1 4-16,0 1-2 15,0-2 1-15,1 0-1 16,-2 0 1-16,1 4-1 16,0-1 2-16,3 1 1 15,0-3 1-15,-1 0 3 16,3-2-4-16,1-3-3 15,1-1 1-15,-1-4-1 16,1-2 1-16,2-2 0 16,1-5-2-16,2-4 2 15,-1-5-1-15,2-5 1 16,0-1 0-16,0-5 0 16,0-3-1-16,0-2 1 15,0-4-1-15,0-1 0 16,0-3 1-16,0-2 0 15,0 1-1-15,0-2 0 0,0-1 0 16,0-1 0-16,0 0 2 16,0-4-3-16,0-2 1 15,0-2-1-15,0-3 0 16,3-1-2-16,6-3 0 16,1-4 0-16,-2 0 0 15,0 3-2-15,-2-6 0 16,-4 2 4-16,2 2 1 15,-2-6 19-15,-2 4-18 16,0-4 0-16,0-1-1 16,1-2 0-16,-1-1 0 15,0 1 1-15,0-1-1 16,0-2 1-16,0 1-1 16,0-1-1-16,0 0 2 15,0 3-1-15,0-3 0 16,0 2 1-16,0-2 0 15,0 1 1-15,0-2 2 16,0-1 0-16,0-2 0 16,0 0 0-16,0-1 1 15,0 0 11-15,0 0 13 16,0 0 5-16,0-1-3 16,-7-10-26-16,0-1-3 15,-5-5 0-15,1 1-1 16,-1-3 0-16,-1 3 0 15,-1-4 1-15,1 5-2 16,-1 4 1-16,0-1 0 16,3 4 1-16,4 3 0 0,2 5 1 15,4 0-1-15,1 0-2 16,0 3-4-16,0 10-1 16,0 3 8-16,7 7-1 15,5 2 0-15,-1 4 1 16,1 1 3-16,1 1 3 15,-1-1-3-15,2-1 0 16,-1-7 2-16,4-2-2 16,2-8 2-16,1-5 11 15,3-7 9-15,1 0-4 16,-1-7-1-16,-2-12 2 16,-3-7-3-16,-3-4-5 15,-1-5-4-15,-5-3-7 16,0-2-1-16,-3 3-2 15,-2 4-4-15,1 1-1 16,-3 8-20-16,1 6-20 16,-3 4-27-16,2 7-26 15,1 3-56-15,0 4-68 16,1 0-121-16,0 0-246 16</inkml:trace>
  <inkml:trace contextRef="#ctx0" brushRef="#br0" timeOffset="213639.89">20753 11892 599 0,'0'5'59'0,"-9"8"62"0,-4 4-33 16,0 4-11-16,-1 2-14 16,2 0-22-16,4-3-10 15,2 2-7-15,6-4 1 16,0-3-7-16,4-2-10 15,15 0 2-15,10-1-1 16,7 1 4-16,7 2 0 16,2 0-7-16,4 0-2 15,-4 5 0-15,-2 0 0 16,-10 4 4-16,-4-1 5 16,-11 1 2-16,-7 0 1 15,-9-1 16-15,-2 0 1 16,-13-3-4-16,-15 0-5 15,-8-5-5-15,-6-3-5 16,-7-3-11-16,3-1-1 16,-2-8-2-16,8 0-16 15,4 0-34-15,7-9-39 16,4-11-51-16,7-3-80 16,3-5-116-16</inkml:trace>
  <inkml:trace contextRef="#ctx0" brushRef="#br0" timeOffset="213841.88">20789 11935 857 0,'0'0'75'15,"0"0"64"-15,117-27-29 0,-73 23-69 16,0 1-33-16,-2 3-8 15,0 0-22-15,1 0-85 16,-4 0-108-16,-4 0-138 16</inkml:trace>
  <inkml:trace contextRef="#ctx0" brushRef="#br0" timeOffset="214507.29">21498 12169 534 0,'0'0'77'16,"0"0"40"-16,0 0-41 15,0 0 0-15,0 0-5 16,-26 52 0-16,21-29-25 0,0 2-6 15,5 3-13 1,0-3-8-16,0-2-9 0,0-2-2 16,13-5-2-16,3-1 1 15,2-5 1-15,3-6-5 16,1-1-2-16,-2-3 1 16,2 0 1-16,-2-5-3 15,-3-9-3-15,-1-5-1 16,-3-3-2-16,0-4-3 15,-4-2-1-15,-3-1-7 16,-1 1 8-16,-2 3 6 16,1 3 2-16,-4 4 2 15,0 5 1-15,0 7 7 16,0 4 14-16,0 2 3 16,3 0-23-16,0 12-6 15,3 10 21-15,4 2-1 16,2 5 4-16,2-1 3 15,6 1-10-15,-1-2-4 16,1-5-7-16,0-3-2 16,0-6-6-16,-3-4-27 15,-4-3-77-15,-5-6-91 16,-5 0-111-16,-3-7-301 16</inkml:trace>
  <inkml:trace contextRef="#ctx0" brushRef="#br0" timeOffset="-214598.46">21888 11762 722 0,'0'0'68'0,"0"0"68"16,0 0-76-16,0 0-26 15,0 0 40-15,-3 60-21 16,0-36-20-16,1 3-5 16,2-4-3-16,0-2-8 15,5-5-4-15,7-3-1 16,4-2-5-16,1-4-2 15,0-4 0-15,1-3-4 16,-1 0 3-16,-2 0-5 16,0-7-12-16,-6-4-37 15,1-1-52-15,-3-3-21 16,-2-2-42-16,-2 2-1 16,-3 1-42-16,0-4-33 15</inkml:trace>
  <inkml:trace contextRef="#ctx0" brushRef="#br0" timeOffset="-214404.23">22043 11785 324 0,'0'0'174'0,"0"0"30"16,0 0-82-16,0 0-50 15,0 0 68-15,0 0-22 16,-9 84-30-16,9-49-15 16,9 4-19-16,2-1-25 15,2-1-18-15,0-2-8 16,-2-3-2-16,-2-3-20 0,-3-4-50 15,-4-5-89 1,-2-4-122-16,0-10-171 16</inkml:trace>
  <inkml:trace contextRef="#ctx0" brushRef="#br0" timeOffset="-213852.39">20392 11727 846 0,'0'0'163'16,"-75"114"-13"-16,43-40-51 15,8 6-25-15,6 6-31 16,15-2-11-16,3-1-11 15,13-5-17-15,22-7-2 16,10-7-7-16,14-6-18 16,9-8-33-16,8-8-42 15,8-14-113-15,0-10-244 16</inkml:trace>
  <inkml:trace contextRef="#ctx0" brushRef="#br0" timeOffset="-213101.4">22092 11535 569 0,'0'0'64'16,"0"0"34"-16,0 0 10 15,0 0-12-15,92 42 3 16,-48-6-20-16,5 10-19 16,4 7 4-16,-1 6-3 15,-3 5-11-15,-6 5-18 16,-6 2-7-16,-8 0-9 16,-12 1-7-16,-6-1-1 15,-11-3 0-15,0-3 4 16,-12-5 0-16,-15-3-4 15,-8-7-6-15,-8-4 1 0,-4-6-1 16,5-7-2-16,4-6 1 16,8-9-12-1,11-8-20-15,15-10-44 0,4 0-56 16,13-16-74-16,10-9-101 16,9-12-233-16</inkml:trace>
  <inkml:trace contextRef="#ctx0" brushRef="#br0" timeOffset="-212565.53">23130 11491 655 0,'0'0'95'0,"0"0"43"16,-99 54-28 0,59-10-21-16,0 15-18 0,4 7-14 15,9 10-6-15,8 3-12 16,10 8-3-16,9-3-11 15,0-2-8-15,23-6-5 16,6-7-1-16,7-8 4 16,3-8-6-16,0-12-3 15,-1-4-4-15,-6-10-1 16,-4-6-3-16,-9-6-1 16,-4-6-24-16,-7-4-17 15,-5-4-35-15,-3-1-33 16,0 0-50-16,0-6-172 15</inkml:trace>
  <inkml:trace contextRef="#ctx0" brushRef="#br0" timeOffset="-209441.92">31212 8014 578 0,'0'-4'121'0,"0"0"13"15,0 0-7-15,0-1-25 16,0 3-30-16,0 0-8 16,0-1-25-16,-10 3-19 15,-3 0-17-15,-7 5-5 16,-2 11-1-16,-1 2 3 15,0 5-1-15,3-2 0 16,5-1-9-16,5-3 3 16,7-3 3-16,3-3 0 15,0-3-2-15,0 0 2 16,10-5 1-16,3-3 2 16,6 0 0-16,0 0 1 15,1-13-4-15,0-5-2 0,-1-8-7 16,1-3-3-16,-4-6 9 15,3-5-4-15,-6-3 2 16,1-2 9 0,-2 1 0-16,-5 3 0 0,-1 4 1 15,-5 8 1-15,-1 8-3 16,0 6 25-16,0 7 5 16,-4 7-10-16,-6 1-3 15,-2 5-13-15,4 18-4 16,-2 5 7-16,4 11 8 15,3 2 18-15,3 4-2 16,0 0 0-16,0-2-9 16,10-2-6-16,3-5-10 15,0-6-2-15,0-7-3 16,0-4-11-16,-3-7-26 16,3-4-34-16,0-4-42 15,0-4-34-15,0 0-88 16,3-5-140-16</inkml:trace>
  <inkml:trace contextRef="#ctx0" brushRef="#br0" timeOffset="-209056.7">31466 7961 767 0,'0'0'63'16,"0"0"91"-16,0 0-51 15,0 76-24-15,0-56-37 16,0-2-15-16,0-3-2 0,0-1-2 16,9-3-6-16,-2-6-5 15,5-2-5 1,-2-3-3-16,2 0 0 0,2-4-4 16,-1-11-2-16,1-4-8 15,-1-5-1-15,2 3-2 16,-7-2 3-16,-2 3 4 15,-1 5 6-15,-4 6 2 16,-1 3 3-16,0 6 9 16,0 0-6-16,0 0-12 15,0 11-8-15,0 8 10 16,3 6 12-16,1 2-2 16,5 2-4-16,-2-2-4 15,3-1-25-15,2-3-60 16,-5-5-76-16,-1-3-102 15,-5-3-165-15</inkml:trace>
  <inkml:trace contextRef="#ctx0" brushRef="#br0" timeOffset="-208765.1">31046 8359 912 0,'0'0'145'0,"156"-8"3"0,-62 2-68 15,1-2-29 1,-2 3-26-16,-11-2-19 15,-16 1-6-15,-14 1-29 0,-20 1-46 16,-13 3-69-16,-16 1-69 16,-3 0-64-16,-20 0-253 15</inkml:trace>
  <inkml:trace contextRef="#ctx0" brushRef="#br0" timeOffset="-208139.64">31241 8803 757 0,'0'0'73'0,"0"0"51"16,0 0-66-16,0 0-22 16,0 0-13-16,-77-45-18 15,50 45-2-15,-2 9 4 16,-1 10-2-16,3 2-3 16,6 3-2-16,2 2 1 15,12-2-2-15,6-2-1 16,1-3 2-16,7-1 15 15,16-6 1-15,7-6 14 0,5-6 13 16,3 0-11-16,-1-2-15 16,-2-14-4-16,-5-9-7 15,-4-5-5-15,-3-6 0 16,-8-10-6 0,-4-3-6-16,-4-4-2 0,-4 4-3 15,-3 6 11-15,0 7 4 16,0 12 6-16,-7 11 9 15,-9 13 1-15,0 0-9 16,-1 14-8-16,1 10 1 16,0 8 9-16,9 7 13 15,7-1 5-15,0 1 16 16,9-3-9-16,9-2-11 16,4-4-11-16,0-5-5 15,-1-3-3-15,1-5-1 16,-4-4-5-16,-1-3-20 15,-4-6-17-15,1-4-33 16,-4 0-41-16,-4-3-63 16,0-11-86-16,-6-5-161 15</inkml:trace>
  <inkml:trace contextRef="#ctx0" brushRef="#br0" timeOffset="-207905.47">31445 8696 698 0,'0'0'79'16,"0"0"88"-16,0 0-17 16,0 0-43-16,69 76-21 15,-49-51-21-15,0 0-21 16,-1 0-18-16,1-3-3 0,-2-5-12 16,-1-3-9-1,-4-4-1-15,0-5-7 16,-3-3-21-16,2-2-28 0,-4 0-37 15,0-16-61-15,-1-3-56 16,-3-5-50-16,0-5-165 16</inkml:trace>
  <inkml:trace contextRef="#ctx0" brushRef="#br0" timeOffset="-207739.13">31645 8751 676 0,'0'0'72'0,"-76"55"80"16,35-23-5-16,1-1-50 15,5-3-42-15,7 0-20 16,6-4-28-16,6-6-10 16,10-8-50-16,6-6-50 15,0-4-203-15,13-10-303 16</inkml:trace>
  <inkml:trace contextRef="#ctx0" brushRef="#br0" timeOffset="-206711.25">32200 8164 769 0,'0'0'104'0,"0"0"47"16,75 0-69-16,-43 0-22 15,-5-6-6-15,1-5-24 16,-8-1-19-16,0-7-1 16,-6 0 3-16,-3-5-2 15,-4-1 0-15,-3-2-5 16,-4-1 0-16,0 2-1 15,0 1-5-15,0 2 3 16,0 7-2-16,0-1 0 16,-2 3 0-16,0 6-1 15,1-1 5-15,-1 4 1 16,2 2 3-16,0 1 3 16,0 0-2-16,0 2-3 15,0 0-5-15,0 0-3 16,0 0 1-16,0 0 0 15,0 0 1-15,0 0-1 0,0 0 2 16,0 0 0 0,0 0 2-16,0 0 0 15,0-4 2-15,0 0 2 16,-3-2-10-16,-3 0-1 16,-1-1 1-16,-1 2 0 0,0-1 0 15,0 1-1 1,-4 2 1-16,3 2 0 0,2 1-3 15,-2 0 2-15,1 0 1 16,5 0 0-16,-1 0 1 16,2 0 1-16,2 0 2 15,0 0-1-15,0 0 0 16,0 0 1-16,0 0 3 16,0 0 5-16,0 0-1 15,9-11 2-15,5-1-7 16,-1-4-3-16,3 0 1 15,-3 0-1-15,-2 1-1 16,-2 0 1-16,-3 6 0 16,-3-2-1-16,0 6 1 15,-1 2 1-15,-2 1 8 16,0 0 2-16,0 2-2 16,0 0-6-16,1 0-4 15,0 0-3-15,1 0-1 16,2 0-1-16,3 6 2 15,3 3 7-15,1 3 3 16,1 4 3-16,2 0 0 16,-2-3-3-16,2 1-5 15,-3-2-2-15,1 0 1 16,-1-2-14-16,1-1-24 16,-2-4-30-16,-3-2-56 15,-5-3-116-15,-2 0-307 0</inkml:trace>
  <inkml:trace contextRef="#ctx0" brushRef="#br0" timeOffset="-204320.62">23819 11499 510 0,'-3'0'73'15,"3"0"59"-15,0 0-40 16,0 0 1-16,0 0-9 15,0 0-23-15,7-2-27 16,6-1-3-16,5-2 3 16,-1 2-2-16,5-1-3 0,-3 4-3 15,2 0-16 1,-4 0-7-16,-3 13-3 0,-9 3 0 16,-3 3-2-16,-2 5 15 15,0 0-1-15,-13 1-5 16,-4-1 1-16,3-2 0 15,4-3-2-15,5-1-4 16,5-3-2-16,0-4 1 16,7-1 0-16,10-4 0 15,9-2 1-15,4-1-2 16,1-2-15-16,4-1-34 16,-4 3-54-16,1-3-58 15,-7 1-95-15,-4 2-135 16</inkml:trace>
  <inkml:trace contextRef="#ctx0" brushRef="#br0" timeOffset="-203849.15">23348 11955 469 0,'0'0'78'16,"0"0"68"-16,0 0-19 15,0 0-28-15,0 0-11 16,26 0-13-16,18 0 14 16,19 0-11-16,21-5-31 15,16-4-9-15,12 1-15 16,10 0-13-16,2 1-2 15,-1 3-4-15,-7 0-2 16,-6 2 0-16,-6-1-1 16,-17-1-1-16,-16 2 0 15,-20-1-30-15,-14 1-29 16,-18-2-62-16,-12 4-31 16,-7 0-33-16,0 0-82 15</inkml:trace>
  <inkml:trace contextRef="#ctx0" brushRef="#br0" timeOffset="-202802.76">23717 12158 341 0,'0'0'116'0,"0"0"34"15,0 0-30-15,0 0-31 16,0-1 0-16,0 1-18 15,0 0-15-15,0 0-6 16,-8 1-10-16,0 14-6 16,-8 4 1-16,0 10 4 15,-4 5-4-15,0 4-10 16,2 2-5-16,2 2 3 16,3-4-4-16,9-2-10 15,4-4-2-15,0-2-3 16,13-4 3-16,10-1 4 15,4-4 1-15,4-3 2 16,0 0-3-16,-6-6-1 16,0 0-2-16,-8-6-4 15,-7-1-3-15,-5-4 1 16,-5-1-2-16,0 0 0 16,-5 0-8-16,-5 0-22 15,-4 0-34-15,1 0-15 16,-2 0-43-16,7 0-74 15,-1-1-75-15,4-6-224 0</inkml:trace>
  <inkml:trace contextRef="#ctx0" brushRef="#br0" timeOffset="-201775.84">23925 12389 418 0,'0'0'65'15,"0"0"102"-15,0 0-49 16,0 0-25-16,-8 0-12 16,8 0 1-16,5-2-24 15,6-3-27-15,9-1 14 16,2 1-9-16,1-3-10 15,2 4-12-15,-2 0-7 16,-6 3-5-16,-2 1-1 16,-7 0-2-16,-5 1-3 15,-3 12-9-15,0 1 0 16,-6 5 10-16,-7-2 3 16,1 2-3-16,0-1 0 15,7-4-1-15,5 1-1 0,0-4 2 16,0-1 2-1,14 2 2-15,4-2 7 0,0 0 9 16,0 2 0-16,-4-1 3 16,-5 1 5-16,-4 1 5 15,-5-1 8-15,0 0-5 16,-10 1-6-16,-8-4-8 16,-2-3-7-16,1 0-6 15,-1-3-4-15,2-3-1 16,3 0-24-16,2 0-31 15,4 0-35-15,6-5-50 16,3-6-79-16,0-3-105 16,2 1-187-16</inkml:trace>
  <inkml:trace contextRef="#ctx0" brushRef="#br0" timeOffset="-201481.85">24279 12453 609 0,'0'0'104'16,"0"0"52"-16,0 0-10 16,0 0-35-16,89 58-21 15,-66-39-23-15,2-1-13 16,-2-2-22-16,-1 1-5 15,-2-5-12-15,-6-1-10 16,0-3-3-16,-3-2-1 0,-4-2-15 16,-2-3-32-16,-3-1-41 15,-1 0-49 1,-1 0-27-16,0-11-140 0,0-3-221 16</inkml:trace>
  <inkml:trace contextRef="#ctx0" brushRef="#br0" timeOffset="-201260.11">24501 12461 708 0,'0'0'44'0,"0"0"117"16,0 0-10-16,-98 85-60 15,76-60-33-15,0-3-25 16,4-3-15-16,6-3-12 15,3-3-5-15,5-7-8 16,4 1-59-16,0-4-56 16,0-3-52-16,11 0-10 15,8 0-152-15</inkml:trace>
  <inkml:trace contextRef="#ctx0" brushRef="#br0" timeOffset="-200984.36">24679 12453 735 0,'0'0'100'15,"0"0"94"-15,0 0-68 0,0 0-38 16,34 80-21-16,-27-61-29 15,-2-2-24-15,-2 1-10 16,-1-4-2-16,1-1-3 16,-3-4-25-16,0-2-39 15,0-2-50-15,0-4-51 16,0-1-48-16,-8 0-95 16</inkml:trace>
  <inkml:trace contextRef="#ctx0" brushRef="#br0" timeOffset="-200792.66">24611 12567 706 0,'0'0'119'16,"0"0"90"-16,80-7-94 16,-49 4-44-16,-5 1-49 15,-6-1-20-15,-1 0-13 16,-10-1-67-16,-5 0-63 15,-3-1-145-15,-1-4-320 16</inkml:trace>
  <inkml:trace contextRef="#ctx0" brushRef="#br0" timeOffset="-200326.97">24862 12378 773 0,'0'0'44'0,"0"0"97"0,0 0-23 16,0 0-45-16,0 0-14 16,90-3-26-16,-73 3-14 15,-3 0-10-15,-2 0-4 16,-8 7-2-16,-4 8 4 16,0 1 12-16,-4 4-4 15,-14 4-4-15,1-2-5 16,3-2-4-16,3-1 1 15,2-4-3-15,6-2 1 16,3-3-1-16,0-2 0 16,14-4 3-16,6-1 0 15,9-3 2-15,3 0-1 16,0 0-7-16,0 0-33 16,-4-7-47-16,-6-2-48 15,-6-2-85-15,-6-3-166 16</inkml:trace>
  <inkml:trace contextRef="#ctx0" brushRef="#br0" timeOffset="-199962.47">25181 12095 706 0,'0'0'143'0,"0"0"21"0,42 87-55 15,-22-46-24-15,3 1-15 16,3 4-16-16,2-2-12 16,-2-1 2-16,-3-1-17 15,-4-3-8-15,-5-1 1 16,-8-3-2-16,-6-2 3 15,0-2-5-15,-3-2-3 16,-14-5-5-16,-4-2-5 16,-2-6-1-16,0-3-13 15,3-7-28-15,1-6-27 16,5 0-53-16,4-6-96 16,5-16-132-16,4-5-279 15</inkml:trace>
  <inkml:trace contextRef="#ctx0" brushRef="#br0" timeOffset="-199527.46">25489 12030 838 0,'0'0'123'0,"0"0"42"15,0 0-71-15,0 0-49 16,0 0-9-16,30 0-10 15,-18 5-13-15,-8 3-7 16,-1 0-6-16,-3 4 3 16,0 3 14-16,-5 2-5 15,-3-1-3-15,-1 1-3 16,2-1-3-16,6-2-1 16,1-3-1-16,0 0 0 15,11-3 1-15,8-4 1 16,4-4 1-16,3 0-7 15,0 0-30-15,-1-7-54 16,-2-6-97 0,-9-4-190-16</inkml:trace>
  <inkml:trace contextRef="#ctx0" brushRef="#br0" timeOffset="-198644.52">25400 11131 428 0,'0'0'56'0,"0"0"63"16,0 0-6 0,0 0-33-16,25-15-2 15,-6 15-6-15,7 8 6 0,9 13 16 16,4 6-23-16,10 11-13 16,7 11-8-16,5 10-9 15,2 10-15-15,1 8 0 16,-5 4-10-16,-4 4-3 15,-12 1 1-15,-11 1 0 16,-10-1 3-16,-15 0-4 16,-7-4-5-16,-5-3 3 15,-16-7 2-15,-6-5 3 16,-5-10-2-16,1-8 3 16,5-9-14-16,3-8-3 15,3-8 0-15,7-7 0 16,2-7-7-16,6-4-31 15,4-6-17-15,1 0-21 16,0-9-29-16,0-7-158 16,0-7-140-16</inkml:trace>
  <inkml:trace contextRef="#ctx0" brushRef="#br0" timeOffset="-197556.65">24606 11894 454 0,'0'0'90'16,"0"0"40"-16,0 0-55 15,0 0-13-15,0 0 0 16,5 0-20-16,10 0 15 16,6 0 17-16,11-4-13 15,5 2-1-15,9 0-1 16,11 0-16-16,8-2-10 16,5 0-7-16,10 0-10 15,3-3-1-15,3 4-2 16,-2-2 3-16,-5-1-3 15,-8 1 0-15,-14 2 0 16,-10 0 0-16,-15 2 1 16,-9-1-4-16,-12 2-3 15,-2 0-5-15,-8 0-2 0,-1 0 0 16,0 0-6 0,0 0-15-16,0 0-11 15,0 0-32-15,0 0-11 16,0 0-64-16,0 0-79 15,0 0-93-15,2 0-174 0</inkml:trace>
  <inkml:trace contextRef="#ctx0" brushRef="#br0" timeOffset="-193732.83">18333 12227 552 0,'0'-4'79'16,"0"4"46"-16,-5 0-26 15,-1 0-32-15,-1 17-36 16,-3 5-4-16,1 5-5 16,1 4-8-16,2 0 19 15,4-1-16-15,2-4-5 16,0-7-3-16,18-2-2 15,5-6 3-15,6-6-4 16,3-3 0-16,-1-2-1 16,0 0-1-16,-4-12-2 15,-8-4 0-15,-3-3 0 16,-9-4 4-16,-7 0-4 16,0-2 0-16,-3 0 0 15,-10 2-1-15,-7 4-2 16,0 3 1-16,-2 5-4 15,-1 6 5-15,0 2-4 16,3 3 0-16,1 0-16 16,6 0-26-16,7 0-42 15,6 0-50-15,0 0-69 16,8 0-39-16,12 0-106 16</inkml:trace>
  <inkml:trace contextRef="#ctx0" brushRef="#br0" timeOffset="-193199.66">18558 11892 645 0,'0'0'57'0,"0"0"49"16,-26 72-2-16,24-28-31 15,2 6 23-15,0 3-29 16,0 1-17-16,2-4-6 16,8-5 2-16,0-5-16 15,4-8-14-15,1-6-11 16,4-6-2-16,-1-9-3 16,1-5 1-16,1-4 2 15,1-2 0-15,-1 0-1 16,0-15 0-16,-1-5 1 15,-2-3-1-15,-2-2-1 16,-2-3-2-16,-6 2 0 16,-3 2-1-16,-2 2 2 15,-2 4-3-15,0 4 3 16,-2 8-1-16,-9 3 2 16,-7 3-2-16,1 3-2 15,-3 12 2-15,1 4 1 0,6 3 1 16,4 1 2-1,8-2 4-15,1-2 0 0,3 0 0 16,17-6 4-16,11-3 8 16,4-4 1-16,3-3-8 15,1-3-10-15,-3 0-3 16,-2 0-21-16,-7-1-35 16,-4-7-54-16,-8 1-79 15,-7-1-117-15,-5-2-276 16</inkml:trace>
  <inkml:trace contextRef="#ctx0" brushRef="#br0" timeOffset="-192827.16">19173 12043 1054 0,'0'0'19'15,"0"0"69"-15,0 0 7 0,0 0-56 16,-23 15-27-16,9-7-12 16,2 4-61-16,0 0-91 15,4-1-119-15,2 2-122 16</inkml:trace>
  <inkml:trace contextRef="#ctx0" brushRef="#br0" timeOffset="-192675.91">19177 12239 817 0,'0'0'178'0,"0"0"40"0,0 0-86 16,0 0-55-16,0 0-36 15,0 0-26-15,5 9-10 16,-5-9-21-16,0 0-77 15,-8 0-131-15,-3 0-183 16</inkml:trace>
  <inkml:trace contextRef="#ctx0" brushRef="#br0" timeOffset="-190363.91">17974 13541 649 0,'0'0'80'16,"0"6"15"-16,0 20-8 16,0 13 58-16,0 6-35 15,3 6-60-15,3 4-8 16,3-4 18-16,1-6-34 15,1-5-16-15,-2-7-7 16,0-4-3-16,-4-8-8 16,0-4-33-16,-1-7-30 15,-4-2-45-15,0-6-59 16,0-2-55-16,-10 0-134 16</inkml:trace>
  <inkml:trace contextRef="#ctx0" brushRef="#br0" timeOffset="-190079.91">17933 13705 602 0,'0'0'80'0,"21"-84"42"15,-2 45 12-15,1 4-36 16,3 6-28-16,3 5-24 16,0 9-16-16,0 5 2 15,-3 9 4-15,0 1-15 16,-2 7-2-16,-7 13 12 15,-5 5-5-15,-4 2-1 16,-5 3 2-16,0-2-4 16,-11 1-6-16,-5-1-9 15,-3-2-5-15,-1-3-2 16,1-4-25-16,4-4-39 16,0-2-42-16,6-5-61 15,4-5-107-15,5-3-140 16</inkml:trace>
  <inkml:trace contextRef="#ctx0" brushRef="#br0" timeOffset="-189102.45">18376 13798 840 0,'0'0'60'16,"0"0"93"-16,0 0-29 15,0 0-54-15,0 0-21 16,-7 18-14-16,0-18-7 16,-1 0-14-16,1-9-8 0,-1-7-3 15,2-3 0-15,4-5-1 16,2-1-4 0,0-2-1-16,0 0-1 0,13 4 2 15,0 3-3 1,4 8 2-16,-2 3-1 0,2 7 0 15,-2 2 1-15,-1 0-3 16,1 13 2-16,-1 1 3 16,-1 5 1-16,2-2 0 15,0-1 1-15,5-2 0 16,-1-5 0-16,3-3-1 16,1-3 1-16,-1-3-2 15,-2 0 0-15,-1-3 0 16,-6-7 0-16,0-3 2 15,-5-2-1-15,-3 0 2 16,-4 0-1-16,-1-3 0 16,0 4-1-16,0 0 1 15,-7 3-1-15,-6 6-1 16,0 3 1-16,-1 2-1 16,-2 3-2-16,0 14 1 15,3 4 2-15,4 2 1 16,2 2-2-16,7-4 2 15,0-1-3-15,0-2 2 16,19-4-2-16,2-3 2 16,7-4-1-16,2-4 1 15,2-3 0-15,1 0-2 16,-1-2-9-16,-1-11-9 16,-2-7 2-16,-3-3-3 15,-2-6-19-15,-6-6-12 16,1-4-2-16,-7-5 23 0,-5-4 19 15,-3-1 7 1,-2-2 6-16,-2 3-1 16,0 4-6-16,0 8 2 0,-8 5 3 15,-2 11 2-15,-4 10-4 16,1 10-1-16,-3 3 1 16,3 24 9-16,1 10 11 15,4 13 5-15,8 8-12 16,0 7-2-16,7 6 15 15,15-1 9-15,5 2 15 16,2-4 9-16,-2-1-7 16,-4-4-12-16,-5-8-2 15,-5-4 6-15,-9-7-3 16,-4-7 10-16,0-8-13 16,-7-5-16-16,-13-8 2 15,-8-6-2-15,-2-8-9 16,-8-2-5-16,-1 0-3 15,-2-16-14-15,4-8-14 16,4-4-17-16,7-3-3 16,12-1-12-16,8 1-40 15,6 3-71-15,6 0-65 16,19 4-85-16,6 0-312 16</inkml:trace>
  <inkml:trace contextRef="#ctx0" brushRef="#br0" timeOffset="-188600.27">19134 13739 733 0,'0'0'72'0,"0"0"125"0,0 0-61 16,0 0-50-16,35-63-33 16,-34 48-12-16,2 1-16 15,-3 1-6-15,0 1-6 16,0 3-8-16,-7 1-2 15,-3 6-3-15,-2 2-2 16,-2 0-9-16,2 15 3 16,-2 6 6-16,1 2 0 15,5 4 2-15,5-2 0 16,3 0-1-16,0-5 2 16,11-3-1-16,6-3 0 15,6-3 0-15,3-4 2 16,2-4 0-16,-1-3-1 15,-1 0 0-15,-3 0 1 16,0-9 0-16,-4-7-2 16,-3-3-4-16,-3-5-2 15,-3-4-7-15,-4-1-2 16,0-2-3-16,-1 6-2 16,-2 0 6-16,0 6 4 15,0 6 8-15,-2 9 3 16,1 4-1-16,1 0-9 15,1 13-3-15,6 8 22 16,-1 4 7-16,6 2 7 16,2-1 6-16,0 0-7 15,3-4-14-15,0-3-7 16,-2-4-7-16,-1-6-61 16,-5-5-146-16,-6-4-344 15</inkml:trace>
  <inkml:trace contextRef="#ctx0" brushRef="#br0" timeOffset="-187318.01">18568 14490 672 0,'0'0'49'0,"0"0"71"16,0 0-8-16,0 0-51 15,-2-21-24-15,-5 21-9 16,-3 6-21-16,0 8-7 16,-2 2 3-16,4 3 1 15,1-2 2-15,5-1-2 16,2-4 2-16,0 0-4 16,0-5 0-16,13-3 1 15,6-4 0-15,3 0 0 16,2 0-3-16,-1-8-4 15,2-7-6-15,-7 3-3 16,-4-4 4-16,-4 5 7 16,-6-1-1-16,-4 5 4 15,0 1-2-15,0 5 8 16,0 1 1-16,-6 0 2 16,2 0-8-16,1 9-1 15,3 3 0-15,0 3 1 16,3-1 0-16,14-2 1 15,8-2 7-15,8-5 11 16,3-2 3-16,8-3-4 16,2 0-8-16,-1-7 0 15,-4-8-4-15,-3-4-1 16,-5-3-6-16,-8-5 1 16,-8-5-1-16,-6-4-2 15,-5-5-7-15,-6-5-8 0,0-4 0 16,0 1 2-1,-9 2 7-15,-8 7 4 0,-3 7 3 16,1 12-1-16,-4 11 2 16,-1 10 2-16,-2 5-3 15,2 24-2-15,4 7 1 16,3 10 2-16,10 6-2 16,7-1 3-16,0-1-1 15,26-6 9-15,10-7 11 16,8-7 1-16,9-9 0 15,5-7 5-15,2-10 8 16,2-4-10-16,-3-4-13 16,-5-20-7-16,-8-7-3 15,-7-9 0-15,-10-6-7 16,-12-8-7-16,-8-1-18 16,-9-2-9-16,0 3 0 15,-16 4 2-15,-10 10 22 16,-6 13 10-16,2 13 4 15,-3 14 5-15,2 0 5 16,5 21 5-16,6 12-2 16,9 8-2-16,5 5 6 15,6 5 1-15,0 0 5 16,14-1-1-16,9-3-9 16,3-5-10-16,5-6-5 15,0-8-50-15,3-6-66 16,0-9-96-16,1-8-206 15</inkml:trace>
  <inkml:trace contextRef="#ctx0" brushRef="#br0" timeOffset="-186777.01">19878 14143 750 0,'0'0'61'16,"0"0"42"-16,0 0-19 15,0 4-24-15,0 2-29 16,0 0-8-16,0 1 6 16,0-3 7-16,4 2-3 15,-3 0-8-15,4 2-10 16,-4 0 9-16,1 3 3 16,-1 1 1-16,1 3-8 15,-2-1-2-15,0 1-7 0,0-4-7 16,0-1-3-16,0 0-19 15,0-2-43-15,0-3-58 16,0 0-94-16,-8-2-214 16</inkml:trace>
  <inkml:trace contextRef="#ctx0" brushRef="#br0" timeOffset="-186550.89">19843 13946 1116 0,'0'0'35'0,"0"0"98"16,0 0-84-16,0 0-41 15,0 0-8-15,-23-24-47 16,23 32-106-16,0 6 33 15,0 5-129-15,6 3-151 16</inkml:trace>
  <inkml:trace contextRef="#ctx0" brushRef="#br0" timeOffset="-186083.35">20071 14141 785 0,'0'0'129'16,"0"0"64"-16,0 0-80 15,22 87-36-15,-18-71-33 16,-1-3-18-16,-1-5-10 15,-1-4-3-15,2-4-6 16,1 0-4-16,2-3 4 16,3-10 7-16,1-6-11 15,2-3-4-15,-1-4-7 16,-1 1-1-16,-3 1-4 16,-1 5-3-16,0 2 6 15,-2 6 5-15,-4 7 3 16,3 4 0-16,0 0-6 15,0 8-9-15,4 9 16 16,1 5 2-16,1 0 3 16,3 5 3-16,2-4-4 15,1-2-2-15,1-3-1 16,-2-4-1-16,-1-6-15 16,3-5-54-16,-4-3-74 15,-1 0-85-15,-1-12-183 16</inkml:trace>
  <inkml:trace contextRef="#ctx0" brushRef="#br0" timeOffset="-184960.42">19459 14694 702 0,'0'0'104'0,"0"0"23"0,0 0-2 16,-17 74-21-16,15-43-24 15,1 0-31-15,1-2-24 16,0-3-12-16,0-2-10 16,3-3-2-16,4-4-2 15,-3-5-12-15,-1-3-30 16,0-4-54-16,-2-2-29 16,-1-3-87-16,0 0-42 15,0-1-103-15</inkml:trace>
  <inkml:trace contextRef="#ctx0" brushRef="#br0" timeOffset="-184792.69">19381 14731 664 0,'0'0'125'0,"0"0"37"16,0 0-67-16,85-64-31 15,-47 51-34-15,5 4-27 16,-1 4-5-16,-3 1-38 15,-4 4-83-15,-5 0-103 16,-11 0-173-16</inkml:trace>
  <inkml:trace contextRef="#ctx0" brushRef="#br0" timeOffset="-184164.04">19745 14926 733 0,'0'0'78'0,"0"0"90"16,0 0-66-1,88-35-46-15,-71 17-13 0,-5-2-17 16,-5-1-16-16,-4 1 0 16,-3-1-3-16,0 3-9 15,-1 3-4-15,-11 4-1 16,-4 1 7-16,0 7 0 15,-1 3-5-15,1 3 1 16,-3 13 2-16,6 7 0 16,-1 3 2-16,8 0 0 15,3 0-1-15,3-4-2 16,0-3 2-16,12-6 1 16,8-2-1-16,0-3 4 15,3-4 1-15,3-2 0 16,3-2 6-16,2 0-3 15,-3 0 0-15,-2 0-3 16,-1-6-1-16,-6 2-3 16,-2 2 1-16,-5 2-1 15,-1 0-2-15,-4 0-2 16,2 0 5-16,-2 6 10 16,0 2 5-16,-1-2 2 15,0 0-3-15,-3-3-2 16,-2-1-3-16,-1-2 0 15,0 0 28-15,0 0 15 16,0-12-23-16,0-5-27 0,-4-3 2 16,0-4 1-1,2-4-3-15,2 1-1 16,0 1-2-16,0 1 0 0,6 6 0 16,6 2-7-1,2 6-17-15,4 3-25 0,0 5-48 16,2 3-56-16,-1 0-70 15,0 0-84-15,-2 8-200 16</inkml:trace>
  <inkml:trace contextRef="#ctx0" brushRef="#br0" timeOffset="-183614.63">20330 14879 722 0,'0'0'170'16,"0"0"1"-16,0 0-63 15,0 0-38-15,0 0-36 16,0 32-6-16,0-32 1 16,0 0-12-16,0 0-6 15,1 0 2-15,1-6-1 16,1-6-11-16,0-5-3 16,2-4-6-16,1 0-1 15,0-4-19-15,1 2 6 16,-1 3 5-16,-1 4 2 15,-2 3 10-15,0 7 5 16,0 5 0-16,-3 1 3 16,3 0-7-16,0 3 2 15,2 5 16-15,-1 5-3 16,4-1 5-16,-2 1-2 16,1-2-6-16,4-3-3 15,0-1-2-15,2-3 0 0,3-2 0 16,0-2 0-1,1 0-2-15,1-3-1 16,0-7-2-16,-5-2-5 0,3-1 3 16,-6 4-2-16,-1 2 3 15,-2 1 1-15,-3 5 3 16,-1 1-3-16,0 0-10 16,-1 0 6-16,-1 11 5 15,-1 1 2-15,2 4 2 16,-1-1-2-16,-1 1-1 15,3-2 1-15,2-3-2 16,1-1-8-16,6-3-22 16,1-3-29-16,6-4-34 15,1 0-35-15,0-1-91 16,2-11-127-16</inkml:trace>
  <inkml:trace contextRef="#ctx0" brushRef="#br0" timeOffset="-183304.56">20900 14615 541 0,'0'0'74'0,"0"0"68"16,0 0-42-16,0 0-14 16,-80 6-31-16,69 6-20 15,8 3-15-15,3 0-1 16,0 1 6-16,15-1 9 15,6 2 10-15,0-1 2 16,-1-2 0-16,-3 3 2 0,-7-2-5 16,-4 2-13-1,-6-3 5-15,0-2-2 0,0 0-3 16,-7-3-6-16,-10-2-11 16,-1-3-5-16,-3-1-5 15,-2-3-28-15,2 0-47 16,0 0-71-16,2 0-120 15,9-7-238-15</inkml:trace>
  <inkml:trace contextRef="#ctx0" brushRef="#br0" timeOffset="-182643.11">21295 14648 594 0,'0'0'32'15,"0"0"111"-15,0 0-44 16,0 0-40-16,-84 83 7 15,75-67-23-15,6-2-12 16,3-5-6-16,0 0-9 16,2-6-9-16,12-3-1 15,-1 0 13-15,4-6-10 16,1-11-12-16,1-5-16 0,-4-3-1 16,-3-5-17-1,-2-3-9-15,-4-5 9 16,-2-4-2-16,-2-5 16 15,-2 1 13-15,0 0 7 0,0 3 2 16,0 8 4-16,0 9 14 16,0 9 3-16,3 13 9 15,1 4-13-15,3 16-30 16,2 15 41-16,5 10 16 16,2 9-23-16,3 8 11 15,4 6 1-15,4 2 12 16,2 2 11-16,-1 3 16 15,1-1-40-15,-5-3-1 16,-5-6 1-16,-7-7 4 16,-9-10-12-16,-3-8 23 15,0-12-6-15,-17-11-31 16,-6-9 11-16,-4-4-1 16,0-9-14-16,-1-14-2 15,6-8-2-15,5-4-10 16,5-2-19-16,6-2-4 15,6 5-11-15,0 3-13 16,11 7-31-16,9 2-65 16,6 3-99-16,0 4-208 15</inkml:trace>
  <inkml:trace contextRef="#ctx0" brushRef="#br0" timeOffset="-181978.48">21700 14689 816 0,'0'0'158'0,"0"0"-11"16,0 0-56-16,0 0-26 15,22-46-29-15,-6 28-8 16,-1 0-6-16,0 2-5 16,-2 1-5-16,0 4-4 15,-7 4 0-15,1 4-4 16,-1 3-4-16,3 2-5 0,-4 14 8 16,4 7 9-16,2 4 2 15,3 4-3 1,0-2 0-16,2 2 0 0,3-4-1 15,3-2 0 1,-1-5-6-16,-2-1-2 0,1-6-2 16,-3-5-1-16,0-2-22 15,-2-6-30-15,-2 0-44 16,0 0-78-16,-1-10-114 16,-3-4-161-16</inkml:trace>
  <inkml:trace contextRef="#ctx0" brushRef="#br0" timeOffset="-181763.06">22020 14589 752 0,'0'0'70'16,"0"0"138"-16,-116 100-52 15,76-59-47-15,2-3-51 16,6-1-30-16,6-8-21 15,6-2-6-15,11-8-5 16,4-4-46-16,5-5-61 16,0-4-50-16,1-5-80 15,11-1-115-15</inkml:trace>
  <inkml:trace contextRef="#ctx0" brushRef="#br0" timeOffset="-180511.78">22165 13369 550 0,'0'0'63'0,"0"0"68"15,0 0-29-15,0 0-4 16,106-39-22-16,-70 31-33 16,-1 2-7-16,1 2 6 15,-6 3-2-15,-4 1-14 16,-6 0-4-16,-4 15-8 16,-6 12-7-16,-7 5 8 15,-3 8 3-15,0 4-6 16,-3 7-6-16,-7 2-3 15,0 4-1-15,3-2-1 16,4 3-1-16,3-3 3 16,0-6-5-16,0-2-3 15,7-7-4-15,6-5-2 16,2-5 3-16,0-8 2 16,-3-6 2-16,-3-8-1 15,-3-3-2-15,-4-5 4 16,-2 0 6-16,0 0 3 15,-10-1-5-15,-4-5-3 16,-5-1 2-16,3 1-1 16,0 1 3-16,3 3 3 0,6 2 0 15,4 0-3 1,3 8-9-16,0 13 3 0,10 6 5 16,6 8-1-16,1 5 2 15,5 7-4-15,1 7 1 16,0 3 2-16,-2 4 4 15,-5 3 11-15,-4 1 6 16,-4-2 30-16,-7-3-6 16,-1-3-14-16,0-4 9 15,-13-3-7-15,-6-6 2 16,-4-4-7-16,0-2-2 16,-3-7-3-16,2-5-4 15,1-5-9-15,2-7-5 16,5-5-4-16,2-6-2 15,2-3-25-15,5 0-33 16,0-3-40-16,4-12-50 16,0-6-151-16,3-6-270 15</inkml:trace>
  <inkml:trace contextRef="#ctx0" brushRef="#br0" timeOffset="-178620.84">21426 12563 419 0,'0'0'125'0,"7"0"7"15,19 0-20-15,10 0 3 16,11-8-14-16,9-2-43 16,9-2-32-16,4 1-18 0,2 2-9 15,-4-3 1-15,-5 5-1 16,-8-1 1-16,-12 4 0 16,-10 1-5-16,-13 1-28 15,-12 2-13-15,-7 0 2 16,-4 0 4-16,-21 0 37 15,-9 4-7-15,-10 4 3 16,-8 4 0-16,-5 2 6 16,-7 2 1-16,-3 1 1 15,1 2-1-15,5-1 0 16,12-5-1-16,13 0 1 16,18-5 1-16,16-5 7 15,5-3-4-15,34 0 15 16,11 0 8-16,14-8-5 15,12-3-10-15,2-2-10 16,-1 4-2-16,-10-1 0 16,-15 3 0-16,-16 3 0 15,-18 4-1-15,-16 0-4 16,-16 0 0-16,-26 9 10 16,-15 5 3-16,-7 3 1 15,-4-1 3-15,7-1-1 16,11-3 1-16,15-2 11 15,22-4-7-15,13-3-13 16,10-3-12-16,31 0 13 16,12 0-2-16,11-7-9 15,2-1-72-15,-2-3-138 16,-8 2-262-16</inkml:trace>
  <inkml:trace contextRef="#ctx0" brushRef="#br0" timeOffset="-172462.9">23383 755 96 0,'-12'-7'24'15,"-2"3"15"-15,1-1-13 16,0-1 34-16,-1 1 7 16,3 0 5-16,-1 1-17 15,1-2 5-15,1 2-26 16,-1 0-11-16,-1 0 4 15,0 1-8-15,0 0-14 16,1 1-5-16,-3 0 20 16,2-1-6-16,1 2 1 15,-2-1-4-15,0 1-1 16,-3 0-2-16,-1 1 3 16,-2 0-14-16,-3 0 3 0,2 0 0 15,-2 0-3 1,-1 0 9-16,-3 4-7 15,3 2 11-15,-3 0 2 0,0 0-9 16,0 1 9-16,0 0-9 16,0-2 11-1,1 3-12-15,2-1-9 0,0 1 20 16,-1 1-13-16,1 2-1 16,1 0 1-16,-1 2 4 15,0-1-3-15,1 1-2 16,-1 1 0-16,0-1 9 15,3 2 0-15,-3 1-7 16,1 1 3-16,-1 2-9 16,3 0 10-16,-1 1-4 15,-2 3 0-15,4 0 4 16,-4-1-7-16,3 1 5 16,1-1-4-16,-4 0 2 15,3 1-5-15,0 0 4 16,0 0-1-16,0 2 0 15,4-1 4-15,1 0-5 16,5 2-8-16,1-3 3 16,2 1 7-16,2 0 1 15,2-1-1-15,0-2 1 16,1 1-2-16,2-1 1 16,0-1-4-16,0 1-8 15,0 1-6-15,0-1-15 16,0 1-11-16,0 1-1 15,0-1 23-15,0 0 24 16,5 0-25-16,7-2-1 16,0-1 3-16,3 2 5 15,3 1-2-15,-1-1 11 16,1 0-3-16,2 1 5 0,-1 1 7 16,-2 0 1-1,2-1-2-15,-4 1-1 0,-4 0-10 16,-1 3 16-16,-1 0-9 15,-3 1 1-15,0 0-3 16,0 0-8-16,2 2 18 16,-2-4-42-16,2-2 24 15,4-2 15-15,-1-3-2 16,4-1 1-16,-1-2 1 16,6-1-2-16,-4-2 0 15,5 3 1-15,-4-3 11 16,2 2 5-16,-1 1 2 15,-5 0-5-15,3 1 0 16,-3-4 31-16,4 1-38 16,-2-1-3-16,4-2-5 15,3-1 8-15,1 1-6 16,3-2 1-16,0-3 1 16,-1 3-2-16,-3-3 2 15,1-1-1-15,0 0-3 16,0-1 2-16,-1 1 11 15,1 0 8-15,3 0-10 16,0 0-3-16,0-1 1 16,1 1 3-16,1-4-3 15,1 3 3-15,2 0-7 16,-1-2-2-16,-3 0 0 16,1 2-2-16,-4-1 0 15,-2 1-2-15,-2 0 4 0,0-1 3 16,-2 2-4-1,0-2 2-15,3 0 5 16,-4 0-6-16,3 2 0 0,0 0-2 16,-1 1-1-1,1-3 1-15,-1 2 1 0,1-1 0 16,2-2 1-16,-1 1-2 16,2-1 1-16,-3 0 0 15,-3 1 1-15,2-1-4 16,-2 0 2-16,-2 1 0 15,0 1 0-15,1-3 2 16,0 1-2-16,0-1 0 16,0 3 0-16,0-2 0 15,0 1 1-15,0-1 6 16,2-1 9-16,1 0 2 16,1 1 3-16,0-1-5 15,2 1-4-15,-1-1-6 16,0 2-2-16,0-2 2 15,-1 1-6-15,-2 0 2 16,1 1-1-16,3-2 2 16,-1 1-2-16,-3 1 0 15,2-2 2-15,0 0 4 16,1 0-5-16,-1 0-2 16,-2 0 0-16,3 1 1 15,-1 0-1-15,1-1 1 16,0 2 0-16,0-1-1 15,2-1 1-15,-2 0-1 16,2 2 1-16,1-2 0 16,-1 0-1-16,-2 0 1 15,0 0-1-15,-1 0 0 0,2 0 1 16,-1 0 0-16,-1 0-2 16,-1 0 1-1,2 0 0-15,1 0 1 0,1 0-1 16,2 0 0-16,-2 0 0 15,1 0 1-15,-2 0-2 16,0 0 2-16,-2 0-1 16,-4 0-4-16,-1 0-11 15,-1-2-4-15,-2 2 13 16,2-1 4-16,0-2 2 16,0 0-2-16,3 0 2 15,3 1 2-15,0-2-4 16,1 0 2-16,-2 0 2 15,0-1 0-15,-3 1 0 16,0 2 0-16,-5-1-3 16,1 0 3-16,-2 2-2 15,2-3 1-15,-1 1 1 16,1-1-1-16,-2 2-3 16,3-2 2-16,-2 1 1 15,2 1-1-15,-3-2 0 16,1 1 1-16,1-1 0 15,0 0-1-15,0 0 2 16,2-1 1-16,-1-2-1 16,1 4 2-16,-1-2 1 15,2 1-2-15,-4-3-1 16,0 2-1-16,1-1-1 16,2 1 1-16,-3-3 0 15,1 3 0-15,-1-1-1 16,4-2 0-16,-4 3 0 0,1 1 0 15,-2-3 1 1,-3 2 0-16,0 1 1 0,2 1 1 16,0-3 4-16,-1-1 6 15,4-1 1-15,-2 0-4 16,2-3-2-16,3-1 0 16,0 0-5-16,1-2-1 15,-3-1 5-15,0 0 18 16,0-2-1-16,-3 0-5 15,0-2-5-15,-1-1-6 16,-1-2 2-16,2-4 10 16,-1 1-9-16,-2-2-8 15,1-1-2-15,1 1 8 16,-1-4 2-16,1 2-3 16,-2-2 4-16,1 0 4 15,-3-1 7-15,-1 2-15 16,-3-3-3-16,1 2 1 15,-2-1 4-15,0 0 1 16,0 0-1-16,0 2 4 16,-6 2 8-16,-1-1-11 15,1 3 1-15,0 1 0 16,1 0-1-16,-1 0-1 16,-2 0-3-16,2 1-3 15,-2 2-1-15,-1 0 0 16,1-1-3-16,-5 3 1 15,3-3-1-15,-6 2 2 16,3 1 2-16,0-1-2 16,-2 2 0-16,4 1-1 0,-4-2 3 15,4 2-2 1,-2-1 0-16,0 2 1 0,3-3-1 16,-5 4-1-1,4-3-1-15,-4 0 0 0,1 1 0 16,-2-1 1-1,-1 1-1-15,-4-1-1 0,0 0 0 16,-1 1-5-16,-3 3 7 16,-2-2-2-16,0 4 0 15,-4-2-1-15,0 2 1 16,-1 1 3-16,1-1-1 16,0-1 0-16,-1 3 0 15,3-2 0-15,2 1-1 16,1-2 0-16,1 2 1 15,2 0-1-15,-2-1 0 16,1 3 1-16,-5-2-3 16,-3 2 0-16,-5 0-6 15,-7 1-3-15,-8 1 4 16,-3-1 5-16,-5 0 1 16,-4 5 1-16,1-3-1 15,1 1 4-15,2 1-5 16,3 1 3-16,6 0-2 15,8 2-2-15,10-1-7 16,5 2 7-16,9 0 3 16,3-1 1-16,0 2-3 15,-5 0-3-15,-8 0 2 16,-10 0 0-16,-12 0 1 16,-11 0 2-16,-6 6 1 15,-7 3-2-15,0 0 1 0,-3-1-3 16,2 2 8-16,3-1-9 15,4 1-20 1,7-2 11-16,11 0 8 0,8-1-5 16,16-3-12-16,9-2-12 15,10 0-14-15,2-1 7 16,6 0-38-16,0 2-46 16,6 2-37-16,2-1-13 15,0 0-189-15</inkml:trace>
  <inkml:trace contextRef="#ctx0" brushRef="#br0" timeOffset="-169647.95">23288 13862 640 0,'-9'6'2'0,"0"1"74"16,1 3 5-16,3 0-29 16,1 0-8-16,3 3-15 15,1-1-5-15,0 2-5 16,3-1-3-16,8-3-1 16,9 0 10-16,5 1-8 15,4-1-4-15,4-3-6 16,2 5-1-16,-2 0-1 15,-1 2-2-15,-6 1 2 16,-6 2-1-16,-6 1 1 16,-6 0 15-16,-3-2 17 15,-5 0-2-15,0-4 13 16,-8 1 1-16,-8-2-6 16,-9-4-10-16,-4 2-19 15,-3-3-9-15,1-2-3 16,-3-1-2-16,6-3-13 15,-1 0-29-15,3-7-31 16,3-8-76-16,4-5-123 16,2-3-275-16</inkml:trace>
  <inkml:trace contextRef="#ctx0" brushRef="#br0" timeOffset="-169452.95">23426 13879 911 0,'0'0'76'0,"110"-7"81"16,-51 4-86-16,-2 0-53 16,-4 0-15-16,-10-2-42 15,-6-2-167-15,-9-1-300 16</inkml:trace>
  <inkml:trace contextRef="#ctx0" brushRef="#br0" timeOffset="-168010.66">24003 14120 1156 0,'0'0'16'0,"0"0"48"15,0 0 6-15,0 0-51 16,1 0-17-16,8 0-35 16,-1 0-98-16,3 0-105 15,1-4-322-15</inkml:trace>
  <inkml:trace contextRef="#ctx0" brushRef="#br0" timeOffset="-167144.95">24679 13511 579 0,'0'0'88'0,"0"0"-5"16,0 0 14-16,0 0 28 15,-54 71-20-15,24-21-26 16,-5 11-32-16,1 13-8 16,-3 10 1-16,4 5-13 15,7 5-11-15,12-1-5 16,11 2-8-1,3-3 4-15,8-4-3 0,17-4 2 16,7-7 12-16,5-4 2 16,2-11-12-16,4-6-2 15,0-9 2-15,-1-9-2 16,-8-8-1-16,-6-7 3 16,-10-7-2-16,-5-5 0 15,-6-4-6-15,-2-4 1 16,-5-3 1-16,0 0 1 15,0 0-15-15,-12 0-35 16,-1-6-64-16,0-2-79 16,-3-3-92-16,0 0-156 15</inkml:trace>
  <inkml:trace contextRef="#ctx0" brushRef="#br0" timeOffset="-165909.68">25070 13783 596 0,'0'0'103'0,"0"0"0"15,0 0 12-15,18-1-31 16,-4 12 19-16,1 0-21 16,6 3-22-16,0 2-15 15,5 0-3-15,2 0-16 16,-2 3-12-16,-1-3-7 16,-2 0-4-16,-3-1-2 15,-7-3-1-15,0-2-3 16,-6-2-24-16,-1-3-29 15,0-3-46-15,-5-2-55 16,-1 0-91-16,0 0-54 16</inkml:trace>
  <inkml:trace contextRef="#ctx0" brushRef="#br0" timeOffset="-165677.56">25335 13780 747 0,'0'0'71'0,"0"0"85"16,-106 82-35-16,70-53-68 16,1 1-34-16,3-1-13 15,5-2-6-15,4-3-21 0,5-2-50 16,2-4-92-1,8-6-80-15,0-2-188 0</inkml:trace>
  <inkml:trace contextRef="#ctx0" brushRef="#br0" timeOffset="-165256.54">24794 14204 792 0,'0'0'176'15,"156"-13"-30"-15,-55 2-73 16,13 0-20-16,5 1-13 16,-3 4-5-16,-8 0-14 15,-12 2-3-15,-10 4-2 16,-19 0-9-16,-13-2-5 15,-15 2-1-15,-10-2-11 16,-9 2-44-16,-8 0-54 16,-6 0-49-16,-6 0-73 15,0 0-92-15</inkml:trace>
  <inkml:trace contextRef="#ctx0" brushRef="#br0" timeOffset="-164526.11">24917 14541 392 0,'0'0'73'0,"0"0"64"0,0 0-18 16,0 0-16-1,0 0-3-15,10 0 22 16,12 0-24-16,5 0-17 0,8 0-23 15,4 0-21-15,4-4-16 16,-1 1-9-16,-7 3-8 16,-7 0-2-16,-9 0-2 15,-10 0-4-15,-9 6-6 16,0 8-14-16,-12 1 22 16,-8 2-1-16,-1 1-3 15,3 0 4-15,4 0 2 16,6-4-2-16,8 0-1 15,0 0 1-15,0-1 1 16,11 0 3-16,3-1 6 16,-2 1 4-16,-3-1 1 15,-3-2 4-15,-6 1 7 16,0 0 6-16,-4 1 6 16,-13-3-3-16,-3-2-14 15,1 1-11-15,-1-4-5 16,5-1-2-16,4-3-9 15,3 0-24-15,7 0-36 16,1-11-67-16,0-3-127 16,0-4-176-16</inkml:trace>
  <inkml:trace contextRef="#ctx0" brushRef="#br0" timeOffset="-164190.6">25460 14561 856 0,'0'0'48'0,"0"0"89"16,0 0-29-16,0 0-5 15,0 0-17-15,39 46-38 16,-26-23-15-16,6 3-7 15,-1-2-5-15,3 0-7 16,2-1-6-16,3-3 0 16,0-5-1-16,-1-4-3 15,2-2-3-15,-1-5-1 16,0-4-15-16,-6 0-18 16,-4 0-34-16,-3-7-69 15,-8-4-81-15,-5-2-90 16,0-1-165-16</inkml:trace>
  <inkml:trace contextRef="#ctx0" brushRef="#br0" timeOffset="-163950.93">25740 14585 690 0,'0'0'73'15,"0"0"102"-15,-76 48-32 16,42-27-33-16,0 1-18 16,0 0-40-16,3-2-28 15,2-1-15-15,6-2-6 16,7-3-2-16,3-5-13 16,7-1-46-16,5-4-65 0,1-3-77 15,0-1-89-15,14 0-126 16</inkml:trace>
  <inkml:trace contextRef="#ctx0" brushRef="#br0" timeOffset="-163621.53">25920 14495 704 0,'0'0'83'16,"0"0"83"-16,0 0-6 16,9 78-65-16,-4-52-25 15,-1 0-18-15,3-3-15 16,0-2-14-16,0 0-10 15,1-3-8-15,-2-4-4 16,1-2-3-16,-6-3-28 16,-1-1-29-16,0-1-45 15,0-3-72-15,-5-2-100 16,-9-2-146-16</inkml:trace>
  <inkml:trace contextRef="#ctx0" brushRef="#br0" timeOffset="-163436.46">25866 14676 828 0,'0'0'115'0,"0"0"34"15,0 0-32-15,0 0-50 16,0 0-30-16,98-18-27 16,-75 16-8-16,-3-2-11 15,2-1-36-15,-1-2-82 16,-3-2-128-16,-1-1-207 15</inkml:trace>
  <inkml:trace contextRef="#ctx0" brushRef="#br0" timeOffset="-163058.12">26126 14369 727 0,'0'0'74'15,"0"0"35"-15,0 0 15 16,0 0-47-16,0 0-18 16,86 26-16-16,-69-7-12 15,-6 0-1-15,-5 2-2 16,-6 2-8-16,0 4-3 15,-12-1 0-15,-7-1-7 16,0 1-2-16,2-3-5 16,4-2 0-16,6-2-2 15,7-4-1-15,0-3 1 16,16-3 0-16,7-2 1 0,8-3 0 16,9-4 1-16,5 0-13 15,2 0-15-15,3-11-35 16,-3-5-99-16,-1-4-180 15</inkml:trace>
  <inkml:trace contextRef="#ctx0" brushRef="#br0" timeOffset="-162322.77">26095 13437 630 0,'0'0'52'0,"81"35"122"0,-20-3-43 16,7 11-41-16,7 9-18 16,0 10-14-16,-4 8-14 15,-2 8-23-15,-11 7-7 16,-8 2-1-16,-12 0 0 16,-12 2-8-16,-12-3-2 15,-12-6 0-15,-2-4 5 16,-10-5 6-16,-9-1 20 15,-4-5 20-15,-2-3-22 16,1 2-12-16,0-2-7 16,3-4 0-16,4-4-4 15,6-3 1-15,6-9-7 16,5-7-8-16,0-13-9 16,4-7-77-16,16-15-60 15,1-2-89-15,6-25-300 16</inkml:trace>
  <inkml:trace contextRef="#ctx0" brushRef="#br0" timeOffset="-158075.71">26790 13205 302 0,'0'0'100'0,"0"0"9"0,0 0-27 16,0 0 6-16,0-15-27 15,0 14 11-15,0 1 7 16,0 0-19-16,0 0-8 16,0 0-10-16,0 6-10 15,0 11 27-15,0 4 2 16,0 8 5-16,0 2-27 15,0 2-8-15,0 3-11 16,0-3-2-16,0-3-1 16,0-2-3-16,0-5-7 15,3-4-5-15,0-3-1 16,-2-5-1-16,1-5-17 16,-2-1-22-16,0-5-39 15,0 0-66-15,0 0-78 16,0-3-174-16</inkml:trace>
  <inkml:trace contextRef="#ctx0" brushRef="#br0" timeOffset="-156862.73">26679 13254 575 0,'0'0'54'0,"0"0"61"15,0 0-39-15,-3 14-8 16,-4-1-18-16,1 1 25 15,-3 3-35-15,2 1-8 16,3 1-5-16,1-2-13 0,0 2-2 16,3-3-1-16,0 0-4 15,0-4 1-15,0-1 4 16,10-4 11-16,7-4 12 16,4 0 6-16,5-3-1 15,1 0-9-15,2 0-10 16,0 0-7-16,-5 0-6 15,-5-4-4-15,-3 2-2 16,-4-2-3-16,-4 2 0 16,-2-2-20-16,0 3-29 15,0 1-54-15,1 0-66 16,3 0-101-16,0 0-61 16</inkml:trace>
  <inkml:trace contextRef="#ctx0" brushRef="#br0" timeOffset="-155732.74">27297 14304 1137 0,'0'0'36'0,"0"0"90"16,0 0-60-16,0 0-51 16,0 0-11-16,0 0-4 15,0 0-28-15,0 0-39 0,0 0-83 16,-1 0-190-16,-4 0-232 16</inkml:trace>
  <inkml:trace contextRef="#ctx0" brushRef="#br0" timeOffset="-153378.09">28111 13330 704 0,'-11'0'36'0,"-11"9"48"15,-5 13 31-15,-8 10-35 16,-5 12-19-16,-4 10-4 16,-2 12-7-16,3 5-15 0,4 2-15 15,7 5-8-15,6 2 4 16,7 1-7-16,11 0 24 15,8-1 25-15,0 1-37 16,4 2-13-16,16-4 13 16,9 0-4-16,3-3 21 15,7-2 13-15,3-2-14 16,4-5-1-16,4-3-12 16,0-6-8-16,0-1-5 15,-6-8 0-15,-4-6-4 16,-7-10-5-16,-8-8-1 15,-8-4-1-15,-8-11-33 16,-9-6-44-16,0-4-31 16,-21 0-59-16,-6-15-226 15,-5-9-294-15</inkml:trace>
  <inkml:trace contextRef="#ctx0" brushRef="#br0" timeOffset="-152515.64">28666 13537 790 0,'0'0'113'0,"0"0"32"0,0 0-86 15,0 0 5 1,86-23 0-16,-49 18-28 0,-3 3-12 16,-3 2-2-16,-7 0-8 15,-6 0-11-15,-10 11-2 16,-8 6 1-16,0 7 8 15,-13 6 0-15,-11 1-3 16,0 0-3-16,0-1-1 16,5-4-3-16,6-4 1 15,9-6-2-15,4-1 1 16,0-3 1-16,10-1 2 16,10-1 8-16,6-4-1 15,5-1-6-15,5-2-2 16,0-3-5-16,3 0-20 15,-4 1-28-15,-2 0-52 16,-7 2-80-16,-5 1-97 16,-6 0-129-16</inkml:trace>
  <inkml:trace contextRef="#ctx0" brushRef="#br0" timeOffset="-152148.99">28325 14095 476 0,'0'0'66'0,"0"0"109"16,0 0 12-16,129 0-36 16,-57-6-42-16,16-4-16 15,12-1-24-15,8 2-25 16,2-1-16-16,-3 2-16 16,-6 1-5-16,-6 2-6 15,-13 2 1-15,-12 0-3 16,-11 1-26-16,-10 0-30 15,-16 0-33-15,-6 0-28 16,-9-1-99-16,-5 0-187 16</inkml:trace>
  <inkml:trace contextRef="#ctx0" brushRef="#br0" timeOffset="-150992.81">28464 14563 124 0,'0'0'57'0,"0"0"44"16,0 0-16-16,0 0-28 15,73-37 0-15,-64 32 9 16,-2 1-7-16,-1 2-8 16,-3-2-5-16,1-2-1 15,-1 3 6-15,0-1 6 16,0 0 7-16,-3 1 11 16,0 2 4-16,0 0 3 15,0 1-13-15,0 0-13 16,0 0-7-16,0 0-16 15,0 0-11-15,-10 12-13 16,-6 7-5-16,-3 8 3 16,0 6 8-16,1 4 1 15,3 2-5-15,7-1-2 16,5 2-3-16,3-4-2 16,0-1 2-16,20-1 7 15,3-4 5-15,4-3-3 16,1-2-5-16,-2-6-5 15,-3-3-3-15,-7-4-1 16,-3-4-1-16,-4-1-10 16,-5-4-24-16,0-3-24 15,-4 0-38-15,0 0-59 16,0-10-188-16,0-4-222 0</inkml:trace>
  <inkml:trace contextRef="#ctx0" brushRef="#br0" timeOffset="-150392.98">28746 14647 605 0,'0'0'75'0,"0"0"28"16,0 0 44-16,0 0-44 16,0 0-22-16,-5 0-9 15,11-6-26-15,8-1-34 16,4-1 14-16,5 0-1 15,0-1-10-15,1 3-7 16,-3 2-4-16,-3 3-3 16,-2 1-1-16,-7 0-1 15,-5 0-2-15,-4 9-4 0,0 6-8 16,0 4-1 0,-7 3 9-16,-4 1 2 15,3 0-3-15,4-1 5 16,4-3 0-16,0-1 0 0,3 0 0 15,11-2 2-15,2 0 1 16,0 0 0-16,-4-2 4 16,-4 1 7-16,-3-2 8 15,-5-3 16-15,0 0 7 16,-6-1 0-16,-9 1-6 16,-2-6-19-16,-2 2-10 15,-1-4-5-15,0 0-4 16,2-2-26-16,3 0-29 15,3 0-38-15,5-4-44 16,1-6-78-16,6-1-91 16,0 0-284-16</inkml:trace>
  <inkml:trace contextRef="#ctx0" brushRef="#br0" timeOffset="-150015.55">29147 14669 634 0,'0'0'131'0,"0"0"55"16,0 0-40-16,0 0-50 15,78 84-20 1,-58-62-28-16,-1 0-14 0,0-2-12 16,-3-1-5-16,2-1-8 15,-3-5-6-15,-1 0-2 16,-5-5-1-16,-3-3-7 15,1-2-22-15,-3-3-30 16,-1 0-44-16,-3 0-43 16,0-10-136-16,0-4-248 15</inkml:trace>
  <inkml:trace contextRef="#ctx0" brushRef="#br0" timeOffset="-149789.02">29267 14785 797 0,'0'0'129'16,"0"0"53"-16,-80 72-85 16,57-50-46-16,3-3-23 15,7-2-23-15,0-6-4 16,7-3-7-16,2-4-34 15,4-2-39-15,0-2-54 16,0 0-114-16,6 0-171 16</inkml:trace>
  <inkml:trace contextRef="#ctx0" brushRef="#br0" timeOffset="-149493.93">29518 14718 866 0,'0'0'124'15,"0"0"26"-15,0 80-49 16,0-54-41-16,0-2-23 15,0-3-25-15,0-5-10 16,0-3-1-16,0-4-10 16,0-4-34-16,0 0-38 15,0-4-60-15,0-1-82 16,0 0-116-16</inkml:trace>
  <inkml:trace contextRef="#ctx0" brushRef="#br0" timeOffset="-149279.33">29431 14848 810 0,'0'0'101'0,"0"0"69"16,0 0-32-16,0 0-70 15,86 0-36-15,-59 0-20 16,2-3-8-16,0-1-6 15,-2-1-24-15,2-2-45 16,-4-2-72-16,-5-2-100 16,-1-1-161-16</inkml:trace>
  <inkml:trace contextRef="#ctx0" brushRef="#br0" timeOffset="-148926.59">29729 14603 692 0,'0'0'81'15,"0"0"77"-15,0 0-11 16,0 0-81-16,0 0 3 16,87-8-10-16,-72 15-32 15,-3 2-13-15,-3 5-8 16,-5 1 0-16,-4 4 5 15,0 1-2-15,0 0-5 16,-10 3-2-16,1-4-4 16,-2 2-2-16,7-6 2 15,4 1-1-15,0-4 0 16,1-4 2-16,16 0 1 16,5-4 2-16,1-3-2 15,6-1-1-15,-2 0-8 16,2 0-40-16,-3-9-64 15,-6-4-89-15,-4-5-186 16</inkml:trace>
  <inkml:trace contextRef="#ctx0" brushRef="#br0" timeOffset="-148528.71">30045 14288 713 0,'0'0'101'0,"0"0"64"16,62 95-51-16,-40-54-50 15,0 3 6-15,-4 3-21 16,-2 0-21-16,-1 0 2 16,-7 2 2-16,0-2-1 15,-4-3-2-15,-4-2-9 16,0-5-3-16,0-3 1 16,0-3-1-16,-9-3-7 15,-4-5-7-15,-5-1-1 16,-1-5-8-16,-3-2-21 15,0-2-29-15,1-6-65 16,3-5-114-16,4-2-167 16</inkml:trace>
  <inkml:trace contextRef="#ctx0" brushRef="#br0" timeOffset="-147761.24">30242 14257 708 0,'0'0'91'0,"0"0"37"15,0 0 16 1,0 0-60-16,17 0-26 0,-6 1-16 15,1 3-12-15,1 1-11 16,-6 1-7-16,-1 5-6 16,-4 3-5-16,-2-1 4 15,0 3 4-15,0 2-3 16,-2 0-1-16,-1-2-1 16,3-1-1-16,0-2 0 15,0-2 1-15,17-2 1 16,4-3 4-16,6-4-3 15,4 0-1-15,3-2-7 16,1 0-31-16,2-4-56 16,-5-7-82-16,-3-2-112 15,-6-1-166-15</inkml:trace>
  <inkml:trace contextRef="#ctx0" brushRef="#br0" timeOffset="-146893.86">30175 12757 541 0,'0'0'18'15,"0"0"97"-15,0 0-27 16,65 84-1-16,-36-39-1 0,7 8-24 16,6 7-9-16,7 7-1 15,4 7-14-15,4 4-15 16,-2 5-11 0,-2 8-3-16,-4 6 2 15,-7 5 1-15,-7 5-2 0,-6 2-7 16,-8 2-4-16,-3 2 0 15,-7 1 42-15,-5-4-20 16,-3-5-13-16,-3-4 14 16,0-5 0-16,-4-9-4 15,-12-7 2-15,-5-6-3 16,-2-9-8-16,-2-5-4 16,-3-10-3-16,-1-8 0 15,2-10-1-15,3-7 0 16,3-11-11-16,5-6-29 15,6-8-46-15,4 0-47 16,5-4-65-16,1-11-20 16,0-3-46-16,7-2-103 15</inkml:trace>
  <inkml:trace contextRef="#ctx0" brushRef="#br0" timeOffset="-140100.9">5675 17571 538 0,'-19'0'31'0,"-7"0"2"16,-2 12-15-16,-6 11 2 15,-3 9-1-15,-5 11 8 16,0 11 17-16,1 14-14 15,1 12-9-15,7 8-12 16,4 9-6-16,9 5-2 16,11 2-4-1,9-4 3-15,23-1-12 0,26-6-24 16,25-8 5-16,22-12 26 16,19-10 11-16,19-16-4 15,17-15 1-15,13-17 4 16,9-15 1-16,5-2 7 15,2-26-5-15,1-11 1 16,-7-6-3-16,-10-5-4 16,-12-3 0-16,-12-5-2 15,-20 0 1-15,-23-5-2 16,-27-1-1-16,-25-4 2 16,-33-4 1-16,-14-5 7 15,-44-2 1-15,-36-1-1 16,-29-7 3-16,-30 3 13 15,-21 4-15-15,-21 6-16 16,-15 12-2-16,2 19-1 16,4 20 8-16,10 21 2 15,13 7-11-15,23 27-43 16,23 11-50-16,28 2-95 16,27-7-110-16</inkml:trace>
  <inkml:trace contextRef="#ctx0" brushRef="#br0" timeOffset="-136556.97">23109 13365 360 0,'0'0'29'0,"-13"39"36"16,8-10-3-16,2 6 8 16,0 6-2-16,3 8-15 15,0 5-10-15,0 2-4 16,0 6-6-16,0 3-12 15,0 2-14-15,0 1 25 16,2 3 23-16,2 4-41 16,2 0-10-16,-2 2-4 15,-1-1 1-15,-1 0 0 16,-2 1-1-16,0-4 1 16,0 0-1-16,0-4 2 15,-5 0 5-15,0-2-2 16,-3-6-1-16,1 1-1 15,2-3 1-15,-1-2 3 16,1-5-2-16,2-1 1 0,3-3 0 16,0-3 1-16,0-3 2 15,3-1-2-15,10-3-4 16,5-3-1-16,5-4-1 16,1-2-1-1,11-2 2-15,2-4-1 0,5-5 1 16,10-1 5-16,5-3-1 15,8-5-4-15,8-3 0 16,7 0 0-16,6-5 0 16,5 2 0-16,5 0-1 15,0-2 0-15,6 3-1 16,0 0 1-16,6 0 0 16,5 0 2-16,3 1-3 15,4 0 2-15,1 0-1 16,5-1 2-16,2 0-4 15,2-1-1-15,0 1 0 16,-2-3 2-16,1 2 0 16,-3-1 0-16,-3 0 1 15,-5 2 0-15,0-2 1 16,1 2 0-16,-6-2 0 16,1 0-1-16,-3 1 3 15,0 1-7-15,-1-2 3 16,-3 0-2-16,4-2 2 15,-3 0-1-15,-4 0 2 16,2 0-1-16,-1 0 1 16,-1-4 1-16,3-3-1 15,0 1 4-15,-3 2 1 16,1-2 2-16,-2 1-6 16,-1 1 1-16,-1 0-4 15,0-1 0-15,2-3 2 16,1 0-1-16,3 0 2 0,2-2 5 15,3-1 6 1,5 1-2-16,1-2-5 0,8 1-1 16,1-2 1-16,4 1 0 15,2 1 1-15,0 0-3 16,4 0-1-16,-1 2 0 16,1 0 0-16,-4 1-2 15,0 0 0-15,-6 0 0 16,0 0 0-16,-7-1-1 15,-3 0 2-15,-6 1-2 16,-4 1 2-16,-9 2 1 16,-7-1-5-16,-7 1-1 15,-10-1 2-15,-8 1 2 16,-12-2-2-16,-10-1 1 16,-9-1 1-16,-11-1 1 15,-8-2 1-15,-4-4 2 16,-6 1-1-16,-5-7 0 15,0 0-4-15,1-7 1 16,-1-5-1-16,2-3 0 16,2-5 4-16,-1-6-8 15,2-3 3-15,-4-3-1 16,1-5 1-16,-3-4 1 16,0-1 0-16,0-2 0 15,0-4 0-15,0-4 0 16,-5 0 1-16,-1-4-2 15,0-2-4-15,-1 0 0 16,1-1-2-16,-4 2 2 0,1 2-2 16,-1 2 5-1,-1-2 1-15,-1 2 1 16,1 2 0-16,-4 0-2 0,4 1-1 16,-4 1 2-16,4 2 1 15,-1 2-1-15,1 3 1 16,0 1 0-16,1 3 0 15,-1 2-1-15,-1 2 2 16,-2 2-2-16,1 4-2 16,-4 4 0-16,-1 3 1 15,-5 6-4-15,0 6 2 16,1 3 2-16,-4 5 3 16,2 0 0-16,-1 6 0 15,-1 2 0-15,-3 2-1 16,1 1 2-16,-4 5-1 15,-3-1-2-15,-3 1 1 16,-4 3-2-16,-5 2 0 16,-5 0-1-16,-3-1 2 15,-6 0-1-15,-4 1 1 16,-4 1 0-16,-5-1 1 16,1 1-1-16,-8 0 2 15,-3 1-2-15,-2 0 1 16,-3 0 0-16,-6 0 0 15,1 0 0-15,-1 0 0 16,-2 0 1-16,0 0-2 16,-1 0 3-16,-3-3-2 15,-3 0 2-15,-2 1-6 16,-3 0 2-16,-4 2 2 16,-4 0-1-16,-3 0 0 15,-1 0 1-15,-2 0 1 0,2 3-1 16,1 1 0-1,2 0 1-15,-2 0-1 0,4 2 0 16,-1 0 0-16,-1-2-1 16,-2 3-4-16,0 1 3 15,-1-4-1-15,-2 2 2 16,-1-2-2-16,0 2 2 16,1-3 1-16,2-1-1 15,1 2 2-15,-1-1 0 16,3 0-1-16,-3 1 2 15,1 0-3-15,-4 0-1 16,0 1 0-16,-6 2 1 16,-4 2-1-16,-4 0 0 15,-6 2-1-15,-2 1 0 16,-4 3 2-16,4 0 0 16,1 1 1-16,3 1 2 15,4 1-5-15,5-1 2 16,4-1-2-16,4 3 3 15,3 0 0-15,2 2 0 16,5 1 2-16,1 0-2 16,7 2 0-16,5-1 1 15,4 0-1-15,2-3 2 16,5 0-1-16,0-1-3 16,3-2-2-16,0-2 2 15,7-2 1-15,-1 0 0 16,4-4 2-16,7-1-1 15,3-2 0-15,6-1 0 0,5-1 2 16,6-3 2 0,9 3-2-16,9-3 0 15,8-1-1-15,9 0 1 0,5 0 3 16,8 0 1-16,2 0-5 16,1 0-1-16,0 0-2 15,0 0-3-15,0 1-13 16,0-1-49-16,0 0-96 15,0 0-118-15</inkml:trace>
  <inkml:trace contextRef="#ctx0" brushRef="#br0" timeOffset="-134943.42">31800 13508 323 0,'9'-9'19'0,"-4"5"44"0,0 2 48 16,-4 0-1-16,1 2-20 16,-2 0-24-16,0 0-13 15,0 8-20-15,-2 15-7 16,-8 6 30-16,-6 11 3 16,-1 8-34-16,-2 2-10 15,0 0 4-15,2-4-8 16,2-7-7-1,6-5 1-15,4-7-4 0,5-9 0 16,0-4-2-16,0-6 2 16,16-5 1-16,4-3 15 15,6 0 2-15,5-8 1 16,-3-11 1-16,1-2-16 16,-6-5-1-16,-10-1-1 15,-7-1 1-15,-6 1-1 16,-3 2-1-16,-17 3-5 15,-9 2-3-15,-1 6-6 16,2 4-4-16,5 4 3 16,6 3-2-16,10 0 10 15,7 3 4-15,0 0-5 16,11 0-22-16,13 0 28 16,7 0 10-16,8 0 6 15,2 0 0-15,-1-4-5 16,-1-10-4-16,-6-7-2 15,-4-8-1-15,-6-3-1 16,-4-7-6-16,-4-8-4 16,-3-5-2-16,3-6-8 15,-1-4 4-15,-1-4 4 0,3 0-16 16,-6 5-20 0,1 5 12-16,-7 12 19 0,-2 13 0 15,-2 10 5-15,0 10 4 16,-2 11 5-16,-10 16-11 15,-5 18-8-15,-3 16 16 16,-2 10 4-16,6 7 20 16,3 2 16-16,7 1-7 15,6-4 9-15,0-6-4 16,15-6 0-16,5-8-5 16,3-4-13-16,0-9-4 15,-1-6-3-15,0-7-7 16,-4-7 2-16,-3-6-1 15,-2-3-1-15,-2-4 0 16,-2 0 6-16,2-9 7 16,-5-6-4-16,0-1-8 15,-1-3-2-15,-5 3 0 16,0 1-1-16,0 5 0 16,0 2 0-16,-8 4 0 15,-5 4-2-15,0 0-2 16,2 0 0-16,-4 9 2 15,5 10 0-15,0 2 0 16,1 7 3-16,5 0 3 16,4 3-1-16,0-4 6 15,0-3 3-15,10-2-6 16,12-5-4-16,5-6-2 16,7-7-1-16,3-4-7 15,6 0-37-15,-2-18-121 16,-4-4-156-16,-2-4-250 15</inkml:trace>
  <inkml:trace contextRef="#ctx0" brushRef="#br0" timeOffset="-134775.39">32635 13685 1082 0,'0'0'8'0,"0"0"85"0,0 0 5 16,0 0-86-16,-86 38-19 15,69-35-51-15,1-3-58 16,-4 0-36-16,-3 0-44 16,-6 4-188-16</inkml:trace>
  <inkml:trace contextRef="#ctx0" brushRef="#br0" timeOffset="-134360.02">31794 14001 814 0,'0'0'34'0,"0"0"49"16,80-19 37-16,-26 6-30 15,11-3-22-15,9 0-22 16,4 1-25-16,-1 4-8 15,-7 1-7-15,-12 4-2 16,-15 4-3-16,-15 2-1 16,-22 0-5-16,-11 5-24 0,-41 13-6 15,-22 3 33-15,-17 5-19 16,-16 3-21 0,-5-2 30-16,7-1 11 0,19-4 1 15,21-4 0-15,25-5 2 16,32-6-2-16,15-4-5 15,45-3 6-15,27-1 4 16,19-12-2-16,15-2 7 16,3-4-6-16,-8 3-4 15,-12 2-21-15,-22 3-73 16,-25 3-89-16,-23 1-186 16</inkml:trace>
  <inkml:trace contextRef="#ctx0" brushRef="#br0" timeOffset="-127658.92">17219 338 685 0,'0'-7'137'0,"0"2"-3"16,0 5-59-16,0 0-19 16,0 0-10-16,0 19-21 15,-3 10-5-15,-4 9 16 16,-1 8 6-16,2 6-17 15,6 0-10-15,0 2-8 16,1-6-4-16,18-5-1 16,7-5-1-16,5-5-1 15,6-9 2-15,2-7 3 16,2-6 0-16,-2-6 2 16,-2-3-4-16,-7-2 0 15,-3 0-3-15,-5-4-6 16,-6-6-11-16,-3-2-35 15,-6-1-78-15,-4-4-152 16,-3 2-264-16</inkml:trace>
  <inkml:trace contextRef="#ctx0" brushRef="#br0" timeOffset="-127277.04">17735 695 809 0,'0'0'26'15,"0"0"50"-15,0 0-6 16,75-71-14-16,-62 55-9 16,-6 1-18-16,-4 3-11 0,-3 2 2 15,0 4-2-15,-6 2-9 16,-11 4-12-16,-9 0-22 15,0 5-7-15,-9 16 17 16,2 4 10-16,3 6 1 16,6 4-1-16,7-1-4 15,11-2 8-15,6-2-2 16,0-4 3-16,22-5 2 16,3-5 3-16,9-7-3 15,1-3-3-15,4-6-5 16,0 0-20-16,-3-9-70 15,0-7-51-15,-7-4-39 16,-4-4-94-16,-7-3-43 16</inkml:trace>
  <inkml:trace contextRef="#ctx0" brushRef="#br0" timeOffset="-127096.65">17989 602 407 0,'0'0'129'0,"0"0"-27"16,0 0-37-16,0 0 20 15,0 0 35-15,35 70 0 16,-24-37-14-16,-2 1-51 16,-2-3-19-16,2-3-18 15,-1-3-13-15,-2-6-5 16,-2-6-44-16,-4-6-100 16,0-7-163-16,0-1-365 15</inkml:trace>
  <inkml:trace contextRef="#ctx0" brushRef="#br0" timeOffset="-126952.61">18077 323 806 0,'0'0'-45'0,"0"0"-113"0,0 0-232 16</inkml:trace>
  <inkml:trace contextRef="#ctx0" brushRef="#br0" timeOffset="-126524.75">18136 523 682 0,'0'0'143'0,"26"81"0"15,-16-42-29-15,2-2-31 16,1-4-15-16,-3-7-26 16,3-6-18-16,-4-6-7 15,-1-3-7-15,1-8-5 16,4-3-2-16,3 0 3 16,0-12 7-16,7-8-10 15,0-6-9-15,0-1-14 16,0 1-8-16,-3 3-1 15,-4 5 7-15,-4 6 9 16,-4 6 5-16,0 6 1 16,-4 0-2-16,-1 3 8 15,0 14 12-15,0 2 11 16,-2 3 10-16,-1-1-1 16,0 0-2-16,0-2-6 15,0-3-8-15,-3-5-10 0,-8-2-1 16,-5-3-2-16,-3-3-8 15,-1-3-40 1,-3 0-66-16,1-3-86 16,-1-12-98-16,1-7-186 0</inkml:trace>
  <inkml:trace contextRef="#ctx0" brushRef="#br0" timeOffset="-126126.42">18575 642 797 0,'0'0'121'0,"0"0"36"15,0 0-66-15,35 77-32 16,-32-66-24-16,-3-4-17 16,0-2-13-16,0-5-2 15,0 0 1-15,0-2 1 16,0-12-18-16,1-5-27 15,3-5-14-15,1-3-14 16,-1 1 2-16,2 2-8 16,-2 5 1-16,1 5 27 15,-1 6 35-15,3 5 12 16,0 3-7-16,2 3 14 16,4 11 34-16,0 4 4 15,0 4 8-15,3-2 5 16,-3 1-17-16,0-6-27 15,-3-3-12-15,-1-4-2 16,1-6-25-16,-2-2-86 0,1 0-30 16,3-16-111-16,-2-4-181 15</inkml:trace>
  <inkml:trace contextRef="#ctx0" brushRef="#br0" timeOffset="-125970.2">18909 570 556 0,'0'0'140'0,"0"0"-44"0,0 0 11 16,10 75 19-16,-7-54-44 16,1-2-50-16,-1 1-24 15,1-4-6-15,-1-2-1 16,0-4-31-16,-3-4-103 16,0-5-105-16,0-1-303 15</inkml:trace>
  <inkml:trace contextRef="#ctx0" brushRef="#br0" timeOffset="-125609.95">19030 262 509 0,'0'0'152'0,"0"0"1"16,0 0-32-16,42 83-5 15,-37-45-22-15,-2 4-24 16,-1 3-21-16,-1 1-13 15,5 0-16-15,3-2-12 16,0-2-7-16,5-6 0 16,-4-1-15-1,2-5-26-15,-8-4-42 0,-4-5-40 16,0-6-108-16,-7-9-152 16</inkml:trace>
  <inkml:trace contextRef="#ctx0" brushRef="#br0" timeOffset="-125209.83">19027 519 800 0,'0'0'77'0,"0"0"43"15,0 0-51-15,78-17-46 16,-59 15-8-16,-4 1-10 15,-3 0-2-15,2-1 1 16,-2 0-2-16,0-1 0 16,2 0-1-16,-2 2-1 15,1 1 0-15,0 0 0 16,-3 0 4-16,-4 3 1 16,-3 10 14-16,-3 4-6 15,0 6 1-15,-6 3-4 16,-4-1-3-16,1 1-5 15,2-1 0-15,3-4-1 16,4 0-1-16,0-6 1 16,4-1 0-16,10-6 1 0,2-2-5 15,3-6-4-15,-3 0-16 16,0 0-51-16,-4-5-69 16,-7-8-73-16,-5-1-211 15</inkml:trace>
  <inkml:trace contextRef="#ctx0" brushRef="#br0" timeOffset="-125063.37">19130 635 815 0,'0'0'85'0,"0"0"20"16,0 0-20-16,114-5-66 15,-72-4-18-15,1 0-39 16,-7-2-116-16,-4-1-178 15</inkml:trace>
  <inkml:trace contextRef="#ctx0" brushRef="#br0" timeOffset="-124911.59">19500 581 920 0,'0'0'110'0,"0"0"9"16,0 0-83-16,0 0-28 15,0 0-13-15,0 0-75 16,8 10-155-16,-12-10-347 16</inkml:trace>
  <inkml:trace contextRef="#ctx0" brushRef="#br0" timeOffset="-124059.71">17375 1159 692 0,'0'0'75'15,"0"0"-31"-15,150-26 50 16,-42 4 21-16,28-2-44 16,23-4-33-16,20-2-13 15,5 0-15 1,-1 0-2-16,-8 2-5 0,-18-1-6 15,-24 2 0-15,-29 4-12 16,-26 3-3-16,-30 5-1 16,-25 4 10-16,-23 7-1 15,-32 4 5-15,-33 0-11 16,-26 13-15-16,-29 10 0 16,-23 10 14-16,-18 5 14 15,-10 4 5-15,-1 3 6 16,12 0 8-16,21-6-6 15,35-10-1-15,39-6 16 16,47-9 1-16,35-12-23 16,65-2 0-16,44-13 2 15,36-9 6-15,24-7 4 16,13-4-3-16,-2-2-9 16,-20 2-10-16,-28 1-59 15,-29 1-54-15,-33 3-53 16,-34 3-27-16,-26 0-231 15</inkml:trace>
  <inkml:trace contextRef="#ctx0" brushRef="#br0" timeOffset="-123174.72">19716 488 672 0,'0'0'88'15,"0"0"22"-15,0 0-27 0,14 78-10 16,-9-53-15-16,-1 3-29 16,4-4-6-16,-1-2-2 15,7-4-4-15,2-6-8 16,3-2-4-16,4-8 2 16,1-2 0-16,4 0-4 15,-2-9-4-15,-3-6-1 16,0-3-4-16,-7 1-7 15,-5-1-1-15,-2 5-3 16,-4 2 10-16,-3 3 6 16,0 4 2-16,-2 3 0 15,1-1 1-15,1 2 1 16,2 0-5-16,6 0-3 16,0 6 8-16,7 3 13 15,4 2 11-15,2 1 9 16,1-3 8-16,1-2-2 15,-5-4-9-15,-1-3-8 16,-6 0 1-16,-3 0 2 16,-4-13 1-16,-6-5-11 15,0-5-14-15,0-4-3 16,-2-1-7-16,-12 0-13 16,-5 0-18-16,-2 3-14 15,-1 4-37-15,0 5-63 16,1 7-48-16,2 2-50 15,6 4-156-15</inkml:trace>
  <inkml:trace contextRef="#ctx0" brushRef="#br0" timeOffset="-122290.85">20454 442 716 0,'0'0'101'0,"0"0"-16"0,0 0-5 16,0 0-34-16,0 0-30 16,-39-17-20-16,15 34-1 15,-1 2 5-15,5 3-1 16,1-2 1-16,9 0 0 16,3-5-1-16,7 0 0 15,0-3-1-15,2-3 0 16,13-2 1-16,5-3 2 15,-1-4 0-15,4 0 1 16,-3 0-3-16,1-10 1 16,-3-7-1-16,-2 1-4 15,-1-3-4-15,-7-2-17 16,0 0-18-16,-3 5-4 16,-3 2 7-16,-2 5-6 15,0 3 23-15,0 6 10 16,0 0-6-16,0 6 0 15,0 8 19-15,0 4 3 16,0 2 4-16,0-2 8 16,4 0 14-16,3-3 21 15,5-4 8-15,4-1-17 16,-2-6-6-16,5-4-6 16,1 0-8-16,-1-1 0 15,0-13-10-15,-2-3-8 0,2-2-7 16,-5-2 1-16,-1-2-15 15,-2 3-7 1,-3-2-19-16,-4 6 10 0,-1 2 9 16,-3 5-6-1,0 3 27-15,0 5 0 0,0 1-3 16,0 0-9-16,0 10 12 16,0 6 3-16,0 2 3 15,0 0 10-15,9 2 10 16,1-2 10-16,4-5 14 15,0-3-13-15,-2-4-10 16,3-3 5-16,-1-3 4 16,-2 0-11-16,2-12-11 15,-4-4-7-15,2-2-8 16,-2 0 1-16,-3-1-2 16,-1 4 3-16,0 3-2 15,-3 4 2-15,0 5-1 16,0 3-3-16,1 0-17 15,-1 18 23-15,1 3 21 16,0 11 15-16,2 5 17 16,0 3 22-16,1 5 4 15,-3-2-7-15,-1 1-17 16,-1-6-15-16,-2-5-11 16,0-4-10-16,-13-5-6 15,-9-9-4-15,-8-3-4 16,-12-4-5-16,-6-3-35 15,-11-5-55-15,-3 0-134 16,-6-3-190-16</inkml:trace>
  <inkml:trace contextRef="#ctx0" brushRef="#br0" timeOffset="-121923.77">19969 834 1014 0,'91'-18'179'0,"19"-4"-70"0,9-1-53 15,4-3-23-15,-6 1-19 16,-10-1-10-16,-14 0-3 16,-21 3-11-16,-22 2-26 15,-19 5-20-15,-27 3 5 16,-10 9 27-16,-39 4-42 15,-30 3-20-15,-19 19 50 16,-21 7 15-16,-11 7 21 16,-2 7 5-16,9-1 16 15,25-5 5-15,25-5 18 16,36-5 7-16,33-8-30 16,32-13-19-16,43-6 9 15,27 0 21-15,15-9-17 16,13-11-20-16,-6-5-60 15,-11-2-73-15,-22-4-181 16</inkml:trace>
  <inkml:trace contextRef="#ctx0" brushRef="#br0" timeOffset="-118099.06">6938 2321 246 0,'0'-11'8'15,"-2"-1"39"-15,2 2 1 0,0-3-10 16,0 1 14 0,-1 0-18-16,-1 0-6 0,1 1 0 15,-1 0 5-15,1 0-11 16,-1 3-10-16,1 1-5 15,0-1 4-15,1 1-1 16,0 2-7-16,0 0-3 16,0 0-1-16,0 1 0 15,0 0 1-15,4-1 0 16,-1 0 1-16,1 3-1 16,1-1 0-16,-2 0 0 15,3 1 0-15,0 0 0 16,2 1-1-16,2-2 2 15,6-1 1-15,1 0-1 16,2 1 1-16,2-3 5 16,2 1-5-16,-1 0-1 15,3 1 0-15,-2 0 3 16,0-3-1-16,0 5-4 16,0-2 2-16,2 2-1 15,-2-2 1-15,0 1 4 16,3-1 4-16,-3 3-5 15,3-2-5-15,1 3 3 16,1-1-2-16,2-3 1 16,0 2-1-16,2-1 0 15,0-1 0-15,0 2-3 16,-2-2 0-16,0 0 2 16,-2 3-2-16,-3-3 1 15,1 2-2-15,-2 0 2 16,-1 0-1-16,-1 0 0 15,1 0-2-15,1 0-1 16,1-2 2-16,1 2 1 0,-1-1-2 16,2 1-3-16,2-2 7 15,-2 0-7-15,2 0 0 16,-1 0 1-16,-1-1 6 16,-3 3 0-16,0 0 1 15,-1 2 0-15,-2 0 0 16,1 0 0-16,0 0 0 15,-2 0 1-15,3 0-1 16,-1 0-1-16,1-1 0 16,1-2 1-16,2 0-12 15,0-1 1-15,-2 1 9 16,0-1 3-16,1 0-2 16,-1 3 1-16,-2-2 0 15,0-1 2-15,1-2 2 16,1 3-2-16,-2 0-1 15,4-1 0-15,0 0 5 16,3 1-1-16,-2 1-4 16,3 0 0-16,-1 1-1 15,-1 1 0-15,-5-2 0 16,-1 1 0-16,-2 1 1 16,-4 0-2-16,-2 0 3 15,-2 0 12-15,1 0 2 16,-3 0-7-16,3 0-6 15,0 0-3-15,0 0 2 16,1 0-2-16,-4 0 6 16,2 0 15-16,-4 0-7 15,-2 0-3-15,-1 0 9 0,-1 0 2 16,-1 0 14 0,0-1 14-16,0-2-3 0,1-1-11 15,-1 1-15-15,0-1-8 16,-3 2-6-16,1 1 1 15,-1 0 9-15,0 1 8 16,0-2 1-16,0 2-7 16,0 0-9-16,0 0-4 15,0 0-6-15,0 0-1 16,0 0-1-16,0 0-3 16,0 0-14-16,0 4-24 15,0 12 32-15,0 1 12 16,0 5 0-16,0 4-1 15,0-1 1-15,0 1-1 16,0-3 3-16,6 0-5 16,-2-6 2-16,2-3 2 15,-1-1-2-15,2-5 0 16,-6-3-31-16,-1-2-65 16,0-3-114-16,-1 0-218 15</inkml:trace>
  <inkml:trace contextRef="#ctx0" brushRef="#br0" timeOffset="-117190.85">7551 1666 523 0,'0'0'46'0,"0"-17"68"0,0 7-43 15,0-1-13-15,-2 0-10 16,-6-1-26-16,-1 2-13 15,-3 0-6-15,0 3-4 16,-4 4 2-16,0 2-2 16,-2 1-3-16,1 0-2 15,0 1 2-15,3 11 1 16,1 0 2-16,3 6-1 16,7 4-4-16,3 4 2 15,0 3 3-15,0 0 9 16,13 4 8-16,3-2 2 15,1-1 13-15,3-2 9 16,-1-2-8-16,-3-2-10 16,-3-5-2-16,-2 2-14 15,-5-7-4-15,-1 2-2 16,-5-3-1-16,0-4-18 16,0-2-31-16,0 1-35 15,-8-2-30-15,-6-3-78 16,-3-2-147-16</inkml:trace>
  <inkml:trace contextRef="#ctx0" brushRef="#br0" timeOffset="-116998.96">7341 1907 677 0,'0'0'75'0,"0"0"58"0,80-20-92 16,-51 12-35-16,2 0-2 16,-1 1-33-16,-3 0-84 15,-1 2-54-15,-2-2-137 16</inkml:trace>
  <inkml:trace contextRef="#ctx0" brushRef="#br0" timeOffset="-116792.89">7921 1855 802 0,'0'0'72'15,"0"0"6"-15,0 0-70 16,78-35-6-16,-74 27-31 15,-4-2-87-15,0 4-115 16,-6-1-271-16</inkml:trace>
  <inkml:trace contextRef="#ctx0" brushRef="#br0" timeOffset="-116623.33">7813 1749 732 0,'0'0'49'0,"0"0"19"16,0 0-57-16,0 0-8 15,95-15-10-15,-74 10-93 16,-1-1-179-16</inkml:trace>
  <inkml:trace contextRef="#ctx0" brushRef="#br0" timeOffset="-116316.55">8197 1642 695 0,'0'0'92'16,"0"0"66"-16,0 0-39 15,85 66-56-15,-59-43 2 16,0 2-9-16,-1-2-11 16,-1-1-16-16,-1-3-17 15,-1-2-8-15,-6-5-3 16,-2-1-7-16,-4-4-18 16,-2-3-30-16,-5 0-16 15,-3-4-45-15,0 0-76 16,0 0-28-16,0 0-146 15</inkml:trace>
  <inkml:trace contextRef="#ctx0" brushRef="#br0" timeOffset="-116110.24">8408 1681 771 0,'0'0'107'0,"0"0"19"0,-52 89-57 16,34-57-24 0,3-1-27-16,0-3-16 0,4-5-3 15,2-2-44-15,2-6-95 16,2-5-108-16,2-5-218 16</inkml:trace>
  <inkml:trace contextRef="#ctx0" brushRef="#br0" timeOffset="-115442.8">8496 1541 518 0,'0'0'74'15,"0"0"41"-15,0 0-42 16,0 0-12-16,0 0-14 16,4 37-13-16,1-28-10 15,2-1-2-15,3-1-3 16,1 1 14-16,4 1 4 15,-2-2-7-15,0 2 2 16,0-1-10-16,-3-2 12 16,-3 1 6-16,0-1-13 15,-5-1-2-15,-2 1-8 16,0-1-5-16,0 1-2 16,-10-1-8-16,-5 0-15 15,-6-5-53-15,-2 0-62 16,1 0-79-16,-1-6-172 15</inkml:trace>
  <inkml:trace contextRef="#ctx0" brushRef="#br0" timeOffset="-115297.77">8565 1508 691 0,'0'0'103'0,"0"0"34"0,0 0-110 16,88-21-26-16,-73 15-60 15,-5-2-158-15,-3 0-434 16</inkml:trace>
  <inkml:trace contextRef="#ctx0" brushRef="#br0" timeOffset="-110786.49">9271 3365 497 0,'0'-12'71'0,"0"1"25"15,-1 0-47-15,-9 1-20 16,-4 3-7-16,-3 3-26 15,-4 4-18-15,-5 0-2 16,0 6 16-16,0 11 1 16,4 3 4-16,2 2-4 15,5-2 1-15,10 0-4 16,5-1-3-16,0-6 2 16,10-1 8-16,10-5 9 0,5-3 0 15,5-4 3 1,2 0 5-16,-3-4 0 15,1-10-2-15,-5-2-3 16,-4 0 0-16,-8 1-3 16,-1 2-3-16,-4 4-1 0,-5 1 2 15,0 4-2-15,-1 2 1 16,-1 2 1-16,-1 0-4 16,5 11-4-16,-1 8 15 15,3 9 21-15,0 8 13 16,0 3 16-16,1 1-1 15,3 3 22-15,-2-3-3 16,1-1-24-16,0-7-6 16,-3-1 8-16,1-7-16 15,-6-5-10-15,0-4-8 16,-2-4-5-16,0-2 1 16,0-4-1-16,-10 0-6 15,-7-3-7-15,0-2-3 16,-1 0-18-16,-1 0-31 15,2-15-33-15,1-3-88 16,3-3-158-16,3-8-294 16</inkml:trace>
  <inkml:trace contextRef="#ctx0" brushRef="#br0" timeOffset="-110592.08">9735 3424 884 0,'0'0'35'15,"0"0"71"-15,0 0-84 16,90-29-19-16,-85 22-8 0,-5 1-89 16,-1-4-131-1,-23 2-376-15</inkml:trace>
  <inkml:trace contextRef="#ctx0" brushRef="#br0" timeOffset="-110436.8">9621 3316 788 0,'0'0'56'0,"0"0"21"15,94-15-72-15,-58 7-51 16,-4-3-115-16,-5-2-364 15</inkml:trace>
  <inkml:trace contextRef="#ctx0" brushRef="#br0" timeOffset="-109745.89">10745 2889 721 0,'0'0'112'15,"0"0"30"-15,0 0-32 16,85 48-31-16,-62-30-14 15,0 0-40-15,-1 0-19 0,-5-3-3 16,-1-1-2 0,-6-6-17-16,0-1-49 0,-4-5-65 15,-5-2-95-15,-1 0-86 16</inkml:trace>
  <inkml:trace contextRef="#ctx0" brushRef="#br0" timeOffset="-109553.4">10919 2925 695 0,'0'0'116'0,"-34"73"-28"0,18-34-48 16,-1-4-28-16,2-2-9 15,-1-4-27-15,2-1-99 16,-4-8-124-16,2-4-207 15</inkml:trace>
  <inkml:trace contextRef="#ctx0" brushRef="#br0" timeOffset="-109333.02">10626 3241 748 0,'0'0'96'16,"111"-10"96"-16,-36-2-114 15,9-3-47-15,4-1-15 16,-4-1-12-16,-5 1-3 16,-11 1-23-16,-13 2-96 15,-14-1-115-15,-17 2-134 0</inkml:trace>
  <inkml:trace contextRef="#ctx0" brushRef="#br0" timeOffset="-108281.27">10655 3533 373 0,'0'0'84'15,"0"0"31"-15,0 0-4 16,0 0-30-16,0 0-6 16,0-6-2-16,0 4-9 15,0 2-9-15,0 0-8 16,0 0-14-16,0 0-10 15,0 0-11-15,0 0-5 16,0 0-3-16,0 0-2 16,0 0-1-16,0 0 2 15,0 0-1-15,0 0 3 16,0 0 3-16,0 0 0 16,0 0 1-16,0-2-1 15,1 0-6-15,11-2 0 16,7 1 3-16,5-4 7 15,5-2-4-15,3 2-6 16,-2 0-1-16,-2 1-1 16,-9 2 0-16,-5 4 1 15,-7 0-2-15,-7 0-2 16,0 0-17-16,-1 8 17 16,-11 5 6-16,-1 1-1 15,2-2-2-15,2 1 0 0,9-1 0 16,0-3-2-16,0 1-3 15,13-1-5 1,3 2 4-16,1-1 6 0,-2 0 0 16,-2 2-1-16,-8 2 4 15,-5 0 7-15,0 4 18 16,-2-1 4-16,-17 2 1 16,0-4-8-16,-4 1-9 15,4-3-9-15,3-5-7 16,2-4-15-16,4-4-46 15,2 0-33-15,4-2-73 16,4-11-114-16,0-6-211 16</inkml:trace>
  <inkml:trace contextRef="#ctx0" brushRef="#br0" timeOffset="-108021.08">11012 3507 829 0,'0'0'112'0,"0"0"18"16,76 34-64-16,-44-19-15 16,1 2-5-16,-1-5-19 15,-3 1-16-15,-3-3-8 16,-6 1-1-16,-7-5-10 0,-3 0-25 15,-3-3-28 1,-4-3-43-16,-3 0-59 16,0 0-16-16,0-10-184 15</inkml:trace>
  <inkml:trace contextRef="#ctx0" brushRef="#br0" timeOffset="-107829.56">11166 3533 640 0,'0'0'104'16,"0"0"35"-16,-67 83-49 15,50-57-35-15,3-4-37 16,4-3-16-16,4-3-8 16,3-8-51-16,3-4-79 15,0-4-72-15,0 0-144 16</inkml:trace>
  <inkml:trace contextRef="#ctx0" brushRef="#br0" timeOffset="-107601.02">11397 3455 695 0,'0'0'90'0,"0"0"28"16,26 79-21-16,-15-56-15 16,1-2-42-16,-3-4-32 15,-2-4-5-15,-1-4-20 16,-6-2-59-16,0-6-71 16,0-1-66-16,-6 0-197 15</inkml:trace>
  <inkml:trace contextRef="#ctx0" brushRef="#br0" timeOffset="-107429.77">11377 3557 849 0,'0'0'179'0,"0"0"-101"15,104-36-73-15,-74 24-2 16,-4-2-30-16,-8 1-131 15,-7-3-168-15</inkml:trace>
  <inkml:trace contextRef="#ctx0" brushRef="#br0" timeOffset="-107134.99">11594 3345 731 0,'0'0'89'0,"0"0"75"16,0 0-90-16,0 0-14 16,0 0-19-16,84 19-18 15,-81-4-4-15,-3 3-4 16,0 4-5-16,-3-1 0 16,-8 2-7-16,0-1-1 15,4-1-1-15,5-4 1 16,2-3-4-16,0-2 1 15,14-2 2-15,8-4 1 16,7-5-7-16,3-1-14 16,0 0-66-16,-3-6-121 0,-6-12-116 15</inkml:trace>
  <inkml:trace contextRef="#ctx0" brushRef="#br0" timeOffset="-106432.05">10928 2848 442 0,'0'0'57'16,"0"0"47"-16,0 0-32 16,-61 94-24-16,51-63-25 15,0 0-19-15,3-4-7 16,4-2-41-16,3-5-86 15,0-5-85-15</inkml:trace>
  <inkml:trace contextRef="#ctx0" brushRef="#br0" timeOffset="-106064.09">10905 3099 613 0,'0'0'129'16,"0"0"1"-16,0 0-69 16,78 31-32-16,-58-19-12 15,-3-3-15-15,-2-1-37 16,-4-1-124-16,-6-4-153 15</inkml:trace>
  <inkml:trace contextRef="#ctx0" brushRef="#br0" timeOffset="-103931.7">11891 2138 416 0,'0'0'62'16,"0"-17"42"-16,0 6-15 15,0-2-54-15,-3-3 2 16,-4 1-11-16,-3-3-13 0,0 3 3 16,1-1 19-1,-5 5 12-15,2 3-24 0,-1 6 4 16,-4 2-20-16,-2 6-5 16,0 15-4-16,-1 11 2 15,4 7 5-15,5 9 6 16,5 1 4-16,6 3 22 15,0 1 15 1,7-3 2-16,9-3-10 0,3-6-9 16,1-4-7-16,-1-7-14 15,-5-7-9-15,1-5-3 16,-7-4 0-16,-2-4-3 16,-6-2-8-16,0-4-28 15,0 0-30-15,-3-2-58 16,-14-2-88-16,0 0-143 15</inkml:trace>
  <inkml:trace contextRef="#ctx0" brushRef="#br0" timeOffset="-103769.04">11678 2469 690 0,'0'0'55'0,"0"0"66"15,0 0-43-15,80-16-66 16,-57 10-10-16,-2 0-23 16,0-5-140-16,-3-3-221 15</inkml:trace>
  <inkml:trace contextRef="#ctx0" brushRef="#br0" timeOffset="-103537.22">12288 1987 775 0,'0'0'24'0,"0"0"44"16,-59 102-47-16,36-56-17 15,-2 2-12-15,-1-4-115 16,2-5-282-16</inkml:trace>
  <inkml:trace contextRef="#ctx0" brushRef="#br0" timeOffset="-102256.09">12652 2056 455 0,'0'0'86'0,"0"0"41"16,-68 105-33-16,39-52-24 16,2 7-7-1,4 3-32-15,3-3-17 16,8-1 3-16,8-6 5 0,4-3 3 16,0-11-8-16,4-3-7 15,8-1-2-15,5-7 0 16,-1-1-3-16,0-4-1 15,-3-4-3-15,-2-2-2 16,0-5-24-16,-3-5-60 16,-5-3-60-16,1-4-62 15,-4 0-121-15</inkml:trace>
  <inkml:trace contextRef="#ctx0" brushRef="#br0" timeOffset="-101569.85">12855 2421 388 0,'0'0'89'16,"0"0"34"-16,0 0-36 16,0 0-22-16,0 0-28 15,-16-33-29-15,-1 33-7 16,-3 0 0-16,-1 0-1 16,1 6 0-16,4 2 0 15,4 0 1-15,7-1-2 16,5 0-3-16,0 0 0 15,0-3-8-15,9 0 4 16,6-1 8-16,5-2 0 16,2-1 1-16,0 0-1 15,-4 0 1-15,-2 0-1 16,-1 0 1-16,-5 0-2 16,-1 4 2-16,-1 5 10 15,-1 4 22-15,-1 2 11 16,1 3 15-16,-1 3 8 15,0-2 10-15,-2 1-17 16,-1-4-7-16,-1 0-12 16,-2-3-11-16,0-3 6 15,0 0-10-15,0-4-11 16,-8-1-8-16,-9-1-1 16,-1-3-4-16,-6-1-37 15,-3 0-64-15,1 0-72 16,3-8-91-16,4-6-178 15</inkml:trace>
  <inkml:trace contextRef="#ctx0" brushRef="#br0" timeOffset="-101214.95">13099 2304 482 0,'0'0'70'16,"0"0"77"-16,0 0-54 15,-25 81-29-15,19-56-9 16,6-5-21-16,0-1-3 16,0-3-11-16,0-2-12 15,9-6-5-15,3-3-1 16,-2-2-7-16,4-3-22 16,-2 0-67-16,0 0-62 15,-4-8-161-15</inkml:trace>
  <inkml:trace contextRef="#ctx0" brushRef="#br0" timeOffset="-100994.99">13200 2370 478 0,'0'0'135'0,"0"0"36"0,0 0-49 16,0 0-21-16,0 0-23 15,68 69-39-15,-60-59-26 16,0-3-10-16,0-3-9 16,-4-2-52-16,1-2-54 15,-2 0-63-15,0 0-61 16,1-6-168-16</inkml:trace>
  <inkml:trace contextRef="#ctx0" brushRef="#br0" timeOffset="-100838.95">13288 2404 480 0,'0'0'86'15,"0"0"-6"-15,0 0-55 16,-74 72-18-16,58-57-7 16,3-5-46-16,3-5-129 15,4-2-179-15</inkml:trace>
  <inkml:trace contextRef="#ctx0" brushRef="#br0" timeOffset="-100472.93">13411 2287 576 0,'0'0'126'0,"0"0"-1"0,0 0-47 15,62 86-1-15,-51-67-9 16,-3 1-29-16,-6-2-8 16,-2-1-13-16,0 0-11 15,-2-1-7-15,-15-1-20 16,-1-3-75-16,-2-2-109 16,2-4-194-16</inkml:trace>
  <inkml:trace contextRef="#ctx0" brushRef="#br0" timeOffset="-100019.08">13325 1906 546 0,'0'0'160'0,"77"72"-52"15,-30-27-16-15,0 6-12 16,-1 5-7-16,-6 5-18 16,-6 3-5-16,-10 2-7 15,-6-2-8-15,-7 0-14 16,-8-7 2-16,-3-7-7 16,0-6-9-1,-10-6-4-15,-7-3-2 0,-2-7-2 16,-2-4-10-16,1-2-38 15,0-7-45-15,4-5-96 16,3-9-98-16,2-1-228 16</inkml:trace>
  <inkml:trace contextRef="#ctx0" brushRef="#br0" timeOffset="-99572.41">13968 2423 1163 0,'0'0'60'0,"0"0"33"16,0 0-54-16,0 0-22 16,0 0-11-16,3 1-13 15,1-1-85-15,1 0-112 16,0-3-190-16</inkml:trace>
  <inkml:trace contextRef="#ctx0" brushRef="#br0" timeOffset="-98583.83">14433 2289 354 0,'0'0'105'15,"0"0"23"-15,0 0-32 16,0 0-27-16,0 0-4 15,7-61-2-15,-11 46-17 16,-13 1-14-16,-5 3-6 16,-6 2-20-16,-7 5-9 15,-4 4-14-15,-4 0-12 16,2 8-2-16,3 10 25 0,6 5 3 16,11 1 2-16,9 2 0 15,11 0-3 1,1-3 0-16,13 0 4 0,13-7 1 15,6-1 2 1,6-7 0-16,1-4-2 0,1-4-2 16,-1 0-1-16,-4 0 1 15,-3-10-2-15,-8 0 2 16,-7-4-5-16,-6 2 2 16,-4 2 5-16,-5 2 0 15,-1 2 0-15,-1 2 2 16,0 3 5-16,3 1-5 15,0 0-4-15,2 3-1 16,-1 11 27-16,3 4 6 16,2 7 1-16,-4 3 15 15,3 7 19-15,-1 3-6 16,-1 4 1-16,-1 3-2 16,0 1-4-16,-4-1-11 15,-1-1 1-15,0-2-8 16,0-2-3-16,0-5-4 15,-6-3-3-15,-6-4 7 16,-3-4-18-16,-5-5-9 16,-5-3 2-16,-3-6-3 15,-6-3-3-15,0-7-7 16,-1 0-27-16,5-4-22 16,1-15-23-16,6-10-60 15,7-6-113-15,7-9-176 16</inkml:trace>
  <inkml:trace contextRef="#ctx0" brushRef="#br0" timeOffset="-98330.16">14734 1857 910 0,'0'0'42'0,"0"0"45"16,-38 78-52-16,19-42-13 16,-1 3-15-16,-2-1-19 15,2-1-111-15,-3-6-143 16</inkml:trace>
  <inkml:trace contextRef="#ctx0" brushRef="#br0" timeOffset="-97845.1">14868 2166 707 0,'0'0'43'16,"0"0"45"-16,-43 93-30 15,38-58-6-15,5-2-19 16,0-3-14-16,6-2-13 16,11-5 0-16,3-4-4 15,1-5-1-15,0-3-9 16,1-10-26-16,-6-1-74 16,-2 0-72-16,-5-1-187 15</inkml:trace>
  <inkml:trace contextRef="#ctx0" brushRef="#br0" timeOffset="-97609.05">15063 2248 618 0,'0'0'110'0,"0"0"42"16,0 0-52-1,78 75-8-15,-61-56-24 0,-1-6-43 16,-4-2-18-16,-5-3-8 16,-3-3-14-16,3-3-62 15,-2-2-56-15,-4 0-36 16,3-12-119-16,-1-6-140 16</inkml:trace>
  <inkml:trace contextRef="#ctx0" brushRef="#br0" timeOffset="-97466.46">15177 2275 432 0,'0'0'102'0,"0"0"48"15,-75 84-68-15,52-54-37 16,1-3-38-16,6-4-5 16,8-6-59-16,5-12-127 15,3-5-133-15</inkml:trace>
  <inkml:trace contextRef="#ctx0" brushRef="#br0" timeOffset="-97148.02">15278 2034 578 0,'0'0'134'15,"0"0"0"-15,72 101-27 0,-49-56 25 16,-1 3-39 0,-7 3-28-16,-9 3-9 0,-6-4-6 15,0 0-17-15,-12-5-16 16,-14-4-14-1,-5-7-3-15,-5-3-25 0,-4-5-58 16,-3-5-81 0,-5-3-137-16,-1-7-246 0</inkml:trace>
  <inkml:trace contextRef="#ctx0" brushRef="#br0" timeOffset="-92038.08">23371 14945 464 0,'0'0'42'15,"0"0"-32"-15,0 0 34 16,0 24 49-16,0-4-2 16,0 6-28-16,0 4 3 15,0 4-13-15,0 0-12 16,0 4 17-16,0 0 24 16,0 3-50-16,3-3-27 15,6 1 1-15,5-3 2 16,1 0-3-16,2-6-3 15,2 0-1-15,3-4-1 16,1-5 1-16,3-2-1 16,1-1 0-16,3-4 2 15,7 0-2-15,5-2-2 16,6-2 2-16,10 0 3 16,10-4-4-16,7 0 3 0,11-3-2 15,7-2 0-15,9-1 1 16,9 0 1-1,9 0 0-15,7-2 1 0,4-6 5 16,8-2 1 0,2-1-2-16,4 1-11 0,0-3 4 15,-1-2 0-15,-1 0 1 16,-4-4 0-16,-4 0 1 16,-5 0 1-16,-4-2 3 15,-5 4-1-15,-4-1-1 16,-3 2-1-16,-7 0-3 15,0 1 1-15,0 1-2 16,-3 2 0-16,1-1 1 16,-5-1 2-16,-2 3 0 15,-4 3 3-15,-6-2 3 16,-4 4 1-16,-9 2-4 16,-3 0-3-16,-10 1 0 15,-8 1 0-15,-11 0-1 16,-14 0 1-16,-9 0-4 15,-7 1 2-15,-9-1 4 16,-2 0 3-16,-2-1 41 16,0-2-6-16,0-1-26 15,0-1-12-15,-3-3 5 16,-3 2 1-16,3 0-6 16,-1-2 0-16,4-1 0 15,0-3 1-15,0-4-4 16,0-5 0-16,8-3 0 15,3-4 0-15,-1-1 2 16,-3-4 0-16,-3 1-2 16,-4 1 1-16,0 1-2 15,0 0 1-15,-1 5-2 0,-7 2-3 16,0 3-2-16,1 4-8 16,1 5-4-1,3 4 5-15,0 3 0 0,0 2-16 16,2 4-24-16,-2 0-59 15,2 0-97-15,-1 8-60 16,-1 5-84-16</inkml:trace>
  <inkml:trace contextRef="#ctx0" brushRef="#br0" timeOffset="-91120.44">24902 16085 787 0,'0'0'51'0,"0"0"37"16,2-70-21-16,-14 49-11 16,-5 3-27-16,-9 6-16 15,-4 8-6-15,-5 4-4 16,-1 6-3-16,-2 21 0 15,4 8 0-15,5 9 0 16,8 7 2-16,10 5 3 0,10 2 8 16,1 0 12-1,14 0 12-15,15-2 9 16,5 1 1-16,3-4-9 16,2-4 6-16,-6-2-11 0,-1-7-16 15,-9-3-13-15,-5-7-4 16,-6-1 0-16,-6-7 0 15,-5-1-10-15,-1-6-16 16,0-3-24-16,-6-6-35 16,-8-4-47-16,-6-2-75 15,-5 0-54-15,-2-8-96 16</inkml:trace>
  <inkml:trace contextRef="#ctx0" brushRef="#br0" timeOffset="-90941.41">24640 16565 843 0,'0'0'108'15,"0"0"-18"-15,0 0 21 16,89-35-44-16,-56 27-41 16,3-2-22-16,1-3-3 15,3-3-39-15,-1-3-88 16,-3-4-144-16,-1-3-208 15</inkml:trace>
  <inkml:trace contextRef="#ctx0" brushRef="#br0" timeOffset="-90741.9">25425 15977 885 0,'0'0'19'0,"-62"82"61"16,29-37-46-16,4-1-33 15,1-6-45-15,5-5-140 16,6-9-283-16</inkml:trace>
  <inkml:trace contextRef="#ctx0" brushRef="#br0" timeOffset="-89516.88">25757 15995 485 0,'0'0'70'16,"0"0"53"-16,0 0-14 15,15-25-12-15,-15 25 10 16,-17 10-31-16,-8 18-64 15,-4 9 10-15,-8 13 18 16,-3 11-4-16,3 5 4 16,6 6-8-16,6 0-11 15,11-3-1-15,10-2-3 16,4-7-6-16,15-3-6 16,11-7 2-16,7-4-3 15,2-5 9-15,-1-6 10 16,0-4-18-16,-9-8-4 15,-2-6-2-15,-6-6-21 16,-6-3-46-16,-5-5-50 16,-5-3-76-16,-1 0-88 0,0-5-227 15</inkml:trace>
  <inkml:trace contextRef="#ctx0" brushRef="#br0" timeOffset="-88769.09">26073 16431 408 0,'0'0'82'16,"0"0"33"-16,0 0 17 16,0 0-55-16,0 0-22 15,0-55-14-15,-15 50-16 16,-5 5-8-16,-5 0-11 16,-1 2-6-16,0 10 1 0,1 2 1 15,4-1 4-15,9 1 2 16,6-5-5-16,6 0-2 15,0-2 1-15,5-4 2 16,12-3 13-16,3 0 9 16,6 0-10-16,2-5-8 15,1-7-5-15,-2 0-2 16,-3 2 0 0,-6 0-1-16,-4 4 0 0,-6 6 2 15,-4 0-4-15,-4 3-1 16,0 14 9-16,0 4 17 15,1 6 16-15,4 1 1 16,1 4 10-16,3-2 15 16,3 2-19-16,1-4-3 15,-1 0-5-15,-2-3-2 16,0-3-13-16,-6-6-5 16,-2-3-7-16,-2-5-5 15,0-3-3-15,-10-5-2 16,-6 0-8-16,-4 0-31 15,-1-5-31-15,0-9-28 16,0-6-90-16,7-2-135 16,0-7-276-16</inkml:trace>
  <inkml:trace contextRef="#ctx0" brushRef="#br0" timeOffset="-88485.66">26396 16213 797 0,'0'0'52'0,"0"0"-15"16,0 0 73-16,0 0-21 15,-58 96-32-15,48-67-18 16,7-2-25-16,3-3-9 15,0-5-3-15,14-2 0 16,5-7-1-16,3-1 0 16,-2-8-13-16,2-1-43 15,-6 0-58-15,-1-2-91 16,-4-11-97-16,-4-1-171 16</inkml:trace>
  <inkml:trace contextRef="#ctx0" brushRef="#br0" timeOffset="-88249.15">26504 16279 716 0,'0'0'102'16,"0"0"86"-16,0 0-60 16,0 0-39-16,65 84-33 15,-53-66-35-15,-1-3-16 16,-2-4-3-16,-1-3-2 15,0-4-7-15,-4-4-41 16,2 0-34-16,-4 0-27 16,1-10-51-16,-1-2 1 15,-1-1-37-15,-1-1-7 16,0 2-54-16</inkml:trace>
  <inkml:trace contextRef="#ctx0" brushRef="#br0" timeOffset="-88117.68">26602 16338 351 0,'0'0'164'16,"0"0"20"-16,0 0-68 15,-86 61-38-15,63-44-33 16,5 0-35-16,4-5-10 16,5-3-26-16,5-4-41 15,4-5-15-15,0 0-58 16,1-5-127-16</inkml:trace>
  <inkml:trace contextRef="#ctx0" brushRef="#br0" timeOffset="-87802.11">26629 16059 729 0,'0'0'151'16,"0"0"3"-16,53 89-22 16,-30-52-22-16,0 3-32 15,0-3-25-15,-7-1-14 16,-3-2-9-16,-9-3-14 16,-4-2-10-16,0-6-3 15,-10-1-2-15,-7-5-12 16,-3-4-43-16,-2-5-56 0,4-8-110 15,3 0-200-15</inkml:trace>
  <inkml:trace contextRef="#ctx0" brushRef="#br0" timeOffset="-87400.27">26677 15759 690 0,'0'0'149'15,"83"117"27"-15,-30-44-70 16,4 2-23-16,-1 1-4 16,-1 5-15-16,-9 0-10 15,-13 4-27-15,-13-5-2 16,-17 1-2-16,-3-5-3 16,-23-5-2-16,-20-4-11 15,-7-6-6-15,-7-10-1 16,-1-8-7-16,6-8-34 15,9-13-52-15,11-15-65 16,12-7-117-16,15-13-194 16</inkml:trace>
  <inkml:trace contextRef="#ctx0" brushRef="#br0" timeOffset="-86149.23">28442 15523 578 0,'0'0'66'0,"0"0"50"16,0 0 2-16,0 0-20 15,6 0-15-15,-5-1-14 16,1 0-13-16,-2 1-6 16,0 0-6-16,3 0-19 15,4 6-12-15,0 11 7 16,5 7 9-16,1 10 1 16,4 3-3-16,0 4-10 15,8 3-1-15,7-3 2 16,11-3-2-16,9-4-2 15,16-5 5-15,14-6 2 16,21-10-8-16,21-7-1 16,22-6 30-16,24 0-15 15,18-15-8-15,16-8 1 16,5-6-16-16,2-1 0 0,-2-1-3 16,-11 2 2-16,-19 3 1 15,-23 4 0-15,-22 4-1 16,-30 3 3-16,-31 3-11 15,-26 5 4-15,-18 3 0 16,-19 0 2-16,-7 2 3 16,-3 2 3-16,0-2 3 15,0 0-6-15,-3 2-2 16,-1-2-2-16,1 0 0 16,0-1 1-16,0-2 0 15,-4-4 3-15,0-4-2 16,-6-5-2-16,-6-7 1 15,-2-8 0-15,-4-5-1 16,-6-6 1-16,1-4 0 16,-2-4-4-16,5 0-5 15,1 3-2-15,3 5-1 16,7 6 0-16,3 10 1 16,4 7 0-16,2 7 4 15,4 6-11-15,0 3-17 16,3 5-16-16,0 0-24 15,0 4-39-15,0 11-53 16,9 4-10-16,1 2-94 16,-2 6-233-16</inkml:trace>
  <inkml:trace contextRef="#ctx0" brushRef="#br0" timeOffset="-85248.28">29485 16538 343 0,'0'0'117'16,"0"0"47"-16,0 0-32 15,26-44-21-15,-23 27-23 16,0 0-44-16,-3 0-8 16,0-1-15-16,0 2-9 0,-5 3 4 15,-8 5 11-15,-2 5-15 16,-4 3-11-16,-3 0-1 16,2 10-1-16,1 7 0 15,3 2 1-15,6 1-2 16,6-4 1-16,4 0 1 15,0-8-3-15,10-2 3 16,13-6 0-16,3 0-3 16,4 0 2-16,2-10 2 15,-3-2-1-15,-6 3 1 16,-6 1-1-16,-6 2 1 16,-6 6 0-16,-2 0 5 15,-3 10 0-15,0 11 23 16,0 7 20-16,4 6-21 15,5 5 21-15,3 4 4 16,5 0-22-16,4 2 6 16,0-2 6-16,2 1-12 15,-3-5-1-15,-4-3-3 16,-3-5-9-16,-7-5 1 16,-6-6-6-16,0-5-9 15,-5-5 1-15,-18-6 0 16,-7-4 0-16,-6 0-2 15,-2-6-9-15,-2-12-17 16,4-6-18-16,3-6-22 16,5-5-53-16,8-4-113 15,7-5-131-15,3-3-245 16</inkml:trace>
  <inkml:trace contextRef="#ctx0" brushRef="#br0" timeOffset="-85042.21">29931 16081 857 0,'0'0'40'15,"0"0"67"-15,-75 91-72 16,50-57-30-16,2-3-9 15,5-6-77-15,5-3-98 16,4-3-157-16</inkml:trace>
  <inkml:trace contextRef="#ctx0" brushRef="#br0" timeOffset="-84710.38">30091 16254 811 0,'0'0'88'0,"-47"74"45"15,22-26-9 1,5-1-54-16,5 2-31 16,7-3-20-16,8-7-12 15,0-6-3-15,7-6-3 16,9-9-3-16,4-8-20 0,-1-7-49 16,0-3-64-16,-2 0-106 15,-7-12-114-15</inkml:trace>
  <inkml:trace contextRef="#ctx0" brushRef="#br0" timeOffset="-84480.15">30246 16438 1026 0,'0'0'121'0,"0"0"20"15,76 57-68-15,-51-40-38 16,-2-3-20-16,-4-3-10 16,-6-3-4-16,0-6-16 15,-6-2-30-15,-1 0-40 16,-5-2-49-16,-1-12-109 16,0-2-181-16</inkml:trace>
  <inkml:trace contextRef="#ctx0" brushRef="#br0" timeOffset="-84315.02">30363 16463 791 0,'0'0'67'16,"0"0"72"-16,0 0-75 16,-81 74-51-16,65-60-11 0,2-5-25 15,5-3-74-15,3-4-70 16,2-2-112-16</inkml:trace>
  <inkml:trace contextRef="#ctx0" brushRef="#br0" timeOffset="-84005.12">30526 16093 824 0,'0'0'102'0,"0"0"63"16,62 105-35-16,-42-56-44 16,-5 5-11-16,-7 3-27 15,-8 1-8-15,0-1-6 16,-8-3-10-16,-15-5-13 15,-5-5-8-15,-2-10-4 16,1-8-12-16,0-9-19 16,3-3-31-16,3-9-70 15,-1-2-127-15,3-3-184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7:07:47.82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19963 785 392 0,'0'-5'121'16,"0"-1"16"-16,0 2-13 15,0 1-14-15,0 2 1 16,0-2-16-16,0 3-30 15,0 0-15-15,0 0-11 16,0 3-15-16,0 11 8 16,10 8 21-16,-4 7-12 15,1 9-9-15,-4 6 0 16,-3 5-5-16,0 5-5 16,0-3-6-16,0-1-8 15,0-5-2-15,-4-6-4 16,-1-7-1-16,4-9-1 15,-1-8-10-15,2-6-34 16,-1-6-39-16,1-3-45 16,-2-3-33-16,1-15-151 15,-3-6-89-15</inkml:trace>
  <inkml:trace contextRef="#ctx0" brushRef="#br0" timeOffset="437.75">19891 799 764 0,'0'0'112'0,"0"0"40"15,26-76-41-15,-6 55-30 16,6 4-9-16,0 6-20 16,4 1-17-16,-1 7-14 15,0 3-10-15,-4 0-4 16,-5 17 2-16,-3 7 3 15,-5 4-6-15,-8 8-2 16,-4 0-1-16,0 4 2 16,0-1-3-16,-10-4 2 15,0-2-3-15,-1-4 2 16,2-5-2-16,1-6-2 16,4-5 2-16,3-2-1 15,1-4 2-15,0-2 4 16,0 1 4-16,1-1 4 15,8 1 1-15,3 1-3 16,0 1-3-16,0 0-2 16,1-1-6-16,-3 0 0 15,-3-1 0-15,1 1-2 16,0-3-9-16,-4 2-19 16,-1-2-24-16,2 1-34 15,-4-4-60-15,-1 1-99 0,0-2-175 16</inkml:trace>
  <inkml:trace contextRef="#ctx0" brushRef="#br0" timeOffset="915.93">20334 1043 748 0,'0'0'152'0,"0"0"-13"15,0 0-62-15,87-4-16 16,-67-2-12-16,-4-2-17 16,0-1-7-16,-6-2-2 15,-3 1 2-15,-4-2-5 16,-3-2-5-16,0 2-3 15,0 0 1-15,-6 2-9 16,-7 1-3-16,-7 6 0 16,1 3-8-16,-4 0 2 15,-1 7 0-15,2 15 4 16,2 1 0-16,2 5 1 16,8 2 1-16,4 2-6 15,6-3 9-15,0 0 2 16,12-7-1-16,11-2 2 15,6-4-1-15,4-6-2 16,2-5-3-16,-2-4 1 0,-1-1-6 16,-6 0-25-1,-9-14-24-15,-4-3-35 0,-8-3-55 16,-5-1-49 0,0-1-49-16,0-1-79 0</inkml:trace>
  <inkml:trace contextRef="#ctx0" brushRef="#br0" timeOffset="1297.33">20558 1006 401 0,'0'0'136'16,"0"0"32"-16,0 0-30 15,0 0 17-15,52 85-17 16,-39-61-21-16,0 0-40 16,0-2-22-16,0-5-17 15,-4-2-8-15,1-6-12 16,-5-3-7-16,1-4-2 15,2-2-2-15,-1-2-1 16,4-13 3-16,0-7-4 16,-3-4-2-16,4-6-4 15,-5 4-3-15,0 2-7 16,-4 4 2-16,0 8 4 16,0 4 2-16,0 7 0 15,-2 3 0-15,0 0-5 16,4 11 0-16,1 7 7 15,1 2 3-15,3 4 2 16,0-1 4-16,3 0 0 16,0-1-4-16,0-6-3 15,-4-2-1-15,2-2-10 16,-5-5-44-16,-1-5-65 16,-3-2-73-16,-2 0-134 15,0-4-205-15</inkml:trace>
  <inkml:trace contextRef="#ctx0" brushRef="#br0" timeOffset="1800.79">20984 991 860 0,'0'0'100'0,"0"0"-9"16,0 0-46-16,0 0 30 15,0 0-9-15,16 80-24 16,-9-55-15-16,2-4-13 16,2-1-3-16,3-4 0 15,0-3-3-15,0-4-3 16,2-3-2-16,0-6 0 15,-2 0-1-15,1 0-1 16,-1-10-2-16,-2-8-4 16,-2-2-10-16,0-2-8 15,-4 1 0-15,-2 1 4 16,-1 2 9-16,0 5 6 16,-3 4 1-16,0 4 5 15,0 4 5-15,2 1 0 16,-1 0-2-16,1 6-5 15,0 11 9-15,4 2 21 16,-2 5 0-16,4-2-11 16,-1-1-4-16,0-2-7 15,3-5-5-15,-1-3-3 16,-2-7-25-16,4-4-55 0,-2 0-71 16,-4-3-101-16,-1-13-204 15</inkml:trace>
  <inkml:trace contextRef="#ctx0" brushRef="#br0" timeOffset="2403.54">21374 1055 888 0,'0'0'182'15,"0"0"-47"-15,0 0-46 16,17 80-25-16,-11-64-24 15,0-5-17-15,0-3-10 16,-2-5-5-16,1-3-4 16,0 0 0-16,1-6 2 15,0-10 2-15,0-6-7 16,-1-4-14-16,2 0-5 16,-4 0-9-16,0 3 0 15,0 4 8-15,-3 5 8 16,0 4 9-16,0 5 2 15,2 5-3-15,-1 0-1 16,2 7-2-16,3 9 10 16,2 2 7-16,1 3 9 15,1-2 5-15,3-2 0 16,0-3-11-16,0-3-9 16,2-4-3-16,-1-7 0 15,3 0 1-15,-2-2-1 16,2-14-3-16,-2-3-5 0,0-5-6 15,0 1-1 1,-4 0 0-16,-2 3-4 0,-1 5 3 16,-3 3 5-16,-1 4 6 15,-1 5 3-15,0 3 2 16,-1 0 2-16,1 0-3 16,-1 15 0-16,4 3 12 15,4 5 4-15,-1 1 1 16,4 2-4-16,1 1-2 15,0-3-5-15,1-3-5 16,-2-2-1-16,-4-8-1 16,1-2-15-16,-6-5-46 15,-1-4-68-15,-3 0-96 16,0-14-208-16</inkml:trace>
  <inkml:trace contextRef="#ctx0" brushRef="#br0" timeOffset="3070.51">21867 680 744 0,'0'0'89'0,"0"0"-12"16,0 0 28-16,0 0 21 16,5 98-22-16,8-51-38 15,-3 5-9-15,4-3 5 16,0 3-29-16,-1-7-16 16,1-7-9-16,-4-7-3 15,-1-10-2-15,-2-5-1 16,-1-10-1-16,-2-3 0 15,2-3 1-15,3-3-1 16,2-13 3-16,3-1-8 16,1-5-9-16,3 3-10 15,-1 1-1-15,-2 5 6 16,-1 4 5-16,-4 5 4 16,0 4 6-16,-1 0 0 15,-2 7-4-15,-1 9 9 16,0 6 5-16,-2 4 19 15,0 1 5-15,-3 1 5 16,-1 0-12-16,0-5-13 16,0-1 2-16,0-7-6 15,-2-1-3-15,-10-7-2 16,-1-3-2-16,-4-4-14 16,-5 0-21-16,0 0-41 15,-1-7-78-15,3-3-83 16,3-3-116-16,1 3-237 0</inkml:trace>
  <inkml:trace contextRef="#ctx0" brushRef="#br0" timeOffset="3752.64">22145 1181 711 0,'0'0'98'0,"0"0"79"16,85-4-61-16,-56-7-38 15,0 0-9-15,-1-2-26 16,-6-2-16-16,-4 1-7 16,-2 3-1-16,-4-4-4 15,-7 1-6-15,-5 0-4 16,0-1 0-16,0 3-3 16,-5 1-9-16,-8 5-4 15,-2 2-8-15,-3 4-4 16,-2 0 0-16,0 13 6 15,2 5-4-15,2 3 2 16,5 3 4-16,5-1 11 16,4-2 3-16,2 0 1 15,0-2 6-15,11-3 3 16,4-2 2-16,2-3 3 16,2-3 0-16,1-4-5 15,3-2-3-15,-1-2 0 16,4 0 2-16,-3 0 2 15,0 0-7-15,-4-5-2 0,-2 0 1 16,-6-1-2-16,-3 4 0 16,-4 0 1-16,-1 2-3 15,-3 0 0 1,2 0-3-16,-1 4 1 0,2 3 5 16,0 5 10-16,0-4 2 15,0 0 3-15,-2 0 13 16,1-2-1-16,-1-3-14 15,-1-1 7-15,0-2 3 16,0 0 4-16,0 0-1 16,0 0-2-16,0-7 0 15,0-8-11-15,0-4-8 16,0-4-2-16,0-3-2 16,0 0-1-16,0 1-2 15,0 1-3-15,10 2-8 16,3 1-11-16,4 2-14 15,0 3-7-15,1 1-15 16,0 0-39-16,-1 2-61 16,-4-1-68-16,-2-1-105 15</inkml:trace>
  <inkml:trace contextRef="#ctx0" brushRef="#br0" timeOffset="4310.38">22808 1085 931 0,'0'0'170'16,"0"0"-39"-16,18 71-56 15,-11-46-23-15,-2-4-31 16,0-3-16-16,-4-4-8 16,-1-6-46-16,0-7-100 15,-3-1-163-15,-8-8-326 16</inkml:trace>
  <inkml:trace contextRef="#ctx0" brushRef="#br0" timeOffset="4452.14">22834 830 959 0,'0'0'56'0,"0"0"-12"15,0 0-51-15,0 0-76 16,0 0-109-16,0 0-181 15</inkml:trace>
  <inkml:trace contextRef="#ctx0" brushRef="#br0" timeOffset="5102.17">22976 1117 894 0,'0'0'163'16,"0"0"-23"-16,0 0-71 15,0 0-9-15,0 0-22 16,0 0-28-16,47-36-9 16,-39 25-4-16,-3 0-12 15,1 4-5-15,-3 3-2 16,3 4-16-16,-1 0-6 16,1 1-6-16,2 11 18 15,0 2 23-15,4 5 3 16,2-3 5-16,1-3 1 15,2-1 3-15,5-2 6 16,-1-6 18-16,0-2 5 16,0-2-6-16,2 0-6 15,-4-9-4-15,3-6-1 16,-2-4-4-16,-3-1-5 0,-2-2-3 16,-2-2-1-1,-6-2 1-15,-1 1-1 0,-5 2-4 16,-1 0-4-16,0 4-3 15,0 5-4-15,-11 6-2 16,-1 5-6-16,-2 3-7 16,1 1 10-16,-1 17 11 15,0 5 1-15,4 5 4 16,3 4 2-16,3 7 4 16,4 3 7-16,0 5 19 15,21 7 17-15,8 3 46 16,7 6-19-16,3 2-22 15,7-1 9-15,-2 0 9 16,-2-2-17-16,-5-8-9 16,-8-5-15-16,-7-6-10 15,-14-7-11-15,-6-8-4 16,-2-2 0-16,-19-6 1 16,-13-5-1-16,-10-4-13 15,-5-5-19-15,-5-6-28 16,-2 0-29-16,5-3-30 15,7-19-84-15,8-7-220 16,8-10-465-16</inkml:trace>
  <inkml:trace contextRef="#ctx0" brushRef="#br0" timeOffset="6173.29">24265 670 708 0,'0'0'117'0,"0"0"4"15,0 0-20-15,0 11-41 16,0 11 20-16,0 7-9 16,0 6-13-16,0 8-21 15,0 2-11-15,0 1 1 16,3 1-6-16,5-2-2 15,4-5-8-15,7-3-7 16,4-5-1-16,6-8 3 16,5-5-3-16,0-5 0 15,4-7-2-15,1-6 0 16,-6-1 3-16,2 0-9 16,-7-12 0-16,0-6 2 15,-5-3 1-15,-4-1 5 16,-4-1-2-16,-7 0 0 15,-5 1 0-15,-3 2 0 16,0-1 1-16,0 4 1 16,-11 2-4-16,-4 3 1 15,2 4 1-15,-2 5-3 16,1 3 0-16,0 0 1 16,2 7-1-16,1 8 1 15,2 5 1-15,3 3 2 0,4 2-1 16,2-1-1-1,0 1 2-15,12-3 1 0,8-2-5 16,5-4 4 0,5-1-2-16,2-8-7 0,3-4-20 15,1-3-41-15,-2 0-43 16,3 0-75-16,-4-10-103 16,0-3-115-16</inkml:trace>
  <inkml:trace contextRef="#ctx0" brushRef="#br0" timeOffset="6656.86">25053 941 742 0,'0'0'122'0,"0"0"-17"16,0 0-46-16,0 0-21 15,-97 53-9-15,79-28-8 16,6 0-11-16,6 1-6 15,6-2 1-15,0-5-3 16,14-1 0-16,11-4-1 16,9-6 1-16,4-5-1 15,2-3 2-15,2 0-2 16,1-14-5-16,-5-5-4 16,-6-8-23-16,-6-3-32 15,-8-6-26-15,-6-7-16 16,-5-6 5-16,-7-6-4 15,0-2-13-15,0 0-28 16,0 5 35-16,-7 7 45 16,-2 11 49-16,0 12 47 0,0 14 3 15,0 8 31-15,-1 8-17 16,3 19 63-16,4 11 28 16,3 11-13-16,0 6 5 15,3 2 1-15,14 3-22 16,3-2-14-16,3-5-27 15,0-5-26-15,-1-10-34 16,-6-7-7-16,-2-9 0 16,-5-7-3-16,-7-8-29 15,-2-7-54-15,-9-3-75 16,-17-19-191-16</inkml:trace>
  <inkml:trace contextRef="#ctx0" brushRef="#br0" timeOffset="7072.02">25060 794 923 0,'0'0'113'0,"89"-11"28"16,-35 9-86-16,1 1-22 16,-3 1-19-16,-6 0-13 15,-9 0-29-15,-10 0-47 16,-6 8-29-16,-7 4-27 15,-6 4 6-15,-5 5 39 16,-2 3 60-16,-1 2 23 16,0 3 15-16,0 4 76 15,0-1 46-15,0 4 16 16,6-1-11-16,7 3-10 16,3-5-32-16,4 0-33 15,2-4-11-15,-2-6-25 16,1-5-17-16,-3-6-5 0,-1-8-4 15,-4-4-15 1,-1-1-28-16,-7-17-16 16,0-7-37-16,-4-6-52 0,-1-3-56 15,0-1-14-15,0-1 32 16,-3 3 21-16,-3 5 39 16,6 5 69-16,-1 3 49 15,0 7 12-15,1 3-31 16,0 5-214-16</inkml:trace>
  <inkml:trace contextRef="#ctx0" brushRef="#br0" timeOffset="7583.88">25694 1045 683 0,'0'0'130'0,"0"0"56"16,0 0-56-16,0 0-15 15,35 89-38-15,-26-67-30 16,0-4-18-16,-1-3-17 16,0-4-8-16,-2-5-4 15,0-2-20-15,-2-4-66 16,-1 0-78-16,-2-10-112 15,1-9-352-15</inkml:trace>
  <inkml:trace contextRef="#ctx0" brushRef="#br0" timeOffset="8295.83">25905 1070 929 0,'0'0'133'16,"0"0"34"-16,0 0-84 15,57 78-20-15,-45-64-24 16,-4-3-19-16,0-3-11 0,-5-6-4 16,-2 2-1-1,-1-4 0-15,0 0 3 0,0-2 3 16,0-13-2-16,0-3-9 15,-4-7-5-15,-2-2-6 16,3-2-4-16,3 2-3 16,0 2 8-16,0 4 4 15,0 3-1-15,12 6 1 16,-1 1-2-16,7 3 4 16,-2 1-11-16,-1 3-29 15,1 3-25-15,-1 1-13 16,-2 0-24-16,0 0-57 15,-5 8-12-15,3 3-9 16,-2 1-14-16,-1 0 65 16,1 1 124-16,2-3 32 15,1 2 74-15,-2-4 45 16,4-3-1-16,1-1 2 16,0-3-7-16,1-1 11 15,3 0-31-15,-3 0-14 16,0 0-39-16,-1-7-23 15,-4-3-24-15,-2-1 1 16,-6-1-6-16,-2-2-3 16,-1 0-4-16,0 1-4 15,0 0 1-15,-7 4-1 16,-5 5-2-16,-5 4-2 16,1 0 0-16,-4 8 3 15,-3 11 1-15,3 6 1 16,6 0 2-16,6 4-2 15,8 0 3-15,0-3 6 16,3-1 4-16,16-2 0 0,2 0-6 16,4-4-3-16,-1-5-2 15,-2-1-17-15,0-5-55 16,-1-4-103-16,-3-4-172 16,2 0-351-16</inkml:trace>
  <inkml:trace contextRef="#ctx0" brushRef="#br0" timeOffset="9517.1">26885 807 138 0,'0'0'73'0,"0"0"38"0,0 0-6 16,-15 0-20-16,12 0-5 16,-3 0 16-16,3 0-1 15,0 0-4-15,1 0 4 16,1-1 13-16,1-3-41 15,0 1-2-15,0-2-5 16,3 2-14-16,12-3-10 16,2 1-10-16,4 0-12 15,0 1-9-15,2 3-2 16,-6 1-3-16,-2 0-1 16,-8 0-2-16,-3 13-14 15,-4 4-6-15,0 2 5 16,0 4 8-16,-7-3 4 15,0 3 3-15,7-2-4 16,0 2-1-16,3-3 3 16,15 3 0-16,3 0 0 15,5-2 2-15,-5-1 0 16,1-1 2-16,-11-3 3 16,-3-2 7-16,-8-1 13 15,0-4 4-15,-14-1 6 16,-6 0 3-16,-4-4-12 15,1 0-18-15,-3-1 1 16,3-2-9-16,0-1-32 16,5 0-61-16,4 0-74 15,2 0-143-15,8 0-235 16</inkml:trace>
  <inkml:trace contextRef="#ctx0" brushRef="#br0" timeOffset="9687.21">27239 1125 1034 0,'0'0'107'0,"0"0"-30"16,0 0-49-16,0 0-18 16,0 0-10-16,0 0-48 15,0-2-106-15,0-10-187 16</inkml:trace>
  <inkml:trace contextRef="#ctx0" brushRef="#br0" timeOffset="10034.49">27378 735 834 0,'0'0'141'0,"0"0"-13"16,0 0-56-16,0 0-33 15,0 0 8-15,0 0 10 16,0 64-13-16,0-40-17 16,0-2-6-16,0-1 2 15,3-2-5-15,7-4-4 0,6-2-2 16,1-2-3-16,2-5-5 15,1-1 0 1,-1-2-2-16,1-3-2 0,-4 0-5 16,-2 0-27-16,-2-8-26 15,-2-5-48-15,-4-2-87 16,-3-2-83-16,-3-3-92 16</inkml:trace>
  <inkml:trace contextRef="#ctx0" brushRef="#br0" timeOffset="10230.37">27563 720 675 0,'0'0'89'16,"0"0"8"-16,0 0 87 15,0 74-29-15,0-34-34 16,0 7-26-16,4 2-26 16,0-1-15-16,5-3-17 15,-2-6-24-15,0-7-10 16,1-5-2-16,-4-9-14 15,3-4-49-15,-6-9-61 16,-1-5-154-16,0-3-184 16</inkml:trace>
  <inkml:trace contextRef="#ctx0" brushRef="#br0" timeOffset="10712.71">28279 800 788 0,'0'0'139'16,"0"0"2"-16,16 85-33 15,-7-46-23-15,-2-1-21 16,1-1-26-16,-2-3-23 16,0-4-14-16,-6-5-1 15,0-7-18-15,0-3-59 16,0-7-79-16,-12-4-102 15,-2-4-160-15</inkml:trace>
  <inkml:trace contextRef="#ctx0" brushRef="#br0" timeOffset="11123.37">28201 1003 828 0,'0'0'135'0,"0"0"14"15,0 0-73-15,101-12-14 16,-75 12-27-16,0 0-24 16,-3 0-10-16,-1 6 0 15,-4 3-1-15,-3 0-1 16,1 0 0-16,0-1 0 16,-2 0 0-16,1 1 1 15,3-2 1-15,1-1 0 16,3-2 0-16,2-1 0 15,1-3 0-15,-3 0 0 16,-2 0 0-16,-3 0-1 16,-4-4 4-16,-1-6 0 15,-5 0 9-15,-3-2 7 16,1 0-1-16,-5 1-3 16,0 0-5-16,0 3-4 15,0 0-1-15,-12 3-5 16,-8 2-3-16,-6 3-2 15,-4 0 0-15,-5 0-29 16,-3 4-34-16,2 2-67 16,2 2-103-16,6-6-129 15</inkml:trace>
  <inkml:trace contextRef="#ctx0" brushRef="#br0" timeOffset="12034.77">29140 830 625 0,'0'0'116'0,"0"0"46"0,0 0-17 16,0 0-27-16,7-23-33 16,13 16-24-16,6 1-22 15,1-1-13-15,2 3-16 16,-1-1-6-16,-6 2-2 16,-2 3-2-16,-8 0-3 15,-6 0-19-15,-4 9-15 16,-2 7-3-16,0 3 21 15,-10 4-1-15,0 1 2 16,0-1 8-16,4 0 2 16,5-1 6-16,1 0 0 15,1-3-2-15,15 1 2 16,5 0 1-16,1-3 2 16,0-1 11-16,-5-1 11 15,-7-1 5-15,-5-1 3 16,-5-1-10-16,0-3 0 15,-12 1 2-15,-7-2-2 16,3-3-11-16,-2 0-6 16,0-2-1-16,5-3-7 15,3 0-32-15,3 0-62 16,4 0-81-16,3 0-132 16,0 0-258-16</inkml:trace>
  <inkml:trace contextRef="#ctx0" brushRef="#br0" timeOffset="12203.9">29593 1119 851 0,'0'0'73'0,"0"0"84"16,0 0-49-16,0 0-42 0,0 0-36 16,0 8-22-16,0-8-5 15,-4 0-25-15,-2 0-74 16,2-1-165-16,1-12-243 15</inkml:trace>
  <inkml:trace contextRef="#ctx0" brushRef="#br0" timeOffset="12569.89">29855 823 843 0,'0'0'63'0,"0"0"54"16,0 0-42-16,0 0-24 15,0 0-8-15,0 0-13 16,-45 32-13-16,42-14-2 16,3 2-11-16,0 3 5 15,6 0 0-15,14 3 9 16,7 2 7-16,0-1-4 15,0 1 3-15,-1-2-3 16,-3-1 2-16,-10-5 2 16,-3-4 2-16,-6-5-10 15,-4-2-7-15,0-3-7 16,-11-6 0-16,-14 0 4 16,-7 0-20-16,-6-12-63 0,-3-7-103 15,-1-7-186 1,2-7-206-16</inkml:trace>
  <inkml:trace contextRef="#ctx0" brushRef="#br0" timeOffset="12718.4">29911 775 926 0,'0'0'98'16,"98"-20"56"-16,-53 12-68 15,-8 3-67-15,-8-1-15 16,-7 3-14-16,-7 2-108 15,-8-1-131-15,-2 1-204 16</inkml:trace>
  <inkml:trace contextRef="#ctx0" brushRef="#br0" timeOffset="23286.45">24595 1530 550 0,'2'-7'93'16,"-2"1"7"-16,0 5 13 15,0 1-42-15,-2 0-10 16,-14 14-18-16,-4 12-14 16,-2 6 6-16,-3 9 9 15,1 5-2-15,5 4-9 16,3 0 1-16,7-1 4 15,6-2-20-15,3-4-3 16,0-1 1-16,5-4-12 16,10-7-2-16,3-5-2 15,1-4-11-15,3-7-60 16,4-7-65-16,0-3-105 16,-2-5-157-16</inkml:trace>
  <inkml:trace contextRef="#ctx0" brushRef="#br0" timeOffset="23887.28">24873 1971 676 0,'0'0'84'0,"0"0"15"16,0 0-11-16,0 0-36 16,0 0-2-16,-33-55-34 15,14 53-14-15,-2 2-2 16,-4 0 0-16,3 9-2 16,2 7-1-16,0 4 1 15,7 0 1-15,4 3 4 16,6-2 0-16,3-6 5 15,0-1 1-15,11-4 15 16,9-6 12-16,3-4 9 16,2 0-14-16,-2 0-7 15,0-14-12-15,-3-4-5 16,-3-5-5-16,-4-6 1 16,-3-2-6-16,-2-4-3 15,-5-5-8-15,-2 1 5 16,-1-4-7-16,0 4-2 15,0 1 9-15,-4 9 3 16,-5 7 4-16,-2 5-3 16,-4 12-2-16,1 5-5 0,-1 4 4 15,2 18 2 1,5 10 3-16,5 3 11 16,3 7 5-16,0 3 12 15,5 2 11-15,13-2 6 0,-2-2-14 16,2-4-11-16,-2-4-11 15,3-9-5-15,-3-4 0 16,-2-7-29-16,0-9-68 16,0-6-80-16,-5 0-91 15,-5-8-261-15</inkml:trace>
  <inkml:trace contextRef="#ctx0" brushRef="#br0" timeOffset="24708.72">25057 1991 789 0,'0'0'51'16,"0"0"125"-16,0 0-75 15,82-6-30-15,-59-4-9 16,-4 0-30-16,-4-3-17 15,-7 1-7-15,1 0-1 16,-6-2 7-16,-3 3-8 16,0 0-2-16,0 3-4 15,-12 2-4-15,-2 3-5 16,-6 3-2-16,-2 0 3 16,-3 5 2-16,1 12 0 15,-2 5 3-15,6 2 0 16,5 0 2-16,6 1-3 15,5-4 1-15,4-1 0 16,0-5 0-16,9-2 1 0,8-8 3 16,6-1 1-16,5-4 4 15,1 0 0-15,-2-4-4 16,0-7 1-16,1-2-2 16,-6-2 1-16,-2 0-3 15,-7 5 1-15,-2 0-2 16,-3 5-1-16,-4 0-1 15,-1 5-2-15,0 0 0 16,1 0-5-16,2 10 8 16,-1 4 4-16,3 3-1 15,1 2 5-15,0-4 10 16,2 2 7-16,-4-6 4 16,1 1 2-16,-2-5-1 15,-1-3-2-15,-4-4 3 16,0 0 0-16,2 0 14 15,2-12-2-15,-1-7-32 16,3-7-5-16,-1-2-2 16,1-3-1-16,-2 2-1 15,1 2-5-15,0 5-1 16,-3 5-9-16,2 4-13 16,-2 4-18-16,3 2-39 15,-2 3-39-15,6 4-51 16,-1 0-45-16,5 0 74 15,5 0 24-15,-1 9 93 16,0 5 34-16,1 1 52 0,-6 4 75 16,-1 3 30-1,-1 1 13-15,-5 2-20 0,-1 1-56 16,1-1-33 0,0-2-28-16,-3-5-26 0,0-1-8 15,0-5-3-15,-3-7-32 16,0-5-88-16,0 0-129 15,0-7-209-15</inkml:trace>
  <inkml:trace contextRef="#ctx0" brushRef="#br0" timeOffset="24849.72">25650 1737 817 0,'0'0'41'16,"0"0"25"-16,0 0-63 15,0 0-43-15,0-26-89 16,0 26-204-16</inkml:trace>
  <inkml:trace contextRef="#ctx0" brushRef="#br0" timeOffset="25674.64">25814 1916 691 0,'0'0'102'16,"0"0"-10"-16,0 0-9 0,0 0 30 15,0 0-33 1,12 68-10-16,-4-48-12 0,1-1-6 16,-1 0-4-16,7-6-11 15,-2-2-9-15,-1-3 3 16,0-1-11-16,-2-3-7 16,2-4-2-1,-2 0 1-15,3 0 6 0,-4-7 4 16,1-9-7-16,3-4-9 15,-6-5-2-15,0 0-2 16,-2-1-7-16,-4 2-9 16,-1 2-18-16,0 3-13 15,0 5-20-15,0 2-53 16,0 6-64-16,0 4-40 16,2 2 5-16,6 0-91 15,2 0 8-15</inkml:trace>
  <inkml:trace contextRef="#ctx0" brushRef="#br0" timeOffset="26156.21">26143 1929 376 0,'0'0'163'0,"0"0"23"15,0 0-65-15,0 0-10 16,0 0-10-16,46 6-33 16,-46-6-16-16,0-3-25 15,0-2-19-15,-1 1-8 16,-9 1-4-16,-2 3-5 15,-5 0-9-15,-2 0-7 16,2 13 2-16,-1 2 15 16,5 0 6-16,3 1-4 15,5-3 0-15,5-2 3 16,0-3 5-16,0-2 2 0,6-2 2 16,8-4 2-16,3 0 3 15,-1 0 1 1,2 0-5-16,-1-9-3 15,-3 1-2-15,-5-2-2 0,-4 3-2 16,0-1-2-16,-5 4-6 16,1 0 2-16,-1 3 8 15,0-2 0-15,2 3-1 16,-1 0-5-16,5 0-5 16,0 0 1-16,4 7 11 15,5 1 6-15,2 2 2 16,4 0 2-16,1-2 7 15,0-3 5-15,1-1-2 16,-3-4-12-16,-1 0-8 16,-1 0-8-16,-3-8-40 15,-1-9-78-15,-4-7-100 16,-2-4-61-16,-4-5-172 16</inkml:trace>
  <inkml:trace contextRef="#ctx0" brushRef="#br0" timeOffset="26377.42">26399 1628 646 0,'0'0'136'0,"31"74"73"16,-9-30-52-16,4 2-41 15,-4-3-39-15,-1 1-25 16,-2-7-29-16,-4-5-16 0,-6-5-5 15,-3-4-7-15,-6-9-28 16,0-3-63-16,-9-7-76 16,-11-4-127-16,-4 0-252 15</inkml:trace>
  <inkml:trace contextRef="#ctx0" brushRef="#br0" timeOffset="26607.01">26354 1793 869 0,'0'0'132'16,"0"0"8"-16,101-8-46 15,-63 8-27-15,-5 2-31 16,-4 13-17-16,-3 2-10 16,-9 2 5-16,-4 0-4 15,-4-1-5-15,-4-1-3 16,-3 0-1-16,-2-3-5 15,0-5-43-15,0-2-69 16,-7-7-130-16,-1 0-257 16</inkml:trace>
  <inkml:trace contextRef="#ctx0" brushRef="#br0" timeOffset="26776.99">26687 1685 1293 0,'0'0'18'16,"0"0"20"-16,0 0-37 16,0 0-21-16,0 0-57 0,0 0-95 15,6-8-49 1,-6 19-91-16,0 3-204 0</inkml:trace>
  <inkml:trace contextRef="#ctx0" brushRef="#br0" timeOffset="27572.82">26780 1881 578 0,'0'0'200'0,"0"0"-49"15,0 0-22-15,0 0-27 16,0 0-21-16,87 71-31 16,-72-68-14-16,-3-3-15 15,1 0-6-15,-4-4-3 16,-1-10 2-16,-2 0-6 15,0-6-8-15,-6 0 2 16,0 1-4-16,0 3-2 16,0-1-8-16,0 6-3 15,0 3 3-15,0 4-1 16,0 4-1-16,0 0-3 16,0 0-5-16,5 0 9 15,6 8 15-15,1 0 0 16,2 1 3-16,3-3 15 15,-1 0 7-15,4-2 2 16,1-4 0-16,2 0 1 16,4 0-15-16,0-4-7 15,1-10-3-15,-4-1-3 16,-3-4-1-16,-4 1-2 16,-7 0-3-16,-6 3 0 0,-4 0 2 15,0 7-3 1,-1 2-6-16,-14 6-12 15,-3 0-6-15,-1 12 7 16,-1 5 9-16,4 4-4 16,6 3 7-16,4-2 7 0,4 2 3 15,2-2 3-15,0-5 3 16,5 1 6-16,5-5 1 16,6-4-3-16,0-2 6 15,4-7 0-15,0 0-10 16,2 0-1-16,1-10-3 15,-3-4-5-15,-1-4-10 16,0 2-27-16,-3-1-16 16,-2-1-28-16,-2 1 22 15,-1 2 24-15,-2 4 9 16,-2 5 22-16,-1 3 10 16,1 3 8-16,-3 0 11 15,2 14 29-15,1 6 64 16,5 7-11-16,1 5-31 15,0 3-21-15,3-2 5 16,-3-2 21-16,0-3-14 16,-6-7-21-16,-1-6-23 15,-6-3-11-15,0-7-5 16,-23-4 0-16,-12-1-3 16,-8 0-29-16,-8-3-57 15,-4-7-19-15,3-4-13 16,8-3-174-16,12 0-295 15</inkml:trace>
  <inkml:trace contextRef="#ctx0" brushRef="#br0" timeOffset="28224.77">27863 1824 789 0,'0'0'36'16,"0"0"42"-16,-85 29-33 15,57-10-8-15,5 0 1 16,9 0-17-16,5-2-9 15,9-2 7-15,0-2-2 16,3-5 11-16,17-2 10 16,8-5-1-16,4-1 2 15,2-4-15-15,2-15-16 16,-3-5-3-16,-4-8-10 16,-4-7-15-16,-5-5-26 15,-3-8-36-15,-5-6-14 16,-5-1-9-16,-2 3 18 15,-2 7 42-15,-2 9 34 16,-1 15 13-16,0 15 0 16,0 10 17-16,0 14-7 15,0 19 54-15,0 14 39 16,7 11 9-16,9 9 25 16,10 8-39-16,6 6-11 15,4 1-7-15,-1 0-6 0,2-2-6 16,-8-9-9-1,-7-9-25-15,-7-11-17 0,-9-15 0 16,-6-11-4 0,-4-14-5-16,-22-8-2 15,-6-3 8-15,-7-6-8 0,-7-11-11 16,-2-3 0-16,2-5-8 16,7 0-10-16,6 4-19 15,8-3-19-15,12 1-13 16,11 3-16-16,2-5-24 15,17 0-102-15,12-2-111 16,7-4-99-16</inkml:trace>
  <inkml:trace contextRef="#ctx0" brushRef="#br0" timeOffset="28907.89">28517 1438 1130 0,'0'0'46'0,"0"0"37"16,-7 107-4-16,4-61-12 16,3 0-27-16,0-2-19 15,0-2-9-15,0-3-6 16,0-7-2-16,9-3-2 15,-2-4 0-15,2-6-1 16,-2-7 0-16,0-3 0 0,-1-5-2 16,0-4-1-16,4 0 2 15,-2 0 0-15,3-13 2 16,3-5-7-16,-1-4-1 16,0-1 4-16,-1 1 0 15,-2 1 0-15,1 1 1 16,-2 5 1-16,-3 4-4 15,0 5 2-15,-4 2 0 16,0 2 0-16,2 2-1 16,-3 0-4-16,1 2 0 15,1 11 7-15,1 3-1 16,1-1 4-16,-1 1 0 16,2-1 0-16,1-3 1 15,0-3-2-15,2-2 1 16,4-3-1-16,0-2 2 15,3-2-4-15,1 0 2 16,3-5-5-16,-1-4 0 16,-2-6-6-16,1 1-1 15,-4 1 1-15,-2 1 6 16,-1 2 2-16,-5 4 1 16,-3 1 1-16,-2 3 0 15,1 2 0-15,-2 0-3 16,1 2 0-16,2 9 3 15,0 3 4-15,0 2 3 16,0-1-1-16,2-3-6 16,-2-3-1-16,-1-2-3 15,1-7-40-15,-2 0-123 16,-1-4-153-16,2-12-441 16</inkml:trace>
  <inkml:trace contextRef="#ctx0" brushRef="#br0" timeOffset="29024.85">28925 1467 895 0,'0'0'-217'0,"0"0"-4"0</inkml:trace>
  <inkml:trace contextRef="#ctx0" brushRef="#br0" timeOffset="29574.85">29205 1706 868 0,'0'0'144'0,"0"0"-28"15,0 0-22-15,0 0-39 16,0 0-39-16,0-28-14 16,-9 23-10-16,0 2-3 15,-2 2-1-15,-1 1 0 16,2 0-4-16,0 9 4 0,6 7-6 15,-1 5 3 1,5 2 5-16,0 5 8 0,2 3 4 16,8 2 7-1,6 4 20-15,2 1 9 0,0 0 11 16,-1-2 1-16,1 0 1 16,-1-3-8-16,-4-4-12 15,-2-5-6-15,-3-5 0 16,-5-5-17-16,-3-3-4 15,0-4 3 1,-9-4 7-16,-8-2 9 0,-5-1-8 16,3 0-5-16,-3-3-8 15,4-7-3-15,5-2-2 16,2-3-13-16,7-3-19 16,4 1-13-16,0-5-29 15,0-2-34-15,0-1-51 16,9-4-132-16,1 0-181 15</inkml:trace>
  <inkml:trace contextRef="#ctx0" brushRef="#br0" timeOffset="29866.92">28396 1552 810 0,'0'0'116'0,"0"0"53"16,95-18-75-16,-54 15-54 15,3 2-17-15,3-3-20 16,2 1-20-16,-2-7-133 16,-2-5-201-16</inkml:trace>
  <inkml:trace contextRef="#ctx0" brushRef="#br0" timeOffset="31043.46">30035 1623 638 0,'0'0'70'0,"0"0"62"16,0 0-58-16,39-97-15 15,-38 72-12 1,-1 1-31-16,0 2-11 0,-1 9-7 16,-15 4-12-16,-1 9-24 15,1 0-3-15,-3 18 27 16,3 12 7-16,5 8 8 15,5 7 5-15,3 7 5 16,3 2 5-16,0 3 31 16,9 1 51-16,8-4-2 15,0-1-23-15,1-5-17 16,-4-4-12-16,-4-7 2 16,-4-7-27-16,-6-7-4 15,0-4 1-15,0-6-12 16,-7-3-1-16,-10-6 1 15,-1-4 1-15,-5 0-2 16,-3 0-10-16,-1-10-4 16,2-7-16-16,2-2-9 15,3-3 4-15,0-1-12 16,7 0-12-16,5-1-18 16,5 4 24-16,3-3 19 15,0 3 16-15,18-1 14 16,5 1 5-16,1-2 17 15,5 0 5-15,0 0 31 16,-3 2-22-16,0 1-1 16,0-1-1-16,-3 4-10 15,-1 0 3-15,-5 2-2 16,-1 5-6-16,-7-1-3 16,-2 6-2-16,-4 1 1 15,-3 1-5-15,2 2-6 16,-2 0-5-16,1 0-3 0,3 6-2 15,-1 7 6 1,0 1 2-16,0 5 0 0,3 1 0 16,-2-2 0-16,3 0-1 15,3-1 1-15,-1-2 1 16,1-4-1-16,3-2 0 16,-3-2-1-16,2-4 2 15,1-3-1-15,-3 0-1 16,4 0-1-16,-4-12-8 15,2-4-9-15,-2 0 4 16,-3-4 8-16,-1 4 4 16,-3-2-3-16,-1 4 4 15,-2 2 0-15,0 4 0 16,0 2 1-16,0 5-1 16,0 1-1-16,0 0-3 15,0 0-4-15,0 7 8 16,4 6 5-16,1 3 1 15,4 0 6-15,1 0 1 16,3-1-3-16,-1-2-5 16,1-2-3-16,-2-4-2 15,1-4-23-15,1-3-36 16,-3 0-97-16,-1-4-166 16,-2-9-211-16</inkml:trace>
  <inkml:trace contextRef="#ctx0" brushRef="#br0" timeOffset="31427.82">30493 1710 627 0,'0'0'118'0,"0"0"67"0,0 0-33 16,23 73 9-16,-17-55-42 15,-2-2-52-15,-1-3-30 16,0-5-14-16,-1-3-8 15,0-2-5-15,0-3-6 16,-1 0 2-16,2 0 2 16,3-8 2-16,1-6-13 15,0-4-7-15,3-3-10 16,-4 3-3-16,1 0-7 16,-1 6 2-16,-1 1 12 15,0 6 9-15,-1 3-2 16,1 2 7-16,2 0 4 15,2 4-1-15,2 10 7 16,-2 0 6-16,3 2-1 16,-1 0-7-16,2-2-5 15,-1-1 0-15,-1-3-11 16,5-4-49-16,0-6-85 16,4 0-119-16,-2 0-148 15</inkml:trace>
  <inkml:trace contextRef="#ctx0" brushRef="#br0" timeOffset="31727.96">30928 1652 827 0,'0'0'98'16,"0"0"63"-16,0 0-82 15,0 0-69-15,0 0-1 0,-31 23-8 16,23-4-2-16,3 0-2 15,5 1-2-15,0-2-12 16,6-3 11-16,11-3 5 16,1-5 3-16,2-3-2 15,-1-4-3-15,4 0-11 16,-3-8-15-16,-1-11-3 16,1-6-19-16,-1-8-9 15,-5-5-26-15,2-5 5 16,-6-9-41-16,1-2-60 15,-2-1 16-15,-4 4-26 16</inkml:trace>
  <inkml:trace contextRef="#ctx0" brushRef="#br0" timeOffset="31908.98">31131 1297 220 0,'0'0'136'0,"0"0"-75"16,0 0 0-16,0 0 48 16,-55 113-11-16,51-54-5 15,4 2 6-15,0 1 17 16,6-3 15-16,14-4-24 15,-1-10-50-15,1-7-25 16,-3-10-22-16,-4-6-8 16,-4-8-5-16,-7-10-20 15,-2-4-55-15,-2-1-30 16,-14-20-162-16,-8-4-108 16,-4-6-65-16</inkml:trace>
  <inkml:trace contextRef="#ctx0" brushRef="#br0" timeOffset="32109.09">30994 1569 734 0,'0'0'155'0,"0"0"17"15,100 5-40-15,-57 9-35 16,-1 3-20-16,1 4-22 16,-5 1-22-16,-8 0-13 15,-4 0-7-15,-10-4-7 16,-3-1-3-16,-6-2-2 15,-5-6-19-15,-2-4-70 16,0-5-95-16,-6 0-201 16</inkml:trace>
  <inkml:trace contextRef="#ctx0" brushRef="#br0" timeOffset="32285.53">31446 1481 1074 0,'0'0'-1'16,"0"0"2"-16,0 0-11 15,0 0-65-15,0 0-36 16,0 0-54-16,70 33-106 16,-62-18-59-16</inkml:trace>
  <inkml:trace contextRef="#ctx0" brushRef="#br0" timeOffset="33062.54">31537 1666 440 0,'0'0'139'0,"0"0"4"15,0 0-38-15,0 0-11 0,0 0-18 16,-49 77-25 0,49-71-21-16,0 0-5 15,4-3-9-15,6-3-1 0,2 0-7 16,2 0-5-16,0-3-1 15,-2-6 1-15,0-6-5 16,-2-1-2-16,0-1-5 16,-3 2-6-16,-1 1 1 15,0 4 2-15,-3 0 11 16,-3 7 2-16,1 3 2 16,1 0 1-16,-1 0-8 15,3 9 13-15,-1 2 14 16,3 1 8-16,0 2 8 15,3-2-7-15,1-1 2 16,-2-3-4-16,4 0-12 16,-1-2-9-16,1-5-1 15,2-1-4-15,1 0-1 16,2 0-2-16,-1-4-6 16,0-7-2-16,-3-2-8 15,-3 1-3-15,-1-2-18 16,-5 4 5-16,-1 2 8 15,-3 4 15-15,0 1-3 16,0 3-8-16,0 0 7 16,0 0-5-16,0 4 4 15,0 7 10-15,0 2 5 16,1 2 4-16,7-4 7 16,-1 2 9-16,4-2 8 15,4-2-8-15,-1-2-6 16,2-2-4-16,3-5-6 15,0 0-3-15,1 0 0 0,0-10-5 16,-1-4-4-16,1-3-1 16,-3-2-8-16,1-1-1 15,1 1-16-15,-3-1-4 16,-1 4 0-16,-4 3 11 16,-3 5 18-16,-2 5 11 15,-5 3 8-15,-1 0 17 16,0 8 0-16,0 11 40 15,-3 2-7-15,-6 5 3 16,-2-1 3-16,0 3-19 16,-2-2-24-16,1-4-7 15,1-3-12-15,-1-4-2 16,0-3-2-16,-2-9-17 16,1-3-36-16,-6 0-62 15,2-18-149-15,-5-12-313 16</inkml:trace>
  <inkml:trace contextRef="#ctx0" brushRef="#br0" timeOffset="33379.89">31830 968 980 0,'0'0'158'0,"94"71"-26"0,-39-19-49 16,0 8-17-1,1 6-25-15,-2 10-17 16,-8 2-6-16,-6 4 5 0,-11-2-3 16,-10-3-11-16,-10-4 4 15,-9-7 2-15,0-5-11 16,-21-6-1-16,-9-4-3 15,-9-8-10-15,-6-4-24 16,-5-12-41-16,-1-9-125 16,-2-9-188-16,2-9-474 15</inkml:trace>
  <inkml:trace contextRef="#ctx0" brushRef="#br0" timeOffset="39060.71">20902 2910 811 0,'6'23'78'0,"1"10"61"0,3 6-44 16,0 5-22-16,-3 2-22 15,-1-5-21-15,0-3-23 16,-1-6-5-16,-2-5-4 16,-3-7-50-16,0-7-78 15,-1-6-139-15,-16-7-175 16</inkml:trace>
  <inkml:trace contextRef="#ctx0" brushRef="#br0" timeOffset="39291.86">20633 2862 950 0,'0'0'71'16,"116"-43"-10"-16,-51 27-37 0,-5 5-18 15,-5 7-5 1,-11 4-16-16,-11 0-99 0,-12 11-107 16,-10 4-157-1</inkml:trace>
  <inkml:trace contextRef="#ctx0" brushRef="#br0" timeOffset="39703.82">21097 3102 516 0,'0'0'58'0,"0"0"59"16,0 0-56-16,0 0-20 15,0 0-5-15,0 0 3 16,7 40-12-16,-7-27-16 16,0 1 9-16,3-1 10 15,4 3 3-15,2-4 5 16,2-1-7-16,5-3-3 16,0-4 2-16,4-3-5 15,0-1 1-15,1 0 6 16,-3-1-1-16,-3-9-10 15,-1 0-3-15,-5-1 2 16,-6-4 1-16,-3-1 0 16,0 1-11-16,0-1-2 15,-9 3-1-15,-8 0-2 16,-3 4-7-16,-5 2-1 16,-1 4-8-16,0 3-17 15,-1 0-23-15,5 0-50 16,3 0-62-16,6 7-66 15,3-2-163-15</inkml:trace>
  <inkml:trace contextRef="#ctx0" brushRef="#br0" timeOffset="41152.86">21643 3072 851 0,'0'0'121'15,"0"0"-47"-15,0 0-42 16,0 0-6-16,-101-6-16 16,73 22-10-16,-1 1 0 15,2 7 0-15,2-3 0 16,5 1 0-16,7-3-1 15,9-1 0-15,4-2-1 16,0-5 11-16,17-3-1 16,9-5 8-16,4-3 3 15,2 0 1-15,0-11-5 16,1-8-9-16,-7-5-3 16,-3-10 0-16,-7-3 0 15,-3-10-5-15,-7-5-2 16,-3-6-1-16,-3-3 4 15,0 6 0-15,0 4-1 16,-6 11 4-16,-7 12 0 16,-1 10-1-16,-4 13 0 15,-1 5-6-15,-1 13 1 16,4 16-3-16,1 11 7 0,7 6 4 16,5 7 0-16,3-2 2 15,0 1 0 1,11-6-3-16,9-4-4 0,4-5 0 15,2-5-8-15,6-7-26 16,4-4-17-16,0-6-19 16,-1-4-38-16,0-6-30 15,-1-3 15-15,-5-2-9 16,-6 0 18-16,-1-8 46 16,-8-7 51-16,-3-1 20 15,-2-3 43-15,-6-2 45 16,-1-2-4-16,-2 1-8 15,0 1 5-15,0 5-8 16,-2 1 10-16,-6 7 10 16,-7 8-31-16,-1 0-42 15,-4 1-8-15,-6 14-12 16,-1 4 1-16,-1 4 6 16,6-1-6-16,4 1 0 15,6-3-2-15,7-2-1 16,5-2 1-16,0-4 2 15,14-5 5-15,7-5-2 16,4-2-2-16,1 0-2 16,0-4-1-16,-3-9-3 15,-4-3-1-15,-2-3-5 16,-6 2-1-16,-7 1 4 16,0 0 2-16,-4 5-3 15,0 3 3-15,0 4 2 16,0 4-1-16,0 0-1 15,0 0-5-15,0 4-4 0,0 8 8 16,0 4 12 0,0-1-1-16,0-1 3 0,0 0-1 15,3-5-3-15,7 0-2 16,3-4-2-16,2-2 6 16,2-3-3-16,3 0-4 15,2 0 0-15,-5-8-11 16,1-5-10-16,-4 1-12 15,-3 1-9-15,-2-1-5 16,-4 3 1-16,-2 1 6 16,-3 3 25-16,0 2 10 15,0 3 2-15,0 0-14 16,0 0-31-16,0 9 42 16,0 3 2-16,2 0 6 15,8-1-1-15,-1 0 1 16,1-3 0-16,5-4 5 15,-1-3 1-15,3-1 3 16,1 0-8-16,1-4 0 16,-1-8 0-16,1-4-5 15,0-3-5-15,-2-3 6 16,0 1 0-16,-2 1 1 16,-1 4-1-16,-3 4 1 15,-2 5-2-15,-3 7 6 16,0 0-6-16,-1 9 6 15,-1 13 15-15,3 8 15 16,2 6 23-16,-1 6 21 16,3 4 15-16,0 4-8 0,1 2 1 15,2 4-2 1,0-2-14-16,1-3-11 16,-1-2 28-16,-3-3-49 0,-2-10-22 15,-7-4 7-15,-2-5-10 16,-3-4-4-16,-19-5-4 15,-6-4 2-15,-7-5-8 16,-7-3-5-16,-3-6-23 16,-1 0-26-16,3-8-17 15,2-16-37-15,9-10-123 16,9-7-268-16</inkml:trace>
  <inkml:trace contextRef="#ctx0" brushRef="#br0" timeOffset="41937.94">23084 2749 787 0,'0'0'73'0,"0"0"37"16,-10 70-26-16,3-30 9 16,2 7-33-16,5 0-15 15,0 1-8-15,0-4-9 16,14-4-2-16,7-2-7 16,6-10-3-16,5-4-3 15,4-4-6-15,1-6-1 16,4-6-3-16,-2-8-1 15,-3 0-2-15,-4 0-5 16,-1-7 0-16,-8-9 2 16,-6-3 2-16,-3-1 2 15,-8-1 2-15,-4 1-4 16,-2-2 4-16,0 2-4 16,-11 4 1-16,-9 2 0 15,-3 6-3-15,-3 5 3 16,3 3-2-16,-1 3-3 15,-1 12 6-15,9 5-2 16,5 3 0-16,9 2 1 0,2-2 1 16,8 0 0-1,19-4 0-15,6-1 1 0,7-7-3 16,5-5-1 0,0-2-33-16,-3-4-63 15,-4 0-115-15,-7-6-129 16,-3-5-283-16</inkml:trace>
  <inkml:trace contextRef="#ctx0" brushRef="#br0" timeOffset="42419.38">23823 3010 820 0,'0'0'125'16,"0"0"-25"-16,0 0-75 15,0 0 1-15,0 0 20 16,-72 75-9-16,64-51-32 16,8-3-2-16,0-2 7 15,0-1-7-15,20-3 1 16,5-8 1-16,3-2 0 16,6-5-4-16,1 0-2 15,-1-10-14-15,-3-9-21 16,-2-7-24-16,-8-6-29 15,-3-4-20-15,-6-8 5 16,-6-2-4-16,-4-6-23 16,-2 1 53-16,0 2 61 15,-5 7 14-15,-5 8 21 16,0 11 43-16,-2 10 25 16,3 13 1-16,4 0-57 15,2 22-14-15,3 10 62 16,0 10 17-16,7 7 9 15,15 3-16-15,3 0-8 0,0-2-17 16,1-4-13-16,0-5-18 16,-6-8-20-16,-4-7-9 15,-4-10-5-15,-8-5-32 16,-4-6-89-16,0-5-124 16,-19-6-144-16</inkml:trace>
  <inkml:trace contextRef="#ctx0" brushRef="#br0" timeOffset="42575.85">23890 2874 943 0,'0'0'103'0,"91"-23"7"16,-37 14-88-16,-1-1-21 15,-4 5-33-15,-9 1-82 16,-6 0-140-16,-10 4-183 15</inkml:trace>
  <inkml:trace contextRef="#ctx0" brushRef="#br0" timeOffset="43053.8">24390 3031 782 0,'0'0'186'0,"0"0"-49"0,0 0-36 16,20 89-26-16,-16-69-25 16,0-1-20-16,1-7-14 15,1 1-9-15,0-6-2 16,3-4-3-16,2-3-1 15,0 0 3-15,4-6-10 16,-1-11-3-16,0-2-14 16,-2-3 4-16,-1-3-3 15,-5 3 11-15,0 4 4 16,-3 2 3-16,0 6 1 16,-2 5 4-16,1 5 3 15,-1 0-2-15,4 0-7 16,0 9 7-16,3 1 1 15,-1 3 0-15,2 1 9 16,3-2 0-16,-1 1-3 16,4-4-6-16,-1 1-2 15,3-4 0-15,-1 0-2 16,4-4-20-16,-1-2-43 16,1 0-71-16,-1-9-88 15,-3-9-140-15</inkml:trace>
  <inkml:trace contextRef="#ctx0" brushRef="#br0" timeOffset="43639.76">24909 3094 619 0,'0'0'201'0,"0"0"-54"15,0 0 10-15,0 0-57 16,43 76-48-16,-41-68-5 15,-2-8-6-15,0 0-30 16,0 0 1-16,0 0 3 16,0-15-8-16,0-2-13 15,0-6-17-15,0-1-18 16,-2-2-15-16,2 2-6 16,0 3-2-16,0 3-12 15,0 5-4-15,11 4 40 16,3 2 34-16,4 7 8 15,-2 0 4-15,1 0 15 16,0 0 17-16,-1 4 0 16,-1 6-5-16,-3-4 16 15,0 1 6-15,0-5-12 16,2 0 2-16,-1-2 2 16,4 0-9-16,-3 0-16 15,3-8-15-15,-3-3-3 16,1-3 1-16,-5 0-3 15,-1-3 1-15,-2 2-4 16,-3-1 1-16,-4 1 0 16,0 4-2-16,0 2-2 15,0 5-2-15,-4 4-5 16,-9 0 6-16,3 6 2 16,-6 12 1-16,3 5 6 15,1 2 3-15,4 4-2 16,5 0 7-16,3-4 0 15,0-2-2-15,3-1-6 16,12-5-1-16,4-3-7 16,6-4-29-16,4-5-55 15,0-5-175-15,7 0-511 0</inkml:trace>
  <inkml:trace contextRef="#ctx0" brushRef="#br0" timeOffset="44277.2">25775 2807 851 0,'0'0'197'0,"0"0"-74"16,0 0-47-16,0 0-26 16,69-36-8-16,-37 29-18 15,1 3-14-15,-4 4-5 16,-5 0-5-16,-6 0-4 0,-11 13-20 15,-7 6-8-15,0 5-5 16,-2 0 22-16,-7 3 3 16,-3 0 10-16,6-4 2 15,5 1-2-15,1 0 2 16,2-4 4-16,17 0 2 16,3-1 2-16,1 0 8 15,-1-2 8-15,-5-4 2 16,-4-2-6-16,-10-1-6 15,-3-3-1-15,-3-1 6 16,-14 1 9-16,-3-1-14 16,-2-1-9-16,2-2-6 15,0 1-27-15,5-2-77 16,5-2-127-16,3 0-174 16</inkml:trace>
  <inkml:trace contextRef="#ctx0" brushRef="#br0" timeOffset="44449.15">26247 3099 961 0,'0'0'192'16,"0"0"-74"-16,0 0-85 16,0 0-14-16,0 0-12 15,0 0-8-15,0 0-64 16,0-7-119-16,3-9-233 15</inkml:trace>
  <inkml:trace contextRef="#ctx0" brushRef="#br0" timeOffset="44838.55">26514 2704 1045 0,'0'0'17'0,"0"0"61"16,0 0 9-16,-53 77-26 16,37-41-16-16,1 2-21 15,8 2-15-15,6-1-8 16,1 0 2-16,0-4-2 16,20-4 1-16,5-5 0 15,8-4-2-15,6-7 1 16,0-6 1-16,0-1-1 15,-6-8 1-15,-7 0 0 16,-7 0 1-16,-9-10 1 16,-7-4 3-16,-3-2-2 15,0-3-2-15,-19 2 2 16,-4 2-6-16,-3 6 3 16,-6 2-1-16,-1 7-4 15,-2 0 2-15,0 0-29 16,1 5-54-16,3 6-103 15,4 0-153-15,4-1-361 16</inkml:trace>
  <inkml:trace contextRef="#ctx0" brushRef="#br0" timeOffset="53104.63">26530 1156 316 0,'19'0'59'0,"10"-7"39"16,10-7 11-16,14-4-9 15,17-3-20-15,16-8-32 16,14-2 2-16,14-6 3 16,4-4 1-16,5 0-13 15,-3-1-18-15,-7 2-14 16,-8 4 1-16,-14 4-5 16,-14 5-1-16,-18 7-4 15,-16 6 2-15,-15 5-1 16,-13 2-5-16,-10 2-36 15,-5 5-57-15,0 0-27 16,-3 0-72-16,-6 0-221 16</inkml:trace>
  <inkml:trace contextRef="#ctx0" brushRef="#br0" timeOffset="54284.69">29024 562 489 0,'0'0'39'0,"0"0"7"16,0 0 42-16,-69 104-8 0,50-53-25 15,2 9-8-15,5 5-8 16,4 6-19-16,8 0-11 16,5 0-4-16,21-9-4 15,18-2 4-15,10-8-2 16,13-9 0-16,11-5-5 16,10-9 5-16,6-7-3 15,6-12 0-15,8-8-4 16,3-2 2-16,-3-11 2 15,-3-18 0-15,-6-5-1 16,-10-8 3-16,-12-5 3 16,-15-2 26-16,-13-6 30 15,-11-7 13-15,-14-2-9 16,-12-4-21-16,-12-2-7 16,-9-2-6-16,-27 1-18 15,-16 2 1-15,-14 9-1 16,-17 5-1-16,-12 7-11 15,-16 13 0-15,-13 12-1 16,-8 13-7-16,-2 10-14 16,3 7-3-16,12 23-26 15,14 14-36-15,25 10-48 16,18 9-69-16,22 8-121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7:13:12.26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6604 4082 166 0,'0'-3'29'0,"0"2"4"16,3-2-11-16,-3 2-1 15,0 0-5-15,1-2-2 16,-1-1 2-16,0 1 25 16,2-1 5-16,-2 0 3 15,0 1 22-15,0 1-9 16,1 0 4-16,-1 1 2 15,0 1 0-15,0 0-7 16,0 0-4-16,0 0-11 16,0 0-12-16,0 0-4 15,0 0-14-15,1 3 24 16,4 12-34-16,-1 5 36 16,2 10 23-16,0 5-30 15,1 4 4-15,-3 3-5 16,1 2-10-16,-1-5-2 15,0-2-5-15,-1-6-2 16,0-3 9-16,0-5-15 16,1-6-7-16,-2-6 0 15,-1-2-2-15,-1-2-3 16,0-5-15-16,0 0-23 16,0-2-30-16,0 0-33 15,0-7-88-15,-4-6-157 16,-8-2-231-16</inkml:trace>
  <inkml:trace contextRef="#ctx0" brushRef="#br0" timeOffset="546.08">6579 4063 733 0,'0'0'83'15,"0"0"17"-15,0 0-20 16,61-87-22-16,-39 68-2 16,1 4-32-16,0 4-10 15,-4 4-1-15,0 7-9 16,-1 0-11-16,-5 6 11 15,0 11 5-15,-1 4 8 16,-6 6 2-16,-5 3 1 16,-1 4-9-16,0-1-5 15,-1 0-1-15,-8-3-3 16,-4-4 1-16,6-3-1 16,1-7-2-16,-1-5-3 15,4-3 0-15,1-4 0 16,2-2-1-16,0 0 0 15,0-2-6-15,0 5-5 16,0-1 11-16,8 1 7 16,2 2 0-16,1 4-1 15,2-2-1-15,0 2 2 16,2 0-1-16,-2 2 10 16,2 0-4-16,-1-1 3 15,1-1-2-15,-1 0-5 16,-4 1-3-16,0-6 0 15,0-1-6-15,-3-3-37 0,-2-2-66 16,3 0-94 0,-7 0-97-16</inkml:trace>
  <inkml:trace contextRef="#ctx0" brushRef="#br0" timeOffset="1214.33">7221 4291 569 0,'0'0'100'0,"0"0"35"15,0 0-53-15,0 0-7 16,0 0-27-16,0-63-25 16,-3 51-17-16,-4 2 2 15,-1 2 1-15,-1 2 0 16,-2 3-1-16,1 3-15 16,-4 0 1-16,1 0 0 15,-2 15-3-15,-1 5 2 0,2 2-1 16,2 3 8-1,4-1-1-15,3-5 2 16,4 1-2-16,1-6 1 0,0 1-1 16,0-8 1-16,4 0 0 15,8-2 1 1,1-5 5-16,3 0-3 0,1 0-2 16,-1 0 0-16,0-13-1 15,0-3 0-15,-1 2 0 16,-4-2-2-16,-1-2-1 15,0 1 1-15,-4 4 1 16,-2 3-1-16,-3 5 1 16,-1 1 1-16,2 4 1 15,-2 0-5-15,0 0 1 16,0 13-9-16,0 3 16 16,0 4 3-16,3 2 2 15,1-3 2-15,3 1 0 16,2-4 8-16,1-3-2 15,3-2-10-15,-1-2-5 16,2-3 0-16,2-2-11 16,-2-4-37-16,1 0-44 15,-2 0-47-15,0-10-64 16,-3-4-308-16</inkml:trace>
  <inkml:trace contextRef="#ctx0" brushRef="#br0" timeOffset="1491.87">7420 3995 574 0,'0'0'103'16,"0"0"0"-16,32 90-1 15,-21-54-27-15,4-2-17 16,-4 0-19-16,1-3-22 16,-2-1-10-16,-4-3-6 15,0-2 0-15,-3-3-17 16,-3-4-49-16,1-1-61 16,-1-9-46-16,0-1-89 15,0-6-145-15</inkml:trace>
  <inkml:trace contextRef="#ctx0" brushRef="#br0" timeOffset="1745.22">7293 4150 821 0,'0'0'83'16,"0"0"63"-16,77-25-92 15,-44 17-28-15,-1 5-17 16,-1-1-8-16,-2 1-20 16,-3 3-70-16,-4 0-102 15,-6 0-70-15,-1 3-115 0</inkml:trace>
  <inkml:trace contextRef="#ctx0" brushRef="#br0" timeOffset="1906.08">7632 4224 621 0,'0'0'193'15,"0"0"-8"-15,0 0-35 16,22 71-33-16,-16-56-30 16,-2-1-43-16,0-2-27 15,1-2-10-15,-4-5-4 16,-1-3-27-16,0-2-67 15,0 0-125-15,0-11-262 16</inkml:trace>
  <inkml:trace contextRef="#ctx0" brushRef="#br0" timeOffset="2050.11">7683 4034 325 0,'0'0'-115'0,"0"0"-82"16</inkml:trace>
  <inkml:trace contextRef="#ctx0" brushRef="#br0" timeOffset="2749.03">7921 4204 660 0,'0'0'33'16,"0"0"58"-16,0 0-44 0,0 0-9 16,0 0 0-16,-40 69-15 15,34-51-1-15,-1 0-1 16,1-2-8-16,3-1-3 15,2-3-7-15,1-1-2 16,0-4-2-16,0 0 1 16,1-2 4-16,8-5-2 15,1 0-5-15,1 0 6 16,1-7 1-16,-1-5 3 16,0-5-3-16,-3-2-2 15,-4-2-1-15,-1 0-10 16,-1 0-3-16,-2 3 6 15,0 2 2-15,0 2 1 16,0 4 2-16,0 4-1 16,1 3-1-16,2 3-2 15,3 0-10-15,1 0-3 16,3 8 25-16,3 7 33 16,3 0 4-16,-3 3 8 15,3 0 10-15,-1-2-14 16,-4-2-23-16,2-5 3 15,-4-1-1-15,0-3-15 16,2-5-5-16,-2 0-1 16,1 0 13-16,0-13 1 15,1-5-11-15,0-2-5 16,-3-3-3-16,-1 1-8 16,-1 0-6-16,0 2-1 15,1 8-1-15,-3-1-2 0,1 6 10 16,-1 4 2-1,2 3-2-15,-2 0-3 16,3 3 1-16,1 10 6 0,-1 3 9 16,0 3 6-16,6 0 2 15,-3 2-1-15,2-2-10 16,-1-2-1-16,1 1-2 16,-3-6-28-16,2-1-53 15,-5-4-174-15,1-4-174 16</inkml:trace>
  <inkml:trace contextRef="#ctx0" brushRef="#br0" timeOffset="3484.89">8564 4185 848 0,'0'0'115'0,"0"0"-17"16,0 0-40-16,0 0-13 15,1-35-6-15,-12 35-29 16,-5 0-18-16,0 5-24 16,-1 10-1-16,-1 3-5 15,2 2-1-15,5-3 5 16,2 3-3-16,6-5 18 15,3-4 0-15,0-2 9 16,0-5 11-16,10-1 9 16,5-3-6-16,2 0 12 0,-2-2 1 15,2-7-9 1,-3-1-4-16,-2 1-2 0,-4 1 1 16,-3 2-2-16,-4 4-5 15,1 0-1-15,-2 2-1 16,0 0-29-16,0 0-23 15,0 4 23-15,0 6 25 16,4 1 4-16,4 1 6 16,1 0 1-16,3-1 8 15,2-3 25-15,1-1-17 16,2-6 47-16,1-1-38 16,-1 0 25-16,2-6-7 15,1-12-18-15,0-4-2 16,-1-5-10-16,0-6 0 15,-5-1-1-15,-1-6-3 16,-7-3-6-16,-5-2-3 16,-1-1-5-16,-3 1-16 15,-14 1-4-15,0 6 14 16,-3 10 7-16,2 7-6 16,1 9 6-16,4 9 8 15,-2 3 4-15,7 11-4 16,0 14-8-16,2 10 21 15,6 8 9-15,0 5 2 16,0 4 14-16,9 2 4 16,6-3-19-16,4-3-10 15,-3-4-11-15,1-4-5 16,-1-6-7-16,1-6-106 16,-5-11-115-16,-4-6-120 15</inkml:trace>
  <inkml:trace contextRef="#ctx0" brushRef="#br0" timeOffset="3900.6">9006 4208 826 0,'0'0'107'16,"0"0"56"-16,0 0-93 16,10 75-22-16,-6-57-21 15,-1-1-20-15,-1-3-8 16,-2-3-48-16,0-4-91 15,0-6-141-15,0-1-372 16</inkml:trace>
  <inkml:trace contextRef="#ctx0" brushRef="#br0" timeOffset="4069.17">8948 4018 998 0,'0'0'9'0,"0"0"4"0,0 0-28 16,0 0-51-16,0 0-55 15,0 0-154-15</inkml:trace>
  <inkml:trace contextRef="#ctx0" brushRef="#br0" timeOffset="4438.01">9124 4150 689 0,'0'0'124'0,"0"0"9"15,0 0-64-15,0 0 0 16,85-17-22-16,-71 17-32 15,-3 0-12-15,-7 9 2 16,-1 5-4-16,-3 3 1 16,0-1 1-16,0 7 1 15,0-1-2-15,0 0-1 16,-4 1-1-16,4-3 0 16,0-2 0-16,0-3 0 15,0-1 0-15,11-4 0 0,2-3 0 16,2 0 0-1,2-6 0-15,-1-1-8 0,0 0-27 16,-2 0-52-16,-2-8-133 16,-6-5-228-16</inkml:trace>
  <inkml:trace contextRef="#ctx0" brushRef="#br0" timeOffset="4607.75">9147 4249 687 0,'0'0'62'0,"0"0"2"16,0 0-60-16,100-22-21 16,-77 12-131-16,-4 1-339 15</inkml:trace>
  <inkml:trace contextRef="#ctx0" brushRef="#br0" timeOffset="5403.48">9516 4303 506 0,'0'0'86'16,"0"0"26"-16,0 0-28 15,0 0 22-15,0 0 12 16,40-19-27-16,-34 11-40 15,1 0-17-15,0 0-6 16,-2 0-4-16,-3-1-7 16,0 1-3-16,-2 1-3 15,0-1-6-15,0 2-1 16,0-3-3-16,0 2 0 0,-6 1 8 16,-1-1-4-16,-3 3-1 15,1 1-2-15,-1 3-1 16,0 0-1-16,-3 0 0 15,1 10-4 1,-1 6 1-16,2 4 3 0,5 3-1 16,3 2 3-16,3-2 0 15,0 2 3-15,6-5 1 16,11-1 0-16,6-8 0 16,5 1-6-16,4-9-1 15,1-3-3-15,3 0-27 16,1 0-62-16,-4-10-125 15,-4-2-263-15</inkml:trace>
  <inkml:trace contextRef="#ctx0" brushRef="#br0" timeOffset="5979.37">10040 4373 839 0,'0'0'35'16,"0"0"122"-16,0 0-43 16,0 0-24-16,0 0-35 15,7-62-28-15,-5 34-19 16,-1-8-3-16,-1-2-4 15,0-2 2-15,0 0-3 16,0-1 0-16,0 4-2 0,-3 4 0 16,-1 10 1-1,1 4-1-15,0 8-2 0,1 6 3 16,2 5-11-16,0 0-5 16,0 4-4-16,0 12 10 15,9 6 13-15,5 3 6 16,4-1 15-16,3 3 12 15,4-3-4-15,0 1-4 16,1-2-7-16,1-4-3 16,-2-3 4-16,-4-3-1 15,-2-3-6-15,-3-4-7 16,-6-4-1-16,0-2 2 16,0 0 2-16,-5-2 16 15,2-15-2-15,-3-3-8 16,2-7-8-16,-5-2-5 15,-1 1-2-15,0 1-1 16,0 3-7-16,-1 2-4 16,-8 3-11-16,2 5-10 15,0 2-4-15,1 3-10 16,0 6-32-16,1 3-64 16,0 0-98-16,1 0-114 15</inkml:trace>
  <inkml:trace contextRef="#ctx0" brushRef="#br0" timeOffset="6491.39">10476 4150 635 0,'0'0'66'0,"0"0"89"16,0 0-46-16,0 0-23 15,0 0-24-15,29 80-19 16,-23-65-8-16,2 0-8 16,-1-3 2-16,4-1-9 15,-3-6-5-15,4 2-2 16,-3-6 1-16,-1-1-7 15,2 0 0-15,-3 0 1 16,1-8 5-16,-2-5-4 16,0-6-5-16,-1-2-2 15,-1 1 0-15,-1 0-1 16,-1 2-1-16,-1 6-1 16,-1 0 1-16,0 7 1 15,0 3-2-15,0 2 1 16,2 0-4-16,1 0-6 15,-1 9 2-15,3 5 10 16,3 2 0-16,0 1 0 16,-1 1-1-16,0 0 1 15,2-3-2-15,-2-3-1 16,3-2-26-16,0-5-43 16,0-3-34-16,-1-2-77 15,0 0-63-15,-1-5-168 16</inkml:trace>
  <inkml:trace contextRef="#ctx0" brushRef="#br0" timeOffset="7037.72">10799 4200 513 0,'0'0'174'0,"0"0"-13"0,0 0-20 15,0 0 1-15,42 71-32 16,-31-59-38-16,-3-4-22 15,-1-1-15-15,-4-4-14 16,0-3-7-16,-1 0-5 16,1 0 1-16,-2-2 12 15,2-13-7-15,0-3-15 16,1-2-11-16,-3-2-16 16,1-1-13-16,-2 3-4 15,0 5-2-15,0 4 4 16,0 6 8-16,0 1 19 15,1 4 11-15,1 0-13 16,1 7 7-16,0 6 32 16,1 2-1-16,0-1 6 15,2-1 8-15,0-4-6 16,-1 1-10-16,1-4-6 16,2-4-6-16,-1-2 1 15,4 0 4-15,1-2-2 16,4-11-5-16,-2-3-4 15,2-3-6-15,-1 0-7 16,-3 3-3-16,-1 1 4 16,-4 7 7-16,0 2 0 0,-4 4 1 15,0 2-3 1,-2 0-7-16,2 8 16 16,0 6 3-16,0 1 5 0,4 3-1 15,-1 1-4 1,2-3-4-16,1 0-1 0,0-2-8 15,-6-4-68-15,-3-3-176 16,0-6-202 0</inkml:trace>
  <inkml:trace contextRef="#ctx0" brushRef="#br0" timeOffset="8055.08">11299 4247 493 0,'0'0'92'0,"0"0"81"0,0 0-67 15,0 0-3-15,29-16-2 16,-20 9-36-16,0 2-21 16,-3-2-3-16,0-1 1 15,0-3-8-15,-1 3-9 16,-4-4-12-16,2 1-8 15,-3-1-2-15,0 0-1 16,0 3 0-16,0 1-1 16,0 4 1-16,-3 0-1 15,-4 2-1-15,-5 2-1 16,-1 0-5-16,-1 2-3 16,-2 10-3-16,0 4 8 15,-1 3 1-15,2 2 0 16,5-1 0-16,3 3-1 15,4-4-5-15,3 1-6 16,0-4 1-16,1-4 4 16,13-2 7-16,3-4 0 15,3-3 6-15,0-3 0 16,6 0 0-16,0 0 5 16,0-9-5-16,0-3-1 15,-3-1-2-15,2 1-1 16,-5 1-2-16,0 1 1 15,-5 4-2-15,-2 4 2 16,-2 1-1-16,-2 1-3 16,-2 0 1-16,2 4 5 15,-5 5 8-15,0 4-1 0,-1 2 4 16,-3-3 4-16,0 0 4 16,0-4 6-16,0 0-2 15,0-3-4-15,0-2-2 16,0-3 1-16,0 0 17 15,-3 0 0-15,-1-9-15 16,1-6-16-16,-1-4-3 16,-2-1-3-16,3-3-5 15,3 0-1-15,0 2 2 16,0 5-3-16,0-1-4 16,3 7 1-16,7 0-1 15,0 3-3-15,-1 1-8 16,2 0-10-16,0 2-9 15,0 1-13-15,-1-2-39 16,-1-2-81-16,0 3-83 16,-3-5-130-16</inkml:trace>
  <inkml:trace contextRef="#ctx0" brushRef="#br0" timeOffset="8757.7">11888 4129 612 0,'0'0'153'0,"0"0"-24"15,0 0-23-15,0 0-33 16,-20-14-40-16,3 14-20 16,-3 2-7-16,-2 12-4 15,2 5-1-15,1-3-2 16,4 3 1-16,4 0-2 16,5-4 2-16,5-3-1 15,1-4-2-15,0-1 5 16,0-3 5-16,10-2 0 15,4-2 2-15,2 0 5 16,3-5 2-16,1-7-8 16,-2-2-3-16,-1-1-2 15,-3 1-3-15,-2-1-1 16,-5 4-1-16,0 1 0 16,-4 4-1-16,-1 2 0 15,-1 4-6-15,-1 0-8 16,3 0-15-16,1 9 5 15,3 5 30-15,1 2 2 0,2 0 4 16,6 0 7 0,-2 0 14-16,3-4-8 0,1-1-4 15,-1-6-3-15,0-2-10 16,1-3-3-16,-4 0-22 16,1-8-34-16,-5-7-70 15,0-5-116-15,-4-4-161 16</inkml:trace>
  <inkml:trace contextRef="#ctx0" brushRef="#br0" timeOffset="8989.16">12059 3892 815 0,'0'0'25'0,"0"0"112"15,45 107 20-15,-22-64-34 16,-3-3-43-16,2-1-46 16,-5-4-20-16,-4-6-10 15,-6-2-1-15,-1-8-11 16,-5-3-23-16,-1-8-47 16,0-8-80-16,-16 0-136 15,-4-5-293-15</inkml:trace>
  <inkml:trace contextRef="#ctx0" brushRef="#br0" timeOffset="9162.89">11966 4042 896 0,'0'0'102'0,"0"0"45"15,77-19-89-15,-48 13-26 0,-2 3-28 16,-2 3-2-16,-6 0-48 15,-2 0-99-15,-5 0-149 16,-3 6-174-16</inkml:trace>
  <inkml:trace contextRef="#ctx0" brushRef="#br0" timeOffset="9855.17">12356 4140 650 0,'0'0'42'15,"0"0"80"-15,0 0-39 16,0 0-23-16,0 76-30 15,0-61-19-15,0 1-7 16,0-2-3-16,0-3 4 16,6-4 13-16,3-2 0 15,-1-4-4-15,-2-1 1 16,0 0-10-16,1-5-5 16,-3-6-6-16,-1-5-12 15,-3-2-14-15,0-1-15 16,0-2 8-16,0 0-2 15,0 2 7-15,0 1-9 16,0 6 33-16,0 2 8 16,0 5-2-16,9 1-4 0,7 4 2 15,-2 0 9-15,5 0 14 16,0 3 12-16,3 9 20 16,-1 0 8-16,1 5 24 15,-2-2 14-15,-1 2-11 16,-2-3-3-16,-5-1-18 15,-4-2-34-15,-2-4 2 16,-3-3-2-16,-3-2-1 16,0-2 5-16,0 0-2 15,0 0 5-15,-1-9-25 16,-5-5-3-16,0-4-5 16,5-4-4-16,1-2-4 15,0-1-2-15,0 2-2 16,5 0 0-16,7 3-1 15,5 4 4-15,1 2-2 16,3 2-2-16,4 1-3 16,1 1-9-16,0 5-18 15,0-2-27-15,2 3-74 16,-3 0-52-16,-5 3-162 16,-3-1-270-16</inkml:trace>
  <inkml:trace contextRef="#ctx0" brushRef="#br0" timeOffset="10622.14">13285 3773 780 0,'0'0'117'0,"0"0"30"0,0 0-61 16,-48 60 0-16,27-24-15 15,-1 4-27-15,9 7-12 16,3 2-8-16,7-1-4 16,3 5-1-16,0-7 0 15,13 2-7-15,10-7-8 16,4-6-2-16,4-6-5 16,3-7-28-16,1-10-46 15,-2-9-111-15,-4-3-225 16</inkml:trace>
  <inkml:trace contextRef="#ctx0" brushRef="#br0" timeOffset="12400.31">13582 4089 403 0,'0'0'114'16,"0"0"59"-16,0 0-71 15,23-50-52-15,-20 34 4 16,-3-4-13-16,0 0-4 16,0-3-12-16,0 1 5 15,-1 0-5-15,-10 4-11 16,0 4-1-16,0 4-5 16,-4 5-12-16,4 5-15 15,1 0-1-15,0 5 5 16,2 13 8-16,5 7-1 15,3 7 4-15,0 7 2 16,8 3 5-16,10 6 9 16,3-3 13-16,3 1 12 15,1-3 20-15,-1-3 6 16,-3-3-2-16,-6-2-15 16,-6-6 0-16,-6 0-10 15,-3-5-7-15,0-3 0 16,-7-6-5-16,-8-1-10 15,0-4-2-15,-3-6-4 0,1-1-3 16,2-3 2-16,2 0 0 16,3-14-3-16,6-4-1 15,1-6-7-15,3-4-1 16,0-2-2-16,12-5-6 16,6 2-2-16,1 2-4 15,3 2 3 1,-5 4 1-16,2 4 6 0,-3 9 6 15,-6 1 1-15,-1 6 2 16,-1 5-2-16,1 0-5 16,0 2 6-16,-1 12 10 15,5 2 4-15,-1 7-2 16,0-2-1-16,-1 2-1 16,-2-4-4-16,-2-3-7 15,0-1 5-15,-4-6-8 16,-3-1-32-16,0-8-58 15,0 0-122-15,0-3-159 16</inkml:trace>
  <inkml:trace contextRef="#ctx0" brushRef="#br0" timeOffset="13362.96">13796 4014 1012 0,'0'0'87'0,"0"0"-44"16,0 0-45-16,0 0-19 16,10 14-10-16,-5 2-23 15,3 3-48-15,4 1-24 16,4 3 35-16,-2 0 56 16,5 0 35-16,0-1 3 0,1 0 25 15,-1-4 50-15,-5-2 40 16,2-3 13-16,-6-4-29 15,-3-4-13-15,-4-2-20 16,0-2-14-16,-1-1-14 16,-1 0 0-16,3-1-6 15,1-12-4-15,0-3-24 16,3-1-5-16,1-1-4 16,-1 0-3-16,-2 6-4 15,3 2-1-15,-5 4 0 16,0 2-3-16,0 4 0 15,1 0 1-15,1 0-6 16,-1 4-4-16,3 5 6 16,2 3-2-16,0 0-3 15,2 1-11-15,0-1-25 16,3-3-21-16,4-1-17 16,0-2-14-16,1-2 26 15,3-4 10-15,-2 0 33 16,-2 0 22-16,3 0 11 15,-6-4 9-15,0-3-1 16,-5-3 22-16,-1 0 41 16,-3 1 17-16,-4-4-1 15,-1 1-12-15,-2-1-9 16,0 2-13-16,0-1-16 16,-6-1-14-16,-5 6-7 15,-4 0-5-15,-1 6-6 16,-1 1-9-16,0 0-9 0,-1 4-7 15,-1 11-7-15,5 2-14 16,0 3 3 0,5 0 0-16,4-1 22 0,5-3 12 15,0 0 7-15,0-4 6 16,14-4 7-16,6-1 18 16,1-6 24-16,3-1-3 15,0 0-2-15,1-8 1 16,-1-8-4-16,-3-7-12 15,-4-2-13-15,-4-5-6 16,-3-4 0-16,-9-3-10 16,-1-4 0-16,0-3-3 15,-10 0-11-15,-4-1-4 16,-6 5 0-16,1 6 2 16,0 8 10-16,0 10 2 15,3 9 3-15,1 7 4 16,1 2-3-16,3 20-7 15,2 9 9-15,5 7 17 16,4 3 5-16,0 7 10 16,0 2 2-16,13-3-12 15,4-4-22-15,3-6-3 16,5-5-31-16,0-8-56 16,-2-9-138-16,0-3-215 15</inkml:trace>
  <inkml:trace contextRef="#ctx0" brushRef="#br0" timeOffset="13896.86">14786 4137 697 0,'0'0'109'0,"0"0"52"15,0 0-63-15,0 4-49 16,-11 7-18-16,0 3 1 15,-1 1-7-15,4 1-12 16,-1 3-9-16,5-4-5 16,4 1 1-16,0 0 4 15,4-4 10-15,12-3 3 16,4-2 0-16,2-6-2 16,4-1-2-16,-2 0 0 15,2-5-3-15,-4-10 1 16,-5-1 6-16,-2-1-7 15,-7 2 5-15,-5-1-2 16,-3 1 2-16,0 0-1 16,-6 6-9-16,-9-3-2 15,-3 5-6-15,-3 3-6 16,-1 4-3-16,-2 0-8 16,2 0-11-16,0 9-21 15,2 2-26-15,5 1-29 16,4-1-54-16,1 0-31 15,8-3-108-15</inkml:trace>
  <inkml:trace contextRef="#ctx0" brushRef="#br0" timeOffset="14369.49">15022 4185 655 0,'0'0'144'16,"0"0"2"-16,0 0-38 15,0 0-28-15,2 72-43 16,1-61-17-16,0-2-13 16,5-2-1-16,4-2-2 15,1-3 8-15,4-2 6 16,1 0-13-16,2 0-5 15,-6-9-1-15,2-7 0 16,-4 2 2-16,-1-3 1 16,-7-2-1-16,1 4-1 15,-4 3 0-15,-1 0 0 16,0 5-2-16,0 3-1 16,0 4 4-16,0 0-1 15,0 0-4-15,0 3-7 0,0 9 5 16,0 3 7-1,3 1 2-15,3-1 5 0,1 0-1 16,5-1-4 0,-1-5-1-16,1 1-2 15,-1-5-12-15,1-2-25 0,-1-3-50 16,3 0-51 0,0 0-11-16,0-8-39 0,1-6-88 15,-1 0-43-15</inkml:trace>
  <inkml:trace contextRef="#ctx0" brushRef="#br0" timeOffset="14649.65">15438 4201 463 0,'0'0'135'0,"0"0"-45"16,0 0 11-16,0 0 40 16,0 0-11-16,22 78-33 15,-22-70-42-15,0-4-19 16,0-4 3-16,0 0-7 15,0 0 16-15,-3 0-18 16,-4-12-21-16,-2-3-5 16,2-6 2-16,1-1-2 15,2-2-4-15,-1 1-3 16,5-1-3-16,0 3-6 16,0 3-6-16,0 5-9 15,11 2-25-15,0-1-24 16,2 6-70-16,-1 0-107 15,1-4-127-15</inkml:trace>
  <inkml:trace contextRef="#ctx0" brushRef="#br0" timeOffset="15448.85">15870 3860 701 0,'0'0'150'0,"0"0"2"15,0 0-51-15,0 0-35 16,0 0-24-16,3 14-27 16,-3 10 5-16,0 6 6 15,0 6-11-15,0 1-2 16,0 1 0-16,6-3-1 16,7 0-6-16,5-7-1 15,4-2-3-15,6-6 1 16,2-3 1-16,0-8 1 15,2-3 0-15,-3-5-1 16,0-1 6-16,-5 0-1 16,-4-4-6-16,-3-6 6 15,-3-3-3-15,-7 1-1 16,-3 0 3-16,-1-3 2 0,-3-1-6 16,0-1 0-16,0 2-3 15,0 2 0-15,-3-1 0 16,-4 5 0-16,-4 2 0 15,1 1-1-15,-4 5 1 16,2 1-5-16,-4 0-1 16,0 7 0-16,1 7 3 15,1 1 0-15,7 3 3 16,4-3-6-16,3 5 7 16,0-4-3-16,9 0 7 15,11 0-1-15,6-4-3 16,2-1-3-16,6-3-6 15,-4-3-10-15,3 0-23 16,-2-5-32-16,-3 0-48 16,-1 0-51-16,-4 0-82 15,0-9-231-15</inkml:trace>
  <inkml:trace contextRef="#ctx0" brushRef="#br0" timeOffset="15801.97">16527 4039 624 0,'0'0'140'0,"0"0"-5"15,0 0-57-15,0 0-8 0,-33 27-24 16,25-11-22-16,2 0-4 15,3 3-8-15,3-1-3 16,0-1 7-16,0 0-5 16,3-5 4-16,8 0-1 15,5-4-2-15,-1-4-7 16,5-3 6-16,0-1-2 16,3 0-7-16,-4-6-21 15,4-9-26-15,-6-4-25 16,1-5-15-16,-1-1-30 15,-6-3 0-15,0-2-45 16,-4-5-61-16,-5-2 15 16,0 0 72-16</inkml:trace>
  <inkml:trace contextRef="#ctx0" brushRef="#br0" timeOffset="15993.35">16712 3817 190 0,'0'0'174'0,"0"0"12"15,0 0-116-15,0 0 0 16,0 0 51-16,-8 83-9 15,8-44 24-15,8 5-21 16,5 1-24-16,6-3-12 16,-3-2-29-16,2-6-18 15,-1-5-17-15,-3-7-11 16,-4-8-2-16,-3-6-15 16,-1-5-39-16,-6-3-50 15,0 0-87-15,-7-18-210 16</inkml:trace>
  <inkml:trace contextRef="#ctx0" brushRef="#br0" timeOffset="16951.39">16637 3988 772 0,'0'0'195'0,"0"0"-27"0,88 4-94 15,-58 6-10-15,-1 2-20 16,-4 2-24-16,-6 1-11 16,-3-2-5-16,-6 1-1 15,-2-2 0-15,-4-1-5 16,1 1 3-16,-1-3-3 16,-1-2 1-16,0-1-2 15,0 0-6-15,0-4 1 16,4 0 6-16,-1-2 0 15,0 0-9-15,4 0 4 16,-2-10 4-16,1 0-5 16,0-1 4-16,-5-3 3 15,2 4 2-15,-1 2-2 16,0 0 2-16,-2 2-1 16,0 5-1-16,0-2-2 15,1 3 3-15,-1 0-2 16,1 0 0-16,2 0 5 15,0 7 2-15,0 0 4 16,1 1 2-16,0 1 0 16,3-3-2-16,0 3 1 0,0-4 1 15,3-1-1 1,-3-1 0-16,2-2 10 0,-1-1 1 16,0 0-11-1,1 0-2-15,0-2-4 0,0-9-5 16,-1 2 1-1,1-2-2-15,-1-1-7 0,-3 5-4 16,-1-3-2-16,-3 4 4 16,-1 5 8-16,-1-2 2 15,-1 2 1-15,-1 1 0 16,0 0-3-16,2 0-3 16,1 0-5-16,2 0 0 15,1 5 10-15,3 4 1 16,2 2 0-16,2 0 0 15,0 0 1-15,3 0 1 16,0-1 8-16,3-3-2 16,-1-3 3-16,0 2 3 15,2-4-1-15,1-2-5 16,-2 0 2-16,0-2-6 16,-3-10 2-16,0-1 2 15,-4-6-7-15,-1 1 5 16,-4-4-5-16,-1-1 3 15,-3-2-3-15,-3 1-3 16,0 3 0-16,0 4-7 16,0 5 1-16,-9 7 3 15,-4 5-5-15,-1 0-11 16,-3 8 10-16,2 10 5 16,1 4 6-16,2 1 3 15,8 0 1-15,4 1 5 16,0 1 2-16,3-5-2 0,10 3-4 15,4-8-4 1,3-1-13-16,0-4-28 0,6-5-73 16,6-5-143-1,3 0-234-15</inkml:trace>
  <inkml:trace contextRef="#ctx0" brushRef="#br0" timeOffset="17819.93">17504 3619 381 0,'0'0'100'16,"0"0"51"-16,-6-17-36 15,6 15-6-15,0 2-14 16,3 0-48-16,12 0-9 15,10 12 35-15,5 10 6 16,8 7-15-16,4 7-10 16,1 4-11-16,-2 6-9 15,-4 2-1-15,-5-2-11 16,-9 2-4-16,-10-3-1 16,-7-2-2-16,-6-2-2 15,0-4-1-15,-10-1-3 16,-8-6-2-16,-2-4-2 15,2-3-5-15,1-7 0 16,3-1-20-16,4-7-26 0,1-3-37 16,2-5-43-16,6 0-100 15,1 0-196 1</inkml:trace>
  <inkml:trace contextRef="#ctx0" brushRef="#br0" timeOffset="23268.94">5779 4296 632 0,'0'-1'84'0,"0"1"29"16,0 0-8-16,0 0-32 16,0 0-25-16,0 0-12 15,9 6 11-15,1 4-10 16,1 6 2-16,0 0-8 16,-2 4 6-16,0-5-3 15,-1 3-9-15,-2-4 1 16,1-3-3-16,-3-1-6 15,3-7-3-15,-2 0 3 16,0-3-3-16,6-4 13 16,3-15 21-16,2-10-6 15,5-8-24-15,2-9-11 16,3-6-4-16,1-2-1 16,0 0-14-16,4 5-31 15,-1 7-21-15,3 6-31 16,-3 9-92-16,-2 7-155 15,-4 5-281-15</inkml:trace>
  <inkml:trace contextRef="#ctx0" brushRef="#br0" timeOffset="119039.58">7196 5341 365 0,'-4'0'124'0,"4"0"-20"15,-4 0-14-15,4 0-16 16,0 0-16-16,0 9-16 16,0 5 28-16,0 7 35 15,0-1-34-15,0 3-26 16,0-2-1-16,1-2-2 16,2-4-15-16,-2-3-6 15,0-4-6-15,-1-4-3 16,0-1-2-16,0-3 10 15,0 0 19-15,0-7 5 16,0-12-10-16,0-8-16 16,-5-6-12-16,2-6-5 15,0-8 2-15,2 0-3 16,1-1 1-16,0 1-1 16,0 4-4-16,3 4 3 15,4 7 1-15,0 6 0 16,-3 8 0-16,-1 7 0 15,0 5 0-15,2 6 0 16,-1 0-6-16,6 23-6 16,3 4 7-16,3 6 6 15,3 6 2-15,4-2 0 16,1 0 0-16,2-7-1 16,0-4-1-16,2-6 0 15,-2-6-1-15,0-3 2 16,-3-4-3-16,0-3 2 15,-7-4-4-15,-2 0 6 16,-5 0-5-16,-5 0 5 0,-2-11 3 16,-2-5 6-1,0-4-2-15,0-9-5 0,-3 0-3 16,-6-3-3 0,-1 4 1-16,1 1-2 0,-1 4-2 15,2 5-10-15,2 3-14 16,3 7-29-16,0 4-41 15,0 4-61-15,3 0-123 16,0 0-151-16</inkml:trace>
  <inkml:trace contextRef="#ctx0" brushRef="#br0" timeOffset="119492.12">7650 5267 521 0,'0'0'83'0,"0"0"3"16,0 0-2-16,0 0 16 15,15 83-54-15,-1-70 1 16,4-3 5-16,2-6 6 16,2-3-8-16,-2-1-1 15,2 0-4-15,-5-5-2 16,-2-9 0-16,-2-3-7 0,-7 0-11 16,1-3-6-1,-7-3-1-15,0 2 2 0,-4-2 0 16,-10 3-8-16,-3 1-3 15,0 4-6-15,-3 6-3 16,-1 6-3-16,-3 3-3 16,2 0-2-16,1 11-16 15,4 5-21-15,2 3-33 16,6 1-31-16,5-1-83 16,4-6-87-16,0-1-189 15</inkml:trace>
  <inkml:trace contextRef="#ctx0" brushRef="#br0" timeOffset="119783.14">7934 4946 761 0,'0'0'30'0,"0"0"98"15,7 88-3-15,-2-47-35 16,-1 2-34-16,0 0-36 16,2-2-15-16,0-5-1 15,0-4-2-15,-1-3-8 0,0-7-40 16,-2-5-49-16,-2-3-85 15,-1-6-72-15,0-4-266 16</inkml:trace>
  <inkml:trace contextRef="#ctx0" brushRef="#br0" timeOffset="120081.95">7800 5166 804 0,'0'0'96'0,"0"0"85"15,85-17-90-15,-47 14-17 16,3 2-16-16,-2 1-25 16,-2 0-23-16,-7 2-10 15,-6 11-2-15,-5 6 0 16,-3 1-1-16,-7 5 2 15,-3-1 0-15,-2 1 3 16,-4-3-3-16,0-4-8 16,0-4-31-16,0-7-44 15,0-3-98-15,-9-4-154 16,2 0-352-16</inkml:trace>
  <inkml:trace contextRef="#ctx0" brushRef="#br0" timeOffset="120227.73">8144 5017 884 0,'0'0'119'15,"0"0"-45"-15,0 0-70 16,0 0-23-16,0 0-120 16,0-3-50-16,0 18-100 0</inkml:trace>
  <inkml:trace contextRef="#ctx0" brushRef="#br0" timeOffset="120859.96">8364 5139 611 0,'0'0'138'0,"0"0"2"16,0 0-17-16,0 0-20 16,0 0-29-16,0 0-14 15,-4-11-17-15,-4 11-28 16,-3 3-13-16,-1 9-1 15,0 6 2-15,3 1-2 16,-1 4 2-16,6 1-4 16,4 0 4-16,0-1-1 15,7-2 2-15,10-2-2 16,6-4 4-16,5-2 5 16,3-3 3-16,1-6-5 0,0-4-1 15,-5 0-6 1,-2 0-1-16,-5-6 1 15,-4-7-5-15,-4-3 1 16,-6-3 2-16,2-1-3 0,-7-5 1 16,-1 0-1-16,0-1 2 15,0 3 1-15,0 3 0 16,-3 3-1-16,-5 6 1 16,1 4 5-16,-2 7-1 15,-1 0-4-15,0 0-4 16,0 17-2-16,0 4 6 15,3 4 0-15,4 2 2 16,3 1 1-16,0 0 3 16,3-4-5-16,14-1 0 15,5-3-3-15,7-2 0 16,4-4-21-16,7-6-72 16,6-6-176-16,5-2-142 15</inkml:trace>
  <inkml:trace contextRef="#ctx0" brushRef="#br0" timeOffset="121677.11">9279 5175 674 0,'0'0'40'0,"0"0"42"16,0 0-11-16,0 0-7 16,20 67-15-16,-16-46 22 15,5 2-45-15,-1-3-14 16,4-5 3-16,0-2-4 16,4-5-6-16,-2-2-3 15,2-4-3-15,1-2 1 16,2 0 3-16,-2-9 2 15,-2-3-1-15,-2-3-2 16,-3 0 0-16,-1 2-1 16,-5 4 0-16,-3 2 1 15,1 3 1-15,-2 1 0 16,1 3-3-16,3 0-4 16,2 0-5-16,2 3-2 15,2 6 12-15,4 2 3 16,2 1-2-16,1-4 2 0,5 0 4 15,-3-1 13-15,4-5 14 16,-3-2 4 0,-1 0-4-16,-2 0-7 0,-4-6 2 15,-4-9 0-15,-1-1-9 16,-6-5-7-16,-2-2-7 16,0-1-5-16,-2 1-1 15,-9 3-3-15,-1 1-7 16,-1 6-12-16,-1 3-20 15,1 4-52-15,0 6-83 16,1 0-114-16,4 0-237 16</inkml:trace>
  <inkml:trace contextRef="#ctx0" brushRef="#br0" timeOffset="122029.18">9884 5253 776 0,'0'0'89'0,"0"0"33"16,0 0-61-16,0 0 12 16,0 0-13-16,42-64-33 15,-42 51-14-15,0 0 1 16,0 0 2-16,-2 2-1 15,-6 3-12-15,-4 2-6 16,-1 5-5-16,-2 1-1 16,-2 0 0-16,3 15 3 15,-3 3 5-15,2 4-1 0,7 1 3 16,3 0-2-16,5 0 3 16,0-1-4-1,2 1 3-15,18-2-6 0,4-3 1 16,8 0-25-16,4-7-66 15,6 1-135-15,6-7-93 16</inkml:trace>
  <inkml:trace contextRef="#ctx0" brushRef="#br0" timeOffset="122468.28">10654 5109 655 0,'0'0'82'0,"0"0"39"0,0 0-46 15,0 0-50-15,-86 50-14 16,69-22 13-16,1 2 10 15,6 1-11-15,6-1-5 16,4-1-10-16,0-4-9 16,11-5-4-16,11-6-40 15,5-3-43-15,6-7-57 16,1-4-110-16,0 0-236 16</inkml:trace>
  <inkml:trace contextRef="#ctx0" brushRef="#br0" timeOffset="123266.82">10866 5166 578 0,'0'0'78'0,"0"0"16"16,0 0-66-16,0 0-23 15,-87 30-1-15,69-9-2 16,2 0 1-16,5 0-1 15,3-2-1-15,5-2 1 16,3-5 2-16,0 0 16 16,1-4-7-16,14-3 3 15,1-4 11-15,1-1 9 16,2 0 14-16,1-4-25 16,0-8-14-16,-5-3-7 15,-4 2-6-15,-4-3-4 16,-2 2-4-16,-4 3-7 15,-1 3 3-15,0 2-1 0,0 4 1 16,0 2 9-16,0 0-10 16,0 2-26-16,0 7 34 15,0 3 7-15,0 3 1 16,2-2 6 0,4 2 14-16,1-3 11 15,1-4 3-15,1-1 3 0,-2-3 4 16,3-4 12-16,0 0 7 15,4 0-3-15,1-6-18 16,-2-6-18-16,5-3-13 16,-4-3-7-16,-1 3 0 15,-1 0-4-15,-4 3-7 16,2 4-4-16,-5 3-4 16,-1 5 7-16,-1 0-1 15,0 4-8-15,3 9 13 16,-3 2 10-16,4 4 2 15,-3-4 4-15,3-2 3 16,-2-1 5-16,-1-5-4 16,2-1-3-16,-5-6-3 15,3 0 0-15,2 0 9 16,-1-4 22-16,0-9-11 16,5-6-24-16,-1-3-3 15,1-3-7-15,-1 1-9 16,1 0-3-16,-1 5-11 15,-3 6 8-15,-1 5 9 16,2 6 8-16,-4 2 0 16,-1 7-9-16,2 12 13 15,5 7 8-15,2 2 2 16,1 1 8-16,5-3 1 16,1-1-9-16,0-6-8 0,-3-6-3 15,-2-6-19-15,-5-7-125 16,-5 0-251-16</inkml:trace>
  <inkml:trace contextRef="#ctx0" brushRef="#br0" timeOffset="123436.85">11309 4895 1214 0,'0'0'49'0,"0"0"-30"16,0 0-30-16,0 0-60 16,0-8-124-16,0 8-175 15</inkml:trace>
  <inkml:trace contextRef="#ctx0" brushRef="#br0" timeOffset="123678.96">11576 4843 945 0,'0'0'181'0,"17"87"-54"16,-5-35-57-1,0 0-13-15,2 3-29 16,-2-5-16-16,-3-5-11 15,-1-5-2-15,-1-9-24 16,-5-7-49-16,-2-10-54 0,0-6-102 16,0-8-135-1</inkml:trace>
  <inkml:trace contextRef="#ctx0" brushRef="#br0" timeOffset="123858.43">11517 5085 1029 0,'0'0'136'0,"0"0"-56"15,82-29-69-15,-51 21-7 16,-1 0-9-16,-4-1-97 16,3-1-209-16,3 0-385 15</inkml:trace>
  <inkml:trace contextRef="#ctx0" brushRef="#br0" timeOffset="124680.18">12472 5344 712 0,'0'0'154'15,"33"70"3"-15,-20-37-67 16,-3-4 18-16,-3-4-38 15,-4-7-58-15,-3-5-7 16,0-7-4-16,0-6 2 16,0 0 7-16,-13-4 11 15,-4-16-17-15,2-7-5 16,-3-7-3-16,3-3-11 16,2-6-3-16,6-1 6 15,6-2-4-15,1 6-2 16,0 0 1-16,13 7 7 15,8 6 4-15,2 5 5 16,2 9 0-16,0 5 5 0,-1 7 3 16,-2 1 2-16,-5 1 6 15,0 13 8-15,-6 5-1 16,-7 4 5-16,-4 1 5 16,0 2-1-16,-7-1-6 15,-11-3-8-15,-5-1-8 16,-1-4-7-16,-2-6-6 15,0-3-24-15,2-7-51 16,4-1-85-16,2 0-156 16,6-13-213-16</inkml:trace>
  <inkml:trace contextRef="#ctx0" brushRef="#br0" timeOffset="125681.58">12680 4851 925 0,'0'0'22'0,"0"0"108"16,8 81-27-16,-5-38-38 16,2 3-11-16,1 3-20 15,3-4-17-15,-1-4-7 16,5-5-2-16,1-5-6 15,1-7-2-15,3-8 0 16,1-4 1-16,-1-5-5 16,0-7 4-16,-2 0 0 0,1 0-1 15,-3-8-2 1,-2-7 1-16,-1-1-1 0,-3-3 1 16,-2 1 2-16,1 0 0 15,-1 2 1 1,-2 4-1-16,-2 1 0 0,-1 5 0 15,-1 4 0-15,2 2-1 16,-2 0-8-16,0 5-6 16,0 9 13-16,0 2 2 15,0 3 3-15,1-4-2 16,2-1 0-16,4-2-1 16,-1-2-1-16,1-4 0 15,2-3-1-15,2-1 2 16,0-2 1-16,0 0 1 15,2 0 1-15,0-7 0 16,1-5-3-16,-2-2 3 16,0 0-5-16,-2 3-1 15,-4 1-2-15,-1 4 0 16,-3 2 2-16,-2 4-2 16,0 0-8-16,0 0-6 15,0 4-1-15,0 5 13 16,0 5 9-16,0 0-1 15,4 0-1-15,6-1 0 16,0-1-1-16,1-1-1 16,4-4 1-16,1-2 2 15,0-5 6-15,3 0 11 16,1 0 3-16,0-8 0 16,-1-9-7-16,1-2-3 15,-2-2-4-15,-5-4-2 16,-4-1-3-16,-4-1 1 15,-2 0-3-15,-3 0 0 16,0 3-15-16,0 4-15 0,-7 6 4 16,0 6 6-16,-2 7-10 15,-2 1-2-15,2 7 8 16,1 13 18-16,1 8 4 16,4 4 1-16,3 6-3 15,0 6 10-15,10 3 3 16,13 5 29-16,8 0 25 15,5 3 22-15,2-1-21 16,-1 1-18-16,-3-7 20 16,-6-3-6-16,-6-8-14 15,-9-8-12-15,-9-1-11 16,-4-9-5-16,-8-4-1 16,-18-7 5-16,-9-2-9 15,-4-6-9-15,-5 0-5 16,0-2-9-16,2-12-21 15,3-2-22-15,6 0-25 16,9-4-22-16,6-3-32 16,9 0-147-16,8-4-243 15</inkml:trace>
  <inkml:trace contextRef="#ctx0" brushRef="#br0" timeOffset="126297.83">13718 5224 791 0,'0'0'131'16,"0"0"85"-16,18 55-106 0,-14-39-47 15,-1-4-23 1,-2-1-28-16,1-2-9 15,-2-5-7-15,0-2-35 0,0-2-85 16,0 0-141-16,-2-12-263 16</inkml:trace>
  <inkml:trace contextRef="#ctx0" brushRef="#br0" timeOffset="126431.23">13727 5029 740 0,'0'0'19'15,"0"0"35"-15,0 0-55 16,0 0-70-16,0 0-112 16,0 0-309-16</inkml:trace>
  <inkml:trace contextRef="#ctx0" brushRef="#br0" timeOffset="126732.39">13894 5251 769 0,'0'0'205'16,"0"0"-14"-16,0 0-98 16,0 0-19-16,0 0-21 15,0 0-20-15,40 23-14 16,-31-34 3-16,2-9-11 16,0 1-9-16,5-2-8 15,-4 2-7-15,1 4-6 16,-5 6 1-16,3 3-1 15,-3 6 8-15,-1 0 6 0,4 0-2 16,-4 12 1-16,4 4 6 16,-1 1 2-16,5 2-2 15,-1-3-15-15,3 0-68 16,-1-9-121 0,5-1-238-16</inkml:trace>
  <inkml:trace contextRef="#ctx0" brushRef="#br0" timeOffset="127210.94">14698 5033 860 0,'0'0'109'16,"0"0"72"-16,0 0-60 15,0 0-48-15,77 0-20 16,-55 17-11-16,6 6-16 16,-2 3-9-16,0 0 2 0,-3 2-5 15,-3 1-7-15,0-5 0 16,-1 1-4-16,-6-6-1 15,0-4-1 1,-5-3-2-16,-2-3-13 0,-1-4-15 16,-2-4-26-16,0-1-44 15,-3 0-46-15,0-1-81 16,0-12-162-16</inkml:trace>
  <inkml:trace contextRef="#ctx0" brushRef="#br0" timeOffset="127421.02">14943 5066 816 0,'0'0'107'16,"0"0"62"-16,-72 100-83 15,47-63-31-15,1-2-32 16,5-3-14-16,2-4-9 15,6-8-18-15,5-5-81 16,5-3-114-16,1-11-162 16</inkml:trace>
  <inkml:trace contextRef="#ctx0" brushRef="#br0" timeOffset="127623">15186 5211 1036 0,'0'0'120'0,"0"0"27"15,0 0-107-15,0 0-30 16,0 0-7-16,0 0-15 16,62 0-81-16,-62-4-140 15,-9-4-377-15</inkml:trace>
  <inkml:trace contextRef="#ctx0" brushRef="#br0" timeOffset="127799.92">15109 5108 977 0,'0'0'102'15,"0"0"59"-15,0 0-138 16,81-2-20-16,-59 0-12 15,-4-1-82-15,-5-1-164 16,-2 0-309-16</inkml:trace>
  <inkml:trace contextRef="#ctx0" brushRef="#br0" timeOffset="128077.54">15518 5112 917 0,'0'0'211'16,"0"0"-63"-16,0 0-92 15,0 0-15-15,82 0-21 16,-70 0-16-16,-4-1-12 16,4-5-50-16,-8-2-75 15,2-4-124-15,0-3-191 16</inkml:trace>
  <inkml:trace contextRef="#ctx0" brushRef="#br0" timeOffset="128274.99">15745 5006 1037 0,'0'0'210'0,"17"83"-82"0,-6-37-46 16,4-2-39-16,-2-5-22 15,1-4-10-15,-2-6-9 16,-1-6-10-16,-2-11-49 15,-3-8-106-15,-3-4-301 16</inkml:trace>
  <inkml:trace contextRef="#ctx0" brushRef="#br0" timeOffset="129000.46">16679 4741 775 0,'0'0'148'0,"0"0"-13"0,-80 90-38 16,52-42-11-16,3 4-32 15,5-1-9-15,5 4-10 16,11 0-11-16,4-4-7 16,0-5-5-16,15-4-4 15,8-6-4-15,4-4-8 16,3-10-8-16,2-5-50 16,0-5-94-16,-3-10-143 15,-2-2-235 1</inkml:trace>
  <inkml:trace contextRef="#ctx0" brushRef="#br0" timeOffset="129534.47">17004 5166 790 0,'0'0'54'15,"0"0"46"-15,0 0-38 16,0 0 9-16,0 0-21 16,0 0-27-16,-91-66-17 15,62 70-6-15,-1 16 1 16,1 5-1-16,3 3 0 16,7 1 0-16,6-3-1 15,9-1 0-15,4-5-2 16,0-4 0-16,14-7 11 0,7-1 11 15,6-8 10 1,3 0 2-16,1-3-10 16,-1-15 9-16,0-8-7 0,-4-3-15 15,-4-9-7-15,-6-2 0 16,-6-7-3-16,-9-2-11 16,-1-1-7-16,0 3-13 15,-11 2 2-15,-5 9 6 16,-4 9 12-16,1 11 1 15,0 12-11-15,-1 4-7 16,4 14 19-16,3 14 7 16,6 9 3-16,7 5 11 15,0 4 18-15,7 2 28 16,13-1-3-16,3-2-15 16,3-4-22-16,0-4-13 15,2-6-3-15,-2-7-2 16,0-6-31-16,-3-5-96 15,-4-9-87-15,-2-4-112 16</inkml:trace>
  <inkml:trace contextRef="#ctx0" brushRef="#br0" timeOffset="130234.99">17229 5242 740 0,'0'0'152'15,"0"0"21"-15,0 0-86 16,0 0-20-16,45-70-17 16,-42 51-18-16,-3 1-16 15,0-2-10-15,0 1-7 0,-13 4-2 16,-3 3-5-16,0 3-3 16,-4 9-11-16,-2 0-14 15,5 10 14 1,0 9 15-16,5 6 1 0,2 3 3 15,9-1 4-15,1 0 0 16,0 0 1-16,12-7 2 16,4 0 3-16,3-5 3 15,4-5 5-15,0-5-4 16,2-5 5-16,1 0 0 16,0 0-8-16,0-15-3 15,-3-4-1-15,-3-2-3 16,-1 1-2-16,-6 1-4 15,-4-1-5-15,-2 7-3 16,-4 3-3-16,-2 4 8 16,-1 6 4-16,0 0-11 15,0 3-9-15,0 12 14 16,0 4 10-16,0 1 9 16,3 1 10-16,0-3 6 15,1-5 5-15,1-2 4 16,-1-3-5-16,3-7-4 15,-1-1 2-15,1 0-3 16,5-5 4-16,1-12-11 16,3-4-12-16,1-2-5 15,-4-2-1-15,1 3-4 16,-5 5-5-16,0 3 6 16,-6 7 2-16,1 6 1 15,-1 1-5-15,-2 0-7 16,2 12 5-16,3 6 7 0,-2 4 1 15,4 1 3-15,0-2 0 16,-1-1-2 0,1-2 0-16,-1-5-1 15,3-4-7-15,0-3-45 0,-1-6-34 16,5 0-83-16,-2 0-115 16,3-7-225-16</inkml:trace>
  <inkml:trace contextRef="#ctx0" brushRef="#br0" timeOffset="131085.03">17925 5085 965 0,'0'0'100'15,"0"0"-71"-15,0 0-5 16,0 0 4-16,-50 62-19 15,37-39-7-15,4 2-3 16,5-2 0-16,4-3 1 16,0-1-1-16,0-5-4 15,11-3-4-15,4-2 4 16,1-5 0-16,0-3 1 16,1-1 4-16,-4 0-2 15,-2-3-3-15,-2-8 4 16,-3-4 2-16,-2-1-9 15,-2-3-7-15,-2-2 9 16,0-1-7-16,0-1-18 16,-3 3-6-16,0 2-5 0,0 5 1 15,2 3 13 1,1 5 18-16,0 5 3 0,0 0 7 16,4 0 1-16,7 8 6 15,1 7 22-15,0 3 44 16,2 2-4-16,-1-1 9 15,1 0 3-15,-5-4-16 16,1-2-24-16,-3-6-2 16,-2-3-14-16,-3 0-2 15,0-4-1-15,2 0-1 16,1-6 9-16,1-7-10 16,0-4-17-16,0-5-3 15,0-1-9-15,-1 1-9 16,-1 2-4-16,2 2-2 15,-1 5 5-15,0 3-3 16,-1 6 8-16,2 4 5 16,0 0 2-16,0 4 1 15,2 10 4-15,-2-1 2 16,0 2 5-16,1-2 5 16,0-3 7-16,0-2-2 15,-1-2 2-15,3-3-3 16,1-3-7-16,0 0 1 15,2 0-1-15,2-10-4 16,2-3-2-16,0-3 0 16,-2 1-1-16,2 1-4 15,-3-1-1-15,0 4-3 16,-4 2 3-16,0 5 3 16,-4 4-1-16,2 0-1 15,-4 0 0-15,2 11 1 16,-1 6 0-16,-1 2 7 15,3 2 1-15,1 3 1 0,4-1-7 16,4 1-3 0,7-2-1-16,6 0-95 0,9-5-91 15,6-3-117-15,6-6-171 16</inkml:trace>
  <inkml:trace contextRef="#ctx0" brushRef="#br0" timeOffset="131500.7">18682 5075 946 0,'0'0'170'0,"0"0"-39"0,16 75-58 15,-10-49-25-15,-5-3-23 16,-1-5-17-16,0-1-7 16,0-5-15-16,-1-5-73 15,-8-7-129-15,0 0-186 16</inkml:trace>
  <inkml:trace contextRef="#ctx0" brushRef="#br0" timeOffset="132557.95">18671 4939 956 0,'0'0'29'0,"0"0"52"15,0 0-62-15,0 0-20 16,0 0-29-16,0 0-88 15,0 0-17-15,0 17-103 16,7 4-108-16,6 1 254 16,4 0 45-16,6 3 42 15,2 2 35-15,2-4 39 16,0 1 57-16,-2-3 84 16,-5-2 12-16,-4-7-22 15,-4-1-24-15,-6-6-48 16,-2-1-41-16,-1-4-25 15,-2 0-20-15,2 0-14 16,0 0-10-16,4-9-4 16,2-4-8-16,2-4-6 15,1-1-6-15,0 1-11 16,-1 0-5-16,1 5 2 16,2 4-5-16,-5 2-1 15,2 4 2-15,1 2 6 16,1 0 3-16,-3 5 10 15,3 9 0-15,-3 2 3 0,3 3 1 16,0-3 0 0,3 1-1-16,0-2-11 0,1-3-41 15,4-4-27-15,0-4 8 16,2-2 20-16,-2-2-21 16,0 0 1-16,-1-5 27 15,-4-5 40-15,0-4 9 16,-4-1 18-16,-1-1 30 15,-5-2 19-15,-2-1 11 16,-4 0-17-16,0 0-19 16,0 3-12-16,0 0-12 15,-6 3-13-15,-6 6-9 16,-3 4-11-16,-1 3-28 16,2 0-9-16,-2 8 3 15,4 6 5-15,2 3 10 16,3-1 10-16,3 0 13 15,2-2-3-15,2-2-8 16,0-1 4-16,0-5 7 16,6 0 8-16,5 0 6 15,1-2 0-15,-2 0 5 16,5 0 16-16,-4 3 4 16,3-2-13-16,-2 2-11 15,2 0-1-15,0-2-5 16,-3-1 6-16,4 0 19 15,-4-1-9-15,5-3-1 16,-3 0-1-16,0 0 14 0,0 0 4 16,0-11-11-16,0-4-7 15,-3-5-9 1,-1-5-4-16,-1-3-1 0,-3-8-1 16,-4-3 1-16,-1-4-12 15,0-1-22-15,0-2-3 16,0 4-3-1,-3 6 2-15,-3 9 5 0,-2 8 18 16,1 12-14-16,-2 7-11 16,2 4 22-16,-2 21 10 15,5 9 12-15,4 10 29 16,0 6 17-16,0 6 4 16,16-1 11-16,4 1 10 15,3-8-18-15,2-4-21 16,-1-7-20-16,-5-9-12 15,-2-9-4-15,-8-5-6 16,-8-8-40-16,-1-6-83 16,-1-3-97-16,-18-17-340 15</inkml:trace>
  <inkml:trace contextRef="#ctx0" brushRef="#br0" timeOffset="132728.53">19265 4938 920 0,'0'0'72'0,"0"0"51"16,103-20-48-16,-61 19-21 15,1 1-38-15,-5 0-16 16,-5 0-60-16,-3 1-125 0,-7 8-108 16,-5 0-176-1</inkml:trace>
  <inkml:trace contextRef="#ctx0" brushRef="#br0" timeOffset="133287.47">19725 5092 782 0,'0'0'8'0,"0"0"25"15,0 0 0-15,-26 69 18 16,14-47-13-16,5 0-29 15,1-3-6-15,2-5-1 16,2 0-3-16,2-3 0 16,0-8 0-16,0-3 0 15,6 0-4-15,4 0 1 16,3-5 3-16,-3-10 4 16,1-4 1-16,-4-3-4 15,1-6 1-15,-2 1 0 16,0 0-1-16,-3 1-1 15,0 7 2-15,1 5-2 16,2 6 1-16,-2 5-2 16,1 3-5-16,0 3 0 15,1 12 9-15,1 6 24 16,2 2 32-16,-2 3 20 16,2-1 10-16,2 0-4 15,0-6-9-15,-4-2-19 16,3-6-9-16,-4-2-4 15,-2-5-6-15,-1-4-4 16,1 0-3-16,4 0 7 0,1-15 7 16,2-6-26-1,0-6-13-15,5-4-3 0,-3-1-1 16,0 3-1 0,-1 2-4-16,-3 3-12 0,-3 6-11 15,0 5-17-15,-4 1-20 16,-2 6-28-16,0-1-75 15,0 0-135-15,-2 0-173 16</inkml:trace>
  <inkml:trace contextRef="#ctx0" brushRef="#br0" timeOffset="133665.09">20561 5139 1016 0,'0'0'215'0,"0"0"-111"16,84 0-46-1,-57-2-21-15,-5 0-23 0,-8 0-11 16,-1-2-7-16,-5 0-39 15,-8-1-86-15,0-3-165 16,-8 0-309-16</inkml:trace>
  <inkml:trace contextRef="#ctx0" brushRef="#br0" timeOffset="133838.28">20565 5041 877 0,'0'0'156'0,"0"0"-50"16,0 0-47-16,87-3-31 16,-61 2-24-16,2-3-12 15,-3-2-109-15,0-3-181 16,-4-2-393-16</inkml:trace>
  <inkml:trace contextRef="#ctx0" brushRef="#br0" timeOffset="134493.47">21233 4950 678 0,'0'0'140'0,"0"0"-26"16,0 0-38-16,-61 88-18 16,57-60-5-16,4 2-12 15,0-8-4-15,20-1 0 16,6-4 3-16,5-7-4 16,6-3 6-16,0-5-13 15,0-2-12-15,-6 0-2 16,-2-5-1-16,-7-6-2 15,-8-6-2-15,-10-2 4 16,-4-4-1-16,0-2-9 16,-17 0 0-16,-7 0-6 15,-7 5-4-15,-3 1 0 16,-5 7-10-16,-1 4-22 16,0 5-57-16,4 3-77 0,1 0-134 15,8 0-267 1</inkml:trace>
  <inkml:trace contextRef="#ctx0" brushRef="#br0" timeOffset="135084.03">22171 4887 827 0,'0'0'89'0,"0"0"109"16,0 0-52-16,76 64-38 16,-45-37-25-16,3 2-33 15,-2 0-17-15,-4-4-8 16,-3-1-15-16,-5-7-6 15,-6-3-3-15,-2-2 0 16,-5-5-15-16,-3-3-31 16,-2-4-30-16,-2 0-71 15,0 0-73-15,0-15-119 16,0-5-383-16</inkml:trace>
  <inkml:trace contextRef="#ctx0" brushRef="#br0" timeOffset="135277.72">22434 4925 703 0,'0'0'112'15,"0"0"86"-15,-94 93-67 16,58-57-35-16,3 2-55 16,1-6-27-16,8-5-8 15,6-3-9-15,5-11-21 16,8-5-109-16,5-8-85 15,0 0-122-15,8-10-176 16</inkml:trace>
  <inkml:trace contextRef="#ctx0" brushRef="#br0" timeOffset="135623">22369 4450 835 0,'0'0'52'0,"0"0"31"16,0 0 39-16,97 91 12 15,-46-37-46-15,3 6-19 16,-2 8-19-16,-2 5-18 15,-9 1-7-15,-12 2-3 16,-13-1-4-16,-14-7 4 16,-2-10-5-16,-20-3-3 15,-14-10-9-15,-5-6-4 16,-6-8-25-16,-4-8-32 16,-6-4-96-16,-1-8-232 15,-1-4-542-15</inkml:trace>
  <inkml:trace contextRef="#ctx0" brushRef="#br0" timeOffset="137679.23">7135 6478 684 0,'0'0'52'16,"6"-60"79"-16,-3 25-61 15,-1-6-8-15,-2-1-12 16,0-4-26-16,-3 2-10 16,-9-1-3-16,-5 4 0 15,0 6-5-15,1 9-4 16,0 5 0-16,1 10-3 16,0 7 0-16,4 4-3 15,1 8-3-15,3 17 8 16,1 7-3-16,6 10 1 15,0 7 4-15,2 5 1 16,15 1 8-16,-1-4 1 16,6-3 1-16,-2-3 1 15,-1-8-2-15,2-8-1 16,-2-8 2-16,-3-7 16 16,-2-6-23-16,-1-7-4 0,0-1 1 15,-1-1 0-15,1-15-2 16,0-3-2-16,0-3-4 15,0-1-5-15,1 1-1 16,0 4 3-16,-3 4 5 16,-1 6 2-16,1 7-3 15,-3 1-1-15,0 0-2 16,0 13 3-16,-1 6 5 16,0 1 2-16,-1 0 5 15,-2-1-5-15,-1 1-2 16,0-5 0-16,0-2-11 15,-2-4-54-15,-1-7-96 16,0-2-118-16,0-4-265 16</inkml:trace>
  <inkml:trace contextRef="#ctx0" brushRef="#br0" timeOffset="137823.6">7355 6188 853 0,'0'0'42'16,"0"0"25"-16,0 0-57 16,0 0-39-16,0 0-74 15,-35 18-124-15,35 1-270 16</inkml:trace>
  <inkml:trace contextRef="#ctx0" brushRef="#br0" timeOffset="138361.85">7566 6499 732 0,'0'0'166'0,"0"0"30"15,0 0-87-15,0 0-20 16,0 0-12-16,0 0-20 16,10 12-20-16,-10-14-13 15,0-11-6-15,3-2-15 16,3-3-4-16,0-2-1 15,3 1-2-15,0 2-8 16,0 5-2-16,-1 5 1 16,0 2 0-16,0 5 4 15,0 0 5-15,-1 0 1 16,-2 4-2-16,0 8 2 16,1-2 3-16,-3 0 1 15,1 0 2-15,-2-3-3 16,1-3 2-16,-1-1-2 15,-1-3 1-15,-1 0 0 16,3 0 0-16,0 0-1 16,2-1 0-16,1-10 2 15,2-2-4-15,1-2-14 16,1 3-1-16,-3 0 4 16,2 1 1-16,-2 3 6 15,-3 2 4-15,2 3 3 16,-1 3-2-16,3 0-2 15,-1 0-1-15,1 8 4 16,0 5 2-16,4 3 3 16,-4 2-1-16,1 0-2 15,4 1-1-15,-1-1-2 0,-2-1-4 16,3-2-42-16,-3 2-110 16,-3-6-86-1,-4 3-120-15</inkml:trace>
  <inkml:trace contextRef="#ctx0" brushRef="#br0" timeOffset="139066.76">7007 6920 736 0,'0'0'78'16,"0"0"77"-16,0 0-27 16,0 0-26-16,63 79-10 15,-39-56-33-15,0 2-22 16,1 1-3-16,-1-4-13 16,-3-3-8-16,-1-2-6 15,-5-3-4-15,-4-3-2 16,-1-4-1-16,-4-2-4 15,-2-3-20-15,-4-2-34 16,0 0-38-16,0 0-51 16,0-3-77-16,0-8-92 15,0-3-139-15</inkml:trace>
  <inkml:trace contextRef="#ctx0" brushRef="#br0" timeOffset="139342.67">7287 6959 555 0,'0'0'115'0,"0"0"-10"0,0 0 0 16,0 0-25 0,0 0-11-16,-23 21-3 0,7-2-12 15,-3 0-10-15,-1 5 1 16,-1-1-8-16,2 1-16 15,-2-2-16-15,5-1-4 16,1-3-1-16,2-5-3 16,3-3-24-16,4-2-32 15,3-6-29-15,3-2-67 16,0 0-51-16,0 0-165 16</inkml:trace>
  <inkml:trace contextRef="#ctx0" brushRef="#br0" timeOffset="139878.44">7418 7067 697 0,'0'0'127'0,"0"0"33"16,0 0-73-16,0 0-20 16,0 0-15-16,83-6-17 15,-76 6-16-15,-6-2-2 16,-1 0 1-16,0 0-4 16,0 0 8-16,0-4-5 15,0 1-15-15,0-3-2 16,-5-1-1-16,-1-1 0 15,2 2-2-15,1 0 3 0,0 2 1 16,1 1-2-16,1 1 0 16,1 3 2-16,0 0-3 15,0 1 3-15,0 0 0 16,4 0-2-16,8 0 2 16,-1 2-2-16,1 7 1 15,-1 4 3-15,0-1 2 16,-3 4 2-16,1 0 10 15,-6-1 6-15,0 1-1 16,0-2-3-16,-3 0-7 16,0-4-7-16,0 0-1 15,0-2-1-15,-5-4-5 16,1-1-7-16,-3-2-35 16,4-1-41-16,-4 0-75 15,1 0-158-15,0-1-267 16</inkml:trace>
  <inkml:trace contextRef="#ctx0" brushRef="#br0" timeOffset="145067.6">7761 7086 853 0,'6'0'63'0,"8"0"84"16,1 0-54-16,3 0-23 15,0 0-15-15,0-4-23 16,-2 1-20-16,-3 1-6 15,-4-1-5-15,-3 2-2 16,1-1-28-16,-4 1-69 16,1 1-58-16,0 0-79 15,-1-3-113-15</inkml:trace>
  <inkml:trace contextRef="#ctx0" brushRef="#br0" timeOffset="145353.31">8021 6893 789 0,'0'0'115'0,"0"0"53"15,23 71-43-15,-12-36-21 16,1 2-40-16,-2 0-29 0,1-4-16 16,0-2-12-16,-1-7-5 15,-3-4-4-15,-1-5-29 16,-3-6-69-16,-3-5-101 16,0-4-180-16</inkml:trace>
  <inkml:trace contextRef="#ctx0" brushRef="#br0" timeOffset="147293.64">8795 6285 662 0,'0'0'112'16,"0"0"-14"-16,23 64 2 15,-10-38 6-15,-1-1-39 16,0 0-17-16,1-3-17 16,-2-2-10-16,1-4-1 15,-1-2-7-15,-1-2-7 16,-3-6 0-16,-1-2-1 15,-2-4-6-15,1 0 2 16,-4 0 0-16,0-13 20 16,1-4-14-16,-2-9-6 15,0-2-2-15,0-4-2 16,0-3-4-16,-10-2 1 0,-1-2-2 16,-1 3-2-1,0 1-2-15,1 5 5 0,0 2 2 16,4 8 2-16,1 1 0 15,1 2 1-15,2 5 1 16,1 1 0-16,1 2-1 16,1 1 2-16,0 0 0 15,0 0 0-15,0 2 2 16,0 0 2-16,8-1 2 16,5 3-5-16,9 0-1 15,5 0 0-15,8 0 0 16,7 4-1-16,7-1 1 15,3 1 3-15,8 0-3 16,-1 0-1-16,0 0-2 16,0 0 2-16,-4 0-1 15,-6-3-1-15,-4 0 1 16,-5 0 0-16,-5-1-3 16,-8 1-6-16,1-3-14 15,-5 2-3-15,0 0-21 16,-4 0-22-16,1-2-6 15,-2 1-19-15,-7 2-55 16,-2 0-62-16,-6 0-185 16</inkml:trace>
  <inkml:trace contextRef="#ctx0" brushRef="#br0" timeOffset="147941.93">9088 6308 596 0,'0'0'134'15,"0"0"-2"-15,0 0-10 16,0 0-22-16,-4-3-36 15,4 3-29-15,0 4-6 16,13 8 25-16,1 2-8 16,1 2-6-16,3 2-9 0,-2 1-4 15,3 0-6 1,-3 1-3-16,0-1-6 16,-1-2-3-16,0-2-5 0,-2-3 1 15,0 0-6-15,-3-3 2 16,-1-2-1-16,-3-4-7 15,-4-3-17-15,0 0-45 16,-2 0-27 0,0 0-39-16,0 0-78 0,0-8-120 15,-2-3-203-15</inkml:trace>
  <inkml:trace contextRef="#ctx0" brushRef="#br0" timeOffset="148191.88">9258 6300 575 0,'0'0'81'16,"0"0"38"-16,0 0-22 16,0 0-27-16,-50 79 22 15,31-52-25-15,2 2-40 16,3-1-9-16,-1-5-12 15,5-3-3-15,0-5-5 16,7-5-18-16,1-4-69 16,2-6-78-16,0 0-46 15,0 0-126-15</inkml:trace>
  <inkml:trace contextRef="#ctx0" brushRef="#br0" timeOffset="148535.79">9435 6279 751 0,'0'0'30'0,"0"0"107"16,0 0-9-16,0 0-17 16,17 81-27-16,-11-58-25 15,0 0-25-15,1-2-17 16,-2-2-8-16,0-2-5 16,1-6-2-16,-3 1 0 15,-2-5-8-15,-1-1-27 16,0-3-44-16,0-3-54 15,0 0-79-15,-4 0-88 16,-7 0-229-16</inkml:trace>
  <inkml:trace contextRef="#ctx0" brushRef="#br0" timeOffset="148773.03">9365 6419 776 0,'0'0'92'0,"0"0"68"16,0 0-17-16,0 0-38 0,0 0-51 15,0 0-35-15,93-1-13 16,-75 1-5-16,-1 0-3 16,-2 0-24-16,-2-4-51 15,0 1-59 1,-3-2-93-16,-1-2-100 0,-3-1-225 15</inkml:trace>
  <inkml:trace contextRef="#ctx0" brushRef="#br0" timeOffset="149191.09">9591 6296 746 0,'0'0'104'15,"0"0"74"-15,0 0-73 16,0 0-29-16,0 0-35 16,72-18-24-16,-61 18-14 15,2 0-4-15,-3 0 3 16,-2 8 4-16,-1 3-4 15,-4 1 1-15,-3 3 4 16,0 0-3-16,0 5 0 16,0-4-1-16,-4 0 1 15,-4-1-2-15,2-2 1 16,1-1-1-16,3-1-3 16,1-3 3-16,1-1 0 15,0-1-3-15,0 1-1 16,0-3 2-16,6-3 0 0,4-1-1 15,7 0-1-15,2 0-32 16,5-1-47 0,4-10-72-16,-1 1-126 0,1-3-230 15</inkml:trace>
  <inkml:trace contextRef="#ctx0" brushRef="#br0" timeOffset="150454.6">10040 6356 564 0,'0'0'140'0,"0"0"-17"15,0-2-31-15,0 2-12 16,0 0-15-16,7 0-9 16,7 0 20-16,1 0-7 15,4 0-18-15,0 0-19 16,-2 0-19-16,-3 0-5 15,1 0-5-15,-4 0-5 16,2 0-1-16,-4 0-23 0,3 0-48 16,-1 0-63-1,1-3-86-15,-2-1-108 0,1-2-237 16</inkml:trace>
  <inkml:trace contextRef="#ctx0" brushRef="#br0" timeOffset="150835.96">10472 6188 687 0,'0'0'105'0,"0"0"50"15,10 72 0-15,-3-36-36 16,-1-1-37-16,1 1-27 15,0-4-26-15,3-3-14 16,-4-4-7-16,1-8-7 16,-2-1-3-16,-1-9-9 15,-1-3-60-15,-2-4-82 16,-1 0-120-16,0-4-147 0</inkml:trace>
  <inkml:trace contextRef="#ctx0" brushRef="#br0" timeOffset="152684.78">8698 6757 390 0,'0'0'62'15,"0"0"-9"-15,0 0-6 0,0 0 8 16,0 0 10-16,0 0 5 15,3 0-14-15,4 0 16 16,0 0 4-16,4 0-8 16,1 0-5-16,3 0-14 15,1 0-5-15,0 0-15 16,4 0 3-16,0 0-8 16,2 0-11-16,1 0-3 15,0 0-1-15,1 0 1 16,-2 0 2-16,3 0-4 15,-4 2-2-15,1-2 1 16,-2 4-5-16,0-4 2 16,1 0-3-16,-4 0-1 15,2 4 0-15,-2-4 0 16,2 2 0-16,-1-1 2 16,0-1-3-16,1 0 1 15,0 0 0-15,2 0 2 16,1 0-2-16,-2 0 2 15,2 0 1-15,-2 0 2 16,-4 0 0-16,0 0 6 16,-2 0-5-16,2 0 0 15,-3 0-3-15,3 0-2 16,0 0 0-16,3-1 1 16,-2-1-1-16,3 2-1 15,2 0 1-15,-2-4-1 16,2 4 0-16,1 0 1 15,-1-2 0-15,1 2-2 16,0-2 2-16,3 0 0 0,-2 2 1 16,1-2-1-16,1 1 0 15,-3-2 1-15,0 3-2 16,-1 0 1-16,-2 0 0 16,0 0 0-16,-4 0-1 15,1 0 2-15,1 0-1 16,1 0 0-16,-1 0 0 15,3-1 0-15,0 1-1 16,4-3 2-16,-2 2-1 16,2-2 0-16,-1 2-1 15,0-3 0-15,-1 4 3 16,-2-2-3-16,-2 2-2 16,-2-1 2-16,-1 1-1 15,2 0 1-15,-1 0 0 16,1 0 1-16,0 0-2 15,2 0 2-15,1 0-1 16,3 0 0-16,0 0 0 16,2 0-2-16,3 0 5 15,0 0-5-15,1 0 4 16,-2-1-1-16,0 1-1 16,-4 0 0-16,0 0 0 15,-1-2 0-15,-3 2-1 16,-2 0 1-16,-1 0 0 15,-1 0 0-15,-3 0-1 16,0 0 0-16,0 0 2 16,-1 0 0-16,-2 0-1 15,4 0 3-15,-5 0 6 16,1 0 4-16,0 0 0 0,-3 0-4 16,-2 0 1-16,-2 0 1 15,-2 0 0-15,1 0 0 16,-2 0-5-16,0 0-3 15,0 0-1 1,0 0-5-16,0 0-19 0,0 0-46 16,-6 0-108-16,-7-1-263 15</inkml:trace>
  <inkml:trace contextRef="#ctx0" brushRef="#br0" timeOffset="153616.1">9276 7038 636 0,'0'0'140'0,"0"0"-20"15,0 0-16 1,3 4-13-16,12 5 15 0,5 7-31 16,3-1-14-16,1 6-10 15,3 0-13-15,-2 0-5 16,-2-2-11-16,-1 0-12 15,-5-2-4-15,-4-5-2 16,-4-1-3-16,-2-5 0 16,-3 0-4-16,-1-2-8 15,-3-4-15-15,0 2-22 16,0-2-18-16,0 0-26 16,0 0-76-16,-7 0-130 15,-4-9-96-15</inkml:trace>
  <inkml:trace contextRef="#ctx0" brushRef="#br0" timeOffset="153877.69">9468 7043 667 0,'0'0'97'0,"0"0"11"16,0 0-27-16,0 0 8 16,-58 85-24-16,41-59-34 15,-2-1-10-15,3 0-11 16,2-5-8-16,2-1 0 16,5-4-10-16,1-5-26 15,4-4-79-15,2-6-82 16,0 0-135-16</inkml:trace>
  <inkml:trace contextRef="#ctx0" brushRef="#br0" timeOffset="154238.16">9752 7093 784 0,'0'0'76'0,"0"0"93"16,0 0-56-16,18 72-27 15,-11-52-21-15,-1-1-30 16,-2-3-22-16,-1-1-5 16,0-3-5-16,-2 1-1 15,-1-5-2-15,0 0-7 16,0 0-32-16,0-3-39 16,0-2-61-16,-6-3-101 15,-5 0-114-15</inkml:trace>
  <inkml:trace contextRef="#ctx0" brushRef="#br0" timeOffset="154462.98">9700 7216 734 0,'0'0'135'0,"0"0"53"0,0 0-82 16,0 0-34-16,0 0-27 15,84-11-31-15,-69 11-13 16,-1 0 0-16,-1 0-10 16,-1 0-47-16,2 0-65 15,-1-1-84-15,0-3-108 16,0-4-279-16</inkml:trace>
  <inkml:trace contextRef="#ctx0" brushRef="#br0" timeOffset="154706.04">10082 7031 705 0,'0'0'103'15,"0"0"78"-15,0 0-32 16,21 79-42-16,-15-51-41 15,-1 2-28-15,1-2-18 16,-1-1-12-16,2-5-5 16,-1-3-3-16,1-4-12 15,3-7-68-15,-2-4-112 16,-3-4-153-16</inkml:trace>
  <inkml:trace contextRef="#ctx0" brushRef="#br0" timeOffset="155426.7">11120 6738 1263 0,'0'0'84'0,"0"0"9"15,0 0-51-15,0 0-19 16,0 0-10-16,0 0-9 15,2 0-5-15,2 0-46 16,4 0-96-16,-2-7-200 16,0-2-338-16</inkml:trace>
  <inkml:trace contextRef="#ctx0" brushRef="#br0" timeOffset="158948.9">11569 6442 491 0,'0'0'71'16,"0"0"53"-16,0 0-43 0,0 0-3 15,2 1-11 1,-1 7-17-16,3 4-11 0,-1-1 8 15,2 4 10-15,-2 2-27 16,1 2 4-16,1 0-4 16,1-2 0-16,-1 0-6 15,-1-2-3-15,1 0-4 16,0-4-5-16,1-2-4 16,-2 0 1-16,1-1-1 15,-1-2-2-15,0 2 3 16,-1-3-3-16,0-1-3 15,-1 0 3-15,-1-2-4 16,1-2-2-16,-2 0 1 16,1 0 1-16,-1 0 0 15,4 0 9-15,-4-6 10 16,3-6-4-16,1-2-17 16,-1-4 3-16,-3-2-2 15,0-2 1-15,0-1-2 16,0-3 1-16,0-1-3 15,-3-1 1-15,-4 1-1 16,2 0-6-16,-1 2 4 16,0 2-4-16,0 3 4 15,3 1 3-15,0 2-2 16,0 1 3-16,2 4 0 16,-2 1 0-16,3 0-2 15,-1 1 1-15,-1 2 3 16,2 0-3-16,0 1 0 15,-1-1-1-15,-1 2 1 16,1 1 0-16,1 1 2 16,0 0-3-16,0 0 2 15,0 4 1-15,0-4-5 0,0 4 2 16,0-3 1 0,0 1 2-16,0 2-1 0,0-2-1 15,0 2 1-15,0-2 0 16,4 2 1-16,2 0-2 15,0 0 1-15,1 0 0 16,3 0 1-16,1 0-2 16,3 0 3-16,1 0 1 15,0 0 0-15,1 0 0 16,0 0 0-16,2-1 0 16,-1 1 2-16,1 0-1 15,-2 0-3-15,1 0 2 16,-2 0-5-16,-1 0 2 15,-1 0 2-15,2 0-3 16,-1 0 2-16,3 0 0 16,-2 0 1-16,4 0 1 15,0 0 1-15,-1 0-2 16,2 0 0-16,-2 0-2 16,-1 0 1-16,-2 0 0 15,0 0-1-15,0 0-2 16,1 0 3-16,0 0 1 15,1 0-2-15,2 0 3 16,-2 0-1-16,2 0-1 16,-2 0-1-16,-1 0-1 15,0 0 3-15,0 0-4 16,-2 1 2-16,1-1 1 16,-1 0-2-16,-1 2 0 15,-1-2 1-15,-1 0 1 0,2 0-1 16,-3 0 0-1,3 0 1-15,0 0 0 0,-1 0-1 16,4 0 0-16,-2 0 1 16,5 0-3-16,0 0 3 15,-3 0-1-15,-1 0 3 16,0 0-4-16,1 0 2 16,-2 0 1-16,-2 0-3 15,1-2 2-15,-1 1 0 16,0 0-1-16,-1-1 0 15,0 2 1-15,2 0-1 16,-3-1 2-16,2 1-3 16,-1-2 1-16,1 2 0 15,-1 0 1-15,0 0 0 16,-1-3 1-16,0 2 1 16,-3 1-1-16,-3 0 1 15,1 0 1-15,-4 0 0 16,-1 0 1-16,0 0-3 15,0 0 0-15,0 0-3 16,-9 0-10-16,-6 0-54 16,-6 0-104-16,-5 0-137 15,-3 0-285-15</inkml:trace>
  <inkml:trace contextRef="#ctx0" brushRef="#br0" timeOffset="159670.85">11792 6418 504 0,'0'0'150'0,"0"0"-4"0,24 4-23 16,-12 5-8-16,3 2-26 15,3 2-24-15,1 5 0 16,-2-1-17-16,0 3-14 15,-1-5 6-15,0 1-12 16,-1-3-4-16,-4-3-9 16,-1 0-7-16,-1-5-4 15,-5 1-3-15,2-4-1 16,-5 0 0-16,1-2-7 16,-2 0-14-16,0 0-17 15,0 0-28-15,0 0-21 16,0 0-47-16,0 0-42 15,-2-7-7-15,-1-1-25 16,-2-1-21-16,4 1-16 16</inkml:trace>
  <inkml:trace contextRef="#ctx0" brushRef="#br0" timeOffset="159931.35">11993 6402 530 0,'0'0'85'0,"0"0"25"15,0 0 12-15,0 0-12 16,0 0-35-16,-56 79-21 16,35-54 8-16,1 2-35 15,2-4-2-15,2-2-12 0,5-2-12 16,3-7 1-1,0-4-5-15,5-2-19 0,3-5-43 16,0-1-68-16,0 0-89 16,0-4-132-1</inkml:trace>
  <inkml:trace contextRef="#ctx0" brushRef="#br0" timeOffset="160468.21">12132 6419 699 0,'0'0'68'15,"0"0"28"-15,0 0-6 16,0 0-2-16,0 0 9 0,0 69-36 16,3-47-9-1,0 1-11-15,2-2-5 0,-1-2-9 16,3 0-13-16,-3-7-8 15,2 0-3-15,-3-4-2 16,0-1 0-16,-1-4-6 16,-2-2-29-16,0-1-37 15,0 0-48-15,0 0-63 16,0 0-53-16,0 0-143 16</inkml:trace>
  <inkml:trace contextRef="#ctx0" brushRef="#br0" timeOffset="160719.18">12089 6561 668 0,'0'0'138'0,"0"0"22"15,0 0-20-15,0 0-38 16,0 0-32-16,58-4-35 15,-42 4-19-15,0 0-6 16,1 0-10-16,0-1-5 16,-2-1-31-16,-2-2-75 15,3 0-83-15,-5-1-109 16,1-3-328-16</inkml:trace>
  <inkml:trace contextRef="#ctx0" brushRef="#br0" timeOffset="161119.5">12325 6438 726 0,'0'0'158'0,"0"0"-21"0,0 0-49 15,0 0-10-15,0 0-32 16,0 0-24-16,73-24-2 15,-64 24-7-15,-3 0-6 16,1 5-1-16,-3 7 3 16,2 0-1-16,-5 0-1 15,1 3-1-15,-2 1 1 16,0-3-6-16,0 2 6 16,0 0-5-16,0 0 1 15,-3-3 0-15,1-3-1 16,2 1 0-16,0-3 3 15,0 0 1-15,0-3-3 16,2 0 5-16,7-1 0 16,4-2 2-16,5-1-4 15,2 0-3-15,2 0-3 16,1 0 0-16,3 0-20 16,2-5-67-16,-4-2-84 15,0-1-150-15,-3 0-368 16</inkml:trace>
  <inkml:trace contextRef="#ctx0" brushRef="#br0" timeOffset="162362.72">13145 6380 550 0,'0'0'107'16,"0"0"26"-16,0 0-21 15,1 0-17-15,1 3-28 16,1 9-12-16,1 4 1 16,0 7-10-16,-1-2-9 15,3 2-3-15,-3 1 0 16,0-1-9-16,3 0-13 15,-4-6-6-15,1-1-3 16,2-5-2-16,-2-3 0 16,-2-4-1-16,-1-3-3 15,0 2-20-15,0-3-29 16,0 0-23-16,0 0-38 16,-3 0-91-16,-6-8-51 15,-1 0-85-15</inkml:trace>
  <inkml:trace contextRef="#ctx0" brushRef="#br0" timeOffset="162568.92">13041 6521 459 0,'0'0'170'16,"0"0"-7"-16,0 0-55 15,0 0 22-15,0 0-15 16,0 0-30-16,75 0-34 15,-54 0-26-15,0 0-18 16,-2 0-5-16,-2 0-4 0,2 0-35 16,-2 0-91-16,-2 0-107 15,-4 0-175-15</inkml:trace>
  <inkml:trace contextRef="#ctx0" brushRef="#br0" timeOffset="163347.95">13622 6356 789 0,'0'0'102'0,"0"0"-5"16,0 0 18-16,0 0-19 15,28 62-22-15,-18-37-12 16,-2 2-6-16,-1 0-22 15,-3-3-12-15,1 0-13 16,-4-5-5-16,2-2-2 16,0-2-2-16,-2-7-16 15,1 0-37-15,-2-4-46 16,0 0-76-16,0-4-137 16,0 0-266-16</inkml:trace>
  <inkml:trace contextRef="#ctx0" brushRef="#br0" timeOffset="166322.66">11432 6821 170 0,'0'0'59'15,"0"0"41"-15,-1 0-12 16,1 0-3-16,-2 0-10 16,2 0-7-16,-1 0-11 15,1 0-2-15,0-2-2 16,0 2-1-16,0-1 4 16,0 1-1-16,0 0-7 15,0 0-7-15,0 0-6 16,0-1-9-16,3 1 5 15,5 0 5-15,5 0-9 16,0-2-9-16,0 1 1 16,0 1 3-16,3 0-9 15,-1 0-1-15,0 0 9 0,0 0-8 16,2 0-11 0,-2 0 3-16,0 0-2 0,2 0-2 15,-2 0 4-15,0 0-3 16,-1 0 1-16,1 3-1 15,0-2 0-15,-3 0 6 16,1 1 0-16,0-2-1 16,0 0 3-16,1 0-2 15,-3 0-4-15,2 0 1 16,0 0-3-16,-2 1-2 16,2 1-1-16,2-1 2 15,0-1-1-15,0 4 2 16,4-2 0-16,-3 0 1 15,2 0 3-15,1-2-3 16,-3 1-2-16,1-1 3 16,-1 0 1-16,1 0 4 15,-3 0-8-15,1 0 4 16,1 0-5-16,0 0 1 16,0 0 2-16,1 0-2 15,-2 0-3-15,1 0 5 16,-2 0-3-16,1 0-2 15,-2 0 5-15,0 0-3 16,0 0-2-16,-2 0 3 16,2 0 1-16,-1 0-3 15,-2 0 3-15,4 0-2 16,-1 0-3-16,5 0 3 16,-1 0 1-16,2 0 1 15,2 0-4-15,-2 0 1 16,0-3 1-16,-3 3 0 15,1-1 0-15,-4 1-1 16,0 0 2-16,0 0-2 0,-1 0 3 16,-1 0-4-16,1 0 4 15,5 0-4-15,-1 0 2 16,4 0 1-16,0 0 0 16,-1-1-2-16,0-1 1 15,0 1 0-15,-5-2 2 16,1 3-3-16,-4 0 0 15,-2 0 2-15,4 0-3 16,-2 0 2-16,0 0 0 16,3 0 0-16,-1 0 1 15,4 0-2-15,-1 0 2 16,4 0-2-16,-2 0 1 16,1 0 1-16,1 0-1 15,-3 0 0-15,0 0 0 16,0 0 2-16,0 0-3 15,0 0 1-15,0 0 1 16,3 0-2-16,0 0 2 16,1 0-2-16,1 0 1 15,1 0 0-15,-1 0 2 16,1 0-3-16,-5 0-1 16,1 0 3-16,-2-1-1 15,-3-1 2-15,-2 2-2 16,1-1-2-16,-4 1 4 15,5 0-3-15,-2 0 3 16,7-2-2-16,0 1-2 16,4 1 2-16,4-1 0 15,-1-1 0-15,4 1 0 16,-4 1 2-16,-2 0-1 16,0 0-4-16,-2 0 5 15,-1 0-2-15,-3 0-2 0,1 0 4 16,-5-1 0-16,0 1-4 15,0-2 2-15,-2 1 1 16,1 1-2-16,-1 0 2 16,2 0-2-16,0 0 3 15,1 0-4-15,1 0 5 16,3 0-5-16,0 0 2 16,-2 0 4-16,3 0-4 15,-2-1 0-15,-1 1 0 16,-2 0 3-16,-1 0-1 15,-2 0-2-15,-1 0-1 16,-2 0 5-16,-2 0-1 16,0 0 2-16,2-3-1 15,-4 3 6-15,0 0-4 16,1 0 2-16,-2 0-1 16,1 0-2-16,-2 0 2 15,2-1-4-15,-4 1 0 16,2 0-3-16,-1 0 2 15,-1 0-2-15,-1 0 3 16,0 0-5-16,0-3-7 16,-4 3-30-16,-12 0-61 15,-10-5-247-15,-4 3-540 16</inkml:trace>
  <inkml:trace contextRef="#ctx0" brushRef="#br0" timeOffset="168223.94">11644 7215 254 0,'0'0'117'0,"-1"0"-10"15,1 0-30-15,0 0 7 16,0 0-2-16,0 1-8 16,0 7 7-16,0 7-12 15,1 1 0-15,4 3-3 16,-1-2-2-16,3 2-17 16,0-2-21-16,-2-6-3 15,-1 1-10-15,2-5-5 16,-3-3-2-16,2 0-1 0,-2-2-5 15,2-2 3-15,-2 0 4 16,0 0 10-16,1 0 4 16,-1-6-3-16,-2-2-9 15,1-5-3-15,-2 0-5 16,0-4 1-16,0 0 1 16,0-2-4-16,-6 0 1 15,-1-1 1-15,1 1-2 16,-3 2 3-16,4-1-3 15,0 2 2-15,1 3 0 16,-1 1-1-16,1 1-1 16,1 0 3-16,2 2-5 15,-2-1 5-15,2 1-2 16,1 1 0-16,0 1-2 16,0 1 3-16,0 0-3 15,0 0 4-15,0 3-1 16,0 0-1-16,0 2 0 15,0 1 2-15,0-3-2 16,1 2-1-16,4 1 2 16,1-3 2-16,2 2-2 15,-1-1 2-15,1 0-3 16,-2 2 0-16,3-2 0 16,-2 1 0-16,5 1 3 15,-4-1-2-15,4-2 1 16,2 3-1-16,-3-3 3 15,1 2-1-15,0-2 0 16,3 1 1-16,0 2 1 16,0 0-5-16,2-3 2 15,2 2 1-15,0 1 2 0,2-3 0 16,2 2 1 0,-1 1-5-16,1 0 3 0,0 0-4 15,0 0 0-15,-2 0 2 16,0 0-2-16,1 0 1 15,-2 0-1-15,2 0 0 16,-1 0 0-16,1 0 1 16,-3 0-1-16,1 0 0 15,1-1-1-15,-3-1 2 16,-2 2-4-16,1 0 4 16,-1 0-4-16,0 0 5 15,3 0-4-15,-2 0 4 16,2 0-3-16,-1 0 1 15,0 0 0-15,-1-1 0 16,-1 0-1-16,-1-1 3 16,-2 2-4-16,0-1 3 15,3 1 0-15,-2 0-2 16,3 0 1-16,-3 0 0 16,3 0 0-16,-3 0 2 15,4 0-2-15,-5 0-2 16,2 0 3-16,-3 0-1 15,2 0 0-15,-3 0 1 16,0 0-3-16,2 0 2 16,0 0-1-16,3 0 1 15,-1 0 0-15,0 0 0 16,-2 0 1-16,0 0-1 16,-4 0 2-16,-3 0 1 15,-2 0-3-15,-2 0 1 0,-1 0 0 16,1 0 2-1,-2 0-5-15,1 0 4 16,-1 0-2-16,0 0 1 0,0 0 2 16,0 0-5-16,0 0-4 15,0 0-25-15,-1-3-47 16,-13-1-115-16,-6-3-221 16</inkml:trace>
  <inkml:trace contextRef="#ctx0" brushRef="#br0" timeOffset="168833.46">11878 7179 621 0,'0'0'138'0,"0"0"19"0,30 29-23 16,-13-13-24-16,1 2-24 16,3 3-29-16,-1-1 1 15,1 0-12-15,-2-5-20 16,1-2-9-16,-4-2-7 16,-3-2-5-16,-1-1-4 15,-1 0-1-15,-3-5 2 16,-4 0-2-16,0-1-2 15,-2 0-4-15,-1-2-17 16,-1 0-23-16,0 0-14 16,0 0-27-16,0-2-76 15,-7-6-67-15,0-4-44 16,1-1-152-16</inkml:trace>
  <inkml:trace contextRef="#ctx0" brushRef="#br0" timeOffset="169076.18">12102 7192 553 0,'0'0'91'0,"0"0"43"16,0 0-35-16,0 0-30 15,-58 71 20-15,38-47-30 0,1 0-11 16,2 0-19-1,3-2-15-15,2-5-12 0,6-5-1 16,-1-1-7 0,7-5-55-16,0-3-87 0,0-3-65 15,0 0-83-15,0 0-135 16</inkml:trace>
  <inkml:trace contextRef="#ctx0" brushRef="#br0" timeOffset="169439.56">12291 7193 570 0,'0'0'68'0,"0"0"89"15,0 0-16-15,0 0-6 16,9 75-33-16,-3-56-32 16,-1 0-24-16,0-3-22 15,-1 0-9-15,1-3-7 16,-2-3-7-16,-2-1-1 0,0-2-6 15,-1-3-33 1,0 1-50-16,0-5-59 16,0 0-62-16,-8 0-77 15,-3 0-238-15</inkml:trace>
  <inkml:trace contextRef="#ctx0" brushRef="#br0" timeOffset="169643.95">12229 7318 698 0,'0'0'143'0,"0"0"46"16,0 0-44-16,0 0-49 15,0 0-49-15,82-8-26 16,-64 8-14-16,1 0-6 16,-1 0-6-16,-2 0-33 15,1-3-73-15,-3-1-97 16,-3 0-104-16,-2-6-284 15</inkml:trace>
  <inkml:trace contextRef="#ctx0" brushRef="#br0" timeOffset="170007.33">12444 7177 678 0,'0'0'102'16,"0"0"68"-16,0 0-44 16,0 0-33-16,0 0-23 15,88-2-39-15,-71 2-16 16,-3 2-3-16,-5 6-9 0,-4 3 0 16,-3 2 0-1,-2 5 10-15,0 0 9 0,-2 1-5 16,-9 1-5-16,2 1-10 15,-1-4 3-15,4-3-5 16,3-1 1-16,3-5-2 16,0 2 0-16,0-6 0 15,13-1 2-15,6 0 1 16,6-3-2-16,2 0-17 16,3 0-46-16,2-3-57 15,-2-4-100-15,-2-5-175 16</inkml:trace>
  <inkml:trace contextRef="#ctx0" brushRef="#br0" timeOffset="170621.7">13284 7148 612 0,'0'0'167'0,"0"0"2"15,0 0-45-15,0 0-17 16,34 90-13-16,-25-68-45 15,0-2-11-15,-2 3-8 16,0-8-12-16,-1-1-9 16,-1-4-6-16,-3-2-3 15,-1-4-7-15,-1-3-30 16,0-1-47-16,0 0-29 16,-3 0-91-16,-9 0-35 15,0-5-37-15,-3-5-2 16</inkml:trace>
  <inkml:trace contextRef="#ctx0" brushRef="#br0" timeOffset="170807.33">13252 7276 490 0,'0'0'165'0,"0"0"-24"16,0 0-23-16,0 0 21 16,0 0-41-16,0 0-19 0,75-9-23 15,-53 9-26-15,1-3-17 16,0 2-12-16,0-2-5 15,-1-3-46-15,-1-1-85 16,-2-3-114-16,-3 0-183 16</inkml:trace>
  <inkml:trace contextRef="#ctx0" brushRef="#br0" timeOffset="171052.01">13716 7022 779 0,'0'0'108'16,"0"0"97"-16,21 71-72 16,-11-39-30-16,2 0-31 15,-1 0-27-15,0-1-23 16,1-4-14-16,-1 0-7 15,-4-5-3-15,1-4-33 16,-2-4-90-16,-4-7-170 16,-2-4-393-16</inkml:trace>
  <inkml:trace contextRef="#ctx0" brushRef="#br0" timeOffset="174205.68">11351 6046 244 0,'0'0'16'0,"0"0"23"15,0 0 5-15,0 0-3 16,0 0 13-16,0 0-19 15,0 0-18-15,0 0-2 16,0 0-4-16,0 0 7 16,0 0 6-16,0 0-5 15,0 0-11-15,-4 1 0 16,0 2 18-16,1 1-13 16,0 2-1-16,-2-2 12 15,-1 2-17-15,2 3 9 16,-3-1 9-16,3 4-13 15,-2-4 0-15,2 6-3 16,-2-1 0-16,1 3-1 0,-2 1-1 16,2 2-4-16,0 1 0 15,-1-1 1-15,-1 4 4 16,2-2-2-16,0-3 3 16,2 0-1-16,0 1-1 15,2-2 0-15,-2-2-1 16,3-1 1-16,0 3-2 15,0-1 4-15,0 0-3 16,-3 1 5-16,0 1-2 16,0-2-2-16,-1 3 2 15,-2 2-4-15,2-3-3 16,1-1-1-16,2 2 0 16,1-2-1-16,0-2 0 15,0-2 1-15,0 2 0 16,0-1-1-16,0 1 2 15,-2 2-1-15,1 0 1 16,-1 1 0-16,-1-1-2 16,2 3 2-16,1-5 2 15,0 1 7-15,0-3-3 16,0 1-2-16,0-1-4 16,0-2 1-16,1-2-2 15,4 2-1-15,-2-1 0 16,1 0 0-16,0 0 1 15,-1 2 1-15,0 1 3 16,0 0 1-16,0-1 1 16,-2 1-5-16,2-1 2 15,0-1-4-15,1-2 2 16,-1 1 2-16,0-2-4 16,2 0 1-16,-1 0 2 15,-2 2-2-15,3-1 1 0,-2 3 1 16,0-3-2-16,-2 2-1 15,2-2 2-15,0 2-1 16,0 1 0-16,0-5-1 16,2 2 2-16,-2-1-3 15,0 0 4-15,0-1-3 16,1-1 2-16,-1 3 1 16,3-3-4-16,-3 4 7 15,4-2-6-15,-1 2 6 16,-2-1-4-16,2 0 1 15,0-1-1-15,1-2-2 16,0 3 4-16,1-2-4 16,-3-1 3-16,5 4-1 15,-2-1 3-15,-1-1 2 16,2 1 7-16,1-1-5 16,-2 0-3-16,-3-1-2 15,2-1 1-15,1 0-4 16,-3 0-1-16,-1-1 3 15,1-1-2-15,-1 4 1 16,0-3-1-16,2 1 2 16,-2-1 1-16,1 3-3 15,-3-4 5-15,1 0 2 16,0-1-1-16,0 1-1 16,0 0 5-16,0-2 0 15,0 1 1-15,1 1 2 16,-1-3 2-16,-3 1-4 0,3-2-1 15,-2 0-10 1,-1 0 2-16,0 0-5 0,0 0-21 16,2-2-71-1,-1-8-101-15,-1-6-110 16</inkml:trace>
  <inkml:trace contextRef="#ctx0" brushRef="#br0" timeOffset="176580.96">13877 5848 156 0,'0'-1'36'16,"0"0"20"-16,-2 1-16 16,2-2 12-16,0 2 7 15,0-1-3-15,0 1-6 16,-2 0-7-16,2 0-1 16,0 0 1-16,0 0 0 15,0 0-6-15,0 0-8 16,0 0-3-16,0 0 2 15,0 0-10-15,0 0 1 16,2 1 23-16,4 5-17 16,0 3-2-16,1-1-5 0,1 7-7 15,0-2 28 1,-1 5-31-16,1-2 8 0,1 5-3 16,-1-2-7-16,-1 0 2 15,2-2 4-15,1 3-4 16,0 0-2-16,-1 0 5 15,2-1 5-15,-1 2-3 16,1-2 4-16,-1-1-2 16,0-1-5-16,-1 1-4 15,-2-2-3-15,1 2 4 16,2 0-3-16,-1-2 1 16,1 3 1-16,-1-2 1 15,-2-1-4-15,1 3-2 16,0-1 0-16,-1 1 0 15,1 1-3-15,-4 2 4 16,0-2 1-16,3 3 3 16,-2-4-4-16,-2-2 1 15,-1 2 3-15,3-2-4 16,-2-2 0-16,0 1-1 16,1 0 1-16,2 0-1 15,-4-2-1-15,1 3 1 16,0-1 0-16,0-1 0 15,2-1-2-15,-2 1 1 16,0 0 1-16,-2-3-1 16,0 2-1-16,1-1 1 15,-1 0-1-15,-1-1-1 16,0 0 4-16,0 2-4 16,0-1 3-16,0 0-1 0,0 1-2 15,0-1 1 1,0 0 4-16,0 0-3 15,0-1 0-15,-1-1 0 16,1 0-2-16,-2 0 2 16,2 1 2-16,0-1-4 0,0 1 4 15,-1-1-3-15,1 1 2 16,-1 0-2-16,1-1 1 16,-3 1 1-16,3 1-1 15,-3-2 0-15,0 1 1 16,-2 4 1-16,1 1 0 15,0-1 2-15,0-1 24 16,-1 2-6-16,1-3-22 16,2-6 4-16,1 4-5 15,-1-4 1-15,2 1 1 16,0-2 2-16,-1 0-3 16,1 2 0-16,-2-3-1 15,2 3 3-15,-2-1 0 16,-1 0-1-16,-2 0-1 15,0 0 2-15,2 0-1 16,1-1 2-16,1-3-3 16,-1 2 0-16,1 0-1 15,0-1 2-15,-1 2 3 16,-1-2-2-16,0 5-2 16,0-1 2-16,-1-1 0 15,0 0 0-15,2 0 1 16,0-1-2-16,2-1 0 15,-2-1-2-15,2 0 2 0,0-3-2 16,0 0 2 0,0 2 0-16,0 0 2 0,0-3-1 15,0 2-1-15,0 0 2 16,0-1-2-16,0 0 1 16,0 0 1-16,0 0 1 15,0 0-2-15,0-2 0 16,0 0 1-16,0 2 2 15,0-2-5-15,-1 0 5 16,1 0-1-16,0 1 2 16,0-1 0-16,0 0-2 15,0 0-1-15,0 1 0 16,0-1-2-16,0 0-1 16,0 0 0-16,0 0 3 15,0 2-3-15,0-2 3 16,0 0 1-16,0 0-2 15,0 0-4-15,0 0 5 16,0 0-6-16,0 0-2 16,0 0-23-16,0 0-47 15,0-10-94-15,0-2-104 16,0-4-117-16</inkml:trace>
  <inkml:trace contextRef="#ctx0" brushRef="#br0" timeOffset="177784">14519 6722 515 0,'3'0'146'0,"9"0"1"0,0 0-22 16,4-4-21-16,-2 0-28 15,5 1-25-15,-2 1-21 16,2 0-10-16,0-2-11 16,-5 3-6-16,-1-2-4 15,-3 3-20-15,-2 0-63 16,-5-4-49-16,-3 4-42 15,0-2-31-15,0 0-128 16</inkml:trace>
  <inkml:trace contextRef="#ctx0" brushRef="#br0" timeOffset="178008.22">14536 6620 693 0,'0'0'96'0,"0"0"10"15,0 0-6-15,0 0-35 16,0 0-41-16,65-16-21 16,-47 12-1-16,1-3-29 15,1 1-105-15,-1-3-124 16,-3 0-348-16</inkml:trace>
  <inkml:trace contextRef="#ctx0" brushRef="#br0" timeOffset="184133.8">15077 6777 486 0,'9'-10'80'0,"3"-7"71"15,-1 1-56-15,2-5-30 16,3-4-39-16,-5 1 14 15,1-5-17-15,-2-1-6 0,-6 0 8 16,1 0-8-16,-5-1 22 16,0 0-17-16,0 2-4 15,-6 2-3 1,-5 2-6-16,-1 3-4 0,-1 5-3 16,-2 1 0-16,2 8-1 15,1 0-2-15,0 5-1 16,2 3 1-16,-2 0-4 15,4 0 1-15,0 7 5 16,0 9-2-16,3 9-2 16,4 6 5-16,1 8 2 15,0 3 5-15,0 3 4 16,1-1 6-16,12-2 4 16,0-8 3-16,3-4-8 15,-1-6-5-15,0-6-2 16,-1-5 1-16,-1-5-6 15,-1-4-5-15,2-4-1 16,-3 0 0-16,2 0-4 16,0-7-18-16,2-8-28 15,-2-3-4-15,-1-1 10 16,-1 0 4-16,-5 1 20 16,2 2 8-16,-4 5 10 15,-2 2 5-15,1 4 2 16,-2 5 12-16,2 0-7 15,0 11-9-15,1 8 27 16,2 2-4-16,1 3 15 16,-1-2-12-16,0-3 1 15,1-2-14-15,-2-6-8 16,1-1-4-16,-1-3-2 16,-2-3-4-16,0 0-37 0,0-4-55 15,-3 0-90 1,0 0-90-16,0-3-252 0</inkml:trace>
  <inkml:trace contextRef="#ctx0" brushRef="#br0" timeOffset="184309.81">15345 6502 730 0,'0'0'95'15,"0"0"31"-15,0 0-53 16,0 0-46-16,0 0-23 15,-14-28-26-15,11 31-50 16,3 9-62-16,0 1-37 16,0 6-101-16,0-3 4 15</inkml:trace>
  <inkml:trace contextRef="#ctx0" brushRef="#br0" timeOffset="184887.28">15456 6707 451 0,'0'0'147'0,"0"0"29"16,0 0-55-16,0 0-1 16,0 0-31-16,0 0-16 15,19 28-8-15,-19-28-11 16,2 0-3-16,0-4-11 16,-1-9-20-16,2-2-17 15,0-2-1-15,-2-2-2 16,4-3-8-16,-5 1-5 15,3 2-4-15,-3 3 7 0,3 5-1 16,-3 3 2 0,0 2 2-16,1 6 3 0,2 0-2 15,0 0-2 1,1 0 0-16,2 9 7 0,1 1 0 16,0 3 1-16,2-1 1 15,0-2-1-15,-1-1 3 16,3-1-2-16,-3-4-2 15,1 0 4-15,-3-4-3 16,1 0 2-16,1 0-3 16,-2 0 4-16,1 0-1 15,1-6-1-15,-1-6-4 16,0 0-1-16,0 0-1 16,1-2-3-16,0 2 5 15,-2 1-1-15,1 3 3 16,-1 2-1-16,0 4 2 15,1 2 0-15,-3 0-2 16,2 0 0-16,1 8-1 16,1 5 6-16,0 3-1 15,1 1 3-15,0 1-1 16,0 1-4-16,2 2 1 16,-3-5-1-16,4 0-14 15,-3-2-92-15,-4-2-101 16,0-2-166-16</inkml:trace>
  <inkml:trace contextRef="#ctx0" brushRef="#br0" timeOffset="185529.39">14998 7053 593 0,'0'0'110'0,"0"0"0"15,0 0 23-15,0 0-19 16,29 37-24-16,-9-17-9 15,-1-1-28-15,4 2-10 16,3-3 0 0,-3 1-12-16,2-2-11 0,-5-3-9 15,0-1-8-15,-4-3-1 16,-2-2-2-16,-5 0 0 16,0-2-7-16,-5-2-16 15,0-1-37-15,0-1-40 16,-4-2-62-16,2 0-76 15,-2-4-49-15,0-9-249 16</inkml:trace>
  <inkml:trace contextRef="#ctx0" brushRef="#br0" timeOffset="185792.97">15287 7069 643 0,'0'0'134'0,"0"0"18"15,-59 75-45-15,37-48-35 16,0-1-27-16,4 0-24 16,1-6-12-16,2 0-8 15,4-5-1-15,6-6 0 16,2-1-8-16,-2-4-48 15,5 0-64-15,0-4-72 0,0 0-113 16,0 0-191 0</inkml:trace>
  <inkml:trace contextRef="#ctx0" brushRef="#br0" timeOffset="186310.8">15454 7186 678 0,'0'0'110'15,"0"0"35"-15,0 0-55 16,87-13-10-16,-67 8-20 16,0 0-22-16,-4 1-19 15,-1-1-9-15,-7 3 2 16,-3 0-6-16,-2-3 1 15,-2 4 2-15,-1-3 0 16,0-1 0-16,0-1-7 16,-1-1-3-16,-7 0 0 15,0 2 0-15,-1 0-2 16,0-1 4-16,4 2-1 16,2 1 0-16,3 1 0 15,0 1-2-15,0 1 0 16,0 0-4-16,1 0 3 15,9 0 2-15,5 0 1 16,-2 3 0-16,2 7 1 16,-1-1 3-16,-5 1 1 15,0 2 8-15,-4 0-5 16,-2 0 8-16,-2-1 10 16,-1 2 1-16,0-2-7 15,0-2-5-15,-3 2-10 0,-4-3 0 16,-1-1-2-1,0-2-8-15,2-2-25 0,0-1-37 16,2-2-34-16,1 0-69 16,3 0-129-16,0 0-247 15</inkml:trace>
  <inkml:trace contextRef="#ctx0" brushRef="#br0" timeOffset="186611.47">15841 6983 802 0,'0'0'94'0,"0"0"90"16,0 0-65-16,0 0-31 15,0 0-26-15,12 87-16 16,-8-71-23-16,-1 3-17 16,0-3-4-16,0-2-2 15,0 3-6-15,-3-2-29 16,1 1-34-16,-1-2-33 16,0-2-55-16,0-2-85 15,0-5-81-15</inkml:trace>
  <inkml:trace contextRef="#ctx0" brushRef="#br0" timeOffset="187586.88">15716 7018 526 0,'0'0'144'0,"0"0"19"15,0 0-34-15,0 0-19 16,0-4-28-16,0 4-27 15,-6-3-21-15,-3 2-1 16,-4 1-14-16,-1 0 1 16,-3 0-1-16,-1 0-9 15,-1 0-3-15,6 0 0 16,0 0-2-16,6 0-2 16,3 0-2-16,4 0 1 15,0 0-3-15,0 0 0 16,0 0 7-16,9 0-1 15,2-3-2-15,-2-1-2 16,-1 3 0-16,-2-2-2 16,0-1 0-16,-2 2-26 0,-3 1-32 15,2-2-53-15,-1 0-89 16,-1-1-155-16</inkml:trace>
  <inkml:trace contextRef="#ctx0" brushRef="#br0" timeOffset="192120.36">9322 5960 78 0,'-2'0'20'0,"1"0"31"15,1 0-15-15,0 0-2 16,0 0-5-16,0 0 5 16,0 0-9-16,0 0-15 15,0 0 2-15,0 0 10 0,0 0 9 16,0 0 0 0,0 0 3-16,0 0 8 0,0 0-3 15,0 0-3-15,-2-1-9 16,2-2-13-16,0 1-8 15,0 0-3-15,0 0-1 16,0-3 2-16,0 1 8 16,3 0-4-16,2 0-2 15,2 0 3-15,-1-2-5 16,1 2-3-16,3-1-2 16,2-3 1-16,3 4 1 15,0-3 1-15,2 1 3 16,1-1-5-16,0-1 1 15,0 1 1-15,1 3-1 16,-2-2 1-16,0 2-2 16,1 1 0-16,-2-1 1 15,1 1-1-15,-1-2-2 16,2 3 2-16,1-2 0 16,3 0-2-16,1 1-1 15,0 0-4-15,2-1 1 16,-2 1 1-16,3-1-1 15,0 0 4-15,-2 0 2 16,2 0 0-16,-1-3 0 16,-2 2 0-16,0 1 1 15,0 0-1-15,-4 0 0 16,0 1 1-16,-3 1-1 16,1 0 0-16,-1 2-1 15,0 0 0-15,1 0 1 16,0 0 0-16,2 0 1 15,0 0-2-15,1 0 1 16,0 0 1-16,1 0-2 16,0 0 2-16,1 0-1 15,0 0 0-15,1 0-1 0,3 0 0 16,-2 0 1 0,1 0-1-16,0 0-2 0,1 0-1 15,-1 0 1-15,1 0-9 16,2 0 2-1,-1 0 8-15,-1 0 2 0,0 2 0 16,2 1-1-16,-1-1 1 16,-1-1 0-16,0 0 0 15,-1 1 1-15,-2-1-2 16,0-1 1-16,-1 3 0 16,-1-3 0-16,0 1 0 15,2 1 1-15,-2-2 3 16,0 1 1-16,2 0-2 15,-2 2 1-15,2-2 3 16,-4 2-5-16,1 1-1 16,2 0 0-16,-2-1-1 15,0 1 2-15,-1 0 14 16,3 0-8-16,1 0-7 16,0 2-1-16,-4 0 2 15,2-2-1-15,0 4 0 16,-4-3 0-16,2 1-1 15,1 4 3-15,0-4-1 16,2-1-2-16,2 3 0 16,1-1 1-16,0-1-1 15,-1 1 1-15,1 1-2 16,-1-1 0-16,-5 3 2 16,0-3-1-16,-2 1 0 0,-1 0 0 15,-1-1 0-15,2 1 1 16,-3-3 2-16,4 2 6 15,-1 0-5-15,0-2-3 16,3 3-1-16,-1-1 3 16,0 1 2-16,0 0 2 15,-2-1 3-15,0 1-6 16,-5-1 2-16,0-2 6 16,-1 1 4-16,-1 1 5 15,-1-3-10-15,-1 3-2 16,-2-3-1-16,2 0 4 15,-4 0 3-15,4 0 4 16,-5 0 3-16,2-3-4 16,-4 2-4-16,1-3-8 15,-1 0-4-15,-1 0 2 16,0 0 1-16,0 0-5 16,0 0-61-16,0 0-79 15,-4 0-122-15,-4 0-191 16</inkml:trace>
  <inkml:trace contextRef="#ctx0" brushRef="#br0" timeOffset="195158.02">10590 5988 317 0,'0'0'84'0,"0"0"-9"0,0 0-22 15,6 0 2-15,4 0 8 16,4 7 10-16,1 6-12 16,5 4 13-16,2 5-18 15,0 1 0-15,1 3 0 16,1 2-7-16,-2-1-18 15,-3 4-14-15,-2-3-11 16,-7 3 5-16,-3 2 4 16,-7 1 8-16,0 3 6 15,0-2 3-15,-10 3-1 16,-2 1-10-16,-2-3-4 16,2-4-9-16,5-3 4 15,2-5-1-15,3-5-13 16,2-5-6-16,0-7-67 15,0-5-71-15,0-2-114 16,0 0-203-16</inkml:trace>
  <inkml:trace contextRef="#ctx0" brushRef="#br0" timeOffset="196023.53">8749 5906 452 0,'0'0'93'0,"0"0"2"16,0 0-29-16,0 0 3 15,-48 83 37-15,34-43-34 16,0 7-17-16,2 2 8 15,3 3-16-15,3 2-4 16,3-2-10-16,3 0-12 16,0-5-5-16,6-4-9 15,10-5-5-15,4-4-2 16,3-6-1-16,3-5-2 16,-3-7-23-16,3-2-46 15,0-7-66-15,-1-5-99 16,1-2-190-16</inkml:trace>
  <inkml:trace contextRef="#ctx0" brushRef="#br0" timeOffset="198588.01">9423 5863 123 0,'0'0'47'0,"0"0"-3"15,0 0 6 1,58-34-37-16,-41 26-3 16,2 0 3-16,1-2 0 15,-1 2-10-15,4 0-1 0,0 0 0 16,0 1 0-16,-2 2 4 16,0-2-3-16,-1 3 1 15,-2-2-1-15,2 1 1 16,0 1 7-16,2-2 0 15,-1-1 1-15,4 0 13 16,0 1-9-16,1-1-9 16,-2-1-5-16,2 1 1 15,-3 0-2-15,1 2-1 16,-1-2 0-16,-2 3 0 16,2-2 1-16,-1 2-1 15,1 0 0-15,1 0 2 16,1-2-1-16,0 1 6 15,4-2 3-15,-2 2 8 16,1-3 11-16,-1 4-19 16,-1-3-6-16,1-1 3 15,-1 4-5-15,-2-1-1 16,3 0 1-16,-1 0-2 16,0 4 0-16,1-4-1 15,-1 2 2-15,2 0-1 16,-5 2 0-16,3-2 0 15,-3 3 0-15,0-4 0 16,-1 4 0-16,1-2 0 16,-2 0 0-16,2 0 0 15,-1-2 0-15,3 4-1 16,-1-2 1-16,-1 2-4 0,1-1-2 16,0 1-3-1,-1 0-1-15,0 0 8 0,-1 0 1 16,3 0-4-16,-2 0 5 15,0 0 0-15,0 0-1 16,0 0 2-16,2 0-1 16,-1 0 2-16,0 0-4 15,1 0 4-15,1 0-1 16,3 0-2-16,-1 0 1 16,3 0 1-16,-2 0-1 15,0-2 1-15,1 1 6 16,-4 0 1-16,-1 1-8 15,-5 0 1-15,3 0 6 16,-3 0-3-16,-1 0 2 16,4 0-3-16,-1 4 3 15,1-1-6-15,2 1 1 16,1-2 4-16,4 2 0 16,-1-2-4-16,0 0 0 15,1 1-1-15,0-2 0 16,-4 5 0-16,2-1 1 15,-1-1-2-15,-2-1 2 16,4 1 1-16,-2 1 18 16,2-1 36-16,4 0-36 15,-1 0-14-15,1 0 8 16,1 0 0-16,0 1-10 16,-2 1-6-16,-3-1-1 15,-3 2 4-15,-2 0-1 16,-1 1-1-16,0 0 2 15,-2-1-1-15,-1 3 3 0,0-3 0 16,2 1 3-16,2-3 0 16,2 3 1-16,3 1-5 15,0 0-2 1,0-1 0-16,-2 0 1 0,-2 2-2 16,0 0 1-16,-2-3-2 15,-2 2-1-15,-2-1 3 16,3 0-1-16,-1-1 1 15,-2 0-2-15,0-1 1 16,0 1 0-16,-2 3-7 16,0 0-6-16,-1-1 7 15,2 3 2-15,-2 2 4 16,-1-2 1-16,-1 1-13 16,0-4 8-16,-2 1 6 15,-2-2-1-15,2 0 0 16,-1-3 0-16,3 3 0 15,-1-1 2-15,4 0-2 16,-1 2 3-16,2-3-1 16,1 0 1-16,-1-2-2 15,2 3-1-15,-4-4 0 16,3 0 1-16,-3 1 0 16,0 2 4-16,-3 0 14 15,0-1 4-15,-5 0-19 16,1 2-3-16,-3-3 1 15,4 0-4-15,-3 0 4 16,-1 0-2-16,3 1 1 16,-1-2 0-16,1 1 4 15,0 0 4-15,-2-1-1 16,6 5 16-16,-3-3-17 16,3 3-5-16,-3 0 0 0,5-1-2 15,0 1 11-15,-1 2-10 16,1 0 16-16,1 2-15 15,-1-1-1-15,-2 1 14 16,3-3-8-16,-5 2-5 16,3-3 3-16,-3 1 18 15,0-1-15-15,-1-3 6 16,-1 1-3-16,-3-2 56 16,0 0-62-16,-3-1-1 15,-2-2-4-15,-1 0 11 16,3-1 7-16,-3 0-2 15,0 0-1-15,1 0-8 16,-1 0-5-16,0 2 1 16,0-1-2-16,0-1-1 15,0 0-16-15,0 0-51 16,-5 0-104-16,-6 0-153 16</inkml:trace>
  <inkml:trace contextRef="#ctx0" brushRef="#br0" timeOffset="200199.82">10509 6581 150 0,'0'-4'48'0,"0"0"36"0,0 0-27 16,0-1-17-16,0 1 5 15,0 1 9-15,0 3-7 16,0-1-11-16,0-1-1 16,0 2-1-16,0 0-11 15,0 0-8-15,0 0-7 16,3 0-3-16,3 0-1 16,-1 0 9-16,4 0-6 15,2 0 2-15,1 0 11 16,3 3-9-16,1 4-3 15,1-1 5-15,3 1 1 16,0-1 1-16,2 0-4 16,1-2-8-16,3 0 2 15,0-1-2-15,3 1 0 16,0-3-3-16,0 2 0 16,-3 1 0-16,1-3-2 15,1 2 2-15,-2 1 0 16,-3-1 0-16,0 1-1 15,-1 0 0-15,-1 0-3 16,4-1 0-16,-2 0-3 16,3-1-2-16,1 0-5 15,2 0 3-15,-1-2-6 16,-1 0-4-16,1 2 4 16,-1-2 0-16,0 0-14 15,-2 0 2-15,1 0 5 16,-3 0 15-16,2 0 6 15,-5 0 2-15,0 0 2 16,0 0-1-16,-4 0-2 16,3 0 2-16,-1-2 0 15,2 0 0-15,0 0 0 0,0-2 0 16,3 0-3-16,-3 0-2 16,-1 0-7-1,0-3-10-15,-6 3-11 0,-2 0 6 16,-6 1 5-16,-1 2 18 15,-2-2 5-15,-2 2 4 16,0-1-2-16,1 0-4 16,-1-1-8-16,2 2-33 15,-2-2-69-15,1-1-201 16</inkml:trace>
  <inkml:trace contextRef="#ctx0" brushRef="#br0" timeOffset="201221.73">10525 6596 242 0,'0'0'32'15,"0"0"43"-15,0 0-14 16,45 0-8-16,-28 4 7 15,-1 2-8-15,4 4-18 16,0-1-22-16,2 1-1 16,0 0 7-16,1 1 5 15,1-2-5-15,3 0-13 16,1 0-1-16,4-1 0 16,0 1 4-16,1 0-4 15,2 0-4-15,-1-2 2 16,0 2-4-16,0-5 3 15,-2 4-2-15,1 0 1 16,-1-3-3-16,0 1-9 0,0-1-2 16,-2 2 5-1,3-2-5-15,-1 1-2 16,1 1-25-16,-2 0 10 0,-1 1 10 16,0 0 18-16,-1-1 2 15,-1 3 1-15,-4-4 1 16,2 3-1-16,-3-3 0 15,2-1 0-15,-1 1 0 16,1-2 0-16,2-1-1 16,2 0-11-16,1-3-5 15,-1 0-2-15,1 0-4 16,2 0-13-16,-1 0-35 16,0 0-5-16,-3 0 36 15,2 0 17-15,-4 0 10 16,2 0 12-16,-2 1-5 15,1-1-11-15,1 0-2 16,-3 0 17-16,4 0 8 16,0 0-2-16,0 0-6 15,-3 0 0-15,3 0 2 16,-1 0-1-16,-1 0-4 16,-1 0-48-16</inkml:trace>
  <inkml:trace contextRef="#ctx0" brushRef="#br0" timeOffset="201368.84">12455 6864 74 0,'0'0'7'0,"0"0"-1"16,0 0-5-16,94-14-1 0,-71 12-1 15,1-1-42 1,-1-1 37-16,3 1 21 16,-3 2 17-16,0-1-42 0,0-2-31 15,0 1 7-15</inkml:trace>
  <inkml:trace contextRef="#ctx0" brushRef="#br0" timeOffset="201706.4">12996 6777 60 0,'0'0'0'16,"0"0"19"-16,0 0 34 15,0 0-20-15,94-28-17 16,-74 22 16-16,-4 1 16 15,3-2 5-15,-3 3-11 16,0-1-3-16,-2 1-2 16,2-3 3-16,1 3-8 15,1-3-4-15,0 2 4 16,-2 1-19-16,1-1-10 16,-5 1 1-16,-3 1 9 15,-1 2 9-15,-3-1 2 16,-2 0 1-16,0 2-9 15,0 0 0-15,-1-2 2 16,1 2-4-16,0-2-12 16,-1 2-1-16,-2 0-3 15,0 0-30-15,0 0-90 16,-6 0-120-16</inkml:trace>
  <inkml:trace contextRef="#ctx0" brushRef="#br0" timeOffset="207905.04">16511 6154 372 0,'0'-1'85'16,"0"-1"20"-16,0 2-34 15,0 0-15-15,-7 0-12 16,0 2-4-16,-6 8-13 16,0 5 26-16,-1 4 10 15,0 2-6-15,3 2-1 16,-5 2-1-16,6 1-19 16,1-2-5-16,4 3-8 15,2-1-7-15,3 1 0 16,0 1 1-16,0-1-1 15,1 0 2-15,10 1 6 16,0-2-6-16,0-4-4 16,2-3-1-16,-1-3-6 0,0-4 2 15,-1-1 2 1,-5-4-4-16,-2-3-3 0,-1-2-3 16,-1 0 0-16,-1-2-2 15,-1 0-6-15,0 0-30 16,0 0-39-16,0 0-78 15,0 0-121-15,0 0-136 16</inkml:trace>
  <inkml:trace contextRef="#ctx0" brushRef="#br0" timeOffset="208549.66">16618 6320 328 0,'0'0'121'0,"0"0"16"16,0 0-19-16,0 0-26 16,0-4 0-16,0 4-4 15,4 0-10-15,4 0 5 16,2 8-14-16,3 3-12 16,3 1-6-16,0 5-9 15,1 2-11-15,3-3-6 16,2 3-3-16,-3 1-2 15,-2-4-8-15,-1-1-2 16,0-2-2-16,-3-2-4 16,-2-2-2-16,-2-2-1 15,-3-3-1-15,-3-2 0 16,0 0-1-16,-3-1-4 16,0-1-8-16,0 0-10 15,0 0-13-15,0 0-17 16,0 0-20-16,0 0-29 15,0-4-38-15,0-4-36 16,0-1-23-16,0-2-95 16,0-1-75-16</inkml:trace>
  <inkml:trace contextRef="#ctx0" brushRef="#br0" timeOffset="208842.54">16871 6301 515 0,'0'0'104'0,"0"0"15"0,0 0-27 16,0 0 15-16,0 0 11 16,-58 87-49-16,41-61-14 15,2 2-18-15,0-3-15 16,2-3-10-16,4-1-8 15,-3-6-1-15,7-3-1 16,2-4-2-16,0-3-3 16,3-5-11-16,0 0-41 15,0 0-40-15,0 0-66 16,0-9-111-16,3-7-167 16</inkml:trace>
  <inkml:trace contextRef="#ctx0" brushRef="#br0" timeOffset="209209.73">17147 6271 730 0,'0'0'118'15,"0"0"7"-15,0 0-27 16,0 0-17-16,0 78-21 16,0-57-9-16,0 2-17 0,0-2-5 15,0 0-6 1,0-3-10-16,1-2-6 0,2-4-3 15,-1-1-3-15,-1-1-1 16,1-3-2-16,-2-2-23 16,2-2-41-16,0-2-45 15,-2-1-67 1,0 0-60-16,0 0-90 0</inkml:trace>
  <inkml:trace contextRef="#ctx0" brushRef="#br0" timeOffset="209426.37">17088 6438 580 0,'0'0'178'15,"0"0"-3"-15,0 0-45 16,0 0-22-16,0 0-20 16,49-19-41-16,-33 18-30 15,-3-2-8-15,0 3-8 16,-2-1-1-16,0-2-11 15,1 2-35-15,0-2-51 16,2-1-52-16,-1 1-81 16,0-2-84-16</inkml:trace>
  <inkml:trace contextRef="#ctx0" brushRef="#br0" timeOffset="209870.48">17388 6273 666 0,'0'0'127'0,"0"0"3"15,0 0-41-15,0 0-16 16,0 0-31-16,65-23-4 15,-53 23-17-15,-1 0-9 16,-1 0-3-16,-1 2-3 16,-3 7 0-16,-3 4 1 15,-2 2 5-15,-1 0 0 16,0 4 3-16,0-3-1 16,0 1-5-16,-3-3-2 15,-1 0-3-15,4-3-2 16,0-1 0-16,0-2 0 15,0-2 0-15,0 3 0 16,3-2 1-16,8-4-1 16,4 1-2-16,2-3-1 15,2-1 0-15,4 0-26 16,1 0-44-16,1-5-50 16,-3-2-65-16,-2-3-79 15,0-2-219-15</inkml:trace>
  <inkml:trace contextRef="#ctx0" brushRef="#br0" timeOffset="210288.6">17628 5960 580 0,'0'0'93'0,"0"0"50"16,0 0-14-16,75 86-7 15,-39-56-37-15,-1 4-23 16,4 2-29-16,-6 0-5 15,1 0-4-15,-7 2 15 16,-7-1-11-16,-5 2-8 16,-9-1 12-16,-4-1-4 15,-2-1-4-15,0-5-7 16,-9 0-4-16,-4-7-5 16,0-3-4-16,-1-2-3 15,2-5 1-15,2-4-13 16,-1-3-35-16,3-3-62 15,4-3-98-15,-1-1-137 16,4 0-307-16</inkml:trace>
  <inkml:trace contextRef="#ctx0" brushRef="#br0" timeOffset="-199527.91">18191 6341 455 0,'0'0'101'0,"0"0"30"16,0 0-36-16,0 0 4 15,0 0-5-15,0 0-15 16,0 0-18-16,0 0 5 16,0 0-3-16,0 0-12 15,0 0-9-15,0 0-4 16,0 0-12-16,0 0-2 15,0 0-3-15,0 0-2 16,0 0-5-16,1 0-5 16,10 0 0-16,4 0-3 15,3 0 0-15,5 0 1 16,1 0 1-16,1-2-2 16,1 1 0-16,0 0-3 15,-4 1-1-15,-6-2-1 0,-2 2 0 16,-5-3-1-16,-6 3-1 15,1 0 1-15,-4 0-2 16,0 0-10-16,0 0-15 16,0 0-16-16,0 0-27 15,0 0-45-15,0 0-86 16,1 0-119-16,9 0-97 16</inkml:trace>
  <inkml:trace contextRef="#ctx0" brushRef="#br0" timeOffset="-199013.73">18720 6163 518 0,'0'0'129'0,"0"0"-3"0,0 0-48 16,0 0-2-16,7 0-8 15,-4 4 0 1,0 8 9-16,1 6-7 0,-2 3-13 16,0 5 1-16,-2 3-9 15,0-1-20-15,0 0 2 16,3 2-11-16,1-6-6 15,2-4-5-15,0-1-1 16,0-6-4-16,-3-2-2 16,2-7-2-16,-3 0-1 15,-1-4-8-15,1 0-29 16,-1 0-33-16,1 0-50 16,-2 0-107-16,0-3-174 15</inkml:trace>
  <inkml:trace contextRef="#ctx0" brushRef="#br0" timeOffset="-196313.27">16195 6707 355 0,'0'0'71'16,"0"0"10"-16,0 0-8 15,0 0 0-15,0 0-1 16,0 0-23-16,0 0-5 16,0 0 14-16,1 0 0 15,5 0-18-15,0 0-11 16,0 0-6-16,2 0-8 16,1 0 2-16,0 0-5 15,4 0 5-15,-3 0 4 16,4 0 15-16,-1 3-26 15,1-3-1-15,3 4 1 16,-3-4-6-16,2 1-1 16,0 2-1-16,3-3 1 15,1 0 1-15,-1 0 1 16,-1 0-3-16,4 0-1 16,-1 0 1-16,-1 0-3 0,1 0 2 15,-2 0-1-15,3 0 0 16,-1 1-1-1,0-1 2-15,2 3-1 16,-3-3 1-16,2 0 0 16,-2 0-1-16,3 0 0 0,-4 0 1 15,1 0 0-15,0 0-1 16,1 0 1-16,-3 0 0 16,1 0-1-16,-3 0 0 15,-1 0-1-15,2 0 1 16,0 0 0-16,-3 0-1 15,4 0 1-15,-2 0 0 16,4 0 1-16,0 0-1 16,2 0-1-16,-2 0 1 15,1 0-1-15,0 0 1 16,-4 0 0-16,1 0-1 16,-1 0 1-16,-4 0 1 15,1 0-1-15,1-3 0 16,-1 3 0-16,1 0 1 15,0-1-1-15,0 1 1 16,-2 0-1-16,3 0 0 16,-3 0 0-16,1 0 0 15,2-3 0-15,-3 3 0 16,4 0 1-16,-4-1-2 16,2 1 1-16,-2 0 1 15,0 0-1-15,0 0-1 16,0 0 1-16,0 0 0 15,1 0 0-15,3-1 1 16,0-1-2-16,4 2 2 16,-1-1-2-16,1 1 1 15,0-3 0-15,1 3 0 0,-3 0-1 16,1 0 0-16,-4 0 2 16,3 0-1-16,-2 0 0 15,-1 0 0-15,-2 0 0 16,1 0 0-16,-2 0 1 15,0 0-1-15,0 0-1 16,4 0 1-16,-2 0 0 16,2-1 0-16,3 0 1 15,0-1-1-15,3 2-1 16,0-1 1-16,-1-1 0 16,3 2 0-16,-4-1 0 15,-1 1 0-15,-1 0 0 16,1-3 0-16,-2 2 1 15,-1 1-1-15,2 0 0 16,-2 0 1-16,0-2-1 16,1 2-1-16,-1 0 2 15,-2 0 4-15,2 0-3 16,-4 0-1-16,3-2 0 16,-3 2 1-16,3 0 3 15,-2-3 2-15,5 3 0 16,-3-1-3-16,3 1 0 15,-2 0-2-15,3 0-3 16,2 0 2-16,-2 0 0 16,3 0-1-16,0 0-1 15,2 0 2-15,-2 0 0 16,-3 0-2-16,2 0 2 16,-2 0-1-16,-4 0 0 0,-2 0 0 15,1 0 6-15,-2 0 7 16,1 0 2-1,1 0-7-15,3 0-4 0,1 0 1 16,2 0 5-16,3 0-2 16,-1 0-4-16,3 0-2 15,-4-1 2-15,1 1-4 16,-3 0 1-16,-4 0-2 16,0 0 1-16,-3 0 0 15,-2 0 0-15,2 0 1 16,-1 0-1-16,1 0 1 15,-3 0-1-15,3 0 3 16,-4 0 0-16,-1 0 4 16,1 0 1-16,-2 0 5 15,-1 0 5-15,0 0-2 16,-3 0-3-16,0 0-4 16,-3 0-2-16,1 0-2 15,1 0 0-15,-2 0-1 16,0 0-1-16,0 0-1 15,0 0-4-15,0 0-37 16,-9 0-84-16,-7 0-179 16,0-3-296-16</inkml:trace>
  <inkml:trace contextRef="#ctx0" brushRef="#br0" timeOffset="-192556.09">16455 7067 124 0,'0'0'40'0,"-1"-2"31"16,1 0 3-16,0 0-15 16,0 2 11-16,0 0 2 15,-3-2-3-15,3 0-7 16,-2 2-13-16,1 0-11 16,-2-2-6-16,0 1-3 15,2 1-2-15,-1 0 7 16,1 0 1-16,-1 0-1 15,2 0 7-15,0 0-2 16,0 0-2-16,0 0-1 16,0 0 0-16,0 0-6 15,0 0-2-15,0 0-8 0,0 0-1 16,3 9 13 0,6 5-8-16,-2 1-1 0,4 3 2 15,1-3 22-15,1 5-28 16,2-4 5-16,-2 2-11 15,1-4-2-15,-2 1-4 16,-1-3 2-16,-2-1-5 16,-2-3 1-16,0 0-2 15,-1-4 0-15,-2 2-1 16,-1-3 0-16,-1 0 1 16,-1-2-3-16,1-1 2 15,-2 0-2-15,0 0 1 16,0 0-2-16,0 0-8 15,0 0-17-15,0 0-24 16,0 0-27-16,0 0-48 16,0 0-104-16,-3-1-80 15,-2-7-182-15</inkml:trace>
  <inkml:trace contextRef="#ctx0" brushRef="#br0" timeOffset="-192116.36">16633 7090 369 0,'0'0'114'0,"0"0"26"0,0 0-33 16,0 0-35-16,0 0 0 16,-2 0-25-16,-8 6-5 15,-3 8-1-15,-3 4 7 16,-2 2-1-16,0 3 15 15,1 2-18-15,-2-3-16 16,5-2-8-16,2-4-5 16,2-2-3-16,4-3-6 15,2-4-4-15,4-4 0 16,-2-1-3-16,2-1-5 16,0-1-36-16,0 0-50 15,0 0-79-15,0 0-65 16,5-5-127-16</inkml:trace>
  <inkml:trace contextRef="#ctx0" brushRef="#br0" timeOffset="-190796.06">16854 7057 295 0,'0'0'106'0,"0"0"-25"16,0 0 9-16,0 0-9 15,0 0 6-15,0 10-1 16,0 5-7-16,0 5-10 16,0 0 33-16,-3 3-50 15,0 0-13-15,0-2-4 16,3-2-10-16,0-7-10 16,0 0-6-16,0-3-6 15,0-3-2-15,0-3 0 16,0-2-1-16,0-1-5 15,0 0-18-15,0 0-30 16,0 0-32-16,0 0-39 16,0 0-51-16,0-5-25 15,-1-2-56-15,-8 0-30 16</inkml:trace>
  <inkml:trace contextRef="#ctx0" brushRef="#br0" timeOffset="-190578.83">16763 7193 491 0,'0'0'108'0,"0"0"34"15,0 0-27-15,0 0-15 16,0 0-19-16,58-4-30 16,-41 4-26-16,2-3-16 15,-2 2-5-15,-3-2-3 16,2 2-10-16,-3-1-42 15,-1 0-57-15,-2-1-57 16,-4-1-87-16,1-1-168 0</inkml:trace>
  <inkml:trace contextRef="#ctx0" brushRef="#br0" timeOffset="-190236.1">17186 7035 579 0,'0'0'97'16,"0"0"-5"-16,0 0-17 15,0 0 39-15,0 0-35 16,12 58-25-16,-9-36-8 16,0 0-5-16,-1-2-12 15,1 0-15-15,0-1-11 16,0-6-1-16,0 1-3 16,1-5-6-16,-1-2-40 15,0-3-53-15,1-4-82 16,-4 0-83-16,0 0-199 0</inkml:trace>
  <inkml:trace contextRef="#ctx0" brushRef="#br0" timeOffset="-189882.4">17248 6893 561 0,'0'0'111'0,"0"0"38"16,0 0-55-16,97 90-2 15,-70-55-13-15,-2 4-16 16,-2 1-9-16,-7-1-4 15,-4-2-11-15,-7-2-15 16,-5-2-4-16,0-4-6 16,-5 0-9-16,-13-3-1 15,-7-2-2-15,-3-4-11 16,-7-3-37-16,-1-1-63 16,-2-8-90-16,-2-3-119 15,-1-5-358-15</inkml:trace>
  <inkml:trace contextRef="#ctx0" brushRef="#br0" timeOffset="-189259.04">16457 6892 610 0,'0'0'88'0,"0"0"13"16,0 0-7-16,0 0-6 15,-45 86 11-15,26-49-48 16,3 5-7-16,2 0-2 15,5 1-6-15,5 0-5 0,4-4-7 16,0-3-13 0,8-3-1-16,12-4-6 0,5-4-3 15,-2-3-2 1,5-5-16-16,-2-1-60 0,-3-8-90 16,-4-1-153-16,-5-7-343 15</inkml:trace>
  <inkml:trace contextRef="#ctx0" brushRef="#br0" timeOffset="-187508.99">17763 6870 412 0,'0'0'101'0,"0"0"-2"16,-7 3-1-16,-7 9-13 15,-1 3 2-15,-2 7-5 16,-1 1-1-16,0 6-43 16,1 3 7-16,2 2-4 15,2 3-2-15,6 0-12 16,6-1-6-16,1-1-4 16,0 0 2-16,14-2 3 15,2-3-3-15,3 0-2 16,-3-3-1-16,1 0-8 15,-4-4-3-15,-3-4 0 16,-4-3-2-16,-1-4-1 16,-2-4 0-16,-1-3-3 15,-1-1 0-15,-1-2-19 0,0-2-35 16,0 0-39-16,0 0-90 16,0-6-147-16,0-7-265 15</inkml:trace>
  <inkml:trace contextRef="#ctx0" brushRef="#br0" timeOffset="-186257.85">17996 7249 571 0,'0'0'54'0,"0"0"54"16,0 0-16-16,0 0-7 0,0 0 9 16,22 44-18-1,-16-23-23-15,-1 1-4 0,4-1 1 16,-2 3-24-16,0-3-4 15,1-5-6-15,2-1-5 16,-3-4-1-16,-1-3-1 16,0-3-4-16,-1-2-3 15,-2-3 0-15,0 0-2 16,0 0 4-16,0-3 1 16,-2-9 1-16,1-4-3 15,-2-3-3-15,0-5-1 16,0-3-3-16,0-1 0 15,-5 0-1-15,-2-3-2 16,-1 2-9-16,0 1 9 16,1 0-1-16,1 5-2 15,-2 1 5-15,5 5 4 16,-2 3 1-16,1 3 0 16,3 3 1-16,-1 2 0 15,1 2 0-15,-1-1 1 16,2 1 0-16,0 0-1 15,0 2-1-15,0-4-1 16,0 0 1-16,0 2 0 16,0-1-2-16,2 1 3 15,5 0-1-15,-4 1 0 16,3-1 0-16,-1 2 1 16,4 0 1-16,-2 0-2 15,4 1 1-15,1-1 0 16,1 2 0-16,2 0 0 0,-1 0 0 15,3 0 1-15,1 0 0 16,-1 0 0 0,3 0 2-16,-1-3-3 0,3 3 2 15,1-1-2-15,-1 1 1 16,1 0 1-16,1 0 4 16,-1 0 0-16,-1-3-1 15,1 2-3-15,-1 1-1 16,-2 0-2-16,2 0 2 15,-1-1-1-15,1 1 0 16,0 0-2-16,-2 0 1 16,3-3 1-16,-3 3-1 15,2-3 0-15,1 1 1 16,-1-1 1-16,1 0 1 16,0 3 1-16,0-4-1 15,-4 2-1-15,1 0 0 16,0 2-2-16,-2 0 1 15,0 0-2-15,1 0 1 16,0 0 0-16,2 0 1 16,0 0-1-16,0 0 1 15,1 0 0-15,-3 0 2 16,0 0 5-16,-2 0 0 16,-1 0 2-16,-2 0-3 15,-2 0 1-15,-2 0-2 16,0 0-2-16,-1 0 0 15,-2 0 0-15,0 0 0 16,-1 0-2-16,-2 0 0 16,-2 0 0-16,-2 0-2 15,0 0-1-15,0 0-10 16,0 0-27-16,-9 0-45 0,-4 1-93 16,-4 0-209-1</inkml:trace>
  <inkml:trace contextRef="#ctx0" brushRef="#br0" timeOffset="-185049.95">18259 7267 171 0,'0'0'78'0,"0"-3"39"16,0 3 9-16,0 0-16 15,-2 0-14-15,2 0-27 16,0 0-6-16,0 0-6 15,0 6 32-15,0 7 2 16,8-1-25-16,2 3-6 16,4 0-7-16,-1-2-5 15,3 3-11-15,-3-3-11 16,3-1-11-16,-4-1-6 16,-2-1-7-16,0-1 2 15,-3-3-3-15,-3 0 0 16,-1-2-2-16,-1-4 0 15,-1 4-6-15,-1-4-14 16,2 0-25-16,-2 0-12 16,0 0-30-16,0 0-43 15,0 0-78-15,-6 0-130 16</inkml:trace>
  <inkml:trace contextRef="#ctx0" brushRef="#br0" timeOffset="-184744.2">18409 7251 594 0,'0'0'86'0,"0"0"16"15,0 0-33-15,0 0-4 16,-59 80 25-16,39-60-31 16,2 2-19-16,1-5-10 15,4 2-19-15,0-6-9 16,6-2-2-16,1-2-4 16,3-2-30-16,3-4-67 15,0-1-53-15,0-2-88 16,0 0-210-16</inkml:trace>
  <inkml:trace contextRef="#ctx0" brushRef="#br0" timeOffset="-184455.91">18598 7296 771 0,'0'0'97'0,"0"0"37"16,0 0-38-16,12 90-28 16,-8-67-15-16,2-3-30 0,-3-4-15 15,0-1-5-15,-2-2-4 16,1-5-18-16,-1-3-78 15,-1-2-102-15,0-3-79 16,0 0-206-16</inkml:trace>
  <inkml:trace contextRef="#ctx0" brushRef="#br0" timeOffset="-184255.97">18571 7390 793 0,'0'0'99'0,"0"0"104"16,0 0-91-16,0 0-46 15,88 0-37-15,-72 0-24 16,0 0-4-16,-2-4-25 16,-1 0-83-16,-3-4-97 15,1-1-176-15</inkml:trace>
  <inkml:trace contextRef="#ctx0" brushRef="#br0" timeOffset="-183888.95">18789 7239 874 0,'0'0'92'0,"0"0"22"0,0 0-69 15,0 0-4-15,0 0-11 16,0 0-19-16,56 21-8 16,-51-11 1-16,-5 3-2 15,0 3 0-15,0-4 4 16,0 6-2-16,-3-1 4 16,-3-2-1-16,1 1-1 15,1-3-2-15,3-1 0 16,1-1 2-16,0-3-2 15,1 0 2-15,11-1 2 16,2-3 1-16,5 0-5 16,0-3-2-16,1-1-3 15,-1 0-21-15,-2 0-68 16,0 0-77-16,-5-4-111 16,-2-4-239-16</inkml:trace>
  <inkml:trace contextRef="#ctx0" brushRef="#br0" timeOffset="-182616.02">19504 7187 408 0,'0'0'121'0,"0"0"20"15,0 0-47-15,0 0-17 16,0 9 29-16,1 3-7 15,5 4-26-15,1 3-20 16,-2 2-9-16,-1-1-5 16,0 2-17-16,1-6-10 15,-4 0-8-15,2-4-3 16,0-5-2-16,-3 1-14 16,0-4-54-16,0-2-51 15,0 0-69-15,-7-2-67 16,-2 0-187-16</inkml:trace>
  <inkml:trace contextRef="#ctx0" brushRef="#br0" timeOffset="-182404.03">19430 7342 544 0,'0'0'116'15,"0"0"21"-15,0 0-13 16,0 0-6-16,0 0-19 15,0 0-46-15,88-11-23 16,-66 8-19-16,1-1-9 16,0 2-3-16,-4-2-28 15,-3 0-69-15,-1-3-98 16,-3-1-103-16,-3 0-290 16</inkml:trace>
  <inkml:trace contextRef="#ctx0" brushRef="#br0" timeOffset="-182147.23">19883 7168 789 0,'0'0'119'0,"0"0"36"15,0 0-78-15,12 87-7 16,-9-64-26-16,0-2-31 16,-3-2-11-16,3-4-1 15,-3-1-14-15,0-4-46 16,0-2-49-16,0-6-77 16,0-2-136-16</inkml:trace>
  <inkml:trace contextRef="#ctx0" brushRef="#br0" timeOffset="-181534.18">19865 6831 443 0,'0'0'90'15,"0"0"12"-15,0 0-2 16,0 0-8-16,82 37-3 15,-47-12-10-15,2 5-21 16,5 3 0-16,3 4-4 16,-6 4-12-16,-1-1-8 15,-8 4-6-15,-7-2 1 16,-6 2 2-16,-8-5-7 16,-9-2-4-16,0-3 3 15,0-6-2-15,-1 0-6 16,-10-8 1-16,-3 0-3 15,4-5-7-15,0-3-2 16,1-4-4-16,0 1 0 16,2-6-15-16,-3-1-37 15,4-2-40-15,-1 0-65 16,-2 0-96-16,1-5-85 0</inkml:trace>
  <inkml:trace contextRef="#ctx0" brushRef="#br0" timeOffset="-175927.36">20509 6718 507 0,'0'0'80'15,"0"0"34"-15,0 0-30 16,7 0 7-16,9 0 13 16,4 0-28-16,5 0-25 15,2 0-5-15,2-4-14 16,0 1-17-16,-3-1-11 15,-6 3-3-15,-1-2-5 16,-9 3-33-16,-1-1-55 16,-8-1-78-16,-1 1-48 0,0 1-151 15</inkml:trace>
  <inkml:trace contextRef="#ctx0" brushRef="#br0" timeOffset="-175699.44">20503 6624 702 0,'0'0'136'0,"0"0"6"0,0 0-65 15,93-19-37-15,-68 18-30 16,-3 1-12-16,0 0-35 15,-5 0-76-15,-4 0-93 16,-4 0-202-16</inkml:trace>
  <inkml:trace contextRef="#ctx0" brushRef="#br0" timeOffset="-167578.62">21089 6718 307 0,'0'0'68'16,"0"0"23"-16,0 0 12 16,0 0 0-16,2 0 0 15,2 0 2-15,4 0 0 16,1-8-12-16,0-3-30 16,2-9-17-16,0 0-8 15,-1-8-15-15,0-3-18 16,2-5-4-16,-2-3-2 15,0 0 2-15,1-5-2 16,-2-2-3-16,0 1-1 16,-2 2-3-16,2 4 0 15,-6 4 2-15,-2 10 2 16,-1 2 1-16,0 11-4 16,0 8 2-16,-7 4-2 15,-8 7-3-15,1 18 8 16,-3 10 0-16,1 9 2 15,0 7 1-15,7 5 2 0,-1 0 3 16,10-3 3-16,0 0 0 16,0-7 9-16,13-5 1 15,6-6-3-15,1-7-5 16,3-4-6-16,-4-6-3 16,-2-6-2-16,-2-3-1 15,-4-7-10-15,-3-2-42 16,-3 0-41-16,0 0-31 15,-3-11-62-15,-2-7-63 16,2-4-163-16</inkml:trace>
  <inkml:trace contextRef="#ctx0" brushRef="#br0" timeOffset="-167398.81">21406 6604 659 0,'0'0'134'16,"0"0"14"-16,0 0-1 15,18 79-56-15,-12-60-22 16,-1-3-34-16,-1 1-21 16,1-6-9-16,-3-2-4 15,1-1-7-15,-3-6-55 16,0-2-97-16,0 0-138 16,0-12-307-16</inkml:trace>
  <inkml:trace contextRef="#ctx0" brushRef="#br0" timeOffset="-167239.67">21465 6443 701 0,'0'0'53'0,"0"0"16"16,0 0-41-16,0 0-33 0,0 0-30 15,0 0-75-15,-17 27-138 16,17-16-136-16</inkml:trace>
  <inkml:trace contextRef="#ctx0" brushRef="#br0" timeOffset="-166695.02">21595 6695 644 0,'0'0'161'15,"0"0"-10"-15,0 0-47 16,0 0-20-16,0 0 1 15,0 0-21-15,26 16-12 16,-20-28-9-16,1-8-34 16,2 0-7-16,-1-5-2 15,0-1 0-15,-2 3-6 16,0 3-3-16,0 5-2 16,-3 2 5-16,-1 7 3 15,-1 3 1-15,2 3-2 16,2 0-4-16,-3 3-2 15,5 10 5-15,-1 0 1 16,-1 5 7-16,0-1 0 16,3-3 2-16,-1-1 0 15,-2-4 2-15,4 1-1 16,-3-5-1-16,2-1-2 16,1-4-2-16,0 0 1 15,1 0 0-15,0-2-1 16,0-11-4-16,-1 0-9 15,-2-2-9-15,0 0 2 16,-4 0 11-16,2 4 6 0,-4 2 3 16,2 3-1-16,-1 3 2 15,-1 2 4-15,2 1 1 16,2 0-7-16,1 6-3 16,2 8 10-16,0 5-3 15,5 2-1-15,0 3 0 16,4-1-3-16,-2 0-8 15,4-2-50-15,-3-5-101 16,-3-3-137-16,-5-3-245 16</inkml:trace>
  <inkml:trace contextRef="#ctx0" brushRef="#br0" timeOffset="-165986.85">21166 7070 460 0,'0'0'137'16,"0"0"26"-16,0 0-36 15,0 0-13-15,-6-3-23 16,6 3-35-16,2 11 0 16,8 6 21-16,4 2-19 15,1 4-14-15,4 4 1 16,1-2-15-16,-3 1-9 15,3-2-7-15,-2-3-7 16,-1-2-5-16,-4-6-1 16,-2-2-1-16,-3-3 0 15,-4-1-7-15,1-6-15 16,-4 2-18-16,-1-3-22 16,0 0-27-16,0 0-36 0,0 0-26 15,0-4-78 1,-6-7-61-16,0-3-62 0</inkml:trace>
  <inkml:trace contextRef="#ctx0" brushRef="#br0" timeOffset="-165679.81">21384 7090 578 0,'0'0'143'0,"0"0"-34"15,0 0-33-15,0 0 1 16,0 0 0-16,-6 35-12 16,-7-12 7-16,-5 2-1 15,-4 1-29-15,0-1-6 16,-1-2-14-16,2-1-8 16,3-3-2-16,2-4-8 15,6-4-2-15,4-3-1 16,3-5-8-16,3-1-26 15,0-2-27-15,0 0-20 16,14-5-21-16,6-7 2 16,3-3-97-16,4-2-84 15,1-1-114-15</inkml:trace>
  <inkml:trace contextRef="#ctx0" brushRef="#br0" timeOffset="-165196.27">21510 7186 574 0,'0'0'132'16,"0"0"43"-16,0 0-43 15,0 0-27-15,92 0-7 16,-69 1-29-16,-1 1-24 0,-4-2-13 16,-3 0-4-16,-6 0-8 15,-2 0-6-15,0 0-5 16,-7 0 0-16,0 0-1 15,0 0-1-15,0-4-3 16,0-4-3-16,0 1-2 16,0-2 0-16,0 4 0 15,-7-1-1-15,4 2 0 16,2 2 1-16,1 0 0 16,0 2 0-16,0 0-3 15,0 0-1-15,0 0-1 16,11 0 2-16,-1 0 3 15,6 2-1-15,-3 4 1 16,1 4 2-16,-2-2 1 16,-1 3 0-16,-3 2 1 15,-4-1 3-15,-1 0 6 16,-3 0 3-16,0 2-1 16,0-2-1-16,-3-2-6 15,-7-2-3-15,2 0-3 16,-1-4-9-16,-1-1-22 15,1-1-34-15,2-2-43 16,1 0-67-16,-1 0-75 16,4-2-102-16</inkml:trace>
  <inkml:trace contextRef="#ctx0" brushRef="#br0" timeOffset="-164276.2">21953 7102 566 0,'0'0'129'0,"0"0"29"16,0 0-14-16,-3 3-15 15,3-2-21-15,0-1-27 16,8 4-9-16,3 0-11 15,2-1-21-15,0-2-17 16,-2 2-12-16,0-3-7 16,-2 0-4-16,2 0-13 15,-2 0-35-15,-1 0-45 0,3-11-85 16,0-2-125-16,-1-2-173 16</inkml:trace>
  <inkml:trace contextRef="#ctx0" brushRef="#br0" timeOffset="-164043.2">22226 6983 843 0,'0'0'153'0,"0"0"64"0,0 88-95 15,0-54-33-15,0-2-28 16,4-5-23-16,-1-2-21 15,0-5-10-15,0-5-5 16,0-4-4-16,-3-3-30 16,0-4-42-16,0-4-71 15,0 0-159-15,-7 0-319 16</inkml:trace>
  <inkml:trace contextRef="#ctx0" brushRef="#br0" timeOffset="-160372.59">22763 6252 516 0,'0'-2'118'15,"0"2"14"-15,0 0-41 16,0 0-7-16,0 0 1 16,0 0-16-16,0 0-3 15,13 0 13-15,0 9-23 16,1 5-7-16,4 2-15 16,2 3-9-16,2 2-4 15,1 1 0-15,2 2-9 16,-1-4-4-16,2-1 4 15,-2 1-4-15,-1-7-1 16,-3-1-3-16,-4-2-2 16,-4-4 0-16,-3 0-2 15,-3-1 0-15,-3-5-4 16,-1 0-15-16,-2 0-21 16,0 0-21-16,0 0-23 0,-3-5-78 15,-5-6-118-15,-1-2-79 16</inkml:trace>
  <inkml:trace contextRef="#ctx0" brushRef="#br0" timeOffset="-160108.78">23078 6231 734 0,'0'0'88'0,"0"0"42"0,0 0-1 16,0 0-41-16,-78 100 3 16,49-66-44-16,0 3-13 15,1-4-12-15,3-1-14 16,5-6-6-16,3-5-1 16,5-4-5-16,3-7-28 15,5-3-49-15,4-5-60 16,0-2-81-16,0-5-87 15</inkml:trace>
  <inkml:trace contextRef="#ctx0" brushRef="#br0" timeOffset="-159620.48">23441 6202 392 0,'0'0'109'15,"0"0"9"-15,0 0-3 16,0 0-8-16,0 0-4 16,0 16 17-16,0-1-30 15,0 4-9-15,0 3-20 16,0 0-12-16,1 0-12 15,5 1-3-15,2-1-14 16,-2-5-7-16,2 2-7 16,-2-5-3-16,-2-2-1 15,1-2-2-15,-3-2-2 16,-1-4-14-16,-1 0-34 16,0-1-42-16,0-3-82 15,-12 0-128-15,-2 0-141 16</inkml:trace>
  <inkml:trace contextRef="#ctx0" brushRef="#br0" timeOffset="-159419.12">23344 6367 672 0,'0'0'115'0,"0"0"58"0,0 0-22 15,0 0-35-15,75-6-36 16,-52 6-34-16,2 0-11 15,-4 0-18-15,-2 0-10 16,3-1-6-16,-1-3-9 16,0-1-42-16,0-3-71 15,1-3-100-15,-2-1-169 16</inkml:trace>
  <inkml:trace contextRef="#ctx0" brushRef="#br0" timeOffset="-159188.02">23893 6109 771 0,'0'0'92'16,"0"0"90"-16,0 73-56 15,0-41-31-15,0 2-28 16,0-1-29-16,4-2-27 15,3 0-8-15,1-4-4 16,2-2-28-16,1-5-85 16,-2-4-141-16,-1-4-183 15</inkml:trace>
  <inkml:trace contextRef="#ctx0" brushRef="#br0" timeOffset="-157751.97">22636 6651 206 0,'0'0'110'0,"0"0"17"0,0 0-35 15,0 0-12-15,0 0 1 16,0 0-8-16,0 0 2 16,0 0 1-16,6 0 1 15,2 0-6-15,3 0-10 16,2 2-3-16,6-1-8 16,2 1-10-16,3-2-11 15,6 0 0-15,2 0-11 16,1 0-9-16,0 0-2 15,4 0-3-15,-3 0 4 16,0 0 0-16,3 0-2 16,-3 0-1-16,1 0-1 15,0 0-1-15,0 0-1 16,0 0-1-16,0 0 0 16,-3 0 0-16,-4 0-2 15,1 0 1-15,-3 0 0 16,-1 0-1-16,1 0 2 15,-1 0-1-15,1 0-1 16,2 0 2-16,0 0 0 16,2-2 1-16,0-1 0 15,4-1 0-15,-3 2-2 16,1 0 0-16,0-2-1 16,-2 2 2-16,-1 0-1 15,-1 2 0-15,-2-1 1 16,-3-1-1-16,1 2 0 0,-1 0 1 15,-1 0-2-15,0 0 2 16,-1 0-1-16,1 0 1 16,-2 0-2-1,3 0 3-15,0 0-2 16,3 0 2-16,-1 0 0 0,1 0 1 16,2 0-1-16,-2 0 2 15,1-1-3-15,0-2-1 16,2 0 2-16,2 2-1 15,-3-3 0-15,1 3 0 16,2-2 0-16,-4-1 0 16,2 0-1-16,0 1 2 15,-1 2 1-15,-3-2 0 16,0 2-2-16,-1-2-1 16,-2 2 0-16,3-2 0 15,-1 3 1-15,-1 0-1 16,2 0 0-16,-3-1 0 15,2 1 0-15,-2 0 1 16,-2 0-2-16,-1 0 1 16,-1 0 1-16,-4-3-1 15,-3 3 0-15,1 0 0 16,-4 0-1-16,0 0 1 16,-1 0 0-16,-2 0 0 15,1 0 0-15,2 0 1 16,-3-2 5-16,0 2-1 15,0-1 0-15,0 1-2 16,-2 0-2-16,-3-1 0 16,0 1-1-16,1 0 0 15,-1 0 2-15,0 0-1 16,0-2-3-16,0 2-10 16,0 0-32-16,-10-1-79 0,-4 0-124 15,-3-2-161 1</inkml:trace>
  <inkml:trace contextRef="#ctx0" brushRef="#br0" timeOffset="-154414.74">22857 7025 601 0,'0'0'116'0,"0"0"-3"15,5 0-33-15,2 6 24 16,1 6 1-16,4 4-28 16,5 3-16-16,-1 3-8 15,7 2 6-15,-3 0-19 16,4-2-15-16,0 0 3 16,-4-2-12-16,1-4-2 15,-5-1-7-15,-1-4-3 16,-6-1-3-16,-2-5 0 15,-1-2-1-15,-3-1-4 16,-3-2-14-16,0 0-21 16,0 0-24-16,0 0-32 15,0-6-97-15,0-8-88 16,-6-2-45-16</inkml:trace>
  <inkml:trace contextRef="#ctx0" brushRef="#br0" timeOffset="-154163.86">23147 7011 703 0,'0'0'93'16,"0"0"27"-16,0 0 10 16,0 0-26-16,-56 75-8 15,32-43-22-15,-4 0-33 16,2-3-13-16,4-3-9 15,4-3-7-15,2-6-8 16,7-4-3-16,3-6-2 16,2-2-25-16,4-5-51 15,0 0-68-15,0 0-101 16,4-7-129-16</inkml:trace>
  <inkml:trace contextRef="#ctx0" brushRef="#br0" timeOffset="-153839.27">23366 7067 764 0,'0'0'121'0,"0"0"65"0,0 0-61 16,0 77-34-1,2-53-31-15,1 0-17 16,0-3-14-16,2-2-13 0,-2-4-10 16,-2-1-3-16,1-5-2 15,-2-1-9 1,0-3-33-16,0-4-47 0,0-1-59 15,-11 0-95-15,0 0-127 16</inkml:trace>
  <inkml:trace contextRef="#ctx0" brushRef="#br0" timeOffset="-153633.84">23266 7193 662 0,'0'0'145'0,"0"0"18"0,0 0-24 15,0 0-18-15,0 0-44 16,88-4-34-16,-65 4-23 16,-1 0-12-16,-2 0-7 15,2 0-4-15,-1-4-34 16,-2-3-50-16,1-3-97 16,-2-4-102-16,-4 1-193 15</inkml:trace>
  <inkml:trace contextRef="#ctx0" brushRef="#br0" timeOffset="-153402.98">23673 7022 805 0,'0'0'182'0,"0"0"-5"0,0 84-59 15,2-54-40-15,-1-5-35 16,1-1-26-16,-1-5-13 16,0-7-2-16,1-4-5 15,-1-1-46-15,-1-7-73 16,3 0-100-16,-1-3-175 16</inkml:trace>
  <inkml:trace contextRef="#ctx0" brushRef="#br0" timeOffset="-152850.89">23857 6841 675 0,'0'0'102'0,"0"0"64"16,0 0-27-16,65 90-9 15,-43-53-40-15,1 2-21 16,-3 3-20-16,-6-3-14 16,-2-2-7-16,-7-2-8 15,-2-2-10-15,-3-4-3 16,0-4-4-16,-7-3-1 16,-12-2-2-16,-7-2-19 15,-5-3-46-15,-3-1-79 16,-5-8-117-16,5-2-185 15</inkml:trace>
  <inkml:trace contextRef="#ctx0" brushRef="#br0" timeOffset="-152267.53">22854 6822 609 0,'0'0'125'16,"0"0"19"-16,0 0-47 16,0 0 8-16,0 0 25 15,-24 90-46-15,6-51-22 16,1 5-18-16,0 3-10 15,0-1-13-15,6-3-10 16,4-1-5-16,7-3-4 16,0-6-1-16,4-2-1 15,14-4-4-15,8-6-20 16,4-5-59-16,6-6-101 16,4-6-209-16</inkml:trace>
  <inkml:trace contextRef="#ctx0" brushRef="#br0" timeOffset="-149875.91">24372 6790 288 0,'0'-1'63'0,"0"1"36"16,0 0-16-16,0 0-6 16,0 0-1-16,-10 0-29 15,-3 0 7-15,-4 13 10 16,-3 0 8-16,2 5-8 15,0 3 4-15,2 4-18 16,0 0-5-16,6 3-4 16,-1 3-8-16,4-1 1 15,5 4 1-15,2 2-7 16,0 1 4-16,0 0-6 16,0 1-7-16,12-1-1 15,1-2 2-15,2-6 1 0,-1-2-5 16,0-8-4-16,-2-3-4 15,-1-5-5-15,-3-5 0 16,-1-2-1-16,-2-2 0 16,-4 0-2-16,0 0-1 15,-1-2-6-15,0 0-19 16,0 0-38-16,0 0-41 16,0 0-73-16,0 0-126 15,3-11-199-15</inkml:trace>
  <inkml:trace contextRef="#ctx0" brushRef="#br0" timeOffset="-148574.5">24603 7203 632 0,'0'0'79'0,"0"0"45"16,0 0-39-16,0 0 4 0,0 0-3 15,18 64-24-15,-16-48-15 16,1 0-15-16,2-1-3 16,1 0 2-16,-3-2-11 15,2-1-2-15,4-5-2 16,-3 2-4-16,-1-2-4 16,1-2-2-16,-1-1-2 15,-1-4 1-15,-1 2-2 16,2-2 0-16,-2 0 0 15,0-2 1-15,2-11-1 16,-4-3 0-16,-1-6-4 16,0-6-2-16,0-3-6 15,0-2-11-15,-3-2 5 16,-4 1 2-16,2 4 5 16,-1 0 5-16,0 2-1 15,0 5 3-15,0 3-1 16,-1-1 2-16,0 4-3 15,1 0 3-15,2 3-1 16,-2 1 2-16,3 1-1 16,1 2 0-16,1-1 0 15,1 2 1-15,0 1 1 16,0 1 0-16,0-1 1 16,0 1 2-16,4 3-2 15,1 0 0-15,1 0-1 16,-4 0 1-16,3 1-3 15,2 0 1-15,0 0 0 16,2 3-1-16,3-3 0 16,5 2 1-16,1-2 0 0,4 2 2 15,0-1 1 1,4 2 0-16,-3 0 1 0,0-2 0 16,0 2-2-16,-1 0 1 15,1 0 0-15,-1 0 0 16,1-2-2-16,0 2 2 15,-1 0-1-15,1 0 0 16,-3 0-3-16,-3 0 1 16,2 0 1-16,-1 0-1 15,2 0 0-15,-3 0 0 16,2 0 0-16,4 0 1 16,-2 0-1-16,1 0 1 15,0 0 1-15,1 0-2 16,0 0 2-16,-4 0-1 15,1 0-1-15,0 0 1 16,-1 0-2-16,0-2 1 16,-3 2 0-16,1 0 0 15,1-2 1-15,0 1-1 16,1 1-1-16,-3 0 2 16,4 0-2-16,-6 0 1 15,4 0 0-15,-5 0 0 16,1 0 0-16,-1 0 0 15,-2 0-1-15,3 0 0 16,-3 0 2-16,2 0-2 16,2 0 1-16,0 0 0 15,2 0-1-15,3 0 0 16,1 0 1-16,0 0-1 16,0 0 0-16,-2 0 2 0,-3 0-2 15,-3 0-1 1,-3 0 2-16,-1 0-1 0,-1 0 0 15,-2 0 2 1,0 0 0-16,3 0 2 0,-4 0 0 16,4 0 0-16,-2 0-2 15,0 0 0-15,1 0-2 16,0 0 1-16,-4 0-1 16,1 0 0-16,-2 0 0 15,-3 0-2-15,0 0-12 16,0 0-22-16,0 0-39 15,-9 0-94-15,-5 3-157 16,-2-1-273-16</inkml:trace>
  <inkml:trace contextRef="#ctx0" brushRef="#br0" timeOffset="-147455.86">24918 7150 418 0,'0'0'106'0,"0"0"23"15,0 0-28-15,0 0-8 16,0 0-4-16,0 0-12 16,5 0-15-16,7 7 18 15,2 6 6-15,4 2-27 16,3 0-10-16,2 1-8 15,0 0-11-15,3 2-8 16,-4 0-6-16,-2-3-5 16,0 1-5-16,-4-4-3 15,-2-1-1-15,-4-2-1 16,-2-4 0-16,-2-3-2 16,-3 2-3-16,-3-4-12 15,0 0-22-15,0 0-27 16,0 0-35-16,0 0-44 15,-6 0-81-15,-5-4-93 16,3-3-161-16</inkml:trace>
  <inkml:trace contextRef="#ctx0" brushRef="#br0" timeOffset="-147209.67">25164 7170 676 0,'0'0'136'16,"0"0"19"-16,0 0-26 15,-71 75-39-15,48-52-27 16,1 0-21-16,3 0-17 16,1-4-11-16,3-1-9 15,2-4-4-15,7-5-10 16,2-2-38-16,4-6-63 15,0-1-90-15,0 0-124 16,9 0-176-16</inkml:trace>
  <inkml:trace contextRef="#ctx0" brushRef="#br0" timeOffset="-146955.65">25408 7177 841 0,'0'0'85'0,"0"0"83"16,0 70-63 0,0-43-26-16,3 2-28 15,-2-7-36-15,1-1-12 0,1-6-3 16,-3-2-13-16,0-3-55 15,0-4-83-15,0-3-104 16,-3-3-163-16</inkml:trace>
  <inkml:trace contextRef="#ctx0" brushRef="#br0" timeOffset="-146739.52">25340 7289 894 0,'0'0'156'0,"0"0"-63"15,0 0-56-15,94-19-16 16,-73 16-17-16,-2 0-7 16,-2-1-49-16,-3-1-91 15,-3-1-126-15,-2 0-270 16</inkml:trace>
  <inkml:trace contextRef="#ctx0" brushRef="#br0" timeOffset="-146382.83">25585 7145 840 0,'0'0'142'0,"0"0"1"15,0 0-51-15,0 0-30 16,0 0-22-16,0 0-17 0,60-10-15 16,-53 10-4-1,0 0-1-15,-2 5-2 0,-1 5 1 16,0 3 1-16,-4 3 0 16,0 1 2-16,0 0 3 15,0 2 2-15,-8-1-3 16,0-1-3-16,2-4-2 15,3 0 0-15,3-3-2 16,0-2 0-16,0-1 0 16,8-3-1-16,10-2 2 15,3-2 3-15,5 0-10 16,3 0-40-16,0 0-41 16,-5-2-76-16,0-6-110 15,-3-1-163-15</inkml:trace>
  <inkml:trace contextRef="#ctx0" brushRef="#br0" timeOffset="-144861.58">26348 7069 687 0,'0'0'95'16,"0"0"36"-16,6 13 38 15,-2 1-58-15,0 1-21 16,4 3-26-16,-5 1-32 16,4-2-8-16,-4 3-15 15,-1-4-4-15,0-1-3 16,-1-3-2-16,-1-2-3 16,0-2-24-16,0-3-41 15,0-2-35-15,-7-2-69 16,-6-1-111-16,-1 0-78 0</inkml:trace>
  <inkml:trace contextRef="#ctx0" brushRef="#br0" timeOffset="-144669.52">26251 7183 711 0,'0'0'169'0,"0"0"-24"15,0 0-39-15,0 0-7 16,0 0-46-16,93-10-29 15,-72 8-5-15,-1-1-14 16,-1 2-3-16,2-2-12 16,-3 0-50-16,0-1-83 15,-1-1-97-15,-1-3-122 16</inkml:trace>
  <inkml:trace contextRef="#ctx0" brushRef="#br0" timeOffset="-144408.39">26773 7003 790 0,'0'0'164'0,"0"0"-4"16,0 0-50-16,23 74-21 0,-17-48-34 15,-3 2-32 1,-1-3-15-16,2 0-7 16,-2-6 0-16,-2-1-18 0,0-5-72 15,0-5-84-15,0-5-157 16,0-3-305-16</inkml:trace>
  <inkml:trace contextRef="#ctx0" brushRef="#br0" timeOffset="-143751.62">26802 6608 296 0,'0'0'109'0,"0"0"11"15,0 0-20-15,0 0-3 16,0 0-18-16,-3-15-31 0,3 15-6 15,11 0-13 1,5 11 39-16,9 9 5 0,2 3-27 16,8 9 3-16,1 7-4 15,0 2-2 1,0 5-10-16,0 3 1 16,-8 1 1-16,-4 2-10 0,-5-1 1 15,-9-1 2-15,-4-1-1 16,-6-1-6-16,0-6-3 15,0-1 2-15,-10-4-4 16,-4-1-7-16,-1-4-3 16,0-4-4-16,-2-3 1 15,4-3-3-15,-3-6-2 16,3-1-17-16,0-4-25 16,3-5-34-16,3-1-68 15,-2-5-124-15,2 0-190 16</inkml:trace>
  <inkml:trace contextRef="#ctx0" brushRef="#br0" timeOffset="-141482.92">22736 6056 445 0,'0'-3'76'15,"0"3"36"-15,0 0-18 16,0 0-15-16,0 0-5 16,-4 0-7-16,-8 3-25 15,-4 8 1-15,-1 2 14 16,-5 6-9-16,1 4-14 15,-1 5 9-15,0 4-12 16,2 4 1-16,4 3-5 16,0 4-3-16,9-1-6 15,4-1-5-15,3-3-10 16,0-2-2-16,6-4-4 0,11-4 3 16,4-8-10-16,7-3-38 15,3-7-70-15,3-9-124 16,1-1-155-16</inkml:trace>
  <inkml:trace contextRef="#ctx0" brushRef="#br0" timeOffset="-140446.3">24013 5934 468 0,'0'0'110'16,"0"0"43"-16,0 0-33 0,19 11 10 15,-7 0-10-15,4 2-14 16,6 1-21-16,1 7-29 15,0 3-16-15,5 4-14 16,-2 2-3-16,-2 2-9 16,1 3-3-16,-6-2-3 15,-2 0-3-15,-5 2 0 16,-6-4-2-16,-6 0 0 16,0 0-3-16,0-2 1 15,-17 0 1-15,-1-3 0 16,0 0-5-16,-2-2-12 15,2-3-36-15,-2-2-59 16,5-2-78-16,0-3-160 16,3-7-300-16</inkml:trace>
  <inkml:trace contextRef="#ctx0" brushRef="#br0" timeOffset="-138007.2">22922 7452 8 0</inkml:trace>
  <inkml:trace contextRef="#ctx0" brushRef="#br0" timeOffset="-137656.24">22925 7465 144 0,'0'0'2'0,"0"0"-6"16,103 0-46-16,-55 0 10 15,0-1 42-15,-1-4-16 16,-6 0-12-16</inkml:trace>
  <inkml:trace contextRef="#ctx0" brushRef="#br0" timeOffset="-137413.81">23283 7446 4 0,'0'0'66'0,"0"0"-20"16,0 0-14-16,0 0-1 16,-91 0-3-16,71 0-19 15,1 0 7-15,2 2 2 16,2-2 3-16,0 0-7 16,2 0-7-16,1 0 0 15,1 0 4-15,3 0 5 16,1 0-1-16,0 0-9 15,1 0-5-15,0 0 3 16,1 0 8-16,-1 0 2 16,0 0-12-16,0 0-7 15,1 0-28-15,0 0-67 16,1 1-31-16</inkml:trace>
  <inkml:trace contextRef="#ctx0" brushRef="#br0" timeOffset="-137005.67">22965 7457 31 0,'0'0'41'0,"0"0"0"15,0 0-15-15,0 0-15 16,0 0 10-16,0 0-1 16,-71 7-4-16,63-7-10 15,-1 0 3-15,2 0 27 16,-3 0 24-16,4 0-4 16,-1 0-24-16,3 0 9 15,-1 0 13-15,4 0 16 16,1 0-7-16,0 0-21 0,0 0-7 15,10 0-15-15,12 0-9 16,9 0-1-16,7 0 0 16,7 0-7-16,8-4-1 15,1 3-3-15,3-1 4 16,-3 2-5-16,2 0-2 16,-1 0-15-1,-1 0-11-15,-4 0 4 0,-1-1-5 16,-1-1 3-16,3-3-5 15,-5 4-4-15,1-2 14 16,1-1-24-16,-2 3-8 16,3-2 0-16,-4-1 19 15,1 2-7-15,-4 0-25 16,-6-2-25-16,-7 3 18 16,-9-1 28-16,-6 2 30 15</inkml:trace>
  <inkml:trace contextRef="#ctx0" brushRef="#br0" timeOffset="-136936.03">23978 7422 94 0,'0'0'46'16,"-84"0"-38"-16,29 0-15 16,-5 0-15-16,-8 0-59 15</inkml:trace>
  <inkml:trace contextRef="#ctx0" brushRef="#br0" timeOffset="-136605.27">22880 7465 87 0,'0'0'-13'0,"0"0"28"0,0 0 34 16,96 0 25-16,-46 0-20 15,8 0-19-15,5 0-2 16,8 0-25-16,2 0-2 15,2 0-5-15,-3 3 3 16,-6-1 6-16,-3-1-7 16,-12 1-7-16,-9-2-12 15,-8 0 3-15,-10 0 8 16,-8 0 2-16,-6 0-29 16,-7 0-32-16,-3 0 20 15,-3 0 29-15,-17 0-21 16,-9 0-79-16</inkml:trace>
  <inkml:trace contextRef="#ctx0" brushRef="#br0" timeOffset="-136134.56">22920 7520 212 0,'-91'11'51'16,"20"-1"-30"-16,20-4 8 15,22-2 10-15,26-1 23 16,13-3-8-16,40 0-45 15,29-4-6-15,21-7 21 16,17 0 13-16,5-1-12 16,4 1-5-16,-8 2-17 15,-16 3-3-15,-17 1 0 16,-16 2 0-16,-16 2-5 16,-11-1-15-16,-13 2 5 15,-6 0 11-15,-7 0 5 16,-4 0-2-16,-6 0-33 15,-6 0-12-15,0 4-13 16,-16 2 17-16,-14-2 8 16,-10 3-59-16,-11-3 10 0,-10 1 44 15,-6 2 15-15,-6 1 9 16,-4 0 23-16,-2 1 17 16,2 1-10-16,8 3-7 15,11-3-1-15,19-1 4 16,18-1 12-16,21-4-7 15,22-4-13-15,35 0 11 16,22 0 65-16,19-4 77 16,11-4-49-16,8-3-50 15,-5 3-39-15,-6 1-14 16,-15 0-4-16,-17 0-42 16,-18 0-123-16,-18 2-204 15</inkml:trace>
  <inkml:trace contextRef="#ctx0" brushRef="#br0" timeOffset="-134602.92">22554 6564 293 0,'0'0'118'15,"0"0"20"-15,-1 0-29 16,1 0-36-16,14 0-39 16,5 0 0-16,11-10 1 15,15-3-3-15,14-7 3 16,19-4 3-16,21-4 3 16,16-7 8-16,16-7-23 15,12-1-15-15,7-5-3 16,1 1-11-16,-1-5 4 15,-6 3-1-15,-7-1 2 16,-15 7 0-16,-20 2 0 16,-19 7 1-16,-23 9-1 15,-21 6 2-15,-16 7 6 0,-14 2 2 16,-7 5 3 0,-2 2-6-16,0 2-8 15,-6 1-24-15,-3 0-62 0,-2 0-65 16,2 7-76-1,0 1-180-15</inkml:trace>
  <inkml:trace contextRef="#ctx0" brushRef="#br0" timeOffset="-133668.27">22531 7558 498 0,'0'0'93'0,"0"0"0"16,0 0-32-16,0 0-26 15,17-4-14-15,9-8 1 16,13-6 19-16,16-6-4 16,18-8-3-16,16-8 9 15,18-9-19-15,12-3-1 16,9-5-15-16,3 2-3 0,1-3-6 16,-3 7 1-1,-10 2-1-15,-11 5 0 0,-17 7 3 16,-21 7-1-16,-19 8 10 15,-20 6-1-15,-17 5-3 16,-14 7-1-16,0 3-13 16,-14 1-40-16,-12 0-58 15,-7 1-93-15,-4 10-190 16</inkml:trace>
  <inkml:trace contextRef="#ctx0" brushRef="#br0" timeOffset="-131145.89">24866 5799 127 0,'-3'-8'81'0,"1"0"11"16,0-3 7-16,1 2-5 15,1-3-2-15,-2 4 18 16,1 0-21-16,1 1 3 16,0 2 7-16,0 1-10 15,0 1-14-15,0 3 2 16,0-3-8-16,0 3-11 15,0 0-17-15,0 0-14 16,0 12-12-16,0 6 1 16,0 7 13-16,0 6-4 15,3 2 2-15,1 4-3 16,0 0-1-16,5-3-1 16,0-1-7-16,-2-5-1 15,3-5 2-15,-4-2 0 16,-1-6-5-16,0-5-4 15,-4-2-2-15,1-4-2 16,-2-3-1-16,0-1 0 16,0 0-1-16,0 0-8 0,0 0-16 15,0-7-34-15,0 1-26 16,0 0-50 0,0 2-144-16,0 0-155 0</inkml:trace>
  <inkml:trace contextRef="#ctx0" brushRef="#br0" timeOffset="-130084.65">27648 6738 532 0,'0'0'111'16,"0"0"30"-16,0 0-7 16,39 0-12-16,-19-2-17 15,2 1-15-15,1-3-30 16,0 2-21-16,-4 0-21 16,-1 0-13-16,-3 1-3 15,-5-1-4-15,-1 2-24 16,-3-4-54-16,-1 0-61 15,-4 0-71-15,-1-3-62 16,0-3-185-16</inkml:trace>
  <inkml:trace contextRef="#ctx0" brushRef="#br0" timeOffset="-129891.79">27654 6609 832 0,'0'0'108'0,"0"0"-36"16,0 0-22-1,0 0-32-15,93-20-17 16,-59 16-14-16,-1 0-78 16,2 0-126-16,-5-3-190 15</inkml:trace>
  <inkml:trace contextRef="#ctx0" brushRef="#br0" timeOffset="-129097.96">28196 6738 632 0,'0'0'35'0,"0"0"52"16,0 0-21-16,67-87-21 15,-54 56-14-15,0-4-10 16,-6-5-4-16,-1-3-11 16,-3-2-2-16,-3-1-1 15,0 3 1-15,0 0 13 0,-3 7-6 16,-7 7-5-1,-3 5 4-15,3 6-2 16,-4 6 15-16,2 8-9 0,-1 4-10 16,0 0-3-16,0 16 0 15,0 11 4-15,6 9 11 16,1 7 11-16,4 5 7 16,2 2 12-16,0 1-12 15,9-3-5-15,10 0-3 16,0-8-4-16,5-4-1 15,1-7-9-15,-1-8-4 16,1-5-11-16,-6-5 6 16,-1-8-2-16,-3-3-1 15,-1 0-5-15,-2-7 1 16,1-9-4-16,-2-6-4 16,1-2-4-16,-1-1 3 15,-2-1 0-15,0 4 9 16,-2 4 4-16,0 7 1 15,-3 1 0-15,-1 4 6 16,0 6 9-16,-1 0-10 16,1 7-7-16,-2 8 6 15,1 8 6-15,2 2 5 16,0 2 0-16,2 2-11 16,-3-5-1-16,3-2-1 15,1-4-4-15,-4-4-19 16,1-6-59-16,0-4-91 15,-4-4-126-15,0 0-248 16</inkml:trace>
  <inkml:trace contextRef="#ctx0" brushRef="#br0" timeOffset="-128910.39">28532 6376 936 0,'0'0'23'0,"0"0"30"0,0 0-3 16,0 0-46-16,0 0-6 16,-28-26-14-16,28 36-78 15,0 9-55-15,0 1-92 16,0 3-131-16</inkml:trace>
  <inkml:trace contextRef="#ctx0" brushRef="#br0" timeOffset="-128402.95">28623 6699 648 0,'0'0'192'0,"0"0"-7"15,0 0-47-15,0 0-41 16,0 0-52-16,0 0-21 16,29-75-14-16,-28 51-7 15,-1-2-2-15,0 6 1 16,0-1 0-16,2 6-3 15,-1 3 1-15,3 3-2 16,-1 9-2-16,3 0-3 16,-2 0 1-16,5 9 2 15,1 6 3-15,0 5-2 16,-1-1 3-16,2 3 2 16,1-3 0-16,-2-4 0 15,3-3 3-15,-3-2-3 16,2-5 2-16,1-5-1 0,-3 0 0 15,3 0 1 1,-2-14-2-16,1-2-1 0,-2-4-6 16,-1 1-2-16,-2-1 1 15,-3-1 2-15,2 6 0 16,-5 3 3-16,1 2 4 16,-1 4-1-16,1 5-2 15,1 1 0-15,2 0-4 16,3 8-3-16,6 8 12 15,1 4 1-15,3 3-1 16,3 2-2-16,0 2-1 16,1-1-4-16,-2 0-14 15,-4-3-79-15,-3-3-101 16,-7-4-133-16</inkml:trace>
  <inkml:trace contextRef="#ctx0" brushRef="#br0" timeOffset="-127727.28">27973 7084 642 0,'0'0'121'0,"0"0"3"16,0 0-27-16,0 0-2 15,29 26 6-15,-5-7-27 16,5 4-13-16,3-1-6 15,1 1-9-15,-1 0-3 16,-3-4-13-16,-3 0-17 16,-6-3-8-16,-6-3-3 15,-3-1-2-15,-3-4 1 16,-2-1-8-16,-3-2-5 16,0 0-15-16,-3-4-28 0,0-1-32 15,0 0-34 1,0 0-55-16,0-6-154 0,-3-4-293 15</inkml:trace>
  <inkml:trace contextRef="#ctx0" brushRef="#br0" timeOffset="-127415.5">28304 7054 674 0,'0'0'75'0,"0"0"56"16,0 0-30-16,-84 71-15 15,58-44-19-15,1-2-32 16,1-2-17-16,5-3-8 15,4-3-5-15,4-5-3 16,5-3-3-16,3-3-8 16,3-2-60-16,0-4-67 15,0 0-78-15,2 0-98 16,5-4-131-16</inkml:trace>
  <inkml:trace contextRef="#ctx0" brushRef="#br0" timeOffset="-126864.03">28462 7175 765 0,'0'0'137'0,"0"0"5"0,100 0-58 16,-68 2-2-16,-8-2-29 16,-3 0-29-16,-8 0-9 15,-2 0-5-15,-5 0-4 16,-5 0-2-16,-1 0 2 16,0 0-3-16,0-4-6 15,0-5-11-15,0 1-8 16,0-3 2-16,-1 3 2 15,-2 0 1-15,3 0 4 16,-3 2 10-16,3 2 3 16,0 3 0-16,0 0 0 15,0-2 2-15,0 3 0 16,0 0-5-16,7 0 4 16,2 0 2-16,1 4-3 15,-3 3 3-15,2 1 1 16,-5 0 1-16,1 3 2 15,-5-1 7-15,0 3 4 16,0 1 4-16,0 1 0 16,-10-2 0-16,-2 2-6 15,-1-2-10-15,3-1-3 16,1-1-2-16,2-3 1 16,3-2-2-16,2-1-31 15,2-4-61-15,0-1-85 0,0 0-119 16,0 0-201-16</inkml:trace>
  <inkml:trace contextRef="#ctx0" brushRef="#br0" timeOffset="-126608.08">28884 7193 834 0,'0'0'105'16,"0"0"82"-16,0 0-48 15,0 0-74-15,91-4-30 16,-75 4-21-16,-3 0-12 16,-3 0-3-16,-1 0-30 15,-4 0-66-15,-2 0-79 16,0-3-98-16,-3-2-191 15</inkml:trace>
  <inkml:trace contextRef="#ctx0" brushRef="#br0" timeOffset="-126255.34">29157 7027 823 0,'0'0'74'0,"0"0"143"15,0 0-77-15,9 91-35 16,-2-61-25-16,-1 1-32 15,2-2-23-15,0-2-6 16,-1-2-7-16,-1-6-8 16,1-3-2-16,-3-6-2 15,-3-4-14-15,1-3-33 16,-2-3-52-16,0 0-76 16,0-5-144-16,0-13-380 15</inkml:trace>
  <inkml:trace contextRef="#ctx0" brushRef="#br0" timeOffset="-125354.1">30626 5842 662 0,'0'0'122'0,"0"0"11"0,0 0-45 16,0 0-35-16,0 15-30 15,0 5 48-15,-1 2 6 16,-2 4-19-16,-2 3-18 16,2-2-18-16,0 0-13 15,2 0-6-15,1 1-1 16,-2-3-3-16,2 0-18 16,0-4-44-16,0 0-45 15,0-2-39-15,0-4-28 16,2-2-9-16,-2-4-109 15</inkml:trace>
  <inkml:trace contextRef="#ctx0" brushRef="#br0" timeOffset="-124685.95">29696 6410 502 0,'0'0'101'0,"0"0"-7"16,0 0-37-16,0 0 7 16,0 0-3-16,-6 0-6 15,6 0-6-15,0 0 1 16,17 4 1-16,12-3 38 16,13-1-4-16,19 3-34 15,15-3-21-15,22 0-5 16,14 0-11-16,15 0 1 15,14-3-4-15,12-1 4 16,9 0-3-16,5 0 7 16,3 0 4-16,-4 0-3 15,-3-3-1-15,-13 2-6 16,-14 1 0-16,-18-3 4 16,-18 2-7-16,-21 1-7 15,-20 0 0-15,-17-1-2 16,-13 2 1-16,-9 2-5 0,-11 0-14 15,-3 1-26 1,-6 0-23-16,0 0-58 0,-1 0-115 16,-17 5-59-1,-1 0-169-15</inkml:trace>
  <inkml:trace contextRef="#ctx0" brushRef="#br0" timeOffset="-123019.27">29846 7009 584 0,'0'0'69'0,"0"0"18"0,0 0 19 16,7 45-17-16,3-22 1 15,2 5-10-15,1-2-7 16,3 0-15-16,-2 3-15 15,3-3-3-15,-1-3-12 16,-3-4-10-16,-1-3-1 16,-1-3-5-16,-2-5-4 15,-3 0-5-15,-3-8 0 16,0 0-2-16,0 0 2 16,-1 0 4-16,1-8 6 15,0-9-5-15,3-6-7 16,-2-3 0-16,2-3 0 15,0-3-2-15,-1 0-2 16,0-3 0-16,-2-1-5 16,0 6 1-16,-2-2-1 15,1 3 0-15,-2 4 2 16,0 3-1-16,0 1 1 16,0 4 1-16,-6 0 0 15,0 3-1-15,-1 1 5 16,3 1 1-16,-1 4-1 15,2 1 1-15,2-1 0 16,1 4 1-16,-3 1-1 16,3 1-1-16,0 0 1 15,0 0-1-15,0 1 2 16,0-1 0-16,0 1 0 16,0 1 0-16,0-1 1 0,0-1-4 15,7 2 1 1,5 0 1-16,1 0 0 0,4 0 1 15,2 0 0-15,7 0 0 16,4 0 2-16,6 0-1 16,5 0 0-16,5 0 0 15,3 0 0-15,-3 0 0 16,0 0 1-16,-1 0-1 16,-6 0 2-16,3 0 0 15,-3 0 0-15,2 0 1 16,0 0-2-16,1-3 2 15,0 1 2-15,1-2-2 16,-1 1 0-16,-1 0 0 16,-1 2 1-16,1 0 0 15,-2 1-3-15,1 0 1 16,-1 0-3-16,-3 0 0 16,-4 0 0-16,-6 0 0 15,-6 0-1-15,-5 0 6 16,-8 0-1-16,-3 0 2 15,-1 0-3-15,-3-2-2 16,0 2 0-16,0 0-2 16,0 0-7-16,0 0-18 15,0 0-24-15,-10 0-39 16,-5 0-75-16,-3 0-192 16,-4 0-295-16</inkml:trace>
  <inkml:trace contextRef="#ctx0" brushRef="#br0" timeOffset="-121869.23">30275 7105 286 0,'0'0'98'0,"0"0"14"16,0-2 18-16,0 2-5 15,0 0-13-15,0 0-14 16,0 0-13-16,0 0-19 16,1 0-8-16,8 0 11 15,4 7-7-15,3 5-20 16,4 2-7-16,3 2-5 16,-1 2 0-16,4 1-5 15,0-3-2-15,-2 2-3 16,-2-6-8-16,-3 0-5 15,-2-2 0-15,-4-3-5 16,-1-1 0-16,-7-2-1 16,1-2-2-16,-4 1-5 15,-1-3-6-15,-1 0-15 16,0 0-19-16,0 0-28 16,0 0-40-16,0 0-32 15,0 0-52-15,-6 0-124 16,-1-7-208-16</inkml:trace>
  <inkml:trace contextRef="#ctx0" brushRef="#br0" timeOffset="-121583.36">30529 7065 605 0,'0'0'102'16,"0"0"-3"-16,0 0-6 16,0 0 7-16,0 0 13 0,-78 70-38 15,52-44-29-15,-3 2-22 16,3-2-5-16,2-4-12 16,3-1-5-16,4-5 0 15,4-3-4-15,3-4-18 16,6-2-52-16,2-4-51 15,2-3-75-15,0 0-58 16,6-3-144-16</inkml:trace>
  <inkml:trace contextRef="#ctx0" brushRef="#br0" timeOffset="-121250.89">30731 7133 815 0,'0'0'138'0,"0"0"11"15,0 0-54-15,6 76-24 16,-3-56-22-16,0-2-26 16,-2-1-14-16,2-5-5 15,0-1-3-15,1-5-1 0,-4 0-5 16,0-2-38 0,0-2-56-16,0-2-79 15,-4 0-72-15,-9 0-124 0</inkml:trace>
  <inkml:trace contextRef="#ctx0" brushRef="#br0" timeOffset="-121058.81">30653 7255 945 0,'0'0'131'15,"0"0"9"-15,0 0-69 16,0 0-39-16,97-20-19 15,-74 16-10-15,-3 1-16 16,2-1-65-16,-6 0-96 16,-2-4-120-16,-4 0-275 15</inkml:trace>
  <inkml:trace contextRef="#ctx0" brushRef="#br0" timeOffset="-120666.74">30926 7074 818 0,'0'0'109'16,"0"0"37"-16,0 0-14 16,0 0-49-16,85-20-32 15,-62 19-22-15,-5 1-14 16,-1 0-9-16,-4 0-2 15,-7 0-4-15,1 8-3 0,-7 4-2 16,0 1 2 0,0 3 2-16,-7 0 3 15,-2 3 1-15,-1-2-1 0,-1-3 1 16,2 0 0-16,6-3-2 16,0 0 1-16,3 0-2 15,0-4-1-15,0-1 1 16,3 1-3-16,9-1 0 15,4-2-11-15,2-2-16 16,3-2-30-16,3 0-53 16,-4 0-79-16,-1 0-98 15,0-10-298-15</inkml:trace>
  <inkml:trace contextRef="#ctx0" brushRef="#br0" timeOffset="-119509.83">31650 6965 627 0,'0'0'85'16,"0"0"58"-16,0 0 9 15,14 28-39-15,-8-11-16 16,1 4-31-16,-1-2-23 15,-2 1-4-15,-1-1-20 16,2-2-9-16,-4-2-5 16,2-3-4-16,-2-4 0 15,1-3-4-15,-1-1-26 16,-1-2-47-16,0-2-55 0,0 0-57 16,-3 0-39-16,-7 0-161 15</inkml:trace>
  <inkml:trace contextRef="#ctx0" brushRef="#br0" timeOffset="-119311.6">31589 7089 686 0,'0'0'118'0,"0"0"41"16,0 0-28-16,91-12-33 15,-61 8-42-15,1 0-25 16,-6-2-18-16,-1 4-10 15,-4-2-2-15,-2-2-34 16,-4 2-80-16,-4-1-68 16,-3-3-100-16,0-4-225 15</inkml:trace>
  <inkml:trace contextRef="#ctx0" brushRef="#br0" timeOffset="-119051.14">32155 6854 874 0,'0'0'142'0,"0"0"8"15,0 0-56-15,26 95-35 16,-23-64-9-16,0 0-26 0,0 1-18 15,3-5-3-15,2-1-1 16,0-4-14-16,2-3-70 16,0-2-84-16,-2-8-129 15,-3-4-243-15</inkml:trace>
  <inkml:trace contextRef="#ctx0" brushRef="#br0" timeOffset="-114868">27547 8458 498 0,'4'0'133'15,"5"0"35"-15,5 0-10 16,8 0-26-16,1 0-32 16,3 0-28-16,1 0-17 15,-2-4-21-15,-3 1-21 16,-5-1-10-16,-4 3-3 16,-6-2-19-16,-4-1-61 15,-3 0-82-15,0-2-102 16,0 0-199-16</inkml:trace>
  <inkml:trace contextRef="#ctx0" brushRef="#br0" timeOffset="-114678.48">27596 8318 899 0,'0'0'80'0,"0"0"40"15,0 0-36-15,0 0-70 16,78-21-12-16,-55 17-6 16,2 4-74-16,-1-3-116 15,2-1-146-15</inkml:trace>
  <inkml:trace contextRef="#ctx0" brushRef="#br0" timeOffset="-113196.87">29576 7812 589 0,'0'0'118'0,"0"0"-2"15,3-4 12-15,2 4-16 16,0 3-35-16,2 10 2 16,2 6-26-16,-1 3-25 15,1 4 5-15,-3 2-4 16,1 3-12-16,2-3-7 16,-2 0-6-16,0-1-1 15,2-3-1-15,-1 0-3 16,-2-4-11-16,0-1-47 15,-3 0-53-15,-3-4-90 16,0-1-66-16,0-6-150 16</inkml:trace>
  <inkml:trace contextRef="#ctx0" brushRef="#br0" timeOffset="-112446.2">28617 8304 214 0,'0'0'55'0,"0"0"35"16,0 0 0-16,0 0 17 16,0 0-23-16,-69 2-4 15,63-2-11-15,3 3 1 16,3-2 0-16,0-1-20 15,7 0-15-15,18 0 33 16,8 0 12-16,12 0-9 16,15 0-23-16,15 0-13 15,16-9-1-15,13 4-5 16,15-1-8-16,8 0-4 16,10 0-4-16,9 2 1 0,3 1 3 15,2-1-4-15,5 2 1 16,0-4 5-16,-1 1 6 15,-5 1-4-15,-11 0 5 16,-8-1-4-16,-18-1-1 16,-14 2-2-16,-22-2-11 15,-16 3-4-15,-18-2-2 16,-17 2-1-16,-9 0-1 16,-11 2-1-16,-6 1-2 15,0 0-23-15,0 0-27 16,0 0-7-16,-7 0-32 15,-6 0-89-15,0 0-83 16,-4 3-50-16,2-2-297 16</inkml:trace>
  <inkml:trace contextRef="#ctx0" brushRef="#br0" timeOffset="-110510.58">28467 9036 620 0,'0'0'87'0,"0"0"34"16,10 38-29-16,-6-17 1 16,-1 2-24-16,0 1-21 15,3 3-16-15,-2-4 5 16,6-1 3-16,-4-3-12 16,3-3-4-16,1-1-2 15,1-2 3-15,1-4-3 16,-1-2-10-16,1 0-5 15,-3-3-4-15,-2 0-1 16,0-4 0-16,-1 0 0 0,-5 0 1 16,2-4 4-1,-1-9-3-15,-1-4-2 16,-1-5-2-16,0-5 1 0,0-2-1 16,0-2-3-16,-7-5 1 15,1-1-2-15,-4 0 1 16,3 2-3-16,-2 4 3 15,-1 2-2-15,0 2 2 16,1 5 1-16,-1 1 1 16,0 2 2-16,4 2 0 15,0 1 0-15,2 0 1 16,-1 1-1-16,4 4 1 16,1 2 2-16,0-2 2 15,0 3 0-15,9 0 0 16,14 2-3-16,6-2-1 15,14 1-1-15,15 0 2 16,11 0 6-16,15 1-2 16,14-1-1-16,15-2 0 15,8-3-1-15,6 2 0 16,6-3 5-16,-1 0 4 16,-5-1 2-16,-10-2-12 15,-16 4 4-15,-17-1-8 16,-21 3 1-16,-17 0 1 15,-17 4 0-15,-14 1-1 16,-8 3 1-16,-3 0-2 16,-4 2-4-16,0 0-6 15,0 0-28-15,0 0-46 16,0 2-69-16,-5 5-90 16,-7 3-83-16,-4-1-282 15</inkml:trace>
  <inkml:trace contextRef="#ctx0" brushRef="#br0" timeOffset="-109942.59">28920 9129 600 0,'0'0'120'16,"0"0"38"-16,0 0-12 0,0 0-12 15,54-3-26-15,-30-1-42 16,1 4-17 0,1 0-8-16,-3-3-9 0,-3 2-8 15,-4 0-16-15,-3 1-5 16,-4-3-2-16,-4 3-13 15,0-3-30-15,-4 2-43 16,1-6-52-16,-2 1-127 16,0-4-131-16</inkml:trace>
  <inkml:trace contextRef="#ctx0" brushRef="#br0" timeOffset="-109682.77">29281 8932 899 0,'0'0'82'15,"0"0"93"-15,0 0-64 16,0 0-35-16,0 0-20 16,39 72-11-16,-31-52-12 15,0-1-18-15,-4 1-12 16,2-5 0-16,-3 0-2 15,0-2 0-15,0-2-12 16,0-2-39-16,-2 0-47 16,1-2-54-16,-2-3-123 15,1-3-200-15</inkml:trace>
  <inkml:trace contextRef="#ctx0" brushRef="#br0" timeOffset="-109375.1">29645 9016 956 0,'0'0'81'0,"0"0"71"15,0 0-75-15,0 0-13 16,22 74-19-16,-18-57-24 16,0-2-16-16,-2 1-2 15,-1-4 0-15,-1-1-6 16,0-5-17-16,0 1-42 16,0-4-52-16,0-2-70 15,-4-1-59-15,-9 0-157 16</inkml:trace>
  <inkml:trace contextRef="#ctx0" brushRef="#br0" timeOffset="-109207.77">29572 9106 738 0,'0'0'164'0,"0"0"37"16,0 0-82-16,0 0-37 15,0 0-34-15,0 0-34 16,76-20-12-16,-58 17-2 15,-1-2-20-15,-3 1-84 16,2-1-115-16,-1-1-175 16</inkml:trace>
  <inkml:trace contextRef="#ctx0" brushRef="#br0" timeOffset="-108823.05">29863 8944 785 0,'0'0'134'0,"0"0"45"15,0 0-72-15,0 0-45 16,0 0-19-16,0 0-14 16,78-30-14-16,-63 30 0 15,-5 0 4-15,0 0-12 16,-6 3-8-16,-1 6 1 15,-3 4-1-15,0 2 2 16,0 0 4-16,-7 3 0 16,-2 0-2-16,2 0 3 15,1-2-2-15,3-2 0 16,3 0-2-16,0-5 1 16,0 2 0-16,6-1 2 15,10-4-3-15,6 2-2 16,2-2 0-16,5-1-9 15,1-4-35-15,2 2-50 16,-3-3-64-16,-4 0-100 16,-2 0-175-16</inkml:trace>
  <inkml:trace contextRef="#ctx0" brushRef="#br0" timeOffset="-105646.91">30764 8855 729 0,'0'-1'124'15,"0"1"27"-15,0 0-33 16,0 0-34-16,0 0-42 16,2 5-25-16,2 9 7 15,2 3 19-15,4 6-12 16,-3 0-6-16,2-1-13 15,0 1-3-15,-1-3-7 0,0-1 0 16,-3-4-2-16,0-4-7 16,-2-2-26-16,-3-1-47 15,0-3-75-15,0-2-82 16,-9-3-57-16,-6 0-253 16</inkml:trace>
  <inkml:trace contextRef="#ctx0" brushRef="#br0" timeOffset="-105452.98">30653 8993 783 0,'0'0'113'16,"0"0"24"-16,0 0-33 16,0 0-35-16,87-19-30 15,-60 18-23-15,2-1-12 16,-3-1-4-16,0 2-1 15,-1-2-25-15,1 0-76 16,-2-2-112-16,1-2-150 16</inkml:trace>
  <inkml:trace contextRef="#ctx0" brushRef="#br0" timeOffset="-105176.24">31261 8723 1024 0,'0'0'56'0,"0"0"38"16,0 0 3-16,32 73-19 15,-22-38-23-15,3 1-25 16,-1-2-14-16,1 4-11 15,-3-4-2-15,0-2-1 16,-2-2-10-16,0-7-54 16,-7-3-87-16,-1-7-124 15,0-7-197-15</inkml:trace>
  <inkml:trace contextRef="#ctx0" brushRef="#br0" timeOffset="-103241.58">27593 10368 726 0,'0'0'106'0,"7"0"28"16,9 0-30-16,3-3-22 16,1-1-16-16,2 0-29 15,-3 0-15-15,1 1-14 16,-4-1-6-16,-2 4-3 16,-1-4-20-16,0 4-48 15,-3-2-68-15,-1-2-113 16,-2-2-138-16</inkml:trace>
  <inkml:trace contextRef="#ctx0" brushRef="#br0" timeOffset="-103017.42">27674 10186 856 0,'0'0'71'0,"0"0"27"0,0 0-84 15,98-26-12-15,-65 22-10 16,2-3-95-16,-2 3-146 16,2-4-299-16</inkml:trace>
  <inkml:trace contextRef="#ctx0" brushRef="#br0" timeOffset="-102137.97">29160 9859 677 0,'0'0'96'0,"0"0"43"0,0 0-33 16,0 0-20-16,39 51-1 15,-29-22-32-15,3 0-30 16,-4 0-10-16,0 3 2 16,2-3-7-16,-1-2-6 15,-1-3-3-15,2-4-19 16,-5-4-66-16,0-3-88 16,-3-6-81-16,-3-1-159 15</inkml:trace>
  <inkml:trace contextRef="#ctx0" brushRef="#br0" timeOffset="-101698.89">28555 10291 676 0,'0'0'105'15,"0"0"40"-15,0 0-21 16,79 0-17-16,-20 0-20 0,17 0-33 15,19-4-13 1,20-1-2-16,15-3-1 0,12 2-20 16,8-3-6-1,9 4-5-15,-2-2-4 0,-2-1-8 16,-11 2 2-16,-11-1 2 16,-19 0-5-16,-21 0-6 15,-24 2-6-15,-21-1-12 16,-21 1-16-16,-11-2-58 15,-16 3-50-15,0 0-68 16,-10 0-60-16,-13-1-251 16</inkml:trace>
  <inkml:trace contextRef="#ctx0" brushRef="#br0" timeOffset="-99097.95">28834 10897 576 0,'0'4'59'0,"0"2"43"16,0 5-1-16,0 3-20 15,1 5 0-15,5 3-28 16,1 1-9-16,0 0-12 16,5-1 3-16,2-1 5 15,-1-4-16-15,3-3 7 16,-3-3-4-16,-3-3-10 15,0-1-9-15,-4-6-5 16,-3 2-1-16,0-3 0 16,-2 0 0-16,1 0 6 15,-1-11 2-15,1-4-8 16,-1-5-1-16,3-5 0 16,-2-2 0-16,-2-4-3 15,0-2 4-15,0-2-4 16,0 0 3-16,0 3-4 15,-4 1 1-15,-2 3 2 16,0-1-1-16,3 3 1 16,-1 3-1-16,1 1 0 15,3 3 1-15,0 3 0 16,0 2 0-16,0 2 0 16,13 3 2-16,4 1 2 15,9 1-2-15,6 1 1 16,10 0 0-16,7 0 1 15,9 0 1-15,9 2 0 0,3 1 0 16,-2 1-3 0,-3-2-1-16,-3 4 2 0,-10-2-3 15,-13 1-4-15,-10-2 1 16,-9 2-7-16,-8-1-20 16,-8 2-22-16,-4 0-2 15,0 0-32-15,-9 0-22 16,-5 0-104-16,-5 0-176 15</inkml:trace>
  <inkml:trace contextRef="#ctx0" brushRef="#br0" timeOffset="-98616.05">29220 10883 701 0,'0'0'129'0,"0"0"30"16,0 0-39-16,0 0-24 16,18 20-27-16,-13-5-7 15,3 4-17-15,-5 3 4 16,3 3-13-16,-2-1-5 15,2 1-9-15,-2-2 0 16,0-4-1-16,1-1-2 16,-1-6-7-16,-3-3-7 15,1-3-2-15,-2-2-2 16,0-2-2-16,0-2-14 16,0 0-28-16,0 0-26 15,0-6-54-15,0-4-134 16,0-7-155-16</inkml:trace>
  <inkml:trace contextRef="#ctx0" brushRef="#br0" timeOffset="-97349.53">30019 10796 661 0,'0'0'86'0,"0"0"28"0,0 0-16 15,0 16 28-15,0 0-20 16,0 6-29-16,6 2-16 15,0-1-13-15,1 1-23 16,1-2-3-16,-2-3-11 16,-1-1-7-16,-1-4-2 15,-2-4 0-15,-1-1-3 16,1-3-9-16,-2-2-27 16,0 0-31-16,0-2-34 15,0 2-45-15,-5-1-48 16,-5-3-99-16,-3 0-241 15</inkml:trace>
  <inkml:trace contextRef="#ctx0" brushRef="#br0" timeOffset="-97148.92">29934 10942 784 0,'0'0'89'0,"0"0"67"15,0 0-30-15,103-39-57 16,-69 33-35-16,4 4-18 16,-4-2-13-16,1 3-4 15,-5 1-18-15,-1 0-57 16,-3 0-86-16,-4 0-121 16,1-3-178-16</inkml:trace>
  <inkml:trace contextRef="#ctx0" brushRef="#br0" timeOffset="-96859.37">30578 10654 800 0,'0'0'80'0,"0"0"121"16,0 91-54-16,0-50-47 16,0 1-24-16,0 1-39 15,6-7-21-15,1-1-11 16,6-6-1-16,-1-4-7 16,2-4-5-16,-1-5-39 15,-1-4-61-15,1-2-77 16,-5-7-119-16,0-3-310 15</inkml:trace>
  <inkml:trace contextRef="#ctx0" brushRef="#br0" timeOffset="-95653.49">30957 10313 708 0,'0'0'137'0,"0"0"47"0,0 0-54 16,51-3-22-16,-22 0-30 15,3-1-19-15,-2 4-22 16,-1 0-18-16,-4-4-11 16,-6 2-6-16,-5 0-23 15,-7-2-68-15,-7-4-104 16,0 1-167-16,-14-5-346 16</inkml:trace>
  <inkml:trace contextRef="#ctx0" brushRef="#br0" timeOffset="-95473.99">31007 10177 1042 0,'0'0'28'16,"0"0"36"-16,0 0-36 15,95-24-25-15,-69 22-10 16,-4-4-103-16,1-2-186 15,3-6-416-15</inkml:trace>
  <inkml:trace contextRef="#ctx0" brushRef="#br0" timeOffset="-94939.93">32129 9801 742 0,'0'0'123'16,"0"0"34"-16,0 0-49 16,0 0 0-16,0 0-8 15,32 95-50-15,-13-60-18 16,-2 2-20-16,2-2-8 15,-2-3-2-15,-1-2-9 0,-2-1-51 16,-5-5-63 0,-6-1-109-16,-3-1-131 15</inkml:trace>
  <inkml:trace contextRef="#ctx0" brushRef="#br0" timeOffset="-94671.18">31910 10274 874 0,'0'0'121'16,"0"0"6"-16,83-23-1 16,-25 14-53-16,13-4-27 15,11 3-14-15,6-2-20 16,-1 2-6-16,-5 0-4 15,-11 2-2-15,-10 3-27 16,-14 0-50-16,-16 1-78 16,-17 2-81-16,-11-1-75 15,-3 3-262-15</inkml:trace>
  <inkml:trace contextRef="#ctx0" brushRef="#br0" timeOffset="-94180.42">31862 10567 789 0,'0'0'118'0,"0"0"66"16,0 0-57-16,0 0-39 15,43 83-23-15,-35-53-12 16,-1 3-10-16,1-1-6 16,1 0-10-16,0-5-8 15,-1-3-6-15,1-3-11 16,-5-6 1-16,2-4-3 15,-4-4-8-15,-1-3-22 16,-1-3-23-16,0-1-38 16,0 0-59-16,0 0-96 15,0-1-198-15</inkml:trace>
  <inkml:trace contextRef="#ctx0" brushRef="#br0" timeOffset="-93896.91">32164 10607 845 0,'0'0'88'0,"0"0"98"0,0 0-49 15,0 0-56-15,0 0-21 16,68 83-23-16,-60-62-19 15,-2 1-13-15,-3-3-1 16,2-2-3-16,-4-1-7 16,-1-4-20-16,0-2-39 15,0-5-39-15,0-1-50 16,0-4-58-16,-7 0-33 16,-5 0-235-16</inkml:trace>
  <inkml:trace contextRef="#ctx0" brushRef="#br0" timeOffset="-93719.26">32113 10733 856 0,'0'0'179'15,"0"0"-24"-15,0 0-54 16,0 0-21-16,91-15-29 16,-65 11-34-16,-1 0-12 15,0-2-3-15,-1-1-12 16,-3 0-56-16,0-2-80 15,-1-4-125-15,-4-2-229 16</inkml:trace>
  <inkml:trace contextRef="#ctx0" brushRef="#br0" timeOffset="-93503.66">32581 10486 912 0,'0'0'184'0,"0"0"-13"0,19 90-58 16,-12-57-45-16,2 0-41 15,-2 0-17-15,2-7-7 16,-3 0-2-16,-1-5-20 16,1-4-77-16,-4-5-105 15,-1-8-226-15</inkml:trace>
  <inkml:trace contextRef="#ctx0" brushRef="#br0" timeOffset="-92499.1">27827 12331 878 0,'0'0'90'0,"0"0"19"15,84-28-87-15,-64 22-15 16,-5 0-6-16,-6 2-9 16,-4 3-68-16,-5-2-85 15,0 1-56-15,-6 0-242 16</inkml:trace>
  <inkml:trace contextRef="#ctx0" brushRef="#br0" timeOffset="-92322.71">27834 12211 834 0,'0'0'67'0,"0"0"45"16,0 0-26-16,0 0-77 15,94-43-9-15,-74 38-15 0,2 1-87 16,-5 0-100-16,1-1-201 16</inkml:trace>
  <inkml:trace contextRef="#ctx0" brushRef="#br0" timeOffset="-92067.97">28532 11923 830 0,'0'0'101'0,"0"0"82"15,7 72-79-15,-3-41-47 16,2-2-31-16,3 3-16 15,1-5-8-15,0-1-10 16,-3-4-72-16,-1-3-136 16,-3-6-150-16</inkml:trace>
  <inkml:trace contextRef="#ctx0" brushRef="#br0" timeOffset="-91747.34">28413 12345 1008 0,'0'0'114'16,"116"-29"43"-16,-38 14-84 16,4 1-25-16,-1 3-28 15,-3 2-17-15,-13 1-2 16,-16 4-14-16,-10 1-46 16,-17 3-41-16,-14 0-68 15,-8 0-83-15,-4 10-60 16</inkml:trace>
  <inkml:trace contextRef="#ctx0" brushRef="#br0" timeOffset="-91372.9">28442 12539 852 0,'0'0'139'16,"111"-18"45"-16,-43 7-75 16,0 2-37-16,-10 4-25 15,-10 1-17-15,-15 4-16 16,-18 0-11-16,-15 6-10 16,-5 10-1-16,-24 6 15 0,-7 5 0 15,-6 1-4-15,3 0 0 16,7-2 0-16,9-6-2 15,14-3 1 1,9-2-1-16,16-7 0 16,21-2 6-16,11-6 10 0,9 0-8 15,5 0-6-15,-3 0 1 16,-8-10-4-16,-5 2-8 16,-13-3-32-16,-14 1-60 15,-9-3-128-15,-10-1-243 16</inkml:trace>
  <inkml:trace contextRef="#ctx0" brushRef="#br0" timeOffset="-90254.79">28181 11751 733 0,'0'0'44'15,"0"0"76"-15,-19 114 60 16,18-52-56-16,1 12-24 15,0 7-35-15,0 2-9 16,9 7-14-16,2-2-11 16,-4-1-4-16,-4 6-15 15,-3 2-2-15,0 1-1 16,-10-2 1-16,-6 1 9 16,0-8-3-16,3-8-10 15,3-9 3-15,7-14-2 16,3-8-4-16,0-15 1 15,17-8-1-15,5-9-1 16,10-11 0-16,7-5 1 16,7 0 1-16,9-9 0 15,7-10-4-15,12-4 0 16,6-1 1-16,9-1-3 16,3 1 2-16,5 1-1 15,1 4-5-15,-4 3-1 16,-3 2-1-16,-6 2 4 15,-6 2 6-15,-5 1-2 16,-7 1 1-16,-7 1 1 16,-5 0 0-16,-10 0-2 15,-2 0-3-15,-10 1 4 16,-4-4 1-16,-7-1 0 16,-3-1 1-16,-2-3-1 15,-7-5 1-15,-3-3 0 16,-1-6-2-16,1-4 1 15,1-8-4-15,-1-7-1 0,3-5-1 16,4-6-10 0,1-5-11-16,1-4 2 0,-3-1 9 15,0-3 4-15,-6-1 5 16,-3 2 7-16,-4 3-3 16,0 0-2-16,0 4 3 15,-7 5 0-15,-2 0 1 16,-2 0 0-16,5 0 0 15,2 3 0-15,2 5-1 16,-1 3 1-16,0 10-2 16,-4 11 3-16,-6 9-4 15,-11 10 0-15,-12 8 0 16,-16 0 0-16,-18 7 2 16,-19 13 1-16,-20 5 3 15,-19 5-6-15,-17 4 0 16,-15 5 0-16,-10 3 2 15,2 1 2-15,5-3 0 16,21-5 2-16,27-6-2 16,33-9 1-16,29-8-1 15,32-5-4-15,21-7-26 16,13 0-77-16,22-2-50 16,2-12-111-16,-1-1-291 15</inkml:trace>
  <inkml:trace contextRef="#ctx0" brushRef="#br0" timeOffset="-87914.91">1830 2919 369 0,'-48'10'7'16,"-6"11"37"-16,-5 13-7 15,-6 7-14-15,-4 14 18 16,-5 13 2-16,-1 17 6 15,-3 16-8-15,1 16-3 16,5 14-2-16,10 14 4 16,10 10 5-16,16 5-5 15,23-5 3-15,13-6 15 16,43-13-11-16,33-17 0 16,33-22-2-16,30-22 11 15,31-28-16-15,25-28-4 16,23-19 2-16,19-30-1 15,17-33-14-15,6-26-8 16,0-21-8-16,-11-19-8 16,-20-13-4-16,-31-17 0 15,-36-6 2-15,-42-5-6 16,-48 0 3-16,-44-4-2 16,-33 1 5-16,-66 11-1 0,-47 16 6 15,-50 21 6-15,-37 26-2 16,-39 35-4-16,-34 36 0 15,-36 28 0-15,-24 32-2 16,-4 38-24-16,-2 21-28 16,15 13-28-16,27 7-33 15,49-1-89-15,50-7-181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7:19:17.32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13648 1636 74 0,'0'1'22'0,"0"-1"19"16,0 3-27-16,-3-3-8 15,0 2 11-15,0-1 13 16,0 2-12-16,-2-1 4 15,0 2-7-15,-1-1 4 16,2 3-7-16,-4-1 8 16,3-1-7-16,-4 1-8 15,2 3-3-15,1-3 4 16,-1 1-2-16,1 2-3 16,-1 0 9-16,3-3 3 15,-1 1 0-15,2-1-4 16,0 0-7-16,0 1 5 15,0 0 6-15,-3 2-10 16,0 2-1-16,0-1-4 16,-1 2-2-16,-2-1 4 15,2 0-2-15,0-1-4 16,1 1 6-16,1-1 0 16,1-1-7-16,0-2 5 15,0 3-1-15,2-2-5 16,-1-1 5-16,0 2 2 15,2 2 0-15,-2-1-2 16,1 1 1-16,-1-1 5 16,3 3-4-16,0-3 2 15,0-1 0-15,0 0-5 16,0 0-2-16,0-1 6 16,0 0 0-16,0-2 1 15,0 1-3-15,0 1-6 16,0-1 5-16,0 3-4 15,-3-1-9-15,1 2-3 0,-4-1 2 16,2 3 16-16,-1-2 0 16,2 0 0-16,0 1 2 15,2-3 0-15,0 2 0 16,1-3 0-16,-2 0-2 16,2 0 1-16,-1-2-1 15,-1 2 3-15,2-1-4 16,0 1-15-16,0-2 6 15,0 2 9-15,0 1-4 16,0-1 6-16,-1 1-1 16,-1 3 4-16,-1-3 0 15,1 0-1-15,-1 3 2 16,1-1-4-16,1 0 10 16,-1 0 29-16,2-1 37 15,0 1-78-15,0-3-7 16,0-2 10-16,0 2-3 15,0-3-10-15,0 1 13 16,0 0-3-16,0 1 4 16,0 0-2-16,0 0 1 15,0 1 4-15,0-1-5 16,0 2 2-16,0-1-2 16,0 1 1-16,0-1-3 15,0 2 2-15,0-2-6 0,0-2 2 16,0 2-12-1,3-3-7-15,0 3 4 16,1-1 15-16,1 0 1 0,-1 0 1 16,0-2 3-16,1 2-1 15,-1-2 0-15,2 2 4 16,2 1 5-16,-2-1-6 16,2 0 19-16,0 2 29 15,1-3-50-15,-3 1-4 16,1-3 2-16,-1 1 0 15,1 1-4-15,-3-1 5 16,1 1 0-16,-1 1 1 16,2 0-1-16,-2 0 1 15,5 0 2-15,-4 0 2 16,4-1 1-16,1-1-2 16,0 0-4-16,0 0 2 15,1 0-1-15,1-1 0 16,-3 1 0-16,2-2 2 15,0 1 0-15,1 0-3 16,-4 1 1-16,5-1 5 16,-3 1 5-16,5-1-9 15,-5-1 4-15,2 2 7 16,0-1-7-16,0 0-5 16,-2-2-2-16,4 2 2 15,0 0-2-15,-2 0 1 16,-1 0 0-16,0 1 9 15,1-4-8-15,-4 4-1 16,0-2 2-16,2 1-3 16,-5 0 2-16,0-2 0 15,2 2 2-15,1-2 8 16,-2 1-7-16,3 0 1 16,-2 0-1-16,3 0-3 15,0 2 2-15,1-2-1 0,-1 0-2 16,0 0 2-16,2 0-3 15,-1 0 1-15,-1-1-1 16,0-1 1-16,2 3 0 16,-5-3-2-16,2 1 4 15,-2-1-4-15,1 4 2 16,-2-4 0-16,3 3 0 16,0-3 3-16,2 3-3 15,1-3-1-15,1 3 2 16,1-2-1-16,2 0-1 15,1 1 2-15,-2 1-4 16,-1 0 2-16,-1-2-9 16,-4 3-1-16,0-1-9 15,-3-2 8-15,-2 2-2 16,1-1 10-16,1 0 4 16,0 0 0-16,0 0 1 15,3 1-2-15,2-2 2 16,2-1-1-16,1 2 2 15,1-2-1-15,1 0 2 16,0 0-1-16,-1 1-1 16,-1 0 4-16,-2 1-2 15,-1 0-2-15,-3-1 0 16,-2 1-1-16,3 0 2 16,-3 0-2-16,-1-2-2 15,4 0 5-15,1 0-2 16,0 0-1-16,3 0 1 15,2 0-1-15,-1 0 1 16,0 0 0-16,1 0 2 16,-1 0-3-16,0 0 1 15,-3 0-2-15,1 0 2 16,-2 0-1-16,3 0 4 0,-5 0 0 16,4-3 0-16,-2 0-2 15,0 1-1-15,-1-1 2 16,4 1-4-16,-6-1 3 15,5 0-3-15,-1-1 0 16,1 1-8-16,1-1-8 16,3-1 1-16,1-2 2 15,0 1-8-15,0-1 1 16,-2-1 11-16,-2 2 5 16,-2 0-1-16,-2 0-6 15,-1 0 7-15,0 0-4 16,-1 1-2-16,4-3 7 15,-2-1 5-15,2 1-1 16,-1-2 5-16,1 1 3 16,-2-4 25-16,1 3-2 15,0-2-2-15,-3 1-16 16,2-3-6-16,-2 1-5 16,2 2-2-16,0-3 1 15,-4-1 1-15,1 1 17 16,3 0 5-16,-4-1-8 15,0 1 4-15,-2-1-10 16,-2 0 7-16,1 1 8 16,-1-1 3-16,1-1-17 15,-2 1-7-15,0-2-1 16,0 1-1-16,0-2-3 0,0-1 2 16,0 1-2-1,0-1 2-15,0 2 4 0,0-1 4 16,0 1 2-16,0 3-4 15,0-1 0-15,-6 2 3 16,0 0 2-16,-1 2-5 16,-2-4-1-16,2 4 1 15,1-2 3-15,-1 2-4 16,0-3 3-16,1 3 0 16,2-3 4-16,-2 1-7 15,1 0-2-15,1-2 7 16,-1 0-7-16,0 0-1 15,-1 0-1-15,2 0-1 16,-2 0 4-16,0 0 4 16,-2 0 1-16,1 2-4 15,-4-2-4-15,0 3 0 16,1-1 1-16,-1 2 6 16,-1-1-1-16,1 2 10 15,-3 0 5-15,4-1 6 16,-2 3-14-16,0 0-13 15,0 0-2-15,0 1 0 16,-1 1 1-16,3-3-2 16,-3 3 0-16,2-3 1 15,-3 2 1-15,0-1-2 16,3 1 2-16,-5-1 0 16,3 1-1-16,-4 0 3 15,0 0-5-15,0 0 5 16,3 1-6-16,-3 2 3 0,-1-1 8 15,2-1 0 1,0 2-5-16,-1 1-4 0,-2-1 3 16,2 0-2-16,-2 3-3 15,0 0 6 1,-2-2-4-16,1 2 1 0,-1 1 0 16,0 0 0-16,0 0 2 15,1 0-5-15,0 0 5 16,1 0-2-16,2 0 0 15,0 0 1-15,0 0-2 16,0 0 0-16,1 0 3 16,-2 0 1-16,-2 0-4 15,-2 0-2-15,-4 2 6 16,-5 2-3-16,0 3-4 16,-4-2 4-16,2 2 2 15,1-1-2-15,1-1-3 16,6-1 5-16,2 1 1 15,0-1-2-15,5-1-2 16,1 1 1-16,2-1-3 16,1 0 2-16,1 1 1 15,-1 0 0-15,0 1-1 16,-1 1 1-16,2 1-1 16,-6 0 2-16,3 1-3 15,-3 0 2-15,0 1-4 16,1 0 5-16,0-2-3 15,4 0-2-15,4-1-7 16,1-4-32-16,6 0-30 16,3-2-5-16,0 0-95 0,12 0-110 15</inkml:trace>
  <inkml:trace contextRef="#ctx0" brushRef="#br0" timeOffset="1065.58">14293 1044 186 0,'2'-1'74'16,"0"0"28"-16,0 1 4 16,1-2 9-16,-2 2-15 15,2-1-18-15,-3 1-14 16,1 0 3-16,-1 0-10 16,0 0-16-16,0 0-1 15,0 0-14-15,0 0-7 16,0 0-12-16,0 0-3 15,-8 1 4-15,-4 8-1 16,-3 4-4-16,-6 3 0 0,0 5-3 16,-2-1-1-16,1 3 5 15,3-6-2-15,2 1-2 16,7-6 0-16,1-3 1 16,4-2-1-16,4-2 1 15,1-5 4-15,0 2 4 16,3-2 1-16,11 0 3 15,8 0 9-15,2 0 2 16,4 0-4-16,-2-2-11 16,0 0-8-16,-6 0-4 15,-1 2-1-15,-6 0-1 16,-4 0-4-16,-3 0-19 16,1 0-25-16,-6 4-37 15,2 3-78-15,-3-3-82 16,1 1-202-16</inkml:trace>
  <inkml:trace contextRef="#ctx0" brushRef="#br0" timeOffset="2257.85">14118 1362 171 0,'0'0'58'0,"0"0"37"15,0 0 7-15,0 0 13 16,0 0-11-16,0 0-39 16,7 0-10-16,4 0 30 15,2 0 10-15,7 0-13 16,3-3-7-16,3-1-13 0,3 0-22 16,-2 0-15-1,1 0-6-15,-2 0-8 0,-6 1-5 16,-4 0-4-16,-3 2-1 15,-4-1 0-15,-5 2-7 16,-3-1-30-16,1 1-46 16,-2-1-48-16,0-3-80 15,0 0-197-15</inkml:trace>
  <inkml:trace contextRef="#ctx0" brushRef="#br0" timeOffset="3006.19">14710 1123 579 0,'0'0'104'0,"0"0"8"16,0 0-26-16,0 0-1 16,0 0-12-16,5-74-26 15,-4 57-15-15,1 0-23 16,-2 0 13-16,1 3 1 16,1 4 11-16,-2 1-9 15,0 4-9-15,0 2-6 16,0 3-1-16,0 0-3 15,0 0-4-15,0 0-3 16,1 0-4-16,0 0 0 16,2 9 3-16,5 4 4 15,-1 1-6-15,0 2 8 16,2 1-3-16,-2 0 1 16,3 1-3-16,-1-2 0 15,-2 1 2-15,0-1-2 16,2 1-3-16,-4-1-15 15,0 2-12-15,-1-1-12 16,-1-1-15-16,0 2-49 16,-1-1-46-16,-2-3-48 15,0-1-100-15</inkml:trace>
  <inkml:trace contextRef="#ctx0" brushRef="#br0" timeOffset="3253.77">14696 1325 410 0,'0'0'116'16,"0"0"40"-16,0 0-49 16,0 0-33-16,0 0 67 15,68-4-23-15,-32-1-40 16,1-1-25-16,3 2-22 15,-4-1-26-15,-2 1-1 16,0 0-8-16,-5-2-48 16,-5 0-75-16,-5 0-118 15,-8-3-230-15</inkml:trace>
  <inkml:trace contextRef="#ctx0" brushRef="#br0" timeOffset="6982.01">12238 4561 614 0,'-1'0'106'0,"-1"0"25"15,2 0-14-15,0 0 5 16,0-1-32-16,0-7-47 16,0-5-9-16,11-3 1 15,0-3-5-15,3 0-6 16,-1 0-12-16,2 3-8 16,-3 3 2-16,-3 5-3 15,0 8-1-15,-1 0-4 16,-2 0-3-16,0 17-1 15,3 6 5-15,2 1 2 16,2 4 5-16,-1 3 1 16,8-3-1-16,2-2 2 15,4-1 2-15,2-5-2 16,3-1 0-16,1-4-3 16,1-2 0-16,-3-5-4 15,0-1 0-15,-5-3-1 0,-5 0-9 16,-5-4-34-16,-7 0-41 15,-5 0-56-15,-3 0-75 16,0 0-29-16,-3 0-243 16</inkml:trace>
  <inkml:trace contextRef="#ctx0" brushRef="#br0" timeOffset="7306.3">12661 4331 850 0,'0'0'58'16,"0"0"33"-16,0 0 9 15,-62 98 13-15,40-54-36 16,-1 1-34-16,-1 1-16 16,-1 0-15-16,2-5-6 15,3-3-2-15,-2-8 0 16,6-3-5-16,5-10-8 16,3-5-47-16,5-8-58 15,2-4-107-15,1-4-120 0</inkml:trace>
  <inkml:trace contextRef="#ctx0" brushRef="#br0" timeOffset="7746">12884 4113 932 0,'0'0'77'16,"0"0"37"-16,0 0-50 16,0 0-5-16,0 0-10 15,12-3-26-15,-1 3-9 16,0 3-5-16,2 5-3 15,-1 5-4-15,-4 3-1 16,-3 3 1-16,-5 1 1 16,0 5 0-16,-9-2 7 15,-3 0-3-15,2-3-1 16,2-1-1-16,3-7-3 16,5 0 4-16,0-4-3 15,0-3-3-15,9-1 3 16,8-2-2-16,3-2 2 15,2 0-3-15,4 0-26 16,0 0-54-16,-3-6-84 16,-4 2-154-16,-4 0-259 15</inkml:trace>
  <inkml:trace contextRef="#ctx0" brushRef="#br0" timeOffset="9597.43">13538 4121 611 0,'0'0'75'0,"-12"14"0"16,1 6 5-16,-8 6 15 16,1 8-6-16,-2 4-29 15,3 4-14-15,5-1-1 16,2 2-2-16,9-1-5 15,1-3 4-15,0-3-12 0,14-4-1 16,8-3-3-16,1-3-4 16,0-4-8-16,2-3-4 15,-4-4-2 1,-3-3-3-16,-4 0-4 0,-5-8 0 16,-3 0-1-16,-5-1-4 15,-1-2-9-15,0-1-16 16,0 0-24-16,0 0-37 15,-3 0-59-15,-3 0-169 16,-4 0-241-16</inkml:trace>
  <inkml:trace contextRef="#ctx0" brushRef="#br0" timeOffset="9930.59">13822 4271 753 0,'0'0'95'16,"0"0"70"-16,0 0-50 15,7 92-21-15,-5-62-22 16,2 0-20-16,1-3-21 16,2-3-13-16,-3-5-10 15,0-4-5-15,-1-4-1 0,0-5-5 16,0 0-26 0,-3-6-60-16,0 0-78 15,0 0-151-15,0-10-289 16</inkml:trace>
  <inkml:trace contextRef="#ctx0" brushRef="#br0" timeOffset="10381.61">13946 3988 535 0,'0'0'69'0,"0"0"98"16,0 0-50-16,0 0-1 15,70 82-8-15,-35-54-27 16,-1 1-18-16,3 4-11 16,0 0-11-16,-4 4-11 15,-6 2-3-15,-5 2-6 16,-6 2-7-16,-10 2-2 16,-6-1 3-16,0-3 1 15,-11-1-5-15,-9-3-4 16,-1-8-1-16,-1-3-3 15,-1-1-1-15,1-4-5 0,5-4-9 16,-2-4-37 0,5-2-46-16,1-3-95 0,5-4-184 15,3-4-375-15</inkml:trace>
  <inkml:trace contextRef="#ctx0" brushRef="#br0" timeOffset="12410.91">11721 4340 564 0,'0'0'79'0,"0"0"25"0,-9 3-17 15,1 5 8-15,-3 1-10 16,-1 2-18-16,-2 1-24 15,-1 3-9-15,0-2-3 16,-1 3-6-16,0-2-10 16,1 1-5-16,3-2-4 15,2-1-4-15,1-1 2 16,6-3-3-16,3-3 2 16,0-1-1-16,0 1 13 15,12-3 12-15,4 2-12 16,7-4 0-16,1 1 2 15,1 1-4-15,1-1-9 16,-3-1-3-16,-1 0-1 16,-6 1-8-16,-1 2-26 15,-6 3-45-15,-2-3-74 16,-2 2-111-16,-5 0-132 16</inkml:trace>
  <inkml:trace contextRef="#ctx0" brushRef="#br0" timeOffset="12639.83">11611 4721 876 0,'0'0'93'0,"0"0"79"15,0 0-67-15,108-19-51 16,-76 12-27-16,0-2-22 16,-6 5-8-16,-4 0-69 15,-4 0-131-15,-9 1-187 16</inkml:trace>
  <inkml:trace contextRef="#ctx0" brushRef="#br0" timeOffset="14435.28">8882 4460 692 0,'0'0'76'0,"0"0"87"0,49 41-24 15,-25-21-40-15,3 2-10 16,1 1-26-16,0 0-14 15,2-1-15-15,-6-2-12 16,1-4-9-16,-6 0-7 16,-2-5-4-16,-6-3-2 15,-3-1 0-15,-2-1-11 16,-5-3-29-16,-1 1-34 16,0-4-52-16,0 0-29 15,-12 0-94-15,1 0-269 16</inkml:trace>
  <inkml:trace contextRef="#ctx0" brushRef="#br0" timeOffset="14683.28">9163 4389 660 0,'0'0'66'0,"0"0"41"16,-48 107-17-16,30-66-20 15,0 1-12-15,1-4-32 0,4-4-18 16,0-3-8 0,6-7-9-16,3-5-60 0,2-10-111 15,2-6-150-15</inkml:trace>
  <inkml:trace contextRef="#ctx0" brushRef="#br0" timeOffset="15062.72">9312 4235 952 0,'0'0'96'15,"0"0"21"-15,0 0-65 16,0 0-14-16,0 0-10 16,76 8-20-16,-65 5-6 15,-7 3-4-15,-3 4 0 16,-1 3 3-16,0 4 3 15,-4-3 4-15,-3-4-5 16,2-1 0-16,4-7 1 16,1-4-4-16,0-2-3 15,10-6 1-15,6 0 2 16,4 0 2-16,3 0-18 16,2-6-54-16,-1-4-67 15,-3 5-102-15,-3 0-137 16</inkml:trace>
  <inkml:trace contextRef="#ctx0" brushRef="#br0" timeOffset="16081.63">9894 4450 618 0,'0'0'117'0,"0"0"11"0,0 0-22 15,0 0 1-15,-13 0-57 16,-3 2-43-16,0 7-2 16,-4 4-1-16,4-2 2 15,2 1-1-15,5-3-2 16,6 0-2-16,3-3-4 15,0 1-1-15,7 2 8 16,12-3 5-16,1 3-5 16,3-2-1-16,0 0-3 15,-4 2 2-15,-1 0-2 16,-10 2 1-16,-6 1-4 16,-2 1-3-16,0 1 6 15,-12-2 14-15,-5-1-3 16,-1-1-5-16,4 0 1 15,2-5-2-15,4-1 1 16,1-2-4-16,5-1 0 16,2-1 0-16,0 0-3 15,0 0-7-15,12-7-5 16,5-8 6-16,6-1 5 16,3-1 4-16,3-3-5 15,0 2 0-15,3 1 1 16,-5 3 0-16,-1 2 4 15,-6 4-3-15,-2 2 2 0,-8 4-1 16,-1 2 1 0,-3 0-1-16,-3 0-1 15,-1 8 4-15,-1 7 8 16,1 1 7-16,-2 3-6 0,0-3-4 16,1 4-5-16,1-3 0 15,-1-2-3-15,-1-3-16 16,0-2-69-16,0-6-118 15,0-4-160-15</inkml:trace>
  <inkml:trace contextRef="#ctx0" brushRef="#br0" timeOffset="16254.18">10096 4323 869 0,'0'0'26'16,"0"0"-16"-16,0 0-38 16,0 0-77-16,0 8-126 15,0 7-162-15</inkml:trace>
  <inkml:trace contextRef="#ctx0" brushRef="#br0" timeOffset="16599.97">10258 4621 646 0,'0'0'158'0,"0"0"11"15,0 0-40-15,0 0-15 16,0 0-40-16,0 0-21 0,33 19-18 16,-26-28-8-1,2-5-12-15,-2-5-11 0,0-3-5 16,2-1-10-16,0 1-19 15,-4 0-2-15,1 5 10 16,2 4 4-16,0 4 6 16,1 8 4-16,0 1 4 15,-1 0 0-15,4 5 0 16,-2 10 2-16,3 5-1 16,-3 2 7-16,0 0 5 15,0 0-6-15,0-2-1 16,-4-1-2-16,1-5-22 15,3-2-75-15,-5-5-101 16,0-3-151-16</inkml:trace>
  <inkml:trace contextRef="#ctx0" brushRef="#br0" timeOffset="17196.84">10726 4087 644 0,'0'0'113'16,"0"0"-7"-16,0 0-57 15,0 0 43-15,-22 78 11 16,9-34-20-16,-1 11-29 16,1 5-8-16,1 5-7 15,6-2-13-15,3 0-9 16,3-2-2-16,0-3-1 15,9-1 3-15,9-7 3 16,3-2 6-16,2-6-10 16,0-8-10-16,-1-8-3 15,-5-7-2-15,-4-6 0 16,-3-5-2-16,-5-5-6 16,-5-3-20-16,0 0-28 15,0-4-67-15,-9-12-153 16,-5-2-155-16</inkml:trace>
  <inkml:trace contextRef="#ctx0" brushRef="#br0" timeOffset="17604.34">10893 4209 713 0,'0'0'52'16,"0"0"10"-16,0 0 18 15,0 0 53-15,10 76-34 16,1-46-29-16,0 5-26 16,2-3-16-16,1-3-12 15,1-2-12-15,-1-1-2 16,-4-2-4-16,1-7-20 15,-4-1-52-15,-2-2-46 16,-3-4-82-16,-2-3-106 16</inkml:trace>
  <inkml:trace contextRef="#ctx0" brushRef="#br0" timeOffset="17810.47">10808 4601 860 0,'0'0'100'15,"0"0"-1"-15,101-28-79 16,-67 16-7-16,-4 4-8 16,-7 0-14-16,-5 4-90 15,-7 1-112-15,-10 3-111 16</inkml:trace>
  <inkml:trace contextRef="#ctx0" brushRef="#br0" timeOffset="18097.99">10895 4737 939 0,'0'0'185'16,"0"0"-60"-16,0 0-49 16,86 41-14-16,-59-26-13 15,-1 1-20-15,-2 0-15 16,-1 0-10-16,-4-1-2 16,-2-2 0-16,-5-2-4 15,1 0-12-15,-6-6-35 16,-3 0-38-16,-1-5-45 15,-3 0-76-15,0 0-88 16,0-14-351-16</inkml:trace>
  <inkml:trace contextRef="#ctx0" brushRef="#br0" timeOffset="18271.5">11026 4753 814 0,'0'0'46'0,"0"0"42"16,-66 86-39-16,50-59-19 16,7-6-21-16,2-5-12 15,7-5-68-15,0-7-106 16,0-4-153-16</inkml:trace>
  <inkml:trace contextRef="#ctx0" brushRef="#br0" timeOffset="18802.03">11068 4078 458 0,'0'0'134'0,"0"0"-31"16,0 0-20-16,0 0 37 16,0 0-3-16,61 66-36 15,-31-28-13-15,5 7 6 16,1 7-17-16,1 3-13 16,-2 4-12-16,-2-2-4 15,-7-3-6-15,-6-1-11 16,-8-1-1-16,-8-4-5 15,-4 5 5-15,-3-4-4 16,-17 0-3-16,-3-1 0 16,-4-5-6-16,-1-6-19 15,1-4-49-15,2-9-67 16,2-10-142-16,6-7-273 16</inkml:trace>
  <inkml:trace contextRef="#ctx0" brushRef="#br0" timeOffset="20167.68">8487 4389 697 0,'0'0'66'16,"0"0"28"-16,0 0-5 15,-42 38-35-15,22-15 2 16,-6 0-21-16,3 1-19 16,0-1-4-16,5-4 4 15,4-2-5-15,7-5-6 16,4-3-3-16,3-2-2 15,0-3-2-15,7-1 14 16,10-2-2-16,4-1-4 16,0 0-4-16,1 0-8 15,0 0-40-15,-3 0-50 16,-4 0-59-16,-7 0-63 16,-5 0-99-16</inkml:trace>
  <inkml:trace contextRef="#ctx0" brushRef="#br0" timeOffset="20344.39">8360 4729 680 0,'0'0'86'16,"0"0"77"-16,0 0-36 15,0 0-40-15,0 0-54 0,100-6-30 16,-73 1-18-16,-6 0-72 15,-6-1-149-15,-5 1-258 16</inkml:trace>
  <inkml:trace contextRef="#ctx0" brushRef="#br0" timeOffset="45806.36">6947 4541 338 0,'0'0'80'15,"0"0"11"-15,0 0-12 16,0 0 19-16,0 0-3 15,0 0 6-15,0 0-2 16,0 0-18-16,0 0-8 16,0 0-4-16,0 0-18 15,0 0-20-15,0 0-21 16,0 0-10-16,0 0-38 16,0 0-79-16,-3 0-142 15,-2 0-284-15</inkml:trace>
  <inkml:trace contextRef="#ctx0" brushRef="#br0" timeOffset="46655.17">6881 4527 375 0,'0'0'33'0,"0"0"40"0,0 0 5 16,0 0 6-16,-8 0 4 16,6 0-9-16,2-2-8 15,0 1 17 1,0 1 0-16,0 0-16 0,0 0-10 16,0-1-13-16,0 1-6 15,0 0-8-15,0 0-13 16,5 0-3-16,7 1 4 15,2 9 0-15,3 1 7 16,-3 4-7-16,5 1-2 16,-4 3-5-16,2 3 3 15,-3 1 2-15,1 2 1 16,-2-1-1-16,1 2-4 16,-1-3-3-16,0-1-7 15,2-1-1-15,-2-2-3 16,-2-1-2-16,-2-5 1 15,-2-1-3-15,-1-4-5 16,-1-2-20-16,-3-3-14 16,-1-3-16-16,1 0-13 15,-2 0-41-15,0 0-51 16,0-9-115-16,0-5-147 16</inkml:trace>
  <inkml:trace contextRef="#ctx0" brushRef="#br0" timeOffset="46974.55">7196 4418 625 0,'0'0'112'0,"0"0"32"0,0 0-34 16,0 0-13-16,0 0-7 16,-46 100-7-16,27-57-32 15,-3 3-14-15,2 0-11 16,1-1-9-16,2-5-7 16,2 0-6-16,0-4-4 15,5-7-2-15,-2-4-27 16,6-5-36-16,3-5-40 15,2-8-43-15,0-6-124 16,1-1-141-16</inkml:trace>
  <inkml:trace contextRef="#ctx0" brushRef="#br0" timeOffset="47447.85">7317 4201 970 0,'0'0'59'0,"0"0"65"15,0 0-33-15,0 0-33 16,0 0-23-16,8-3-18 16,-1 5-2-16,-3 7-5 15,2 2-3-15,0 4 5 16,-2 3-4-16,-4 2-1 16,0 2 2-16,0-3-2 15,0 1-3-15,0-4 0 16,0-1-3-16,0-6 1 15,0-1 1-15,0-2-1 16,0-3-1-16,0-1-2 16,1-2 0-16,7 0 2 15,1 0-2-15,2 0 1 16,1 0-7-16,-1 0-20 16,3 0-38-16,-2 0-53 15,1 0-51-15,-3 0-73 16,-1 0-104-16,-2 3-124 15</inkml:trace>
  <inkml:trace contextRef="#ctx0" brushRef="#br0" timeOffset="47906.51">7700 4127 870 0,'0'0'87'0,"0"0"42"16,0 0-40-16,-62 93-12 15,41-49-17-15,0 6-17 16,5-1-15-16,5 2-2 16,5-1-4-16,3 1-11 15,3-2-3-15,3-3-2 16,11-1-4-16,8-2 0 15,0-4 0-15,4-6-3 16,0-6 2-16,-2-6-9 16,-1-4-43-16,-4-6-26 15,-3-6-86-15,-9-3-120 16,-2-2-176-16</inkml:trace>
  <inkml:trace contextRef="#ctx0" brushRef="#br0" timeOffset="48196.08">7782 4623 989 0,'0'0'78'0,"0"0"88"0,0 0-81 15,79-16-39-15,-59 15-27 16,-4-2-14-16,-2 2-6 16,-7 0-48-16,-4-1-83 15,-3-2-68-15,0-3-83 16,0-1-391-16</inkml:trace>
  <inkml:trace contextRef="#ctx0" brushRef="#br0" timeOffset="48413.43">7982 4421 920 0,'0'0'32'15,"0"0"133"-15,0 0-50 16,23 81-43-16,-17-58-32 16,1-1-27-16,-3 0-9 15,3-4-6-15,-2-2-30 16,2-4-52-16,-4 0-61 16,-2-8-118-16,1-4-181 15</inkml:trace>
  <inkml:trace contextRef="#ctx0" brushRef="#br0" timeOffset="48740.33">8041 4185 869 0,'0'0'189'16,"0"0"-48"-16,55 102-40 16,-31-55-24-16,0 1-16 15,0 4-21-15,-2 2-4 16,-8-3-2-16,-5 1-10 16,-6-3-10-16,-3-3-8 15,-3 1-2-15,-12-6 0 16,-2-1-7-16,-3-7-40 15,1-1-34-15,2-8-37 16,-3-4-101-16,3-9-298 16</inkml:trace>
  <inkml:trace contextRef="#ctx0" brushRef="#br0" timeOffset="53027.21">9712 4127 276 0,'-6'0'12'16,"2"10"5"-16,-2 3 38 16,2 6-12-16,-5 1-10 15,3 5 8-15,2 0-7 16,1 2 7-16,2 3 3 15,-1 1-15-15,2 1-13 16,0-2-11-16,0 0-2 16,0-3-5-16,2 1 0 15,3-2-1-15,0-2-13 16,3 2-6-16,-3 0 11 16,-1 3 6-16,0 0 1 15,-2 3-30-15,-2 0-22 16,0-1 17-16,0-3 33 15,0 0 11-15,1-7-15 16,1-3-63-16,2-4 65 0,1-2 7 16,1-2 1-16,-1 0-1 15,2 3-7-15,-1-4 10 16,0 5 3-16,-1 1-4 16,1 0 1-16,-1-1 15 15,-1-1 74-15,0-2-67 16,1 0-27-16,2-4-3 15,-3-1-4-15,2-2-1 16,1 0 1-16,-1-3-3 16,4 1 11-16,2-1-4 15,1-1 19-15,4 0 18 16,2 0-10-16,-2 0 1 16,5 0 0-16,-1 0-17 15,0 0-2-15,0 0-8 16,2 0 9-16,-2 0-3 15,0 0-2-15,2 0 2 16,2 0-2-16,-2 0 1 16,0 0-5-16,0 0-1 15,2 0 4-15,-2 0 2 16,0 0-4-16,3 0-1 16,-2 0-15-16,2 0-5 15,-1-3 5-15,1-2 12 16,-3 2-10-16,0 0-1 15,-4 0 7-15,0 2 9 16,1 0-11-16,-3-1 10 16,4 2 5-16,0-4-3 0,1 2 0 15,3 1-3 1,-1-3 4-16,0 1 12 0,-2 2 1 16,0 1-6-16,-1 0-7 15,-3 0 4-15,-1 0-2 16,-2 0-1-16,1 1-5 15,-2 6-9 1,0-4 1-16,2 0-39 0,2 0 25 16,-1-1 26-16,3 0-5 15,-1 1 7-15,-2-3 0 16,4 1 0-16,-5 2 1 16,2-3 6-16,-1 0-3 15,1 3 1-15,-1-2 6 16,1-1 1-16,-1 0-11 15,-1 1 1-15,3 1 6 16,-1-1 0-16,0-1 0 16,3 0-4-16,-1 1-4 15,-1-1-1-15,-2 0-2 16,0 0 3-16,-5 0-10 16,-3 2 6-16,-3-1 1 15,1-1-4-15,-1 0 9 16,1 3-2-16,-1-2 0 15,3 0 0-15,1 1 0 16,0-2 0-16,0 0-4 16,1 0 6-16,1 0-6 15,-2 0 2-15,0 0-5 16,-3 0 11-16,1 0 0 16,-4 0-2-16,1 0 8 15,0 0 5-15,-1-3-5 16,1-1-3-16,-1-1 19 0,2-2-8 15,1-2 1-15,-1-1 0 16,0 1-1 0,-2-2-14-16,-1 0 1 0,1-1-1 15,-1-1-4-15,-3-3 0 16,0 1 5-16,0-2-3 16,0-5-1-16,0 0-10 15,0-4 13-15,0-1-7 16,0 1-4-16,0-1 11 15,2 0-3-15,-1 0 0 16,-1 2-2-16,0 2 1 16,0-2 1-16,0-1 15 15,-6 2-12-15,-2-4 12 16,-1-1-12-16,-1-2 0 16,4-2 0-16,0 0 5 15,2 1-11-15,-1 2 7 16,1 1 1-16,2 5 7 15,-1 1 1-15,-2 2 2 16,2 2 1-16,-3 1-5 16,2 1-9-16,1 5-2 15,0-1-1-15,-1 1-2 16,1 1 1-16,0 1-5 16,0 0 5-16,0-1 1 15,-1-2-2-15,1 2 2 16,-1-4 2-16,-2 1-3 15,2 0 2-15,1-1 1 0,2 1-3 16,-2 0-1 0,1 2 1-16,-1 3-2 15,3-1-1-15,0 4 3 16,-1-1 1-16,-1 2 0 0,-1 1-1 16,-1 2-14-16,-1 0-5 15,-1 0-1-15,-3 2 9 16,0 0 1-16,-1 0 5 15,0 0 7-15,1 0 7 16,-2 0-4-16,1 0-1 16,-2 0-3-16,-1 0 3 15,0 0-5-15,-4 0-2 16,-2 0-2-16,-4 0 3 16,-2 0 1-16,-2 0-2 15,-2 4-8-15,-1 0 10 16,0-2-5-16,-1 3 4 15,1-2-4-15,3-2-4 16,0 0 8-16,0 2 1 16,-2-3 2-16,3 0-2 15,0 0-1-15,0 0-1 16,0 0 3-16,1 0 2 16,1 0 3-16,-4 0 13 15,0-1-17-15,0 1 2 16,-7 0-5-16,1 0 0 15,-5 0 2-15,-1 0-2 16,-3 0-1-16,0 5 0 16,1-3 5-16,2 3 4 15,-2 0 2-15,5 2-6 16,0-3 1-16,6 0 0 16,3 0 3-16,5-3 2 0,6 2 11 15,-1-3-11 1,4 2-4-16,1-2-3 15,-2 2 0-15,1 1-1 0,-2 0 0 16,-1-1-4 0,-1 2 2-16,-3 1 3 0,-1-1 0 15,-1 0-1-15,-5 2 4 16,-2-1-5-16,-2-1 7 16,1 1 15-16,2-1 2 15,3-1 15-15,3-3-8 16,8 0-14-16,2 0-3 15,6 0-3-15,1 0-5 16,5 0-5-16,1 0-2 16,0 0-11-16,0 0-31 15,6 1 5-15,4 2 7 16,3-2-81-16,-3 2-89 16</inkml:trace>
  <inkml:trace contextRef="#ctx0" brushRef="#br0" timeOffset="54861.88">7816 4102 412 0,'0'0'66'0,"0"0"5"16,0 0-24-16,0-4-5 16,0 1 1-16,0-3-1 15,0-1-6-15,0-1-1 16,0 0 1-16,0-2 0 15,0 0 5-15,0-4-22 16,0 2-11-16,0-2-5 16,0-1-2-16,0-1 3 15,0-2-5-15,-3 0 3 16,0-1-1-16,-1 0 0 16,1-1 0-16,0 4-1 15,3 1-5-15,-2 0 8 16,2 5-3-16,0 0-1 15,0 2 2-15,0 3 0 16,0-2-2-16,0 1 0 0,0 2-1 16,0 1 1-1,0-1-5-15,5 1 1 16,2 1 3-16,3-1 2 0,2 2-2 16,5-2-2-16,4 2-2 15,1-1-3-15,7-1 2 16,4 2-6-16,1-3 1 15,4 2-7-15,0-1 15 16,3-1 4-16,-2 0-1 16,1 0 1-16,-1 0-1 15,0-2 1-15,-3 2 0 16,3 0 0-16,-1-2-1 16,-2 2-6-16,3 0-6 15,1 0-2-15,-2 1-2 16,4 0 10-16,-1 2-7 15,3-2-5-15,3-1-2 16,1 1 5-16,4-2 9 16,-1 1 1-16,2-1 7 15,-1-1 0-15,-4 4 1 16,-2-1-1-16,-4 0 0 16,-2 2-2-16,-5 1-2 15,-2 0 3-15,0 0 0 16,2 0 2-16,0 0-2 15,2 0 0-15,2 0 0 16,2 0 1-16,-2 0-2 16,0 0 2-16,0 0-1 15,-2 0 0-15,-4 0-4 16,-1 0 4-16,-1 0 1 16,-3 0-2-16,3-3 1 0,-2 2 1 15,1-2 1 1,2 1-1-16,1 0-1 15,3 0-1-15,-1-2 1 0,5 3 0 16,-4-2 3-16,-1 2-2 16,-2-2-2-16,-6 3 2 15,-5 0 3-15,-4 0-4 16,-8 0-3-16,1 0-2 16,-6 0-3-16,-3 0 7 15,0 0 1-15,-2 0 2 16,0 0 7-16,1 0-2 15,1 0-3-15,1 0 1 16,0 0 13-16,1 0 11 16,-1 0-7-16,1 0 5 15,-1 0-2-15,-2 0 5 16,1 0-6-16,-1 0-6 16,1 0-10-16,-2 2-13 15,0 0-1-15,0 2-9 16,0-2-7-16,0 0 9 15,0 2 18-15,0-1-3 16,0-3-67-16,-2 0-156 16,-8 0-321-16</inkml:trace>
  <inkml:trace contextRef="#ctx0" brushRef="#br0" timeOffset="55292.04">10284 3652 722 0,'0'0'0'15,"0"0"104"-15,0 0 18 16,17 43-11-16,-11-29-41 16,-2 0-34-16,1 1-25 15,-2-2-9-15,1 2-2 16,-1-3-44-16,-2-1-52 16,2-2-47-16,-3-1-177 15</inkml:trace>
  <inkml:trace contextRef="#ctx0" brushRef="#br0" timeOffset="58270.81">13818 4028 445 0,'0'0'83'0,"0"0"6"0,0 0-36 16,0-53 0-16,0 33-22 15,0-4-8-15,0-2-11 16,0-2 16-16,0 1 1 16,-3-2-10-16,-3 4-6 15,2 0-3-15,-3 4 1 16,-1 1 0-16,-1 5-5 16,-2 2-6-16,2 2 3 15,-3 3-7-15,1 1 9 16,-2 2-7-16,1 2-3 15,-5 3-9-15,0 0 7 16,-2 0-3-16,-2 0 2 16,-1 0-1-16,-2 5 2 15,0 1 2-15,-2-2 1 16,-2 1 3-16,-4 2-6 16,-3 0-1-16,-4 0-5 15,-1-2 5-15,1-1 2 16,0 1 4-16,0-4 2 15,3 0-2-15,0-1-2 16,-1 0-1-16,1 0 2 16,-4 0 2-16,-3 2 1 15,-8-1 1-15,0 1-4 16,-8 2 4-16,-6 5-1 16,-1-2 4-16,1 2 0 15,1-5-4-15,4 3 0 16,2-4 3-16,9-2-1 0,1-1-2 15,6 0 5-15,3 0-5 16,0 0-1-16,5 0 3 16,0 0-1-16,0 0-2 15,0 0-1-15,0 0 3 16,-1 0-1-16,0 0-1 16,-3 0 2-16,0 0 5 15,0 1 0-15,-1 2-4 16,-5 1-1-16,0-1 7 15,-3 1-5-15,0-1-6 16,-2 1 2-16,3 0 3 16,0-2-1-16,5 1-1 15,1-2 2-15,4-1 2 16,4 0 10-16,-1 0 19 16,6 0-17-16,1 0-12 15,4 0-4-15,0 0 2 16,4 0 3-16,3-4 3 15,3 2-2-15,-2 0-2 16,2-1-3-16,-2 1 0 16,-2 0 0-16,-1 0-2 15,-4-2 2-15,-6 3-2 16,-2-1-1-16,-1 2 0 16,-5 0 2-16,-5 0-1 15,4 0 4-15,-2 0-7 16,2 0-7-16,0-4 14 15,4 0-1-15,5 0 0 16,2 0 3-16,6 1-4 0,5-1 1 16,1-2-1-1,6 5 2-15,1-1 0 16,1 2-3-16,3-3 1 0,-3 3-1 16,0 0 0-16,-1-1 1 15,0 1-1-15,0 0-1 16,0 0 0-16,-2-2 2 15,2 2-1-15,2-1 0 16,-1 1 1-16,-1-1 0 16,1-1 1-16,1 1-1 15,-1-4 0-15,1 5-6 16,-1-4 0-16,3 1 4 16,-4 0 2-16,0 2 2 15,-1-2-2-15,1 1-1 16,0-1 2-16,-1 2-1 15,1 0 0-15,2-1-1 16,1 1 1-16,0-2-1 16,0 2-3-16,2-2 2 15,-2 2 1-15,0-2 4 16,0 2 1-16,-1-2-2 16,-2 0-2-16,-1 2 0 15,1-2 0-15,0 2-6 16,2-2 5-16,-2 3 4 15,5-1-4-15,-1 1-1 16,2 0 2-16,-1 0-2 16,1 0 0-16,0-1 1 15,0 1 1-15,0-2 5 16,-3 2-1-16,0 0-1 16,0 0-3-16,0 0-2 0,-3-1-1 15,2 1-3-15,0 0 5 16,0 0 0-16,-1 0 0 15,1 0 1-15,-1 0-1 16,2 0 0-16,1 0 2 16,0 0 0-16,1 0 1 15,-2 0-2-15,3 0 0 16,0 0 0-16,-3 0 1 16,3 0-1-16,-4 3-4 15,1-2 3-15,1 3-1 16,-2-3 0-16,3 2 2 15,-2-2 0-15,1-1-1 16,-1 3 3-16,0-3 0 16,2 1-1-16,-3 1-1 15,1-1 1-15,0-1 0 16,0 0-1-16,0 0 0 16,0 0-1-16,2 2 2 15,-1-2-1-15,1 0 2 16,1 0 4-16,0 0-2 15,0 0-1-15,0 0 2 16,0 0-3-16,0 0 0 16,0 0 4-16,-2 0-1 15,1 0-3-15,-1 0-3 16,1 0-1-16,-3 0 0 16,3 0-2-16,1 0 1 15,0 0 2-15,0 9-6 16,0 5 7-16,0 4 1 15,0 3 5-15,0 1 0 16,0 3-2-16,0-5 24 0,0 0-13 16,1-5-10-16,-1-7 2 15,3-3-3-15,-3-1-1 16,0-2 4-16,0-2 3 16,0 0 5-16,0 0 3 15,0 0 4-15,0 0-7 16,0-7-8-16,0-4-8 15,0-5 1-15,0-1-2 16,-4-2 1-16,-1 0 1 16,2-2 1-16,0 6 0 15,-1 0 0-15,2 5-1 16,0 4-1-16,-1 2-2 16,1 3 0-16,1 1 0 15,-1 0-3-15,2 0 4 16,0 0 0-16,-1 0-6 15,-2 0-2-15,3 0-3 16,0 0-6-16,-3 0-21 16,2 0-28-16,1 0-24 15,0 0-32-15,0 5-67 16,0 1-104-16</inkml:trace>
  <inkml:trace contextRef="#ctx0" brushRef="#br0" timeOffset="61645.45">7185 6474 712 0,'0'-1'110'0,"0"-1"20"16,1 2-28-16,15 0-10 15,7 0 1-15,3 0-12 16,6 0-31-16,4 0-17 15,-2 0-6-15,-2 0-15 16,-1 0-11-16,-4 0-2 16,-5 0-42-16,-2-2-60 15,-4-4-87-15,-5-2-154 16,-3-1-314-16</inkml:trace>
  <inkml:trace contextRef="#ctx0" brushRef="#br0" timeOffset="62018.2">7722 6241 976 0,'0'0'11'0,"0"0"43"16,0 0 56 0,0 0-16-16,66 82 2 15,-37-49-36-15,4-1-25 0,5 2-10 16,-3-1-7-16,2-2-1 16,0-3-11-16,-3-5 1 15,-5-3-4-15,-3-3-1 16,-7-2-2-16,-5-4-3 15,-8-6-18-15,0-1-18 16,-5-1-37-16,-1-3-34 16,0 0-19-16,-1-6-60 15,-10-8-139-15,0-9-202 16</inkml:trace>
  <inkml:trace contextRef="#ctx0" brushRef="#br0" timeOffset="62243.43">8097 6179 826 0,'0'0'38'16,"0"0"43"-16,-56 71 67 16,26-22-50-16,1 8-15 15,-3 2-28-15,2 3-32 16,4-6-13-16,5-6-5 15,4-8-2-15,5-8-22 16,4-10-43-16,4-8-51 16,4-12-123-16,0-4-160 15</inkml:trace>
  <inkml:trace contextRef="#ctx0" brushRef="#br0" timeOffset="62651.5">8139 6024 926 0,'0'0'80'0,"0"0"61"16,0 0-49-16,0 0-27 15,0 0-26-15,32-15-22 16,-16 15-5-16,-3 2-1 16,0 7 2-16,-3 5-5 15,-4 3-3-15,-5 2-5 16,-1 3 2-16,0 4 4 16,-1-4-1-16,-8-1-4 15,2-4 3-15,4-3-1 16,1-4 0-16,2-3-1 15,0-3 1-15,11-3-1 16,5-1-1-16,7 0 2 16,3 0-9-16,1 0-29 15,-1-4-49-15,1 4-80 16,0-1-105-16,-3 1-185 16</inkml:trace>
  <inkml:trace contextRef="#ctx0" brushRef="#br0" timeOffset="63249.48">8944 6225 708 0,'0'0'55'15,"0"0"67"-15,0 0-34 16,0 0-13-16,-77 71-20 16,51-47 0-16,-1 1-28 15,8-2-5-15,0-4 4 0,7-1-4 16,5-5-8 0,6-2-8-16,1-2-7 0,0-3 2 15,16-2 0-15,3-1 0 16,7-3-4-16,0 0-14 15,-1 0-32-15,-2 0-23 16,-2 0-35-16,-7 0-63 16,-5 0-46-1,-6 0-87-15</inkml:trace>
  <inkml:trace contextRef="#ctx0" brushRef="#br0" timeOffset="63479.52">8782 6625 822 0,'0'0'64'16,"0"0"53"-16,0 0 11 15,0 0-23-15,115-19-51 16,-68 6-40-16,2 1-12 15,-4 0-27-15,-2 0-82 16,-11 5-163-16,-9 2-271 16</inkml:trace>
  <inkml:trace contextRef="#ctx0" brushRef="#br0" timeOffset="64109.19">9564 6237 792 0,'0'0'131'0,"0"0"56"16,0 0-75-16,105 79-18 0,-69-52-22 16,3 5-17-1,-2-2-20-15,-2-1-9 16,-3-2-8-16,-6-2-11 0,-7-5-3 16,-2-5-3-16,-7 0-2 15,-1-6-10-15,-4-2-21 16,-2-5-19-16,-3-2-38 15,0 0-48-15,0 0-51 16,0-14-105-16,-3-5-184 16</inkml:trace>
  <inkml:trace contextRef="#ctx0" brushRef="#br0" timeOffset="64339.39">9907 6218 808 0,'0'0'89'16,"0"0"63"-16,-82 100-44 15,47-54-29-15,-4 0-18 16,2 1-35-16,3-5-15 16,5-3-7-16,7-7-4 15,5-9-16-15,7-4-49 16,7-8-75-16,3-10-100 15,0-1-88-15,6-11-192 16</inkml:trace>
  <inkml:trace contextRef="#ctx0" brushRef="#br0" timeOffset="64763.74">10073 6000 965 0,'0'0'56'16,"0"0"15"-16,0 0 19 15,0 0-2-15,0 0-28 16,90 8-29-16,-72 3-24 16,-6 4-7-16,-6 2-3 15,-6 4 4-15,0-2 7 16,0 0 3-16,-6-2-1 16,0-2 0-16,3-7 3 15,3-1-6-15,0-1-5 16,2-6 0-16,12 0 0 15,9 0-4-15,5 0-3 16,2-6-37-16,2-1-44 16,-3 3-72-16,-4 0-110 15,-5 4-198-15</inkml:trace>
  <inkml:trace contextRef="#ctx0" brushRef="#br0" timeOffset="65571.92">10766 6174 606 0,'0'0'84'0,"0"0"38"15,0 0-20-15,-102 39-16 16,69-19-25-16,2-1-29 15,5 0-19-15,7-1-5 16,8-3 2-16,10-3 0 16,1-1-11-16,12-3 1 15,19 0 6-15,6-2-5 16,7 1 8-16,3-3-2 0,-2 3-4 16,-3-4 17-16,-10 5 0 15,-12-2-2 1,-9 2 1-16,-11 3-6 0,-1 0 9 15,-22 3 21 1,-6 1-10-16,-4-1-16 0,-2-1-5 16,8-4-5-1,7-2-4-15,8-4-2 0,7-3-1 16,5 0-8-16,5-3-19 16,15-16-23-16,10-4 1 15,5-3 4-15,4-1 1 16,0 4 15-16,-6 2 15 15,-4 6 13-15,-10 7 3 16,-4 7 10-16,-9 1 3 16,-4 2-1-16,-2 14 16 15,0 3 20-15,0 3-2 16,0-1-10-16,0-2-20 16,0-3-15-16,0-3-3 15,0-3-37-15,4-8-86 16,2-2-164-16,-3 0-294 15</inkml:trace>
  <inkml:trace contextRef="#ctx0" brushRef="#br0" timeOffset="65753.25">10926 6012 1067 0,'0'0'4'0,"0"0"-2"16,0 0-35-16,0 0-29 16,0 0-14-16,-1 52-137 0,11-28-186 15</inkml:trace>
  <inkml:trace contextRef="#ctx0" brushRef="#br0" timeOffset="66064.67">11146 6392 936 0,'0'0'129'0,"0"0"3"16,0 0-52-16,0 0 2 15,0 0-20-15,0 0-32 16,61-27-19-16,-50 5-7 16,2-2-2-16,-1-2-1 15,-2 3-3-15,0 3-5 16,0 2-4-16,0 5-5 15,2 8 4-15,1 5 4 16,0 0 4-16,1 11-2 16,-2 9 3-16,4 4 5 15,-2 0-1-15,2-1 2 16,-1 0-2-16,2-5-4 16,-4-3-82-16,1-5-93 15,-5-9-188-15,0-1-409 16</inkml:trace>
  <inkml:trace contextRef="#ctx0" brushRef="#br0" timeOffset="66582.23">11796 5712 825 0,'0'0'115'0,"-53"83"46"16,25-25-60-16,-1 10-12 15,6 4-29-15,6 0-21 16,8 1-9-16,9-5-8 16,0-5-7-16,15-7 2 15,9-6-8-15,5-11-4 16,3-3-2-16,-6-8-2 16,-3-4-5-16,-6-5-34 15,-3-5-31-15,-3-5-52 16,-4-9-79-16,1 0-172 15,-2-12-254-15</inkml:trace>
  <inkml:trace contextRef="#ctx0" brushRef="#br0" timeOffset="66880.14">12144 5764 1102 0,'0'0'21'16,"0"0"60"-16,-3 88-4 15,2-44-16-15,1 1-14 16,0 0-22-16,0-4-17 15,1-5-5-15,8-4-10 16,-2-5-40-16,-1-3-48 16,-3-7-95-16,-3-6-122 15,0-3-207-15</inkml:trace>
  <inkml:trace contextRef="#ctx0" brushRef="#br0" timeOffset="67110.3">11937 6189 791 0,'0'0'109'0,"0"0"39"16,77-14-29 0,-28 4-15-16,5-1-34 0,1 0-32 15,-7 2-24 1,-4 0-10-16,-11 3-5 0,-10 2-29 15,-7 3-50-15,-13 1-83 16,-3 0-120-16,-3 0-158 16</inkml:trace>
  <inkml:trace contextRef="#ctx0" brushRef="#br0" timeOffset="67424.06">12063 6335 895 0,'0'0'142'16,"0"0"6"-16,0 0-69 15,0 0 0-15,88 89-8 16,-65-59-26-16,0 2-13 15,-1 0-9-15,0 0-4 16,-3-4-8-16,-2-2-7 16,-4-6-3-16,-4-5-1 15,-1-5-23-15,-4-3-29 16,-1-7-34-16,-3 0-39 16,0-11-43-16,0-10-179 15,0-10-220-15</inkml:trace>
  <inkml:trace contextRef="#ctx0" brushRef="#br0" timeOffset="67600.63">12249 6411 959 0,'0'0'44'0,"0"0"81"16,-88 99-52-16,67-68-11 15,5-7-29-15,6-4-27 16,4-5-5-16,6-10-47 15,0-5-84-15,13 0-100 16,4-12-123-16</inkml:trace>
  <inkml:trace contextRef="#ctx0" brushRef="#br0" timeOffset="68100.31">12436 5653 523 0,'0'0'95'15,"0"0"50"-15,0 0-57 0,0 0-14 16,0 0 66-16,45 93-43 15,-18-44-33-15,3 6-14 16,-1 4 1-16,-3 1-8 16,-4 3-2-16,-11 1-6 15,-9 1-9-15,-2-3 0 16,-2-2-3-16,-16-4-6 16,-3-7-3-16,1-3-8 15,0-10-3-15,3-4-6 16,1-9-34-16,3-3-31 15,2-11-69-15,2-9-169 16,1 0-382-16</inkml:trace>
  <inkml:trace contextRef="#ctx0" brushRef="#br0" timeOffset="68925.21">13217 6024 565 0,'0'0'94'0,"0"0"38"15,0 0-35-15,0 0 7 0,-23 39-8 16,4-19-24-16,-5 3-29 16,-1-2-19-16,5 0-6 15,1-2 2-15,3-4-11 16,9-2-4-16,4-2-1 15,3-3-3-15,0-1 0 16,17-7 5-16,2 2-1 16,6-2-1-16,1 0-7 15,-3 0-24-15,-3 0-31 16,-3 0-57-16,-5 0-56 16,-8 0-25-16,-4 0-127 15,0 0-6-15</inkml:trace>
  <inkml:trace contextRef="#ctx0" brushRef="#br0" timeOffset="69113.25">13091 6332 511 0,'0'0'142'16,"0"0"47"-16,0 0-13 15,0 0-47-15,0 0-48 16,100 5-52-16,-69-7-25 15,0-5-7-15,-2 3-56 16,-4-2-99-16,-5 0-143 16,-7-2-325-16</inkml:trace>
  <inkml:trace contextRef="#ctx0" brushRef="#br0" timeOffset="69939.55">13630 6002 652 0,'0'0'138'16,"0"0"22"-16,0 0-9 16,0 0-27-16,80 27-26 15,-53-3-33-15,0 3-12 16,1 3-12-16,1-2-9 15,0 4-11-15,-2-3-8 16,-4-3-4-16,2-1-6 16,-4-2-2-16,-5-7 1 15,-3-3-6-15,-4-3-22 16,-5-6-18-16,-2-1-22 16,-2-3-28-16,0 0-31 15,-7 0-80-15,-7-11-84 16,-3-8-116-16</inkml:trace>
  <inkml:trace contextRef="#ctx0" brushRef="#br0" timeOffset="70171.94">13894 6016 863 0,'0'0'102'0,"-57"70"73"15,24-28-82-15,-4 3-29 16,1 0-19-16,7-7-29 16,5-2-13-16,8-8-2 15,4-7-7 1,10-6-45-16,2-7-57 0,0-8-84 16,10 0-80-16,8-8-181 15</inkml:trace>
  <inkml:trace contextRef="#ctx0" brushRef="#br0" timeOffset="70685.48">14107 5767 831 0,'0'0'84'0,"0"0"41"15,0 0-20-15,0 0-36 16,89-16-8-16,-70 16-29 0,-7 6-22 16,-9 10-13-16,-3 6 5 15,0 5 8-15,-15 1 5 16,-1-3 0-16,2-3-3 15,1-1-3-15,7-8-2 16,6-3-4-16,0-6-2 16,7 1 1-16,16-5 1 15,8 0-2-15,5 0-15 16,4-5-23-16,3-6-50 16,-2 0-67-16,-11 1-114 15,-8-1-194-15</inkml:trace>
  <inkml:trace contextRef="#ctx0" brushRef="#br0" timeOffset="74880.09">6910 8214 761 0,'0'-1'65'0,"7"-13"10"15,2-9 32-15,3-6-9 16,2-6-47-16,-4-6-25 15,2-5-15-15,-5-6-8 16,-1-6-2-16,-6 1 1 16,0-4-1-16,0-1-1 15,-2 0 1-15,-8 4-2 16,-3 10 2-16,0 5 0 16,-1 12-4-16,-1 9-1 15,1 11-6-15,-4 11 7 16,1 13-7-16,0 19 1 15,2 14 7-15,5 14 7 16,2 10-1-16,8 1 1 16,0 1 8-16,5-3 5 15,10-3 5-15,3-8-3 16,4-10 1-16,3-8-11 16,-2-10-5-16,0-10-4 15,-1-8 0-15,-2-8 3 16,1-4-4-16,0-4 0 15,1-17 7-15,-1-6-7 16,1-5 0-16,0-1-7 16,-2 0-3-16,-4 5 0 15,-1 6 6-15,-4 6 4 16,-2 11 0-16,-3 5-2 0,0 0-4 16,0 13 5-1,0 10 16-15,1 6 1 16,-1 1-6-16,0 3 2 15,-1-3-3-15,1-6-4 0,0-1-6 16,1-7-3-16,-1-7-54 16,0-5-72-16,-2-4-152 15,-2-4-203-15</inkml:trace>
  <inkml:trace contextRef="#ctx0" brushRef="#br0" timeOffset="75067.42">7262 7693 1166 0,'0'0'50'16,"0"0"4"-16,0 0-58 16,0 0-1-16,0 0-39 15,-5 31-70-15,5-14-136 16,0 2-151-16</inkml:trace>
  <inkml:trace contextRef="#ctx0" brushRef="#br0" timeOffset="75629.67">7492 8046 835 0,'0'0'132'16,"0"0"48"-16,0 0-56 15,0 0-49-15,0 0-26 16,0 0-16-16,34 70-15 0,-32-66-4 16,1-1 1-16,0-2-4 15,1-1-5 1,1 0-1-16,1-8 2 0,2-11 6 16,2-3-8-16,0-7-6 15,-2 0 0-15,-2-2-3 16,-1 2-6-1,-4 4-4-15,-1 4 2 0,0 6 3 16,0 6 2-16,0 5 6 16,0 4-3-16,0 0-6 15,0 12-4-15,3 7 14 16,2 3 2-16,4 3 1 16,0-4 5-16,5 0 1 15,-1-5 0-15,2-3-1 16,2-5-5-16,0-7 0 15,0-1-1-15,-1 0-2 16,0-5 0-16,0-13-14 16,1 0-2-16,-1-2-4 15,1 1 4-15,-1 4 0 16,-2 4 9-16,0 5 3 16,-4 6 1-16,1 0 1 15,-1 9-2-15,2 10 1 16,-1 5 7-16,3 5 0 15,3-1-3-15,3 2-9 16,2-2-95-16,-1-8-96 16,-2-1-162-16,-7-7-262 15</inkml:trace>
  <inkml:trace contextRef="#ctx0" brushRef="#br0" timeOffset="76150.28">6876 8633 880 0,'0'0'76'0,"0"0"111"16,0 0-60-16,83 73-22 16,-45-44-28-16,0 0-19 15,3-2-14-15,-2 0-16 16,-6-3-10-16,-2 1-11 15,-7-7-5-15,-6-3 0 16,-5-5-3-16,-6-2-20 16,-4-4-30-16,-3-4-26 15,0 0-24-15,-10 0-44 0,-8-9-120 16,1-8-120-16</inkml:trace>
  <inkml:trace contextRef="#ctx0" brushRef="#br0" timeOffset="76364.59">7231 8709 942 0,'0'0'121'0,"0"0"23"16,-85 94-66-16,53-59-34 15,-1-2-14-15,2-5-20 16,5-4-5-16,5-3-6 15,5-5-23-15,7-5-48 16,5-5-71-16,4-6-132 16,0 0-177-16</inkml:trace>
  <inkml:trace contextRef="#ctx0" brushRef="#br0" timeOffset="76830.67">7476 8772 1073 0,'0'0'42'0,"0"0"104"0,0 0-68 16,103 7-37 0,-74-4-4-16,0-2-16 0,-5-1-13 15,-3 0-4-15,-7 0-3 16,-5 0 1-16,-7-9-2 15,-2-1 0-15,0-1-6 16,-5-3-9-16,-9-1-5 16,-1 1 1-16,2 1 2 15,1 2 1-15,4 2 8 16,2 0 6-16,3 6 1 16,3 2 2-16,0 1-3 15,0 0-5-15,0 4 1 16,10 9 8-16,0 2 9 15,4 1 2-15,0 3 0 16,0 1 5-16,-4 1-2 16,-1-1 1-16,-2 2-8 15,-7-1 0-15,0-2-6 16,0 0 0-16,-3-2-1 16,-11-1-3-16,0-5-37 15,0-3-34-15,4-4-63 16,0-4-74-16,3 0-73 15,4 0-185-15</inkml:trace>
  <inkml:trace contextRef="#ctx0" brushRef="#br0" timeOffset="77182.92">7924 8732 868 0,'0'0'28'0,"0"0"80"16,0 0-11-16,-9 79-47 16,9-55-3-16,0-2-20 15,0-5-15-15,12-5 8 16,10-2 10 0,5-7-2-16,0-3 9 0,2 0-8 15,-1-6-6-15,-5-6-2 16,-4-2-1-16,-8-6 4 15,-5-1 1-15,-6 0 0 16,0-1-6-16,-11-1-7 16,-10 4-6-16,-6 2-5 15,-4 5-3-15,-2 6-12 16,-6 6-31-16,2 0-52 16,-1 0-79-16,2 6-203 15</inkml:trace>
  <inkml:trace contextRef="#ctx0" brushRef="#br0" timeOffset="78358">8531 7950 521 0,'0'0'119'0,"0"0"29"16,0 0-31-16,0 0-24 15,0 0-42-15,0 0-43 0,0 0-16 16,0 0-22-16,0 0-27 15,0 0-3-15,0 0-59 16,-2 0-105-16,-1 0-179 16</inkml:trace>
  <inkml:trace contextRef="#ctx0" brushRef="#br0" timeOffset="78764.67">8900 7367 738 0,'0'0'106'15,"0"0"16"-15,0 0-22 16,-92 83-10-16,56-32-20 16,1 9-8-16,3 6-19 15,6 0-8-15,6 1-3 16,10-3-1-16,8-5-11 16,2-7 2-16,11-5-4 15,15-7-4-15,4-5-1 16,5-5-6-16,2-7-2 0,-2-5-4 15,-6-5 0 1,-3-3-3-16,-6-6-25 0,-7-1-28 16,-9-3-39-16,-4 0-106 15,0 0-135-15,-4-8-434 16</inkml:trace>
  <inkml:trace contextRef="#ctx0" brushRef="#br0" timeOffset="79088.2">9016 7864 993 0,'0'0'140'16,"0"0"13"-16,84 0-73 16,-50 0-39-16,-8 0-23 15,2 0-15-15,-7 0-18 16,-4 0-69-16,-8-1-78 15,-4-7-138-15,-5-2-300 16</inkml:trace>
  <inkml:trace contextRef="#ctx0" brushRef="#br0" timeOffset="79339.09">9370 7713 1008 0,'0'0'78'0,"0"0"78"0,0 0-59 16,95 76-31-16,-62-56-12 15,3 2-26-15,-4-3-14 16,-3-1-9-16,-3-3-3 16,-6-2-1-16,-8-2-13 15,-4-4-27-15,-3-2-36 16,-5-2-53-16,0-3-64 15,0 0-81-15,0-12-224 16</inkml:trace>
  <inkml:trace contextRef="#ctx0" brushRef="#br0" timeOffset="79533.77">9628 7722 938 0,'0'0'126'15,"-52"71"8"-15,22-28-45 16,1 3-25-16,3-6-36 16,3-1-22-16,4-8-5 15,5-5-18-15,8-8-52 16,6-10-75-16,0-8-139 16,0 0-232-16</inkml:trace>
  <inkml:trace contextRef="#ctx0" brushRef="#br0" timeOffset="79877.74">9689 7508 1184 0,'0'0'11'16,"0"0"72"-16,0 0-20 15,0 0-21-15,0 0-1 16,0 0-22-16,43 8-14 16,-37 7-4-16,-2 1 1 15,-4 1 2-15,0 2-2 16,0 1 2-16,0-1-3 16,0-3 0-16,0-3 0 15,0-3 0-15,0-2-1 16,0-7 1-16,13-1 1 15,3 0-1-15,3 0-8 16,1-9-38-16,-2-1-62 16,-1 1-92-16,-4 0-160 15,-1-2-377-15</inkml:trace>
  <inkml:trace contextRef="#ctx0" brushRef="#br0" timeOffset="80316.84">9913 7224 766 0,'0'0'65'16,"0"0"63"-16,0 0-11 16,86 95-30-16,-50-47-4 15,3 6-7-15,-1 6-21 16,-3 2-7-16,-5 6-11 15,-7 3-7-15,-4 4 0 16,-12 0 4-16,-7-4-1 16,0-3-18-16,-4-6 17 15,-16-6-22-15,-5-9-9 16,2-9-16-16,-2-9-26 16,4-9-45-16,3-10-58 15,2-10-98-15,8-4-193 16</inkml:trace>
  <inkml:trace contextRef="#ctx0" brushRef="#br0" timeOffset="81980.49">10834 7618 596 0,'0'0'100'0,"0"0"5"15,-69 51-22-15,40-28-19 16,0 2-14-16,6-2-17 16,4-4-10-16,8-3 6 15,5-4 12-15,6-3-11 16,0-5-12-16,8 0 6 16,11-3-5-16,2 0-9 15,3-1-4-15,1 2-8 16,-4-2-6-16,-3 3-52 15,-4 1-36-15,-8 1-78 16,-6 2-61-16,0 1-98 16</inkml:trace>
  <inkml:trace contextRef="#ctx0" brushRef="#br0" timeOffset="82157.37">10672 7982 675 0,'0'0'166'16,"0"0"-10"-16,87-2-63 16,-55-4-66-16,1 3-27 15,-4 1-21-15,-3 0-100 16,-4-2-141-16,-4 0-374 0</inkml:trace>
  <inkml:trace contextRef="#ctx0" brushRef="#br0" timeOffset="83008.55">11194 7935 678 0,'0'0'120'0,"0"0"62"0,0 0-51 15,96-103-58-15,-67 64-23 16,-4-8-21-16,0-3-11 16,-5-4-6-16,-6-5-8 15,-4-4 1-15,-8 0-5 16,-2 2 0-16,0 3-11 16,-16 11-13-16,-6 11 10 15,-1 13-1-15,-6 18-7 16,-3 5 0-16,2 24 15 15,0 16 7-15,1 15 0 16,4 9 4-16,8 7-3 16,11 1 0-16,6 0 16 15,0-4 13-15,20-5-1 16,6-11 5-16,6-9-11 16,3-11-6-16,1-10-7 15,0-12-2-15,4-10-4 16,-5 0-1-16,0-12-1 15,-5-15-5-15,0-3-9 16,-8 0-5-16,-3 1-3 16,-5 6 3-16,-4 4 10 15,-5 11 8-15,-4 7 1 16,-1 1-5-16,0 8 0 16,0 11 16-16,0 5 11 15,0 5-3-15,0 0-7 16,2 0-6-16,4 0-4 15,0-1-3-15,0-4-1 16,-1-1-26-16,-1-4-51 16,-1-5-75-16,0-7-132 15,-3-7-206-15</inkml:trace>
  <inkml:trace contextRef="#ctx0" brushRef="#br0" timeOffset="83177.89">11644 7460 1028 0,'0'0'19'15,"0"0"46"-15,0 0-44 16,0 0-23-16,0 0-18 16,-14 45-77-16,14-18-93 15,0 4-172-15</inkml:trace>
  <inkml:trace contextRef="#ctx0" brushRef="#br0" timeOffset="83629.32">11834 7911 776 0,'0'0'151'16,"0"0"25"-16,0 0-65 15,0 0-30-15,0 0-15 16,0 0-26-16,44-19-29 15,-34-5-7-15,-1-5-4 16,1 1-2-16,-3 0-6 16,-2 4-5-16,-1 6-7 15,-1 6 12-15,0 8 6 16,1 4-6-16,0 0-7 16,1 19 4-16,2 1 15 15,0 5 11-15,5-3 9 16,-1-5-5-16,0-2-1 0,-2-4-3 15,2-5-5 1,0-6-4-16,2 0-3 0,0-9 4 16,4-10-4-16,1-2-2 15,2-5-6-15,-1 1-1 16,-5 3 0-16,-2 5 5 16,-1 6 1-16,-5 3 0 15,0 8 0-15,0 0-1 16,2 0-3-16,0 15 7 15,3 3 1-15,4 4-3 16,1 2 0-16,4-2-5 16,0-2-65-16,-3-7-133 15,-4-2-264-15</inkml:trace>
  <inkml:trace contextRef="#ctx0" brushRef="#br0" timeOffset="85357.29">11114 8506 750 0,'0'0'122'0,"12"5"32"16,7 15 15-16,5 0-55 16,6 7-33-16,1 1-25 15,2 2-16-15,-1-3-8 16,-3-1-5-16,-5-3-16 16,-2-4-7-16,-6-3-2 15,-5-3-3-15,-3-5-23 16,-4-2-28-16,-1-4-23 15,-3 0-49-15,0-2-65 16,0 0-53-16,-7-15-219 16</inkml:trace>
  <inkml:trace contextRef="#ctx0" brushRef="#br0" timeOffset="85548.58">11347 8561 727 0,'0'0'85'0,"0"0"49"16,-77 110-7-16,48-69-38 16,5-4-36-16,6-7-36 15,1-6-14-15,10-5-12 16,2-8-54-16,5-6-86 16,0-5-115-16,14 0-135 15</inkml:trace>
  <inkml:trace contextRef="#ctx0" brushRef="#br0" timeOffset="85994.01">11673 8613 912 0,'0'0'141'0,"0"0"-14"0,0 0-62 16,0 0-13-16,91 9-27 15,-78-9-14-15,-3 0-8 16,-4 0-1-16,-3 0 0 16,-3 0-2-16,0-8-9 15,0-2-16-15,-3-1 7 16,-4-1 8-16,-2 0 10 16,2 1 2-16,4 0-2 15,3 2 0-15,0 2 2 16,0 2 4-16,0 5 0 15,9 0 5-15,2 0 4 16,-2 7-3-16,3 9 4 16,-4 2 2-16,-1 5-2 15,-4 1-1-15,-3-1 0 16,0 1-5-16,0 0-1 16,0-4-2-16,-7-1-1 15,-3-4-4-15,1-3-1 16,2-5-3-16,3-1-33 15,-1-5-37-15,5-1-39 16,0-1-79-16,0-13-117 16,11-7-194-16</inkml:trace>
  <inkml:trace contextRef="#ctx0" brushRef="#br0" timeOffset="86311.38">12033 8545 708 0,'0'0'83'0,"0"0"34"0,0 0-7 16,0 0-32-16,0 0-25 15,0 87-28-15,3-71-7 16,8-3 2-16,5-3 0 16,2-2 2-16,3-5-10 15,2-3-6-15,-1 0 0 16,0 0-3-16,-4-9 6 15,-2-5 6-15,-7-3 8 16,-6 0 6-16,-3-4 6 16,0 3-14-16,-18-1-8 15,-5 2-10-15,-1 2-4 16,-5 6-3-16,-2 5-24 16,0 4-41-16,-1 0-70 15,-1 0-164-15,3 0-345 16</inkml:trace>
  <inkml:trace contextRef="#ctx0" brushRef="#br0" timeOffset="87390.46">12941 7485 787 0,'0'0'96'15,"0"0"69"-15,0 0-1 16,55 38-55-16,-27-16-34 16,-1 5-18-16,2 0-14 15,1-1-5-15,0-1-14 16,-5-1-8-16,0-5-9 0,-5-2-5 15,-4-2-2-15,-5-5-19 16,-3-3-29-16,-6-3-12 16,0-2-42-16,-2-2-73 15,0 0-72-15,-2-6-124 16</inkml:trace>
  <inkml:trace contextRef="#ctx0" brushRef="#br0" timeOffset="87614.29">13230 7505 943 0,'0'0'135'0,"0"0"-19"16,-43 91-35-16,30-58-35 15,-2-5-23-15,2 1-17 16,1-2-5-16,-3-5-10 15,2-3-44-15,0-5-57 16,1-4-62-16,1-5-99 16,2-5-262-16</inkml:trace>
  <inkml:trace contextRef="#ctx0" brushRef="#br0" timeOffset="87966.8">13284 7279 853 0,'0'0'130'0,"0"0"25"16,0 0-60-16,0 0-33 15,85-11-21-15,-76 27-30 16,-7 3-6-16,-2 5 3 15,0 0 5-15,0 0-3 16,-5 0-3-16,-3-2-2 16,2-6 0-16,4 1 2 15,2-7-2-15,0-3-1 16,5-3 0-16,14-4 0 16,4 0 1-16,2 0-4 15,4-2-22-15,-2-8-44 16,-2 1-79-16,-9 3-134 15,-4-1-220-15</inkml:trace>
  <inkml:trace contextRef="#ctx0" brushRef="#br0" timeOffset="88851.75">14017 7470 810 0,'0'0'60'0,"0"0"54"16,0 0-49-16,-83 15 7 15,52 0-26-15,6 1-25 16,5-1-10-16,9 1-2 16,8 0 1-16,3-5-6 15,11 2 0-15,17-1 1 16,5 0 2-16,3 1-3 16,-1-1 1-16,-5-1-1 15,-7 3 2-15,-11-1 3 16,-12 3 2-16,0 0 1 15,-22 0 8-15,-12 0 4 16,-4 0-15-16,0-5 0 16,5-1-2-16,10-4-2 0,10-6-4 15,10 0 4-15,3-6-2 16,15-15-14-16,16-5-1 16,4-7 2-16,11-3-8 15,2-1 0-15,0-1 2 16,-11 8 11-16,-4 4 6 15,-7 7-1-15,-8 7 4 16,-10 5 5-16,-5 7 6 16,-3 0 3-16,0 3-17 15,0 12 17-15,0 2 20 16,0 3-1-16,0-1-5 16,0 0-9-16,0-3-11 15,0-1-7-15,3-2-4 16,3-2-9-16,-2-2-51 15,-2-1-75-15,-2-2-146 16,0-2-279-16</inkml:trace>
  <inkml:trace contextRef="#ctx0" brushRef="#br0" timeOffset="89047.63">14186 7219 937 0,'0'0'54'15,"0"0"30"-15,0 0-64 16,0 0-17-16,0 0-33 16,0 23-76-16,0 3-96 0,0 1-194 15</inkml:trace>
  <inkml:trace contextRef="#ctx0" brushRef="#br0" timeOffset="89354.73">14332 7622 895 0,'0'0'142'0,"0"0"49"16,0 0-93-16,0 0-17 15,0 0-17-15,0 0-33 16,52-23-22-16,-36 3-4 15,0-1-3-15,1-2-1 16,1 1-2-16,-1 2-5 16,-3 4-11-16,2 3 2 15,-3 9 1-15,0 4-1 16,-4 1 8-16,0 19-1 16,-2 3 5-16,3 4 3 15,-4 0 1-15,-2-2 1 16,2-5-3-16,0-1-11 15,-2-8-64-15,0-6-82 16,-1-5-156-16,0 0-338 16</inkml:trace>
  <inkml:trace contextRef="#ctx0" brushRef="#br0" timeOffset="89895.93">15024 6996 628 0,'0'0'138'0,"0"0"38"15,3 77-30-15,0-40-30 16,0 3-31-16,2 3-31 15,4 1-17-15,-2-3-24 16,0-5-10-16,1-4-2 16,-1-4-22-16,-4-5-51 15,-3-6-101-15,0-2-117 0,0-7-202 16</inkml:trace>
  <inkml:trace contextRef="#ctx0" brushRef="#br0" timeOffset="90107.34">14837 7468 1001 0,'0'0'105'16,"0"0"18"-16,125-27-52 16,-68 17-21-16,1 0-31 15,-7 3-14-15,-7 3-7 16,-10 3-42-16,-15 1-61 15,-9 0-70-15,-10 2-57 16,-3 9-91-16,-20 4-170 16</inkml:trace>
  <inkml:trace contextRef="#ctx0" brushRef="#br0" timeOffset="90358.33">15038 7697 881 0,'0'0'200'16,"0"0"-64"-16,0 0-38 15,88 89-13-15,-62-64-26 16,-1-1-24-16,-5-2-12 16,-1 0-10-16,-5-2-5 15,-7-6-5-15,-1-2-3 0,-4-4-14 16,1-3-34-1,-3-5-41-15,3 0-48 16,0-11-89-16,1-13-208 16</inkml:trace>
  <inkml:trace contextRef="#ctx0" brushRef="#br0" timeOffset="90537.3">15175 7735 988 0,'0'0'129'16,"-70"73"-21"-16,37-34-56 16,2-3-19-16,9-6-24 15,7-8-7-15,4-10-30 16,8-9-86-16,3-3-90 16,0-14-198-16</inkml:trace>
  <inkml:trace contextRef="#ctx0" brushRef="#br0" timeOffset="91074.52">14783 7019 592 0,'0'0'77'15,"0"0"143"-15,-26 118-96 16,0-55-21-16,-2 7-23 15,1 6-26-15,1 0-15 16,10-1-18-16,10-2-8 16,6-5-2-16,7-9-5 15,21-4-2-15,7-10-4 16,9-10-11-16,4-12-40 16,7-7-41-16,1-15-65 15,-3-1-125-15,0-17-277 16</inkml:trace>
  <inkml:trace contextRef="#ctx0" brushRef="#br0" timeOffset="91453.74">15271 6877 592 0,'0'0'148'15,"62"91"49"-15,-26-23-46 16,-1 13-20-16,-5 3-35 15,-4 2-28-15,-6 1-19 16,-7-7-12-16,-8-6-6 16,-5-9 3-16,0-4 6 15,-6-6-10-15,-9-9-18 16,-2-5-7-16,-2-10-3 16,3-5-29-16,-2-7-58 15,0-11-55-15,-2-8-191 16,0 0-570-16</inkml:trace>
  <inkml:trace contextRef="#ctx0" brushRef="#br0" timeOffset="92288.17">16449 7374 603 0,'0'0'101'0,"0"0"44"16,0 0-25-16,0 0-4 15,-53 37-32-15,27-15-24 16,-3 1-14-16,3-1-17 16,6-3 2-16,7-1-10 15,6-4-9-15,7-1-9 16,0-4-2-16,12-2 1 15,11-1-1-15,8-3-1 16,-5-3-15-16,4 0-25 16,-5 0-39-16,-4 0-20 15,-7 0-44-15,-6 1-32 16,-7 3-76-16,-1 2-94 16</inkml:trace>
  <inkml:trace contextRef="#ctx0" brushRef="#br0" timeOffset="92455.94">16315 7706 598 0,'0'0'189'0,"0"0"3"16,0 0-47-16,0 0-49 16,0 0-49-16,97 15-33 15,-71-15-12-15,1 0-13 16,-2 0-77-16,1-2-101 0,-3-7-203 15</inkml:trace>
  <inkml:trace contextRef="#ctx0" brushRef="#br0" timeOffset="94072.63">17037 7749 708 0,'0'0'118'0,"0"0"23"16,51-79-69-16,-34 44-5 15,2-1-20-15,-6-6-17 16,-2 0-14-16,-3-5-6 16,-6-3 2-16,-2-1-1 15,0-1-8-15,-2 5 0 16,-10 3 0-16,-5 9-2 15,-1 10-3-15,-2 9 0 16,1 9 0-16,0 7-1 16,1 5 5-16,2 22 0 15,3 12 3-15,3 10 2 16,7 5 9-16,3 8 6 16,0-2 7-16,3-2 0 0,13-6 2 15,4-4-11-15,3-5-5 16,-1-7-4-1,-1-8-6-15,-1-6-2 0,-3-8-1 16,-3-4-2-16,-5-9 0 16,1-1-15-16,0-4-13 15,1-16 2-15,3-3-32 16,1-6 7-16,7-4 10 16,-2 0 9-16,2 6 17 15,-2 5 11-15,-4 6 5 16,0 6 6-16,-5 9 26 15,-3 1 8-15,-3 8 2 16,-2 13-5-16,3 2-2 16,-3 5-2-16,1 3-10 15,1-3-5-15,4 2-11 16,0-5-6-16,0-2-1 16,1-4-4-16,3-4-40 15,-3-4-49-15,-4-8-86 16,1-3-165-16,-6-3-339 15</inkml:trace>
  <inkml:trace contextRef="#ctx0" brushRef="#br0" timeOffset="94244.11">17433 7314 983 0,'0'0'42'0,"0"0"31"15,0 0-68-15,0 0-10 16,0 0-25-16,-35-3-88 16,35 25-90-16,9 2-158 0</inkml:trace>
  <inkml:trace contextRef="#ctx0" brushRef="#br0" timeOffset="94706.66">17647 7661 692 0,'0'0'175'0,"0"0"28"16,0 0-60-16,0 0-20 16,0 0-45-16,0 0-53 15,21-34-12-15,-15 10-6 16,-3-1-5-16,1 1 0 16,1 1-3-16,-2 5-4 15,0 6-7-15,-1 4 2 16,2 8 2-16,1 0-13 15,2 3 5-15,3 9 12 16,2 4 5-16,1 2-1 16,0 0 1-16,0-4 0 15,-2-2 0-15,1-3 1 16,-2-4 0-16,-1-2 0 16,-1-3-1-16,1 0 2 15,-2-10 1-15,2-5-4 16,1-5-4-16,-1 1-1 15,1 0 3-15,-2 2 0 16,2 3 3-16,-1 3-2 16,4 6 0-16,-3 2-1 15,2 3 1-15,2 0 2 16,-1 15 1-16,2 4-1 16,-4 1-1-16,1 3 0 15,-1 2-41-15,1-2-94 0,-1-3-99 16,-2 1-178-16</inkml:trace>
  <inkml:trace contextRef="#ctx0" brushRef="#br0" timeOffset="95401.86">16986 8168 604 0,'0'0'130'16,"0"0"19"-16,0 0-5 15,0 0-12-15,53 54-23 16,-25-34-17-16,6 7-21 16,-1-3-22-16,3 1-4 15,-5-2-10-15,-4-3-10 16,-4-2-15-16,-9-4-6 15,-4-6-3-15,-5-1 0 16,-4-3-20-16,-1-1-21 16,0-3-20-16,0 0-16 15,-6 0-73-15,-2-11-119 16,-1-6-64-16,5-5-206 16</inkml:trace>
  <inkml:trace contextRef="#ctx0" brushRef="#br0" timeOffset="95628.66">17274 8190 769 0,'0'0'98'15,"0"0"71"-15,0 0-43 16,0 0-38-16,-87 87-28 16,63-64-29-16,5-4-17 0,2-2-9 15,6-7-3-15,7-1-2 16,4-4-16-16,0-5-53 15,6 0-44-15,11 0-19 16,6-2-34-16,3-11-47 16,2-3-79-16,1 2-69 15</inkml:trace>
  <inkml:trace contextRef="#ctx0" brushRef="#br0" timeOffset="96041.37">17430 8254 708 0,'0'0'168'0,"0"0"2"16,95-4-57-16,-57 4-12 16,-6 0-34-16,-2 0-32 15,-10 0-16-15,-7-1-12 16,-4-1-2-16,-9-3 0 16,0 1 3-16,0-3-7 15,-7-1-5-15,-2-1 3 16,-3 1 3-16,2-2 0 15,6 1 0-15,0 2-5 16,4 1 0-16,0 2-3 16,4 1 0-16,10 3 7 15,4 0 0-15,-1 0 1 16,-4 1 3-16,0 14-1 16,-6 1 0-16,-2 7 5 15,-5 1 3-15,0 1 7 16,0 0 5-16,-9-2-3 15,-2-2 6-15,2-7-7 0,1-3-8 16,3-3-8-16,2-6-2 16,0-2-8-16,0 0-34 15,2 0-32-15,1-7-70 16,0-5-113-16,0-6-190 16</inkml:trace>
  <inkml:trace contextRef="#ctx0" brushRef="#br0" timeOffset="96338.59">17912 8155 868 0,'0'0'73'0,"0"0"20"15,0 0-15-15,0 0-18 16,6 87-26-16,7-71-9 15,6-3-5-15,0-2 7 16,1-1 0-16,0-6 1 16,-4-3-3-16,1-1-8 15,-2 0-2-15,-4-1 6 16,-2-9-3-16,-5-3-8 16,-2-5-2-16,-2 1-5 15,0 1-3-15,-11-3-12 16,-10 6-36-16,-6-3-56 15,-5 6-108-15,-3 0-224 16</inkml:trace>
  <inkml:trace contextRef="#ctx0" brushRef="#br0" timeOffset="96905.83">18607 7425 1050 0,'0'0'185'0,"0"0"-52"16,84 68-52-1,-45-43-9-15,1 0-6 16,2-1-24-16,-4-3-20 0,-5-2-15 15,-7-2-1-15,-6-3-6 16,-8-5 1-16,-5-2-21 16,-6-2-34-16,-1-3-31 15,0-2-19-15,-1 0-49 16,-8 0-127-16,3-10-148 16</inkml:trace>
  <inkml:trace contextRef="#ctx0" brushRef="#br0" timeOffset="97098.11">18874 7444 985 0,'0'0'120'0,"-82"59"31"16,40-23-64-16,4 1-23 16,8-2-32-16,7-4-26 15,6-4-5-15,8-6-8 16,6-6-43-16,3-6-49 15,0-9-79-15,10 0-119 16,9-9-177-16</inkml:trace>
  <inkml:trace contextRef="#ctx0" brushRef="#br0" timeOffset="97446.58">18983 7115 1123 0,'0'0'155'0,"0"0"-50"16,0 0-42-16,0 0-24 16,0 0-22-16,0 0-10 15,73 44-4-15,-73-20-1 16,-3 4 1-16,-10-2 1 15,3-3-2-15,3-3 0 16,4-5-1-16,3-3 0 16,0-4-1-16,0-4 0 15,7-4-1-15,11 0 3 16,3 0-3-16,4-1-13 16,2-8-19-16,-1-1-25 15,-3 0-57-15,-1 0-127 16,-5-1-206-16</inkml:trace>
  <inkml:trace contextRef="#ctx0" brushRef="#br0" timeOffset="100029.1">18347 7089 612 0,'-20'20'72'0,"-2"6"68"0,-3 12-45 15,-1 7-13-15,2 6 2 16,1 4-14-16,5 2-35 15,7-1-9-15,11-3-15 16,0-4-3-16,20-1-5 16,15-6 1-16,8-4-5 15,8-9-39-15,4-6-34 16,-1-9-132-16,-1-11-151 16</inkml:trace>
  <inkml:trace contextRef="#ctx0" brushRef="#br0" timeOffset="100496.46">19313 6896 713 0,'0'0'122'0,"87"72"25"0,-42-26-49 15,-2 10-11-15,-7 7-2 16,-9 4-26-16,-10 1-11 16,-11-1-16-16,-6 1 0 15,-5-6-15-15,-14-3-3 16,-4-9-7-16,-2-6-4 15,0-5-15-15,-2-6-44 16,0-9-60-16,-4-3-116 16,-3-4-201-16</inkml:trace>
  <inkml:trace contextRef="#ctx0" brushRef="#br0" timeOffset="103848.56">10973 8685 481 0,'0'0'0'16,"0"0"35"-16,4 4 48 16,0 8-25-16,-2 3 27 15,1 4-17-15,-2 1-35 16,1 4 6-16,-2 2-1 15,0 4 6-15,0 0-2 16,0 2 16-16,0 4-42 16,1-4-12-16,2 0-2 15,0-1 0-15,4-4-1 16,2 0-2-16,-1-4 3 16,4-2-2-16,2-5-1 15,-2 3 4-15,5-6-4 16,-1-1 3-16,0-1-2 15,1-2-2-15,4-2 0 16,0-5 6-16,3 0-4 16,0-2-1-16,6 0 2 15,-1 0-1-15,4 0 1 16,4-4 0-16,1-3 0 0,3 1-5 16,2 2-2-16,3 0 10 15,2 2-4 1,1-2-1-16,3 3 1 0,0-2 2 15,3 2-1-15,1-2-1 16,1 2 0-16,0-2 0 16,0 1 2-16,-2 1-2 15,-2-1 0-15,-1 2 1 16,-3-4-1-16,-3 4 1 16,2 0 0-16,1 0 20 15,4-4-11-15,-2 1-8 16,1-1-2-16,-1 0 0 15,-5 0 0-15,-7 0 0 16,-3 4 0-16,-11 0 3 16,-5 0-5-16,-6 0 0 15,-4 0 0-15,-4 5 3 16,0 2 0-16,-2-2 4 16,5 1 0-16,-2 1 2 15,2-1 8-15,1 0 7 16,1 0-5-16,-3-3-9 15,1 1-4-15,-1 0-1 16,-2-1 0-16,-2-1 2 16,1 2 4-16,-3-1 0 15,1 1 1-15,-3-2-3 16,0 2 1-16,0 1 3 16,0-4-1-16,0 2-1 0,0-2-4 15,0-1-2-15,0 0 1 16,0 0 1-16,0 0 4 15,0 2 3 1,0 0-4-16,0 1-4 16,0-1 0-16,0 3-1 0,0-1-1 15,0 1-1-15,0 0-1 16,0-1 0-16,0 2 1 16,0 0-1-16,0-2 1 15,0 0-1-15,0 0 0 16,0 0 2-16,2 2 0 15,5-1-1-15,-3-1 1 16,3 3-2-16,-4-3 0 16,2 1 0-16,-1-1 0 15,-1 0 1-15,-1 0-1 16,1-1 0-16,-1 1 1 16,-1-1-1-16,-1-2 2 15,0 2-1-15,0 0-1 16,0-1 1-16,0 2 2 15,0-2-2-15,0 0 0 16,0-1-1-16,0-1 1 16,0 0 3-16,0 0 1 15,0 0 8-15,3-10 2 16,-1-5-10-16,-1-1-5 16,2-7 3-16,0-2-3 15,0-2 0-15,1 0-1 16,1-1 1-16,2 2-1 15,0 5 1-15,0 1-1 0,4 1-1 16,1 5-1 0,3-1 2-16,1 5 0 0,1-3 1 15,3 5-1-15,2-3 3 16,-2 3-1-16,3 3-2 16,-3-2 4-16,3 1-3 15,-1 4 0-15,1-1 0 16,0 2 0-16,3 1 0 15,-1-3 1-15,1 2 0 16,2 0 0-16,0-2 0 16,-2 0 0-16,0-1-1 15,0 0 1-15,-1 1 0 16,1 0 0-16,-1 1 2 16,-1 0 0-16,0 0-1 15,-2 0-1-15,-2 2 5 16,-1-3-3-16,-3 2 0 15,1-1-2-15,-1 0 1 16,3-1 1-16,3-2-1 16,0-1 0-16,6 2-1 15,3-1 0-15,3 1 0 16,7 1 0-16,-1 2-1 16,5-2 0-16,4 3-1 15,1-1 1-15,0-1 0 16,-1 1-1-16,-4 1 1 15,-1 0 1-15,-2 0-2 16,-3 0 2-16,-1 0-1 16,-4 0 1-16,1 0-1 15,-2 4 1-15,1 0-1 0,-6 0 2 16,6 0 0 0,-5-1 7-16,1-2-8 15,-1 3 0-15,1-4 0 16,-1 2 1-16,-2-2 0 15,4 0-1-15,-7 0 0 0,2 0 0 16,-1 0-1-16,-2 0 2 16,-3 0 1-16,0 0 1 15,-2 0 0-15,-4 0-1 16,0 0-2-16,1 0-1 16,-1 0 0-16,2 0 0 15,3 0 3-15,-1 0-3 16,2 0 2-16,-4 0-2 15,2 0 1-15,1 0 0 16,-1 0 1-16,2 0-2 16,-4-2 1-16,2 2 1 15,-1-1 2-15,-2-2-2 16,-2 2 1-16,2-2 0 16,-4-1 1-16,2 0 4 15,2 0-1-15,0 0-1 16,0-3-1-16,1 3 2 15,-3-1-1-15,4-1-1 16,-2 0-2-16,-3 2 0 16,0-1 0-16,0-2-1 15,1-1 3-15,-3-2 4 16,0 0 2-16,0-1 2 16,0-2-2-16,-1-2-2 15,1 0-3-15,-4-1 0 16,1-3-3-16,-1-2-1 0,-3 1 0 15,0 1 1-15,-3 0 2 16,0-1 3 0,0 6 4-16,0-1-2 15,-2 1-3-15,-7-2-4 0,3 5-1 16,-1 2 0 0,-1-1-1-16,2 1-1 0,-1 3-4 15,-2 2-11-15,-2-2-22 16,0 4-44-16,-3 0-36 15,-8 2-77-15,-5 0-226 16</inkml:trace>
  <inkml:trace contextRef="#ctx0" brushRef="#br0" timeOffset="104684.76">12882 9674 680 0,'-3'0'114'16,"3"0"71"-16,0-3-68 15,19-4-40-15,4 1 6 16,7-1-7-16,5 3-27 16,-2 3-8-16,-3 1-12 15,-5 0-11-15,-8 9-5 0,-6 10-5 16,-10 2 0-1,-1 6 1-15,0 0-6 16,-9 0 4-16,-4-2-4 16,0 2-3-16,3-3 1 15,3-4-3-15,1 4-28 0,2-4-29 16,1-3-67-16,3 0-82 16,0-3-94-16,0-2-151 15</inkml:trace>
  <inkml:trace contextRef="#ctx0" brushRef="#br0" timeOffset="104849.27">13131 10177 802 0,'0'0'195'16,"0"0"26"-16,0 0-91 16,-14 82-64-16,11-66-27 15,3-4-24-15,-1-4-12 16,1-4-4-16,0-4-36 15,0 0-70-15,0-5-149 16,0-11-288-16</inkml:trace>
  <inkml:trace contextRef="#ctx0" brushRef="#br0" timeOffset="107886.25">6740 9092 552 0,'1'0'13'0,"1"0"51"15,5 5 33-15,-1 4-15 16,2 0 27-16,1 2-37 16,-3 2-27-16,0 2-7 15,-1 2-3-15,1-2 2 16,-2 5-1-16,-1-1-3 16,2 1-4-16,-2-1-8 15,-1 2-5-15,3-1-7 16,-2 1-6-16,2 0 3 15,0 1 0-15,-2 0-4 16,2 1 1-16,1-2 6 16,0-3 0-16,2-6-3 15,3 1-2-15,3-5-1 16,2-2 2-16,6-6 5 16,0 0-5-16,8 0-3 15,0-6 2-15,6-6-1 16,2-1-3-16,-2 2 0 15,1 0 1-15,0 0-2 16,0 1-2-16,-2 2 2 0,4-1 1 16,1-2-1-1,3-3 1-15,2 1 0 0,4-4-1 16,1 2-2-16,-2 0-2 16,-1 5 2-16,0 1 0 15,-3 3-1-15,-1 2 5 16,-5 2-1-16,1 0-1 15,1 2 2-15,-4 0 0 16,2 0-2-16,-1 0 3 16,1 0 0-16,1 0-2 15,-5 0 5-15,1 2-4 16,-3 2 1-16,-2 1 0 16,-1 1-1-16,-6-2 0 15,-4 1-1-15,-3-2 1 16,-6 1-1-16,-4 0 1 15,-2-2 2-15,0-1 0 16,-1-1 0-16,2 0 1 16,2 0-1-16,2 0 2 15,8-13 1-15,3-4-4 16,5-2-1-16,5-3-2 16,0-1 0-16,8 4 1 15,-2-1 0-15,1 2-1 16,4 4 1-16,2 2 0 15,1 1 0-15,2 5 0 0,0 3 0 16,1 3-1-16,1 0 1 16,1 0 0-16,2 9-1 15,0 3 1-15,2 2 0 16,3-1 0-16,1-1-1 16,0-1-1-1,3-2 1-15,-3-2 1 0,3-6 0 16,-6-1 1-16,1 0-1 15,-7 0 1-15,-1-10 1 16,-6-4 3-16,-3-2 3 16,-5-1 5-16,-4-4 7 15,0-1 3-15,-5-2 3 16,-4-2 1-16,-4 1-9 16,-1-2-4-16,-5 4 1 15,-4-1-4-15,-5 4 0 16,-1 1-2-16,0 4 1 15,0 3-9-15,0 3 1 16,-7 0-6-16,-1 4-25 16,0 2-25-16,-4 1-49 15,-1 2-103-15,-2 0-194 16</inkml:trace>
  <inkml:trace contextRef="#ctx0" brushRef="#br0" timeOffset="110105.11">16969 8654 575 0,'0'-2'130'15,"0"2"-19"-15,0 0-52 16,0 0-21-16,0 7 21 15,0 7-4-15,0 4-18 16,0 3 5-16,2 6 0 0,-1-2-24 16,1 2 1-16,-1 4-5 15,3-4-6-15,3-2-3 16,1 1-2-16,3-4 4 16,5-3 0-16,3-5 2 15,3-4 6-15,4-2 2 16,1-2-7-16,0-3-2 15,2 0-5-15,1-3 2 16,5 0 3-16,1 0-2 16,4 0 1-16,6-7-5 15,0-3-1-15,6 2 0 16,-1-3-1-16,5-1 1 16,-4 4-1-16,0 0 1 15,-6 0-2-15,-1 1 1 16,-6 7 0-16,-5 0 0 15,-2 0 0-15,-4 0 0 16,-1 4 0-16,-4 7-1 16,-4-3 0-16,-2 4 1 15,-2 1 1-15,-2-3 3 16,-5 0-2-16,1-1 2 16,-3-2 4-16,1 0 0 15,-4-4-1-15,0 1 1 16,0-4 0-16,1 1-1 15,2-1-2-15,4 0-1 16,4 0 2-16,6-9-3 16,4-6-2-16,6-2-2 15,6-1 2-15,-1-2-1 16,2 0 0-16,-1 2 0 0,1 1-3 16,-4 4 1-1,0 2 0-15,-1 6-2 0,-2 2 0 16,2 3 2-16,-2 0-1 15,3 0 0-15,3 6-5 16,5 3 1-16,1 0 5 16,7 2 0-16,3 0 1 15,3 1 1-15,0-3-1 16,4 2 2-16,0-3-1 16,2-4 1-16,1 2-1 15,-1-6 3-15,-2 0-2 16,0 0 0-16,-7-3 3 15,-6-11 11-15,-5-3-3 16,-8-3 8-16,-6-3 10 16,-7-2 3-16,-8-5-11 15,-2-1-7-15,-7-2-8 16,-2 2-2-16,-1-2-1 16,0 6-1-16,0 4-1 15,0 8-2-15,0 6-4 16,0 4-31-16,-4 5-27 15,-3 0-32-15,-6 1-87 16,-3 12-127-16,-6 2-270 16</inkml:trace>
  <inkml:trace contextRef="#ctx0" brushRef="#br0" timeOffset="130728.83">8255 8795 111 0,'0'0'38'15,"0"0"4"-15,0 0 12 16,0 0-20-16,0 0 11 16,0 0 7-16,0 0-17 15,0 0 8-15,0 0 1 16,0 0-7-16,0 0-11 16,0 0-14-16,0 0-8 15,0 0-3-15,0 0-6 16,3 0-6-16,1 0 27 15,4 0-12-15,0-2-2 16,-1 2 2-16,2-1 0 16,1 1-4-16,0-1 1 15,-1 1-1-15,3-1-2 16,-1-1-12-16,0 1-5 0,2 0 6 16,-1 1 7-16,-1-3-16 15,1 2 6-15,-3-2-1 16,2 3 12-16,-2-3-5 15,1 1 8-15,1-1 0 16,-2 0 5-16,3 0-1 16,2 1-1-16,-2-1-1 15,3 0-1-15,0 1-4 16,1-2-20-16,-3 3-2 16,0 0-4-16,-2-2 4 15,-3 2 15-15,-1-1 11 16,-1 0 0-16,1 0-4 15,-3-1 11-15,2 2 21 16,0-2-4-16,3 0-11 16,0 2-5-16,2-3 1 15,-1 0-3-15,3 0-6 16,0 0 3-16,1 0-3 16,-4 0 2-16,2 0-1 15,1 1-1-15,-3-1 0 16,1 0 4-16,-2 0-1 15,1 2-1-15,2 0 0 16,-2-2 1-16,-1 1 4 16,3-1 9-16,0-1-3 15,0 1-11-15,1 1 4 16,-3-1-1-16,4-1-4 16,-4 2 0-16,2-1 0 15,-1 1 0-15,1-3-2 16,-2 2 2-16,5-3 2 15,-5 3 1-15,1-1-2 16,-1-2 6-16,-1 4-1 0,-3 0-4 16,1 0 2-16,-3 2 1 15,2-3 0-15,-1 2-3 16,-1-2 3-16,2 0 3 16,4 0-3-16,-3-1-2 15,2 1-4-15,-1 0 3 16,2-2-1-16,-1 1-2 15,1 1 2-15,2-4-1 16,-4 4 0-16,4-3 2 16,-2 1 0-16,-1-2-2 15,-2 1 1-15,3 0 0 16,-3 1 2-16,1 0 5 16,-4 2 1-16,2 0-3 15,-2 0 0-15,0-1-3 16,-1 3-3-16,1-2 1 15,1 0-2-15,1 0 2 16,0-5-1-16,2 4 1 16,-1-2 0-16,1 0 0 15,-1 0-2-15,0 1 3 16,2-1-2-16,-2-1 1 16,-1 3 1-16,4-1-2 15,-5-2 0-15,0 2 1 16,-1 2-1-16,-1-1 1 15,0-1 0-15,-3 2-3 16,2 2 5-16,-1-4 2 16,1 0 0-16,1 1 2 0,0-1 11 15,2 0 10 1,-1-1-9-16,-1 3-4 0,0 0-3 16,-2 3-5-16,1-2-2 15,-1 2 1-15,1-2-2 16,-2 3-1-16,0-2-2 15,1 1-1-15,2 1-1 16,-3-2 0-16,3 2 0 16,-3-2-1-16,4 0 3 15,-2 0 0-15,-1-3 1 16,2 1 1-16,0 0 5 16,-2 0-4-16,1 1-2 15,-2 1-1-15,0 0 1 16,0 2-7-16,0-2-1 15,0 0 6-15,0 2-1 16,-3 0-4-16,-4 0 2 16,-2-2-5-16,-1 2 3 15,0 0 4-15,1 0-6 16,-1 0-2-16,0 0 1 16,1 0-6-16,-2 0-11 15,3 0 2-15,1 0 17 16,1 0 6-16,1 0 0 15,3 0 3-15,1 0-1 16,1 0 3-16,0 0-3 16,0 0-1-16,0 0 2 15,0 0 5-15,0-4 1 16,0 1 3-16,0 0-5 16,0-2 2-16,0 1 7 15,0-1-5-15,1 0-2 0,-1 2-1 16,0-1-5-1,0 1 0-15,0 2-2 16,0 1 1-16,0 0 0 0,0-2-1 16,-4 2-2-16,-5 0 3 15,-1 0-3-15,-3 0 0 16,3 0 1-16,-3 6-2 16,3 0 3-16,0 0 1 15,5-2-2-15,2-2-2 16,-1 1 1-16,3-3-1 15,1 0 2-15,0 0 0 16,0 0 1-16,0 0 0 16,0 0-2-16,0 0-3 15,0 0-1-15,5 0 17 16,1 0-4-16,3 0-2 16,0-1-3-16,2-3 2 15,1-3-1-15,2 4-1 16,-2-3 0-16,2 0-2 15,-1 1 4-15,0 0-1 16,0-1-1-16,-4 2-1 16,-3 0 0-16,1 0 1 15,0 0 0-15,-3 1 2 16,-2 1 9-16,1-1 0 16,0 0-1-16,-2 1-3 15,2-2-5-15,-1 4-3 16,0 0-1-16,3-2-2 15,-1 2 2-15,-1 0 2 16,1 0 5-16,-2 0-4 0,-1 0-2 16,1 0-1-16,0 0 5 15,0 0-3 1,-1 6 3-16,-1 6 8 0,0 3 2 16,0 2-2-16,0 3 0 15,0-1 1-15,0 2-3 16,2-2-7-16,2-2-4 15,2-2 4-15,-2-3-3 16,0-1-1-16,1-3 1 16,-2-2-1-16,1-3 0 15,-2-1 1-15,-1 0 3 16,1-2 9-16,-2 0 0 16,0 0 6-16,1 0-2 15,-1 0-8-15,0 0-4 16,0 0-2-16,0 0-2 15,0 0-1-15,0 0 0 16,0-4-1-16,0 2 0 16,0-1 0-16,0-1 0 15,0 0 1-15,0 2-2 16,0-5-1-16,-1 0 0 16,-8-1 2-16,1-3 2 15,-3 3-1-15,-1-3-2 16,1-2-1-16,-5 2-5 15,1 0-9-15,0 1-9 16,0 0 3-16,-1 1 4 16,3 3 7-16,-1 1 6 15,4 2-6-15,-1 1 3 16,0 2 6-16,4 0-4 16,0 0 7-16,-3 0-1 0,5 0-2 15,0 0-1 1,2 0 2-16,0 2 2 15,0-1-1-15,3 1 0 0,-3-2 0 16,3 0 0-16,-2 0 0 16,2 0 1-16,-1 2-2 15,-1-2 2-15,2 0-1 16,0 0-1-16,0 0-2 16,0 0-1-16,0 0-1 15,0 0-4-15,0 0-5 16,2 0 8-16,4 0 14 15,5-4-7-15,5-3-8 16,-1 0 17-16,3-1-5 16,1 0-4-16,1-3-1 15,2 2 1-15,-3 2 0 16,-3-1-1-16,0 1 1 16,-3 1-2-16,-3 1 3 15,-1 0-1-15,-3 0 0 16,-1 0 3-16,-2-1 0 15,1 1 3-15,-1 1 7 16,0-2-7-16,-3 2-3 16,0 2 3-16,0 1-5 15,0-1-2-15,0 1-6 16,0 1-3-16,0 0 3 16,0 0 11-16,0 0-3 15,0 0-2-15,0 0 0 16,0 0 0-16,0 0-1 15,0 0 1-15,0 0-3 16,0 0-2-16,0 0 6 16,0 0-6-16,0 0 1 15,0 0 5-15,0 4 2 16,-3 7 0-16,-4 2-3 0,-2 2-1 16,1 5 2-16,0 0 0 15,3 2 0-15,0-1-2 16,1 2-4-16,4-1 9 15,0-3-3-15,0 0-1 16,0-3 0-16,6-4 0 16,1 0 0-16,-1-3 2 15,4-3 0-15,-5-2 5 16,0 1 0-16,-2-3 0 16,-2 0-2-16,1-2-2 15,-2 0 0-15,0 0 4 16,0 0-14-16,0 0-28 15,-6 0-51-15,-3 0-55 16,-2 0-65-16,1 0-119 16</inkml:trace>
  <inkml:trace contextRef="#ctx0" brushRef="#br0" timeOffset="141999.92">8496 11146 802 0,'0'0'40'0,"0"0"22"0,0 0 55 16,-5 69-26-1,-4-34-24-15,3 4-18 0,1 2-20 16,2 0-16-16,3-2 5 16,0-6 4-1,12-5-2-15,10-8-6 0,7-8 2 16,4-6-6-16,3-6-1 16,2 0 0-16,0-15-1 15,-3-6-3-15,-6-5-1 16,-6-5 0-16,-10 0-2 15,-9-2 3-15,-4-2-1 16,-2-4 3-16,-20 3 4 16,-4 1 9-16,-7 6-13 15,-3 6-4-15,-2 11 5 16,-1 5-4-16,-3 7-3 16,2 7-3-16,5 15 1 15,0 7 0-15,6 3-2 16,9 4-12-16,9-1-23 15,6 4-14-15,5-4-46 16,0-2-93-16,10-2-128 16,6-2-227-16</inkml:trace>
  <inkml:trace contextRef="#ctx0" brushRef="#br0" timeOffset="143300.46">9702 11025 612 0,'0'0'94'15,"0"0"42"-15,0 0-10 16,0 0-35-16,-9 4-22 16,-7 11-18-16,-4 5-6 15,-5 5-13-15,-2 2-3 16,0 2-1-16,2-1-8 16,5-4-3-16,4-4-1 15,7-4-7-15,9-4 0 16,0-4-4-16,5-4 2 15,12-3 5-15,9 2-6 16,3-3 4-16,0 0-7 16,1 0-3-16,-5 0 0 15,-2 1-17-15,-9 2-36 16,-2 3-48-16,-7 0-82 16,-5 2-136-16,0 3-147 15</inkml:trace>
  <inkml:trace contextRef="#ctx0" brushRef="#br0" timeOffset="143523.35">9556 11446 865 0,'0'0'137'0,"0"0"28"0,0 0-62 15,90 0-28 1,-60 0-35-16,-1-3-23 0,-2-1-13 16,-1 0-9-16,-1 1-59 15,-8 2-93-15,-1-2-154 16,-4-1-338-16</inkml:trace>
  <inkml:trace contextRef="#ctx0" brushRef="#br0" timeOffset="144917.19">10356 11261 494 0,'0'0'84'15,"0"0"36"-15,0 0 5 16,35-43-25-16,-21 16-11 16,1-6-24-16,0-6-39 15,0-5-10-15,-2-6-8 16,-1-3-6-16,-5-4-1 16,-2 0 2-16,-3 0-10 15,-2 1 1-15,0 8 2 16,-7 13-5-16,-6 8 4 15,-4 14-19-15,-4 13-2 16,0 1 6-16,-2 29 18 16,2 11 9-16,4 13-2 15,7 6 8-15,5 6 0 16,5-1 10-16,0-4 16 16,15-6 11-16,5-7-11 15,6-8-2-15,0-8-8 16,5-10-6-16,-3-5-6 15,3-9-1-15,-4-4-7 0,-1-4-1 16,-1 0-3 0,-3-16-2-16,-1-5-2 0,-2-4-6 15,-2 1-1 1,-1-2-7-16,-6 5 2 0,-3 3 2 16,0 7 6-16,-4 7 3 15,0 4-2-15,-3 0-12 16,2 18 10-16,1 7 12 15,1 4 1-15,2 4 5 16,2 1-4-16,1-1 0 16,1-3-4-16,0-4-4 15,-4-4-2-15,1-9-15 16,-2-6-69-16,-5-7-94 16,0 0-138-16,0-15-205 15</inkml:trace>
  <inkml:trace contextRef="#ctx0" brushRef="#br0" timeOffset="145088.88">10756 10847 831 0,'0'0'27'0,"0"0"49"15,0 0-53-15,0 0-21 16,-37 82-35-16,37-49-95 15,0-3-95-15,3 0-76 16</inkml:trace>
  <inkml:trace contextRef="#ctx0" brushRef="#br0" timeOffset="145518.75">10935 11199 580 0,'0'0'169'0,"0"0"24"0,0 0-12 15,0 0-75 1,0 0-30-16,0 0-22 0,52 33-13 15,-50-43 1 1,-1-7-20-16,2-6-18 0,1-4-2 16,2 1-2-16,0 2 0 15,1 4 0-15,-3 6-3 16,2 6-2-16,0 5 1 16,1 3-4-16,3 2 2 15,0 11 0-15,2 5 3 16,2 1 5-16,1 1-2 15,1-1-1-15,-2-2 4 16,2-3-3-16,-3-7 1 16,0-5 1-16,-3-2-2 15,2 0 2-15,1-4-3 16,-2-11-9-16,4-3-13 16,-2 0 2-16,1 1-1 15,-2 2 15-15,-2 4-1 16,1 3 7-16,-1 6 1 15,-1 2-2-15,4 0-1 16,-3 6-1-16,2 10 2 16,4 3-3-16,0 0-65 15,1-3-86-15,0-2-129 16,1-5-388-16</inkml:trace>
  <inkml:trace contextRef="#ctx0" brushRef="#br0" timeOffset="146569.53">10417 11629 533 0,'0'0'99'0,"0"0"37"16,0 0-19-16,0-2-3 16,0 2-20-16,0 0-32 15,0 2-24-15,0 9 17 16,3 2 7-16,7 5-6 16,0 4-25-16,2 3 0 15,3 0-6-15,3 4-7 0,-1-2 2 16,3 0-11-16,-4-7-1 15,1-1-3-15,-4-6-4 16,0-5 0-16,-7 0-1 16,-2-6-2-16,-2-2-20 15,-2 0-12-15,0 0-18 16,0 0-25-16,0-4-49 16,0-4-35-16,-2 0-55 15,0-3-67-15,-3 3-120 16</inkml:trace>
  <inkml:trace contextRef="#ctx0" brushRef="#br0" timeOffset="146813.35">10611 11726 583 0,'0'0'138'0,"0"0"2"15,0 0-5-15,0 0-41 16,0 0-41-16,-24 14-14 15,3 5-18-15,-5 4-2 16,0 4 22-16,-1-1-19 16,0 0-15-16,4-5-5 15,7-6 0-15,5-2-7 16,3-4-18-16,5-6-44 16,3-3-44-16,0 0-69 15,9-3-15-15,7-12-62 16,6-4-162-16</inkml:trace>
  <inkml:trace contextRef="#ctx0" brushRef="#br0" timeOffset="147280.32">10779 11733 846 0,'0'0'61'0,"0"0"67"16,0 0-18-16,0 0-34 15,97 0-15-15,-72 0-15 16,-2 0-26-16,-2-2-10 16,0-5 0-16,-6-1-2 15,-6 0-6-15,-5 0 3 16,-4-1-2-16,0 1-2 16,0 1-4-16,-7-1-3 15,-3 2-3-15,0 0 0 16,1 3-1-16,2 1 4 15,1 0 2-15,5 2 4 16,1 0-1-16,0 0 0 16,0 0-4-16,3 0 11 15,7 7 2-15,1 1 4 16,4 0-3-16,-2 5-1 16,0-1 3-16,0 3 5 15,-4 0-5-15,-4 1-2 16,-2-1-3-16,-3 0 3 15,0-1-5-15,0-4-3 16,0 0 0-16,-3-4 1 16,-1-1-13-16,1-3-26 15,0-1-25-15,3-1-43 16,0 0-45-16,0 0-83 16,0-4-126-16</inkml:trace>
  <inkml:trace contextRef="#ctx0" brushRef="#br0" timeOffset="147636.74">11240 11667 655 0,'0'0'87'0,"0"0"31"16,0 0-22-16,0 0 6 15,0 0-26-15,0 41-40 16,0-23-16-16,0-1-2 15,0-1 9-15,0 0-11 16,10-4 0-16,6-5 4 16,0-2 2-16,7-5-2 15,0 0 5-15,0 0-1 16,-1-5 3-16,-3-7-4 16,-8-1-3-16,-1-1 0 15,-8 2 0-15,-2-3-8 16,0 1-3-16,-10 0-6 15,-9 1-3-15,-3 1-19 16,-4 1-32-16,0 2-47 16,-1 3-97-16,2 1-178 15,1 0-311-15</inkml:trace>
  <inkml:trace contextRef="#ctx0" brushRef="#br0" timeOffset="148662.38">11994 10899 605 0,'0'0'132'16,"0"0"-23"-16,0 0-24 16,5 8 24-16,7 3-22 15,7 7-23-15,1 4 5 16,8 1 4-16,-1 1-22 16,3 3-7-16,-2-3-15 15,-1 1-3-15,-2 1-17 16,-5-4-6-16,-3-1-3 0,-4-3 0 15,-1-4-3-15,-6-3-14 16,-1-5-21 0,-3-2-30-16,-2-2-24 0,0-2-25 15,0 0-15-15,0-6-69 16,-6-8-89-16,0-9-83 16</inkml:trace>
  <inkml:trace contextRef="#ctx0" brushRef="#br0" timeOffset="148856.81">12254 10887 539 0,'0'0'101'15,"0"0"59"-15,-54 71-15 16,35-35-32-16,-1 3-22 16,2-3-42-16,3 2-30 15,4-6-11-15,2-2-9 16,3-6 0-16,2-7-19 15,4-5-24-15,0-6-127 16,0-6-74-16,0 0-145 16</inkml:trace>
  <inkml:trace contextRef="#ctx0" brushRef="#br0" timeOffset="149238.69">12337 10671 999 0,'0'0'86'0,"0"0"-1"16,0 0-28-1,0 0-16-15,0 0-16 16,0 0-11-16,22 46-9 0,-19-31 5 15,1 1-2-15,-1 0 1 16,0 1 2-16,1-1-2 16,-1-1-3-16,0 0 0 15,0-2-1-15,2 0-2 16,-1-4 0-16,3 0-1 16,0-4 0-16,4-3-1 15,3 0 0-15,0-2-2 16,2 0-22-16,2 0-28 15,-1 0-43-15,-1-4-45 16,-2 2-91-16,1 0-78 16,-3 1-180-16</inkml:trace>
  <inkml:trace contextRef="#ctx0" brushRef="#br0" timeOffset="149892.71">12980 10891 788 0,'0'0'3'16,"0"0"61"-16,0 0-7 0,0 0-18 15,-82 14 22-15,59-2-10 16,3 0-35-16,4 1-12 16,7-1-1-16,7-1-2 15,2 0-3-15,0-1 3 16,9 1 2-16,10 2 2 15,3 0 5-15,-1 1-3 16,1 1 6-16,-5 0 14 16,1-1-3-16,-10 0-1 15,-2-1 14-15,-6-1 4 16,0-1-13-16,-4-2-1 16,-11-2-11-16,-3 1-7 15,0-4-6-15,1-4 1 16,4 0-2-16,4 0-1 15,5 0-1-15,4-12-7 16,0-6-6-16,13-3-1 16,10-2 12-16,7-3 2 15,5 3-9-15,0 4 5 16,-2 3 4-16,0 9 1 16,-7 7 1-16,-4 0 5 15,-4 0 1-15,-7 10 4 16,-3 5-2-16,-5 2 1 15,-3-1-1-15,0 0-5 16,0 1-3-16,-4-4-2 16,-5-1-20-16,-1-3-60 15,-3-5-68-15,3-4-146 16,-3 0-323-16</inkml:trace>
  <inkml:trace contextRef="#ctx0" brushRef="#br0" timeOffset="150364.35">13148 10751 958 0,'0'0'50'0,"0"0"44"0,0 0-50 16,0 0-51-16,0 0-1 16,-3 21-11-16,-5 8-75 15,0 2-49-15,4 1 9 16,2-2-42-16,2-2 68 15,2 1 101-15,15-3 12 16,0-3 6-16,4 0 12 16,-3-1 49-16,-2-4 30 15,0-4 15-15,-6-2 4 16,0-4-3-16,0-5-18 16,-2-3-13-16,-1 0-16 15,2 0-23-15,0-14-23 16,3-4-16-16,1-5-3 15,0 0-4-15,2-2-2 16,0 4 2-16,-3 4-5 16,1 7 1-16,-3 4 0 15,2 6-3-15,-1 0 1 16,-1 3-1-16,1 9 6 16,1 3 2-16,0 1 1 15,1 0-1-15,-3 2 4 0,2-1-3 16,-2-2-3-1,-2-5-4-15,0 0-35 0,1-4-54 16,-3-6-74 0,-1 0-161-16,-1 0-279 0</inkml:trace>
  <inkml:trace contextRef="#ctx0" brushRef="#br0" timeOffset="150918.48">13796 10610 643 0,'0'0'133'15,"0"0"41"-15,0 0-21 16,0 0-51-16,51 52-39 15,-37-24 7-15,2 0-22 16,-1-1-20 0,0-4-13-16,-2 0-12 0,-2-4-6 15,-2-1-47-15,-4 0-47 16,-5-2-97-16,0-2-101 16,-7 0-148-16</inkml:trace>
  <inkml:trace contextRef="#ctx0" brushRef="#br0" timeOffset="151128.26">13696 10968 900 0,'0'0'57'16,"0"0"60"-16,0 0 9 15,102-29-40-15,-56 16-35 16,0 0-33-16,-4 1-14 15,-5 2-6-15,-10 5-28 16,-9 2-63-16,-9 3-62 16,-7 0-86-16,-2 0-75 15,-8 11-98-15</inkml:trace>
  <inkml:trace contextRef="#ctx0" brushRef="#br0" timeOffset="151398.38">13902 11105 811 0,'0'0'170'0,"0"0"-16"15,0 0-52-15,79 57-13 16,-54-41-33-16,-2-3-21 16,-1 1-10-16,0-2-11 15,-3-3-1-15,-3 2-6 16,-2-3-4-16,-5-3 0 15,-1-1-6-15,-4 0-28 16,-1-4-27-16,-2 0-35 16,-1 0-55-16,2 0-36 15,-2-12-84-15,1-4-77 16,3-7 30-16</inkml:trace>
  <inkml:trace contextRef="#ctx0" brushRef="#br0" timeOffset="151557.4">14140 11029 623 0,'0'0'91'0,"0"0"82"16,-88 62-21-16,55-29-54 15,1 1-35-15,5-2-37 16,1-4-22-16,9-4-4 16,6-8-36-16,2-9-85 15,6-3-109-15,3-4-117 16</inkml:trace>
  <inkml:trace contextRef="#ctx0" brushRef="#br0" timeOffset="153252.87">14828 10839 568 0,'0'0'96'15,"0"0"4"-15,-11 12-2 16,-2 5-30-16,-4 2 14 16,1 1-20-16,-3 2-34 15,5-5 3-15,-1 1-3 16,4-5-3-16,2-2-5 16,5-3-4-16,4-3-8 15,0 2-4-15,0-1-1 16,3-2-1-16,10-1 1 15,0-1-2-15,4 0-11 16,-1 0-31-16,0 0-65 16,-3 2-70-16,0 0-21 15,-7 4-140-15</inkml:trace>
  <inkml:trace contextRef="#ctx0" brushRef="#br0" timeOffset="153459.41">14710 11176 575 0,'0'0'60'15,"0"0"58"-15,0 0-5 0,0 0 14 16,0 0-28-16,42 9-45 16,-14-9-42-16,-1 0-9 15,2 0-12-15,0-7-85 16,-2 2-107-16,-3 0-186 15</inkml:trace>
  <inkml:trace contextRef="#ctx0" brushRef="#br0" timeOffset="154227.31">15362 11036 338 0,'0'0'183'0,"0"0"-6"16,48-78-59-16,-28 44-22 15,-3-7-31-15,0-6 0 16,-2-4-22-16,-2-2-13 16,-7-1-7-16,-3 2 2 15,-3 0-16-15,0 6-2 16,-6 11-4-16,-10 6 1 16,-7 13-9-16,-3 9 4 15,-3 7 1-15,0 15 1 16,2 18 0-16,5 10 0 15,3 11 0-15,9 6 1 16,4 2 2-16,6 1-1 16,0-3 7-16,13-7-5 15,9-7 7-15,0-7-7 16,3-11-1-16,3-7-3 16,-2-10 1-16,-3-4 0 15,-6-7-3-15,0 0-2 16,-6-7-31-16,-5-7-18 15,-6-2-42-15,0-2-41 16,0-1-61-16,-6-1-207 16</inkml:trace>
  <inkml:trace contextRef="#ctx0" brushRef="#br0" timeOffset="156201.48">18067 9417 497 0,'0'0'172'0,"0"0"-10"0,-9 9-35 15,-1 11-35 1,0 5-15-16,-4 5 14 0,3 6-27 16,7 2-26-16,4-5-14 15,0-2-11-15,10-9 0 16,22-9 2-16,11-9 7 16,8-4 8-16,8-4-3 15,3-20-11 1,-3-6-4-16,-5-4-2 0,-12-4-4 15,-12-1-2-15,-14-1 1 16,-16 2-4-16,0 2 7 16,-28 9-3-16,-15 6-3 15,-6 10-2-15,-9 7 2 16,-1 4-7-16,0 3-11 16,4 12-29-16,9 3-52 15,5 0-87-15,8-3-181 16,11-5-289-16</inkml:trace>
  <inkml:trace contextRef="#ctx0" brushRef="#br0" timeOffset="158508.39">15342 10785 576 0,'0'0'80'0,"-19"-4"42"16,9 4-13-16,4 8-46 15,1 11-18-15,3 9-7 16,2 5 7-16,0 1 1 16,0 2-3-16,10-4-14 15,7-7-16-15,3-4 1 16,3-9 3-16,3-5 3 15,2-7 6-15,1 0-5 16,-1-10-6-16,1-12-2 16,-4-6-8-16,-3-6-2 15,-5-5-1-15,-8-6-1 16,-6-1-2-16,-3-3-4 16,-6 3 3-16,-14 4-11 15,-8 6 2-15,-2 11 5 16,-3 10 1-16,-3 13 2 15,-1 2-7-15,1 17 3 16,3 15 7-16,3 12-2 16,5 5 3-16,8 6 3 15,10-2 3-15,7-1-2 16,0-5 0-16,21-8-2 16,10-10 5-16,3-7-1 15,5-10 0-15,3-8-5 16,0-4-2-16,2-6 4 15,-4-15-2-15,-3-10-1 0,-6-2 3 16,-7-7-2 0,-9-5-1-16,-11 0 0 0,-4-3 1 15,-4 1-6-15,-19 3 4 16,-10 5-4-16,-4 8-1 16,-3 12-3-16,-3 11 1 15,-2 8 5-15,6 18 1 16,0 20 0-16,9 12 2 15,8 8 1-15,10 3 3 16,12 1 7-16,0-7-3 16,28-7 5-16,8-10 5 15,13-12 2-15,6-8 8 16,2-13-8-16,3-5-7 16,-5-5-1-16,-3-18-3 15,-10-10-3-15,-12-5-3 16,-13-9-2-16,-14-1 4 15,-3-7-7-15,-17-1 1 16,-16 6-3-16,-9 4-3 16,-7 10-4-16,-5 15 6 15,-2 14 0-15,-1 7-2 16,3 19 3-16,4 17 3 16,9 15-1-16,7 5-1 15,15 6 3-15,13 0 0 16,6-5 2-16,9-10-4 15,20-11 0-15,6-9-1 16,4-12-27-16,2-9-55 16,-4-6-81-16,-7 0-171 15,-9-16-401-15</inkml:trace>
  <inkml:trace contextRef="#ctx0" brushRef="#br0" timeOffset="165209.04">10128 12091 559 0,'0'0'69'0,"0"0"32"16,0 0-37-16,0 0-11 0,0 3-1 16,0 6 18-1,0 5-20-15,0 5-26 16,6 2 0-16,0 2-4 0,1 1-8 15,6 4-1-15,-3 0-5 16,7-1-3-16,4 0 0 16,4-2-1-16,6-2-1 15,5-3 1-15,10-3-7 16,7-3 9-16,6-3-4 16,8-5-3-16,5-6 6 15,9 0-2-15,2 0-4 16,5-12-9-16,3-5-6 15,5-6 9-15,5-5 4 16,-5 1 10-16,-1-2-7 16,-1 2 0-16,-9 4 5 15,-8 5 0-15,-9 7 0 16,-8 6 0-16,-11 5-1 16,-13 0 7-16,-7 3 5 15,-9 6-5-15,-8 2 4 16,-3-3-6-16,-2 1 2 15,-3-3 2-15,2-2-5 16,4-1-3-16,3-3-1 16,5 0 1-16,5 0-4 15,5-11 4-15,9-4 0 16,3-3-4-16,5 0-1 16,3 1 3-16,2-2 0 15,6 4-1-15,3 0-1 16,2 1-1-16,9 0 2 15,6 1 0-15,9 0-1 16,8-3-1-16,4-2 3 16,6 2-1-16,4-1 0 15,2-2 2-15,-4 0 0 16,-1 2 0-16,-1-1 0 0,-8 2 9 16,-7 1 9-16,-10 0-3 15,-10 1 1-15,-15 2 1 16,-12 0-5-16,-16 0-4 15,-11-3 1-15,-8-4 13 16,-6-1-2-16,0-3-9 16,0-2-7-16,-9-4-3 15,-2 2-1-15,0 2-2 16,1 0 0-16,-1 6-1 16,2 2-14-16,2 8-18 15,1 3-21-15,3 6-35 16,-3 0-89-16,1 3-159 15</inkml:trace>
  <inkml:trace contextRef="#ctx0" brushRef="#br0" timeOffset="165722.45">12257 12871 794 0,'0'0'125'0,"0"0"18"15,0 0-10-15,69 0-26 16,-31 0-34-16,3-5-24 16,-2-4-25-16,-4 1-17 15,-5 0-5-15,-7 0-7 16,-9 1-50-16,-9 0-54 15,-5-1-81-15,0 1-129 16,-19 1-254-16</inkml:trace>
  <inkml:trace contextRef="#ctx0" brushRef="#br0" timeOffset="165891.95">12300 12717 1031 0,'0'0'40'16,"0"0"27"-16,0 0-56 16,105-35-16-16,-71 26-32 0,-1 1-102 15,-3 1-114 1,-1-1-169-16</inkml:trace>
  <inkml:trace contextRef="#ctx0" brushRef="#br0" timeOffset="166210.16">12822 12654 782 0,'0'0'162'15,"0"0"11"-15,0 89-96 16,2-56-24-16,5-4-14 16,7-3-21-16,8-8-10 15,9-10 6-15,6-8 10 16,6 0-5-16,3-17-4 15,-6-11-9-15,-4-2-3 16,-10-2 2-16,-9-1-2 16,-11 1 1-16,-6 0 2 15,-12 5 7-15,-15 1-7 16,-12 5-5-16,-3 7-1 16,-8 6-3-16,-1 7-9 15,-4 1-26-15,2 9-34 16,-3 12-88-16,-1 7-190 15,4 3-344-15</inkml:trace>
  <inkml:trace contextRef="#ctx0" brushRef="#br0" timeOffset="171390.86">2203 4607 452 0,'0'0'51'0,"0"0"44"16,0 0-17-16,0 0-19 15,-29-77 2-15,6 56-14 16,-3 1-12-16,-5 1-13 16,-4 4-16-16,-8 6-5 15,-9 9 13-15,-9 0-2 16,-11 23-13-16,-6 9 1 15,-9 14 3-15,-1 14 2 16,-1 11-4-16,5 6-1 16,6 6 3-16,11 2-4 15,13-2 3-15,19-8 1 16,18-7 2-16,17-10-3 16,23-8-2-16,33-9 6 15,23-14-1-15,25-10-4 16,25-11 11-16,12-6 4 15,11-10 9-15,2-18-3 0,-2-8-6 16,-9-7 7 0,-16-8 11-16,-13-5-11 0,-21-2-4 15,-25-2 14 1,-24-3-1-16,-29 0-13 0,-15-1-8 16,-35 1-4-1,-27-5 0-15,-21 3-5 0,-22 5 0 16,-12 8-8-16,-10 17 0 15,-9 19-7-15,-5 16 12 16,-2 35-6-16,4 25-73 16,5 15-115-16,11 9-71 15,18 2-63-15,20-7 8 16</inkml:trace>
  <inkml:trace contextRef="#ctx0" brushRef="#br0" timeOffset="178557.15">2735 1769 123 0,'0'0'3'0,"0"0"6"0,0 0-7 16,0 0-5-16,3-36-19 15,-3 33-24 1,0 2 16-16,0 1 22 0,0 0 17 16,0 0 19-16,0 0 14 15,0-2 5-15,0 2 2 16,0-1 44-16,0 0-10 16,-5-1-19-16,1 2 18 15,-1-4-15-15,0 2-9 16,2 2 6-16,0-2 20 15,3 0-1-15,0 1-21 16,0 0-12-16,3 1-17 16,13-1-25-16,6 1 0 15,10-2-2-15,9 2 1 16,10 0 6-16,7 0 8 16,7 0-6-16,5 0-3 15,6 0 1-15,1 0 3 16,-3 0-2-16,2-2-2 15,-8-2-8-15,-5 0 1 16,-10-2-4-16,-10 2-2 16,-11 0 2-16,-4 3-4 15,-14-1-11-15,-4 0-15 16,-6 2-3-16,-2 0-11 16,-1 0-25-16,-1 0-58 15,3 0-53-15,3-5-127 16</inkml:trace>
  <inkml:trace contextRef="#ctx0" brushRef="#br0" timeOffset="179117.36">4218 1655 657 0,'0'0'33'0,"0"0"59"16,0 0-9-16,107 10-21 16,-59-2-1-16,5-3 17 0,8 1-13 15,4-6-18-15,4 0-38 16,-1 0-4-16,-1-6-4 15,-4-3-14-15,-4-1-52 16,-4-2-71-16,-9 4-85 16,-13 1-188-16</inkml:trace>
  <inkml:trace contextRef="#ctx0" brushRef="#br0" timeOffset="182170.39">9832 5037 404 0,'0'0'40'0,"0"0"10"15,0 0 2-15,0 1 8 16,6 2 0-16,12-2-3 16,5 2-9-16,9-2-2 15,6 3-10-15,11-4-11 16,5 2-12-16,8-2-7 15,8 0 0-15,4 0 1 16,7 0 3-16,0-7-4 16,-1 3-2-16,1-3-1 15,-6 4-3-15,-5 1 1 16,-7 0-3-16,-5 2 1 16,-6 0-4-16,-7 0-5 15,-8 0 1-15,-9 0 3 0,-5 0 4 16,-7 0-2-16,-7 0 3 15,-5 0 1-15,-1 0 0 16,-3 0 3-16,0 0-1 16,0 0 1-16,0 0-4 15,-7-6-36-15,-12 3-38 16,-5-1-22-16,-9 0-18 16,-8 0-51-16,-9 0-136 15</inkml:trace>
  <inkml:trace contextRef="#ctx0" brushRef="#br0" timeOffset="182954.47">9820 5127 384 0,'0'0'59'0,"0"0"28"15,0 0 25-15,0 0-48 16,0 0-58-16,25-18-1 15,32 8 20-15,16 0 8 16,12-1 4-16,9 2 15 16,7 3-15-16,6 2-14 15,3 2-7-15,-1 2-5 16,-2 0-4-16,-4 0-3 16,-2 0-7-16,-10 7 2 15,-6 2-1-15,-8 0-2 16,-9 2-6-16,-11 0-12 15,-12-3 2-15,-9-2-2 16,-11-1 13-16,-9-1-4 16,-8-4 10-16,-8 0 3 15,0 0 2-15,-7 0 2 16,-16-6-7-16,-9-3-9 0,-10 1-16 16,-10 0-7-16,-8 1-1 15,-10 0 4-15,-6 4-3 16,-1 3 1-16,-4 0-11 15,-1 0 19-15,0 4 0 16,1 9 13-16,9-1 10 16,7 1 2-16,11 1 4 15,15-4 10-15,13-2 2 16,14-1-10-16,12-3-6 16,0-4-15-16,25 0 22 15,18 0 16-15,14 0 16 16,9 0 36-16,11 0-25 15,8 0-16-15,2 0-16 16,-4 0-11-16,-3 0-4 16,-7 0-1-16,-6 2-2 15,-11 1 3-15,-12 0-2 16,-11 0-3-16,-13 1-4 16,-13-1-19-16,-7-1-15 15,-9 1 16-15,-21-2 30 16,-10 2-3-16,-9-3-2 15,-12 0 1-15,-4 0 0 16,-7 0-1-16,-3 0 1 16,-7-3-18-16,0 3-43 15,2 0 23-15,4 0 36 16,9 0 2-16,12 4 7 16,15 3-4-16,14-3-4 0,14-4-1 15,12 0-2-15,6 0-112 16,23 0-40-1,7-8-89-15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18T17:22:53.16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15087 2029 87 0,'0'-6'50'0,"0"0"5"16,0 0 11-16,0 1-23 15,-3-3 0-15,-1 4-8 16,0-3-16-16,-3 2-11 15,-1 1-2-15,3-3-1 16,-1 2 1-16,-4 1-1 16,3 1-3-16,-2-1-1 15,0-2 0-15,-2 5-1 16,2-1 5-16,-1 2 0 16,-2-2-1-16,4 2 0 15,-3 0-4-15,-1 0 6 16,-2 0 0-16,2 0-4 15,-3 0-2-15,-1 0 1 16,3 0 0-16,-1 0 1 16,-1 0-3-16,4 0 1 15,-4 2 0-15,4 0 1 16,-2 2-2-16,1-1 1 16,-1 1 0-16,0 2 0 15,0-1 1-15,-1-1-2 16,1 1 0-16,-3 3 1 15,3-3 1-15,-1 1 0 16,-1 2-1-16,-1-3 0 16,5 3 1-16,-3 0-1 15,2-1 1-15,-2 2-2 16,2 1 2-16,0-1-2 16,0 2 2-16,2-3-1 15,2 5 0-15,-3-1 2 16,2 1 5-16,-2 1-1 0,3 2-1 15,-5-1-2 1,3 1-3-16,-1 1 0 0,1-1 0 16,0 0 0-16,3-1 1 15,-4 0-2-15,2 0 2 16,2 0-1-16,-5 0 0 16,5-2 0-16,0 4 0 15,-1 0 0-15,1 1-2 16,-1-2 0-16,0 5-5 15,-1-1-16-15,4-1 2 16,-5-2 13-16,4 0 7 16,-1-1 1-16,2-4 0 15,1 4-1-15,1-3 1 16,0-1 0-16,2 2 0 16,1-2 0-16,-2 2 2 15,2-4 5-15,0 5-8 16,-2-1 3-16,-1-2-2 15,-2 4-1-15,1-1 2 16,1 0-1-16,0 2 0 16,-1 1 1-16,3 0-2 15,-1 0 1-15,2-1 1 16,0 2-1-16,0 0 1 16,0 2 0-16,0 2 0 15,0 0 0-15,0 1 45 16,0-1 10-16,0 1-54 15,2 0-2-15,0-4 0 16,2 1 2-16,1-1 6 16,-1-2-8-16,5-2-1 15,-2 0 0-15,2-1 2 16,-1 0 0-16,1-1 6 0,4-2 6 16,-4 1-9-16,0-3-2 15,0 1-1-15,-1 0-1 16,1 0 1-16,-2-1 1 15,1 1-1-15,0 1-1 16,-1-4 0-16,2 3 0 16,0-3 0-16,0 2 0 15,1 1 0 1,2-3 1-16,1 2-1 0,3-1 3 16,-2 1 8-16,3 0-5 15,0 0-2-15,-2-1 12 16,1 1 7-16,1 1-15 15,0-2-5-15,0 1 1 16,-1-4 13-16,2 2 0 16,0-2 1-16,-2 1-2 15,1-2 6-15,-1 0-6 16,1-1-12-16,-2 0-1 16,2-2-1-16,-4 0-1 15,3 0 0-15,-5 2 5 16,1-3 4-16,1 2 2 15,-1-3-5-15,0 0-1 16,3 0 2-16,4 0 5 16,-3 0-2-16,5 0-5 15,1 0-2-15,0 0-2 16,2-3 0-16,1 2-2 16,-4-1 0-16,0 0 1 0,-3 2-1 15,-2 0 0-15,-1 0 0 16,-4 0 0-16,1 0 0 15,-2 0 0-15,2 0 1 16,-1-2-1-16,1 0 0 16,-1-1 0-16,4-1 1 15,-2 0-2-15,2-1 1 16,2 0-1-16,0-1 2 16,1 0-1-16,-2 0-2 15,1-2 0-15,0 0-2 16,0-1 1-16,-4 2 1 15,3-5 1-15,-5 3-3 16,1-5-6-16,2 2 1 16,-2-3 0-16,1 0 2 15,-3-1 3-15,2 2 1 16,-3 0 3-16,2 3-2 16,-4-2 3-16,1 2-2 15,0 2 2-15,-2-3-1 16,-1 0 3-16,1 1 2 15,1-5 2-15,-1 0 2 16,1-2-7-16,-1-3-2 16,2-1 0-16,-3-1 1 15,-1-1-1-15,-1 0 1 16,-1-1 1-16,-1 1 1 16,-1 1-3-16,2 2 1 15,-2-3-2-15,0 5 1 16,0-6 1-16,1 4 0 15,1 0-1-15,-2-2 0 0,3 1 1 16,-2 0-1 0,1 1 2-16,-1-2-1 0,0 2 5 15,2 0 5-15,-3 1 3 16,3 3-8-16,-3-1 4 16,0 0 2-16,0 0 1 15,0 0 9-15,0-1-16 16,-3-1-3-16,0-3 3 15,-1 0 0-15,1 1-4 16,-1 0 1-16,1 2 5 16,-3 1 2-16,-1 5 4 15,1-1-4-15,-1-1 0 16,0 3 10-16,1-2-4 16,-6 0-8-16,4 0-2 15,-4-2-7-15,-2 0 2 16,0-1 1-16,-3 2-3 15,4-2 2-15,-2 2 1 16,1 1-1-16,2 3 1 16,-2-1 3-16,3 2-1 15,-1 1 3-15,2-1 2 16,0 3-4-16,-3-3-2 16,1 1-2-16,1 0 2 15,-1 1-1-15,-1 1-1 16,-1-2 2-16,-1 2-1 15,-2 1 1-15,1 1-1 16,-2-3 0-16,0 4-2 16,4-1 3-16,-2-1 1 15,1 2-1-15,4 0 3 16,-1-1 1-16,2-1 0 16,-1 2-5-16,2-2 3 15,-1 1-2-15,1 0 0 0,-4 1-1 16,0 2 2-16,-3 1-7 15,0 2 3-15,-2 0-3 16,2 0 3-16,0 0 1 16,6 3-3-16,0 3 1 15,4-2 1-15,3-2-1 16,2-1 3-16,1-1-5 16,0 0 1-16,0 2-13 15,0-1-33-15,0 2-38 16,0 1-20-16,3 0-7 15,1 0-51-15,0-1-139 16</inkml:trace>
  <inkml:trace contextRef="#ctx0" brushRef="#br0" timeOffset="2049.04">14640 4287 523 0,'-2'0'56'15,"1"0"25"-15,1 0 15 16,0 0 11-16,0 0 14 16,0 0-18-16,0 0-12 15,0-4-15-15,0-6-32 16,4 0-22-16,5-1-4 16,-1-4-11-16,3 2-4 15,3 1-2-15,-2 1-3 16,-2 2 4-16,0 2-4 15,-2 7 0-15,0 0-5 16,0 0-1-16,-1 13-2 16,2 5 7-16,1 7 3 15,2 0 3-15,1 4 5 16,4-1 1-16,1-1-1 16,2-3 4-16,1 0-5 15,4-1 1-15,-2-3-3 16,0-4-3-16,-1 0 0 0,-5-7-2 15,0-2-1 1,-6 0-4-16,-3-3-37 0,-2-4-44 16,-5 0-52-16,-1 0-53 15,0 0-25-15,0 0-168 16</inkml:trace>
  <inkml:trace contextRef="#ctx0" brushRef="#br0" timeOffset="2359.66">14913 4162 793 0,'0'0'55'0,"0"0"49"16,-41 72-5-16,25-35-29 16,3 2-16-16,0 1-17 15,-1 1-18-15,1-1-12 16,0-7-5-16,6-8-1 16,-2-2-8-16,3-7-35 15,2-6-74-15,1-5-104 16,2-5-85-16,1 0-225 15</inkml:trace>
  <inkml:trace contextRef="#ctx0" brushRef="#br0" timeOffset="2948.64">15148 4402 858 0,'0'0'84'0,"0"0"57"16,84-9-79-16,-59 5-19 16,-4 1-19-16,-2 2-19 15,-9-2-5-15,-3-1-36 16,-5 0-69-16,-2 0-90 16,0-3-137-16</inkml:trace>
  <inkml:trace contextRef="#ctx0" brushRef="#br0" timeOffset="3159.04">15145 4283 999 0,'0'0'62'0,"0"0"49"16,0 0-64-16,0 0-37 15,0 0-8-15,83-23-5 16,-69 16-77-16,-1-1-107 16,3-2-148-16,-5-4-291 15</inkml:trace>
  <inkml:trace contextRef="#ctx0" brushRef="#br0" timeOffset="3356.7">15422 4280 781 0,'0'0'220'16,"11"75"-60"-16,-6-37-55 0,4 0-31 15,-2-3-29-15,2-8-24 16,0-4-14-16,-2-6-6 16,0-5-5-16,-1-7-47 15,0-5-74-15,-3 0-142 16,-2-13-262-16</inkml:trace>
  <inkml:trace contextRef="#ctx0" brushRef="#br0" timeOffset="4514.74">16309 4340 706 0,'0'0'72'0,"0"0"45"15,0 0-12-15,18 53-18 16,-11-31-26-16,3 0-19 16,-4 1-22-16,-1-2-11 15,0-4-3-15,-2-3-7 16,-3-2-5-16,0-5-43 15,0-3-66-15,0-4-72 16,0 0-65-16,-8-7-264 16</inkml:trace>
  <inkml:trace contextRef="#ctx0" brushRef="#br0" timeOffset="4673.67">16354 4252 647 0,'0'0'63'0,"0"0"10"0,0 0-47 16,0 0-19-16,0 0-7 16,0 0-44-16,1-14-100 15,5 14-116-15,0 0-30 16</inkml:trace>
  <inkml:trace contextRef="#ctx0" brushRef="#br0" timeOffset="4997.72">16622 4264 605 0,'0'0'73'16,"0"0"-1"-16,0 0-46 16,0 0 19-16,0 0 16 15,0 0-42-15,-56 47-9 16,53-38-4-16,3-1-4 15,0 2-1-15,0 0 13 16,13 1 10-16,5 4-7 16,-1 0 4-16,3 1 17 15,-3-2 6-15,-5 1-1 16,-5-1-6-16,-2-2-4 16,-5 1-9-16,0-4-2 15,-3-2-12-15,-9 0 0 0,-5-3-22 16,-1-3-73-1,0-1-108-15,2 0-168 0</inkml:trace>
  <inkml:trace contextRef="#ctx0" brushRef="#br0" timeOffset="5757.32">17204 4609 743 0,'0'0'89'0,"0"0"32"16,0 0-4-16,28 80-56 16,-28-67-6-16,0-5-17 15,0-3-10-15,0-3-3 16,-7-2 3-16,-6 0-11 15,-3-4-2-15,-1-14-10 16,-2-7-4-16,0-7-3 16,2-7-1-16,2-3-15 15,7-3 0 1,5 2-9-16,3 1 1 0,0 4 6 16,4 12 1-16,12 2 6 15,0 9 9-15,4 5 3 16,0 7 1-16,-4 3 2 15,3 0 7-15,-6 4 3 16,0 12 6-16,-6 3 3 16,-4 1 1-16,-3 3 1 15,0 2-2-15,-1-2-3 16,-14-3-8-16,1-3-5 16,-3-3-3-16,-1-5-13 15,1-5-20-15,1-1-24 16,0-3-36-16,4 0-62 15,4-4-108-15,4-11-267 16</inkml:trace>
  <inkml:trace contextRef="#ctx0" brushRef="#br0" timeOffset="6150.65">17433 4315 614 0,'0'0'21'0,"0"0"48"16,0 0-23-16,0 0 24 15,0 0-9-15,12 44-10 16,-6-29-17-16,3 0-9 16,3-2 14-16,2-1 8 15,2-5-9-15,1 1-9 16,1-6 0-16,-4 0-8 15,-1-2-6-15,-3 0-2 16,-1 0 0-16,-3 0 7 16,-3-6 10-16,-2-3-6 15,-1-3-6-15,0-2-6 16,-1-4-1-16,-12 3-7 16,-9-4-2-16,-2 6-7 15,-5 0-9-15,0 5-11 16,-1 4-18-16,3 3-28 15,1 1-34-15,6 0-50 16,4 0-103-16,5 0-225 16</inkml:trace>
  <inkml:trace contextRef="#ctx0" brushRef="#br0" timeOffset="6371.77">17658 4334 838 0,'0'0'124'16,"0"0"43"-16,0 0-86 0,36 72-26 16,-29-57-32-16,-4-1-17 15,-1-3-8-15,-2-4-46 16,0-3-123-16,-2-4-164 15,-12 0-343-15</inkml:trace>
  <inkml:trace contextRef="#ctx0" brushRef="#br0" timeOffset="6532.84">17648 4098 847 0,'0'0'27'0,"0"0"-17"16,0 0-38-16,0 0-32 16,0 0-92-16,0 0-217 15</inkml:trace>
  <inkml:trace contextRef="#ctx0" brushRef="#br0" timeOffset="7100.19">17846 4355 753 0,'0'0'165'0,"0"0"-30"16,0 0-53-16,0 0-7 15,0 0-16-15,0 0-16 16,26 11-7-16,-26-22-4 16,1-4-22-16,1 0-8 15,2-1-5-15,-3 2-12 0,-1 2-5 16,2 4 0-1,-1 5-4-15,2 3-2 0,3 0-12 16,3 0-9-16,1 5 36 16,3 6 11-16,4 3-1 15,-1-1 2-15,3 3-1 16,0-5 3-16,1-3 5 16,1-3 18-16,1-4-7 15,1-1-7-15,0 0-5 16,2-13-5-16,-5-5 1 15,0-6-6-15,-4-4-24 16,-4-4-22-16,-9-5-30 16,-3-5-42-16,0-3-28 15,-5 1 29-15,-9-1-15 16,1 5 13-16,-1 8 67 16,2 9 38-16,3 7 17 15,3 15 2-15,1 1 12 16,5 11-9-16,0 18 40 15,0 6 33-15,10 10 8 16,6 4 26-16,7 3 35 16,1 0-46-16,1-2 14 15,-2-6-18-15,-1-4-32 16,-4-8-40-16,-3-5-20 16,-8-7-4-16,-1-7-22 15,-6-7-63-15,0-6-119 16,-12-7-112-16</inkml:trace>
  <inkml:trace contextRef="#ctx0" brushRef="#br0" timeOffset="7255.52">18084 4082 911 0,'0'0'5'0,"0"0"61"15,84-23-27-15,-45 11-29 16,0 4-10-16,1 1-70 15,-5 2-191-15,-9 1-372 16</inkml:trace>
  <inkml:trace contextRef="#ctx0" brushRef="#br0" timeOffset="7967.26">18686 4200 620 0,'0'0'47'0,"0"0"59"16,0 0-46-16,0 0-2 16,0 0-15-16,0 0-16 15,-50 75-13-15,47-67-2 16,0-4 2-16,2 0-2 16,1-3 0-16,0-1 12 15,0 0 1-15,2 0-14 16,7-10 0-16,3-7-8 0,-2-5-4 15,-1-7-10-15,-2-7-5 16,-2-4-47 0,-2-5 3-16,0-4-5 0,2 0 0 15,-1 4 7-15,2 4-15 16,4 9 32-16,0 10 4 16,-1 9 12-16,2 9 19 15,-2 4 4-15,1 15-2 16,3 16 51-16,4 6 21 15,6 11-2-15,5 13 37 16,8 4 24-16,5 6-19 16,3 4 19-16,1 2 12 15,1 0-77-15,-1-6-14 16,-2-7 12-16,-8-10 7 16,-8-8-30-16,-8-13-9 15,-8-10-7-15,-11-7-13 16,-12-8 4-16,-26-8 15 15,-12 0-7-15,-8-4-18 16,-4-10 1-16,0-4-5 16,11-1-1-16,12 0-13 15,10 1-12-15,13 1-7 16,15-1-23-16,1-4-37 16,20 0-70-16,13-5-178 15,8-3-220-15</inkml:trace>
  <inkml:trace contextRef="#ctx0" brushRef="#br0" timeOffset="8305.96">19605 4242 787 0,'0'0'136'16,"0"0"52"-16,0 0-83 15,23 68-27-15,-20-48-37 16,1-4-30-16,-1-3-7 16,-3-3-8-16,0-4-71 15,0-4-102-15,-7-2-134 16,-6-3-381-16</inkml:trace>
  <inkml:trace contextRef="#ctx0" brushRef="#br0" timeOffset="8458.2">19577 4083 892 0,'0'0'34'16,"0"0"-9"-16,0 0-51 16,0 0-111-16,0 0-122 15,0 0-167-15</inkml:trace>
  <inkml:trace contextRef="#ctx0" brushRef="#br0" timeOffset="9053.94">19788 4323 743 0,'0'0'180'16,"0"0"-15"-16,0 0-82 16,0 0 7-16,0 0-26 15,84 4-36-15,-71-20-15 16,0-3-10-16,0-1-1 15,-1-3-1-15,-4 1-2 16,1 1-11-16,0 4-5 16,-5 5-3-16,-1 4 5 15,0 5 0-15,-2 3 1 16,5 0-3-16,-1 0-5 16,3 13 11-16,1 4 10 15,1 1 0-15,4 3 1 16,-1-3 0-16,4 0 3 15,0-2 1-15,0-5 6 16,0-3 1-16,2-3-4 16,-1-2-1-16,0-3-4 15,2 0 0-15,-1-7 0 16,-2-9-2-16,-1-4 1 16,-3-5-5-16,-4-4-6 15,-3-3-12-15,-6-5-14 16,0-5-25-16,0-1-17 15,-12-5-25-15,-4 6-17 16,-3 4 44-16,2 7 37 16,1 8 34-16,3 7 6 0,5 10 0 15,0 6 0-15,8 1-1 16,0 21 14-16,0 8 27 16,6 10 19-16,14 7 31 15,6 5 12-15,0 3 0 16,3-2-9-16,-3-3-35 15,-3-3-24-15,-4-11-23 16,-6-4-10-16,-7-9-1 16,-5-7-32-16,-1-8-69 15,-1-8-110-15,-17-4-146 16</inkml:trace>
  <inkml:trace contextRef="#ctx0" brushRef="#br0" timeOffset="9237.04">20092 4010 984 0,'0'0'67'0,"0"0"46"16,92-22-69-16,-55 18-14 16,1 0-24-16,-2 4-6 15,-3 0-41-15,-5 0-89 16,-7 3-93-16,-4 9-168 15</inkml:trace>
  <inkml:trace contextRef="#ctx0" brushRef="#br0" timeOffset="10338.64">20573 4249 686 0,'0'0'21'0,"0"0"129"0,0 0-71 16,0 0 10-16,0 0-4 16,0 0-24-16,51-48-39 15,-49 32-11-15,-2-3 1 16,0 3-6-16,0-1-5 16,-3 5-7-16,-10 4-25 15,-3 2-11-15,-3 6-1 16,2 0-1-16,-2 14 16 15,2 6-18-15,5 4 22 16,5 0 10-16,4 4 10 16,3-2 4-16,0 2 9 15,6-7 7-15,9 1 24 16,3-5 1-16,5-4-3 16,2-5-2-16,1-5 1 15,3-3-7-15,0 0-16 16,-2-8-1-16,1-8-7 15,-4-5-3-15,-2-2-1 16,-2 0-2-16,-1 0-4 16,-6 1-8-16,0 3-5 15,-5 2 2-15,-2 7-1 16,-3 2 7-16,-3 3 1 16,2 5 1-16,-2 0-12 15,0 0-14-15,0 10 7 16,0 3 24-16,0 4 2 15,4 0 0-15,4 1 2 0,4-1 12 16,1-3 14-16,6 0-2 16,2-5-9-1,1-2 2-15,4-1 5 0,2-5-3 16,-1-1-8 0,2 0-7-16,-2 0 0 0,-1-8-3 15,-4-4 0-15,-2-3 3 16,-2 0-3-16,-4-1 0 15,-4-4 0-15,-3 3-1 16,-2-2 1-16,-5 0-2 16,0 3-2-16,0 4-7 15,-2 5-3-15,-11 5 5 16,3 2-4-16,-4 0-15 16,-2 15-1-16,3 2 5 15,0 4 12-15,4 2 7 16,6-1 0-16,3-2 2 15,0 0 2-15,0-4-1 16,3-3 1-16,10-2 5 16,2-4 1-16,2-3 5 15,3-4-2-15,3 0-2 16,-1-3-4-16,4-10-2 16,-1-5-2-16,-1-1-8 15,-1-4-9-15,-1-1-12 16,-2-1-16-16,0 2-21 15,-1-1-9-15,1 7 44 16,-4 2 26-16,3 5-4 16,0 3 5-16,-5 7 2 15,2 0 29-15,-3 5 12 16,-3 11-22-16,2 7 52 0,-5 2 7 16,0 2 8-16,-4 5-12 15,0-1 20-15,-3-4-34 16,0-3-15-16,0-3 3 15,-6-5-19-15,-10-4-7 16,-4-5-2-16,-7-3-11 16,-5-4-7-16,-1 0-21 15,-5 0-38-15,0-15-21 16,1-6-62-16,4-7-143 16,4-10-191-16</inkml:trace>
  <inkml:trace contextRef="#ctx0" brushRef="#br0" timeOffset="10570.31">21589 3889 1075 0,'0'0'124'0,"23"99"-56"15,-17-41-10-15,-1 2-9 16,-5-3-35-16,0-4-10 16,0-5-3-16,0-11-8 15,0-7-41-15,-2-10-67 0,-1-8-67 16,0-12-111 0,0 0-341-16</inkml:trace>
  <inkml:trace contextRef="#ctx0" brushRef="#br0" timeOffset="10739.71">21436 3963 1221 0,'0'0'27'0,"91"-3"-12"15,-39 3-13-15,-3 0-54 16,0 0-194-16,-4 0-396 15</inkml:trace>
  <inkml:trace contextRef="#ctx0" brushRef="#br0" timeOffset="10883.52">22018 4231 1336 0,'0'0'-2'16,"0"0"6"-16,0 0-24 15,0 0-50-15,0 0-150 16,0 0-449-16</inkml:trace>
  <inkml:trace contextRef="#ctx0" brushRef="#br0" timeOffset="17672.8">11587 5838 620 0,'6'-24'4'16,"-3"2"17"-16,0-1 2 16,-3-1-25-16,0 0 7 15,-5 4-9-15,-10 4-9 16,-8 4-18-16,-6 8 50 16,-1 4 9-16,-2 0 5 15,1 1 23-15,2 17 13 16,7 2-15-16,6 7-21 15,9 6 2-15,7 8 18 16,0 3-4-16,9 4 4 16,12 1-11-16,4-2 1 15,-2 1-12-15,1-2-6 0,-2-3-8 16,-4 0 8-16,-4-6-6 16,-4-1 12-16,-3-7-13 15,-4-2-6-15,-3-2-4 16,0-5-6-16,0-1-1 15,0-5-13-15,-11-3-27 16,-3-3-49-16,-3-5-95 16,-3-3-139-16,-5 0-183 15</inkml:trace>
  <inkml:trace contextRef="#ctx0" brushRef="#br0" timeOffset="17853">11363 6229 961 0,'0'0'60'16,"0"0"47"-16,105-15-76 16,-66 10-27-16,2-5-3 15,-4 0-75-15,-2-2-172 16,-5-2-287-16</inkml:trace>
  <inkml:trace contextRef="#ctx0" brushRef="#br0" timeOffset="18356.88">11993 5814 447 0,'0'0'19'0,"0"0"68"16,0 0-12-16,0 0 15 15,0 0-26-15,0 0-2 16,-2 0 2-16,-7 7 25 16,1 6-25-16,-4 6-11 15,-1 6-8-15,0 3-5 16,-3 7 1-16,3 5-4 15,2-1-10-15,3 2-15 16,4 0 4-16,4-1-5 16,0-5-3-16,4-3-2 15,8-4 1-15,5-4-2 16,-1-2-2-16,0-5-2 16,-1-4-2-16,-4-2-37 15,-4-4-76-15,-2-7-103 16,-5 0-137-16,0 0-258 15</inkml:trace>
  <inkml:trace contextRef="#ctx0" brushRef="#br0" timeOffset="18635.83">12203 6053 975 0,'0'0'162'0,"0"0"-55"16,5 71-34-16,-1-44-24 16,-1 0-19-16,1-3-18 15,0-5-9-15,-1-3-2 16,0-3-17-16,-3-4-49 15,0-5-76-15,0-4-113 16,0 0-180-16</inkml:trace>
  <inkml:trace contextRef="#ctx0" brushRef="#br0" timeOffset="18955.52">12299 5792 917 0,'0'0'33'0,"0"0"116"16,0 0-44-16,92 86-32 0,-59-50-4 15,-1 2-21 1,2 2-12-16,-6 0 8 0,-2 3-16 15,-7 0-2-15,-6-4-1 16,-9 3 3-16,-4-4-10 16,0-5-10-16,-3-3-4 15,-13-3-2-15,-7-7-24 16,0-2-37-16,-2-5-54 16,-5-8-121-16,1-5-262 15</inkml:trace>
  <inkml:trace contextRef="#ctx0" brushRef="#br0" timeOffset="20438.22">12990 6232 663 0,'0'0'138'0,"0"0"45"15,67 0-69-15,-44 0-40 16,-6 0-28-16,0 0-30 16,-8 0-16-16,-3 0-2 15,-1 0-53-15,-5 0-57 16,0-3-55-16,0-5-184 16</inkml:trace>
  <inkml:trace contextRef="#ctx0" brushRef="#br0" timeOffset="20643.21">12976 6150 847 0,'0'0'77'0,"0"0"12"0,0 0-10 15,0 0-21-15,0 0-29 16,92-16-25-16,-58 13-8 15,3-4-59 1,-2-3-136-16,-4-1-179 0</inkml:trace>
  <inkml:trace contextRef="#ctx0" brushRef="#br0" timeOffset="21696.42">13872 5921 464 0,'0'0'31'0,"0"0"65"0,-24-71-1 15,11 49-31-15,0 4-6 16,0 4-25-16,0 5-21 15,1 6 1-15,-3 3 5 16,3 0-15-16,-1 18 21 16,6 7-4-16,1 5-6 15,6 4 3-15,0 6 3 16,0 2 14-16,9 0 2 16,5 2 1-16,2-3 0 15,0 2 8-15,-1-4 1 16,-4 0-9-16,1-4-11 15,-7-4-12-15,0 0-2 16,-5-6-10-16,0-1 0 16,0-7-3-16,0-2-12 15,-5-7-38-15,-5-2-44 16,-5-6-83-16,-3 0-118 16,-5-2-302-16</inkml:trace>
  <inkml:trace contextRef="#ctx0" brushRef="#br0" timeOffset="21857.76">13728 6236 720 0,'0'0'75'0,"0"0"60"16,103-21-97-16,-70 15-37 0,-3-1-5 15,-5-2-64 1,-4-2-112-16,-4-1-189 0</inkml:trace>
  <inkml:trace contextRef="#ctx0" brushRef="#br0" timeOffset="22156.31">14348 5811 734 0,'0'0'86'0,"0"0"89"15,-19 103-62-15,3-56-29 16,-5 8-21-16,-4 1-20 16,5 0-15-16,0-1-11 15,8-2-13-15,4-6-4 16,5-7 0-16,3-6-3 15,0-8-29-15,5-6-34 16,13-10-49-16,2-9-40 16,0-1-91-16,3-8-317 15</inkml:trace>
  <inkml:trace contextRef="#ctx0" brushRef="#br0" timeOffset="22401.64">14530 6143 927 0,'0'0'152'0,"0"0"-60"0,0 0-44 15,40 90-10-15,-29-69-22 16,-2-1-12-16,-3-2-4 15,2-4-19-15,-5-2-53 16,-2-6-81-16,0-5-108 16,-1-1-197-16</inkml:trace>
  <inkml:trace contextRef="#ctx0" brushRef="#br0" timeOffset="22728.25">14689 5751 690 0,'0'0'102'15,"0"0"67"-15,91 80-48 16,-58-36-2-16,-3 10-8 15,-2 3-38-15,-8 3-16 16,-6 0-10-16,-5 1-10 16,-4-3-7-16,-5-1-8 15,0-5-11-15,0-7-8 16,-15-6-2-16,-4-3-6 16,-3-9-35-16,-4-3-25 0,-5-8-48 15,-4-2-127 1,2-8-206-16</inkml:trace>
  <inkml:trace contextRef="#ctx0" brushRef="#br0" timeOffset="24534.87">11103 7042 799 0,'-15'25'27'15,"1"14"105"-15,-1 7-18 16,5 10-28-16,-1 3-10 16,8 3-23-16,3-1-15 0,0-6-6 15,7-1 1 1,8-10-16-16,3-4-13 0,0-9-2 15,0-7-3-15,-3-7-33 16,-2-5-41-16,-6-8-67 16,-4-4-117-16,-3 0-153 15</inkml:trace>
  <inkml:trace contextRef="#ctx0" brushRef="#br0" timeOffset="25003.89">11361 7260 893 0,'0'0'58'0,"0"0"89"15,16 78-32 1,-4-46-31-16,2 3-27 0,-1-5-23 16,0 0-25-16,1-2-6 15,-3-6-1-15,-4-5-20 16,-1-6-60-16,-5-4-99 15,-1-7-139-15,0 0-212 16</inkml:trace>
  <inkml:trace contextRef="#ctx0" brushRef="#br0" timeOffset="25342.74">11585 6988 875 0,'0'0'103'0,"0"0"57"16,91 39-56-16,-52-9-31 15,1 10-9-15,0 8-23 16,-4 3-9-16,-3 0-2 15,-6 2 9-15,-7-2-1 16,-8 0-3-16,-6-8-13 0,-6-3-5 16,0-5-7-1,-15-4-6-15,-9-3-1 0,-5-8-16 16,0-5-36 0,-3-7-33-16,2-5-45 0,4-3-102 15,3-7-178-15</inkml:trace>
  <inkml:trace contextRef="#ctx0" brushRef="#br0" timeOffset="25738.4">11993 6987 1070 0,'0'0'123'0,"0"0"-14"16,0 0-55-16,0 0-14 16,0 0-3-16,43 0-19 15,-32 12-8-15,1 2-1 16,-8 4-2-16,0 0-1 15,-4 2 2-15,0-1-1 16,0-1 1-16,0-3-4 16,0-1-2-16,0-4-3 15,0-1 1-15,0-6-1 16,11 0-2-16,6-3 2 16,3 0-12-16,3 0-23 15,3-6-45-15,-1-6-93 0,-5-1-145 16,-4 2-357-1</inkml:trace>
  <inkml:trace contextRef="#ctx0" brushRef="#br0" timeOffset="26247.92">12421 7276 772 0,'0'0'62'16,"0"0"109"-16,0 0-52 16,63 83-25-16,-43-52-11 15,-2-3-35-15,-2 0-31 0,-3-1-8 16,-3-7-9-16,-5-1 2 16,-4-4-11-16,-1-6-39 15,0 0-49-15,-9-4-63 16,-5-4-102-16,-3-1-81 15,-3 0-115-15</inkml:trace>
  <inkml:trace contextRef="#ctx0" brushRef="#br0" timeOffset="26408.06">12399 7429 782 0,'0'0'123'15,"0"0"43"-15,0 0-63 16,86-16-34-16,-56 13-39 15,-2 2-25-15,1-3-5 16,-1-2-52-16,-2-3-98 16,-1-2-130-16,-5-3-213 15</inkml:trace>
  <inkml:trace contextRef="#ctx0" brushRef="#br0" timeOffset="26771.67">12779 7164 791 0,'0'0'124'16,"0"0"20"-16,0 0-37 16,0 0-16-16,93-28-30 15,-69 28-27-15,-3 0-18 0,-3 0-8 16,-7 8-3-16,-6 8-1 15,-5 6 8-15,0 4-5 16,-4 5-3-16,-12 0 0 16,-1 4-3-16,1-5-1 15,2-4 3-15,6-1-6 16,5-2 3-16,3-7 1 16,0 1-4-16,17-3 4 15,8-2-1-15,3-3 1 16,4-4-12-16,2-2-23 15,1-3-61-15,-5 0-114 16,-5-4-198-16</inkml:trace>
  <inkml:trace contextRef="#ctx0" brushRef="#br0" timeOffset="27305.21">13557 7431 896 0,'0'0'197'0,"0"0"-101"16,99-10-71-16,-74 7-17 16,-8-1-7-16,-10 0-47 15,-5-3-86-15,-2 0-126 16,-6-3-209-16</inkml:trace>
  <inkml:trace contextRef="#ctx0" brushRef="#br0" timeOffset="27481.09">13499 7303 896 0,'0'0'108'0,"0"0"1"16,0 0-26-16,0 0-46 0,114-25-33 16,-69 17-6-16,2-1-71 15,-3-2-127 1,-3-1-268-16</inkml:trace>
  <inkml:trace contextRef="#ctx0" brushRef="#br0" timeOffset="28542.79">14215 6964 630 0,'0'0'91'0,"0"0"-4"0,0 0 3 16,0 0-4-16,1 46-22 16,-1-24-21-16,3 0 30 15,2 2-45-15,2 0 0 16,3-5 6-16,9 0-6 16,4-5 0-16,3-4 4 15,3-3-3-15,-2-4-5 16,2-3-12-16,-4 0-6 15,-5 0-5-15,-6 0-14 16,-5-4-44-16,-3-2-56 16,-6-2-67-16,0-3-94 15,0-1-110-15</inkml:trace>
  <inkml:trace contextRef="#ctx0" brushRef="#br0" timeOffset="28774.39">14458 7015 674 0,'0'0'111'15,"0"0"51"-15,10 88-2 16,-4-51-42-16,4 0-23 16,3 1-36-16,-2-2-32 15,3-4-15-15,-3-4-7 16,0-3-4-16,-1-6-1 15,-1-4-19-15,-2-7-42 16,-1-4-66-16,3-4-88 16,-5 0-138-16</inkml:trace>
  <inkml:trace contextRef="#ctx0" brushRef="#br0" timeOffset="29046.56">14894 6951 881 0,'0'0'20'16,"-54"81"106"-16,28-27-56 16,2 1-7-16,6 5-13 15,7 0-21-15,7-3-18 16,4-1-7-16,6-8 6 15,17-3-4-15,4-7-2 16,3-4-3-16,6-8-2 16,-2-8-33-16,-1-10-75 15,-4-8-106-15,-5 0-162 16</inkml:trace>
  <inkml:trace contextRef="#ctx0" brushRef="#br0" timeOffset="29338.77">15118 7114 997 0,'0'0'26'0,"0"0"104"0,0 0-25 16,17 90-11-16,-8-59-35 16,-5-5-24-16,3 0-21 15,1-3-9-15,-4-2-3 16,1-6-16-16,-2-4-39 16,0-3-59-16,-1-8-95 15,-2 0-166-15</inkml:trace>
  <inkml:trace contextRef="#ctx0" brushRef="#br0" timeOffset="29678.96">15328 6845 720 0,'0'0'70'15,"0"0"125"-15,63 82-70 16,-35-39-18-16,4 9-7 16,-4 7-35-16,-5 4-15 15,-4-1-9-15,-9 2-7 16,-3-5 0-16,-7-7-7 15,0-5-8-15,0-11-10 0,-12-4-5 16,1-9 0 0,-3-6-11-16,-3-2-32 0,-6-6-42 15,-1-5-86-15,-3-4-246 16</inkml:trace>
  <inkml:trace contextRef="#ctx0" brushRef="#br0" timeOffset="30229.42">15955 7181 853 0,'0'0'129'0,"0"0"38"0,38 79-57 16,-22-50-31-16,-5 0-31 15,2-5-23-15,-4-1-18 16,-2-7-4-16,-2-4-12 16,-2-2-43-16,-3-3-57 15,0-4-69-15,-3-3-87 16,-12 0-80-16</inkml:trace>
  <inkml:trace contextRef="#ctx0" brushRef="#br0" timeOffset="30408.13">15872 7342 707 0,'0'0'70'16,"0"0"42"-16,0 0-19 15,0 0-14-15,101-39-25 16,-58 35-40-16,6-6-10 15,-1 3-6-15,1-3-10 16,-4-1-73-16,-8-1-106 16,-1-2-100-16</inkml:trace>
  <inkml:trace contextRef="#ctx0" brushRef="#br0" timeOffset="30913.39">16403 6987 834 0,'0'0'172'15,"12"76"-14"-15,-2-29-46 16,1-3-26-16,1 2-22 15,0-4-20-15,-1-5-16 16,-1-7-8-16,0-7-4 16,-1-5-6-16,-3-9-5 15,-2-1-2-15,2-8-1 16,2 0-3-16,4-8 5 16,1-11-2-16,6-3-6 15,2-7-11-15,3 4-6 16,0 0 4-16,1 6 4 15,-1 4 6-15,-2 7 4 16,-5 7 2-16,2 1 0 16,-6 4-3-16,0 15 9 15,-5 5 5-15,0 3 6 16,-4 2 5-16,-1-1 6 16,-3-4 5-16,0-4-1 15,0-5-8-15,-3-2-6 16,-13-6-7-16,-5-2-4 15,-7-5-2-15,-2 0-16 16,-5 0-43-16,0-9-39 16,-1-7-27-16,3-3-130 15,-1-2-227-15</inkml:trace>
  <inkml:trace contextRef="#ctx0" brushRef="#br0" timeOffset="32471.9">17973 7429 840 0,'19'-4'67'15,"1"-4"61"-15,-1-3-64 16,1-5-32-16,-6 1-8 15,-5-1-12-15,-2-1-9 16,-4 2-1-16,-3-2 0 16,0 3 0-16,0 5 4 15,-7 1 7-15,-6 5-5 16,-3 3-1-16,-1 0-4 16,1 19-3-16,0 4-1 15,3 1-2-15,7 7 0 16,5-2 4-16,1-2-5 15,5-4 5-15,16-5-1 0,2-3 0 16,3-4-1 0,1-7 4-16,1-4-1 0,-4 0 0 15,-1-1-2-15,-5-16-10 16,-1-5-20-16,-8-5-56 16,-2-9-90-16,-3-4-63 15,-2-10-155-15</inkml:trace>
  <inkml:trace contextRef="#ctx0" brushRef="#br0" timeOffset="32689.22">18253 7018 590 0,'0'0'120'16,"29"88"36"-16,-6-34-6 15,9 2-27-15,1-4-20 16,5-1-27-16,-5-3-24 15,-3-9-19-15,-4-8-20 16,-7-7-10-16,-6-4-2 16,-7-9-20-16,-6-6-47 15,0-5-64-15,-16 0-31 16,-11-5-142-16,-11-14-334 16</inkml:trace>
  <inkml:trace contextRef="#ctx0" brushRef="#br0" timeOffset="33020.18">18201 7218 824 0,'0'0'132'0,"120"-29"-8"16,-51 17-49 0,1 0-10-16,-7 7-27 0,-11 1-22 15,-13 4-16 1,-11 0-2-16,-14 0 0 0,-14 14-4 15,0 8 9-15,-20 6 4 16,-6 3 1-16,-6 2-2 16,6 1-1-16,6-5-1 15,10-2 2-15,10-4-4 16,10-2 3-16,26-3 2 16,9-5 8-16,11-5 2 15,5-5-12-15,-1-3-3 16,-8 0-15-16,-13-6-53 15,-11-8-92-15,-15-2-133 16,-13-2-182-16</inkml:trace>
  <inkml:trace contextRef="#ctx0" brushRef="#br0" timeOffset="33151.51">18942 7333 754 0,'0'0'148'0,"0"0"77"16,0 0-98-16,0 0-62 15,0 0-50-15,52 44-11 16,-52-44-75-16,0 0-189 16,-3 0-534-16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5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2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8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72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7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5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2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4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7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9033BC0-9892-4A5D-9694-19B4670EC8F9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1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16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3E42E8-D720-4440-A05C-245D8E1EC4E5}"/>
              </a:ext>
            </a:extLst>
          </p:cNvPr>
          <p:cNvSpPr txBox="1"/>
          <p:nvPr/>
        </p:nvSpPr>
        <p:spPr>
          <a:xfrm>
            <a:off x="1252603" y="1891430"/>
            <a:ext cx="6501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 to our MATH 181 Class-Zoom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B53EA-6587-44BD-A45E-9EF9C07D770A}"/>
              </a:ext>
            </a:extLst>
          </p:cNvPr>
          <p:cNvSpPr txBox="1"/>
          <p:nvPr/>
        </p:nvSpPr>
        <p:spPr>
          <a:xfrm>
            <a:off x="1252603" y="2820444"/>
            <a:ext cx="6501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I’ll be with you soon…</a:t>
            </a:r>
          </a:p>
          <a:p>
            <a:endParaRPr lang="en-US" dirty="0"/>
          </a:p>
          <a:p>
            <a:r>
              <a:rPr lang="en-US" dirty="0"/>
              <a:t>All my best ~Dr. Beyers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BA514C77-977A-4344-ABA1-A40323B4C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881" y="1896519"/>
            <a:ext cx="2476500" cy="1847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7FFB6-A267-455C-B761-8416DA5C0669}"/>
              </a:ext>
            </a:extLst>
          </p:cNvPr>
          <p:cNvSpPr txBox="1"/>
          <p:nvPr/>
        </p:nvSpPr>
        <p:spPr>
          <a:xfrm>
            <a:off x="457199" y="325219"/>
            <a:ext cx="10781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Lesson 3.6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DED883C-ECF9-4359-9714-BD310AA63060}"/>
                  </a:ext>
                </a:extLst>
              </p14:cNvPr>
              <p14:cNvContentPartPr/>
              <p14:nvPr/>
            </p14:nvContentPartPr>
            <p14:xfrm>
              <a:off x="4880520" y="17640"/>
              <a:ext cx="6967440" cy="227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DED883C-ECF9-4359-9714-BD310AA630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71160" y="8280"/>
                <a:ext cx="6986160" cy="22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611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7EC705-15E7-4264-9168-BCEC8473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31889" cy="34857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6EF099-BEEE-4A96-9424-ABAD2C4AF03C}"/>
                  </a:ext>
                </a:extLst>
              </p14:cNvPr>
              <p14:cNvContentPartPr/>
              <p14:nvPr/>
            </p14:nvContentPartPr>
            <p14:xfrm>
              <a:off x="1676520" y="347040"/>
              <a:ext cx="10502280" cy="421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6EF099-BEEE-4A96-9424-ABAD2C4AF0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7160" y="337680"/>
                <a:ext cx="10521000" cy="423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5616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62623F-FA09-4D28-94A5-507F957FE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081401" cy="26969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827A95-CF57-4EEC-84A1-575695D9FD02}"/>
                  </a:ext>
                </a:extLst>
              </p14:cNvPr>
              <p14:cNvContentPartPr/>
              <p14:nvPr/>
            </p14:nvContentPartPr>
            <p14:xfrm>
              <a:off x="584280" y="79200"/>
              <a:ext cx="11492640" cy="4227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827A95-CF57-4EEC-84A1-575695D9FD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4920" y="69840"/>
                <a:ext cx="11511360" cy="424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327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43E7F-BF85-47DF-ADF3-D11C2EE79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09531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F579E2-4248-4295-9E4F-C8148E557CC4}"/>
                  </a:ext>
                </a:extLst>
              </p14:cNvPr>
              <p14:cNvContentPartPr/>
              <p14:nvPr/>
            </p14:nvContentPartPr>
            <p14:xfrm>
              <a:off x="3301920" y="400320"/>
              <a:ext cx="8153640" cy="4616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F579E2-4248-4295-9E4F-C8148E557C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2560" y="390960"/>
                <a:ext cx="8172360" cy="463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081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0AEEB5-92DD-4C1F-8B50-23D010F30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99450" cy="37617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9F74F9-4A98-4368-BF9F-9A71D1B5FF30}"/>
                  </a:ext>
                </a:extLst>
              </p14:cNvPr>
              <p14:cNvContentPartPr/>
              <p14:nvPr/>
            </p14:nvContentPartPr>
            <p14:xfrm>
              <a:off x="3071160" y="201960"/>
              <a:ext cx="7282800" cy="31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9F74F9-4A98-4368-BF9F-9A71D1B5FF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1800" y="192600"/>
                <a:ext cx="7301520" cy="316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672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462AF0-3151-4350-A5F6-35BD54C05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142133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F69C12-9224-4F4B-B3EA-C9E499C09FD2}"/>
                  </a:ext>
                </a:extLst>
              </p14:cNvPr>
              <p14:cNvContentPartPr/>
              <p14:nvPr/>
            </p14:nvContentPartPr>
            <p14:xfrm>
              <a:off x="1514160" y="379800"/>
              <a:ext cx="10676160" cy="6258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F69C12-9224-4F4B-B3EA-C9E499C09F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4800" y="370440"/>
                <a:ext cx="10694880" cy="627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9047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F72FC-97FC-4398-B5D5-0ACBAE705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572263" cy="43933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E6E551-0AE2-4CCB-8CBA-084026E03E9E}"/>
                  </a:ext>
                </a:extLst>
              </p14:cNvPr>
              <p14:cNvContentPartPr/>
              <p14:nvPr/>
            </p14:nvContentPartPr>
            <p14:xfrm>
              <a:off x="2514240" y="2160"/>
              <a:ext cx="6551280" cy="402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E6E551-0AE2-4CCB-8CBA-084026E03E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04880" y="-7200"/>
                <a:ext cx="6570000" cy="404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524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7622B4-286E-4838-B63E-0B791135C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89677" cy="54053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C98F9A-72A8-4A8F-8077-C52A8E22DF6B}"/>
                  </a:ext>
                </a:extLst>
              </p14:cNvPr>
              <p14:cNvContentPartPr/>
              <p14:nvPr/>
            </p14:nvContentPartPr>
            <p14:xfrm>
              <a:off x="1229040" y="642600"/>
              <a:ext cx="10223280" cy="4266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C98F9A-72A8-4A8F-8077-C52A8E22DF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9680" y="633240"/>
                <a:ext cx="10242000" cy="428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9597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7A918-B73F-4034-AA95-2FCFED29C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401063" cy="63375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F2D221-B1DF-44F2-878A-EADDC0F695E1}"/>
                  </a:ext>
                </a:extLst>
              </p14:cNvPr>
              <p14:cNvContentPartPr/>
              <p14:nvPr/>
            </p14:nvContentPartPr>
            <p14:xfrm>
              <a:off x="1664280" y="622800"/>
              <a:ext cx="9570960" cy="4902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F2D221-B1DF-44F2-878A-EADDC0F695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4920" y="613440"/>
                <a:ext cx="9589680" cy="492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624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4CA207-7826-4C0C-AFA1-E354D3CBB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0455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F012A8-FECA-4D93-913C-337578596F04}"/>
                  </a:ext>
                </a:extLst>
              </p14:cNvPr>
              <p14:cNvContentPartPr/>
              <p14:nvPr/>
            </p14:nvContentPartPr>
            <p14:xfrm>
              <a:off x="4793400" y="554760"/>
              <a:ext cx="7213320" cy="2653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F012A8-FECA-4D93-913C-337578596F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84040" y="545400"/>
                <a:ext cx="7232040" cy="267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97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D6051-5C46-47ED-A19E-72438FD61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17215" cy="68870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DD62733-5121-4690-BEEB-9D3BB8A51EF8}"/>
                  </a:ext>
                </a:extLst>
              </p14:cNvPr>
              <p14:cNvContentPartPr/>
              <p14:nvPr/>
            </p14:nvContentPartPr>
            <p14:xfrm>
              <a:off x="2315520" y="479520"/>
              <a:ext cx="9578520" cy="5953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DD62733-5121-4690-BEEB-9D3BB8A51E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6160" y="470160"/>
                <a:ext cx="9597240" cy="597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3589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9B45AC-B276-4755-BDF2-AD968DAB5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236597" cy="48275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8CD8AB-37B3-4D77-AE76-8011CFDAEE50}"/>
                  </a:ext>
                </a:extLst>
              </p14:cNvPr>
              <p14:cNvContentPartPr/>
              <p14:nvPr/>
            </p14:nvContentPartPr>
            <p14:xfrm>
              <a:off x="754200" y="328680"/>
              <a:ext cx="9732960" cy="340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8CD8AB-37B3-4D77-AE76-8011CFDAEE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4840" y="319320"/>
                <a:ext cx="9751680" cy="342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2433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0CC9EA-09EF-4E03-B1A4-5DBA2818C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41385" cy="25927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895E01-7C2D-4304-ACFE-810D008490B4}"/>
                  </a:ext>
                </a:extLst>
              </p14:cNvPr>
              <p14:cNvContentPartPr/>
              <p14:nvPr/>
            </p14:nvContentPartPr>
            <p14:xfrm>
              <a:off x="4119480" y="250920"/>
              <a:ext cx="6027480" cy="1777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895E01-7C2D-4304-ACFE-810D008490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0120" y="241560"/>
                <a:ext cx="6046200" cy="179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296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162FD-397F-40A1-A763-DA45F1786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8692587" cy="68854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99C5E8-ADA5-44E9-9A35-86D51B52531E}"/>
                  </a:ext>
                </a:extLst>
              </p14:cNvPr>
              <p14:cNvContentPartPr/>
              <p14:nvPr/>
            </p14:nvContentPartPr>
            <p14:xfrm>
              <a:off x="1120680" y="94320"/>
              <a:ext cx="10966320" cy="6703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99C5E8-ADA5-44E9-9A35-86D51B5253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1320" y="84960"/>
                <a:ext cx="10985040" cy="672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8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F5F0BC-A473-43A7-9041-D329BF1CBDC7}"/>
              </a:ext>
            </a:extLst>
          </p:cNvPr>
          <p:cNvSpPr txBox="1"/>
          <p:nvPr/>
        </p:nvSpPr>
        <p:spPr>
          <a:xfrm>
            <a:off x="5613721" y="474561"/>
            <a:ext cx="1030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Q&amp;A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7AB3D43-4F29-474A-94E2-BA1C79E72843}"/>
                  </a:ext>
                </a:extLst>
              </p14:cNvPr>
              <p14:cNvContentPartPr/>
              <p14:nvPr/>
            </p14:nvContentPartPr>
            <p14:xfrm>
              <a:off x="7160760" y="143640"/>
              <a:ext cx="4462920" cy="1202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7AB3D43-4F29-474A-94E2-BA1C79E728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51400" y="134280"/>
                <a:ext cx="4481640" cy="12211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2E6E6C8-6C57-4E89-B08D-F349A4896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610225" cy="28003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414B9D-D40E-467E-9D0C-9D91F9959C97}"/>
                  </a:ext>
                </a:extLst>
              </p14:cNvPr>
              <p14:cNvContentPartPr/>
              <p14:nvPr/>
            </p14:nvContentPartPr>
            <p14:xfrm>
              <a:off x="180360" y="950760"/>
              <a:ext cx="11587680" cy="3845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414B9D-D40E-467E-9D0C-9D91F9959C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000" y="941400"/>
                <a:ext cx="11606400" cy="38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9066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F5F0BC-A473-43A7-9041-D329BF1CBDC7}"/>
              </a:ext>
            </a:extLst>
          </p:cNvPr>
          <p:cNvSpPr txBox="1"/>
          <p:nvPr/>
        </p:nvSpPr>
        <p:spPr>
          <a:xfrm>
            <a:off x="5613721" y="474561"/>
            <a:ext cx="1030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Q&amp;A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427CB-07BC-4DBF-A0F2-B2C9BE72D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76875" cy="26193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46080F-B115-48C0-90CD-9B1B0D5425C0}"/>
                  </a:ext>
                </a:extLst>
              </p14:cNvPr>
              <p14:cNvContentPartPr/>
              <p14:nvPr/>
            </p14:nvContentPartPr>
            <p14:xfrm>
              <a:off x="415440" y="344520"/>
              <a:ext cx="6631560" cy="4289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46080F-B115-48C0-90CD-9B1B0D5425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080" y="335160"/>
                <a:ext cx="6650280" cy="430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978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F5F0BC-A473-43A7-9041-D329BF1CBDC7}"/>
              </a:ext>
            </a:extLst>
          </p:cNvPr>
          <p:cNvSpPr txBox="1"/>
          <p:nvPr/>
        </p:nvSpPr>
        <p:spPr>
          <a:xfrm>
            <a:off x="5613721" y="474561"/>
            <a:ext cx="1030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Q&amp;A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D3010-E1A0-4362-816B-089A1FCE1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85635" cy="27538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8245DA9-B293-40AB-A380-C306AAD22DEA}"/>
                  </a:ext>
                </a:extLst>
              </p14:cNvPr>
              <p14:cNvContentPartPr/>
              <p14:nvPr/>
            </p14:nvContentPartPr>
            <p14:xfrm>
              <a:off x="3972600" y="689040"/>
              <a:ext cx="3954240" cy="2072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8245DA9-B293-40AB-A380-C306AAD22D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3240" y="679680"/>
                <a:ext cx="3972960" cy="209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712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1FBF5-3D82-40E9-A873-E4F60446F462}"/>
              </a:ext>
            </a:extLst>
          </p:cNvPr>
          <p:cNvSpPr txBox="1"/>
          <p:nvPr/>
        </p:nvSpPr>
        <p:spPr>
          <a:xfrm>
            <a:off x="318977" y="2893430"/>
            <a:ext cx="10781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34097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29161</TotalTime>
  <Words>33</Words>
  <Application>Microsoft Office PowerPoint</Application>
  <PresentationFormat>Widescreen</PresentationFormat>
  <Paragraphs>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Rockwell</vt:lpstr>
      <vt:lpstr>Rockwell Condensed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Beyers</dc:creator>
  <cp:lastModifiedBy>John Beyers</cp:lastModifiedBy>
  <cp:revision>47</cp:revision>
  <dcterms:created xsi:type="dcterms:W3CDTF">2020-04-10T13:44:12Z</dcterms:created>
  <dcterms:modified xsi:type="dcterms:W3CDTF">2021-10-18T17:24:27Z</dcterms:modified>
</cp:coreProperties>
</file>
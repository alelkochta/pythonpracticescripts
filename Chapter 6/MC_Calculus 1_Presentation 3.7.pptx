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60" r:id="rId5"/>
    <p:sldId id="271" r:id="rId6"/>
    <p:sldId id="272" r:id="rId7"/>
    <p:sldId id="275" r:id="rId8"/>
    <p:sldId id="273" r:id="rId9"/>
    <p:sldId id="274" r:id="rId10"/>
    <p:sldId id="276" r:id="rId11"/>
    <p:sldId id="278" r:id="rId12"/>
    <p:sldId id="279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6:03:06.04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8434 1339 438 0,'0'0'66'0,"1"0"110"15,1 0-3-15,-2 0-84 16,0 0 6-16,0 0-21 16,0 8-19-16,0 8 3 15,4 9 4-15,-1 8 1 16,-2 7-29-16,2 3 12 15,2 5-19-15,0-3 10 16,-2-3-28-16,3-6 14 16,-3-5-24-16,0-8 9 15,0-6-6-15,-2-8-2 16,1-3 2-16,-1-5-3 16,1-1 8-16,-2 0-13 15,0-6 19-15,0-16-17 16,-12-10 14-16,-5-11-24 15,-2-10 13-15,-3-4-20 16,1 0 9-16,-1-2 5 16,0 4 3-16,2 5 4 15,4 3-2-15,-1 5 9 16,4 7-15-16,5 4 16 16,1 3-17-16,6 6 21 15,1 2-19-15,0 2 21 0,8 3-13 16,10 0 6-1,8 2 3-15,6-3-2 16,7 1 4-16,7 1-2 0,2-2 4 16,3 1-16-1,-2 1 16-15,-2 0-20 0,-3 2 19 16,-5-1-24-16,-5 4 16 16,-5 1-31-16,-6 1-13 15,-7 3-17-15,-2 2-40 16,-8 2-70-16,-3 0-95 15,-3 0-37-15,0 11-134 16</inkml:trace>
  <inkml:trace contextRef="#ctx0" brushRef="#br0" timeOffset="285.08">8432 1387 1006 0,'0'0'119'0,"0"0"52"15,0 0-65-15,81-16-73 16,-52 8-3-16,3 0-30 15,-3-3 5-15,0 4-14 16,-3 2-62-16,-3 2-81 16,-2 0-113-16,-3 3-112 15,-4 0-168-15</inkml:trace>
  <inkml:trace contextRef="#ctx0" brushRef="#br0" timeOffset="461.87">8825 1356 558 0,'0'0'140'0,"0"0"28"15,26 70 3-15,-11-34-62 16,-2 3-41-16,4 6-3 16,-1 3-33-16,1-2 0 15,-2-3-30-15,0-5 8 16,-4-8-15-16,-1-7-25 16,-6-10-80-16,-4-7-154 15,0-6-201-15</inkml:trace>
  <inkml:trace contextRef="#ctx0" brushRef="#br0" timeOffset="652.91">8850 1206 1092 0,'0'0'16'0,"0"0"19"15,0 0-31-15,0 0-2 16,0 0-53-16,0 0-77 16,52 50-112-16,-45-30-249 15</inkml:trace>
  <inkml:trace contextRef="#ctx0" brushRef="#br0" timeOffset="1580.16">9124 1592 923 0,'0'0'136'0,"0"0"6"16,0 0-39-16,0 0-54 15,0 0 3-15,0 0-28 16,62 55 4-16,-60-55-25 16,-1 0 9-16,1-12 4 15,2-12 2-15,0-7-9 16,1-6-11-16,0-2 2 15,3 0-22-15,-2 5 12 16,0 9-20-16,-1 4 33 16,-2 11-16-16,3 8 20 15,-1 2-18-15,1 2 1 16,4 17 5-16,-1 2 1 16,5 6 6-16,1-3-9 15,5 1 11-15,2-3-18 16,4-2 12-16,4-1-23 15,0-4 12-15,1-3-22 16,1-3 13-16,-5-2-46 16,-1-4-63-16,0-3-7 15,-7 0-41-15,1 0 15 16,-3-7 32-16,-1-5 30 16,-3-5 31-16,2-2 55 15,-5-3 18-15,3-1 75 16,-3-2 49-16,-3-5 5 15,0 0-18-15,-6 4-9 16,-1 0-4-16,0 1-14 16,0 3-5-16,-6 6-46 0,-8 5 8 15,1 4-19-15,-7 7 3 16,-1 0-24-16,-4 11 10 16,2 12-24-1,-3 5 15-15,3 5-9 0,4 3-11 16,6-1-10-16,7-4 5 15,3-3 15-15,3-4-5 16,0-5 16-16,13-7-10 16,7-4 25-16,6-8-5 15,5 0 24-15,2-6-18 16,3-14 5-16,-1-5-14 16,-2-5 2-16,-6-4-1 15,-6-2-11-15,-7-6 6 16,-11-3-13-16,-3-5 10 15,-3-4-25-15,-17-2 11 16,-3-2-30-16,-6 5 26 16,0 1-6-16,3 9 16 15,3 12 3-15,5 8-1 16,3 10 12-16,3 13 9 16,1 4-10-16,8 28-23 15,3 13 25-15,0 13-13 16,4 9 22-16,18 5-5 15,5-2 31-15,2-4-20 16,3-6 2-16,1-8-7 16,-3-9-12-16,-2-8-5 15,-2-6-8-15,-7-7 5 16,-5-5-45-16,-5-5-27 16,-2-2-83-16,-3-9-115 0,-4-1-150 15</inkml:trace>
  <inkml:trace contextRef="#ctx0" brushRef="#br0" timeOffset="1781.92">9943 1400 927 0,'0'0'162'0,"0"0"-7"16,16 83-95-16,-9-50-52 15,-1-6 2-15,1-1-17 16,-1-4-10-16,-2-7-116 16,2-4-94-16,-5-7-158 15</inkml:trace>
  <inkml:trace contextRef="#ctx0" brushRef="#br0" timeOffset="1923.83">9939 1189 785 0,'0'0'64'0,"0"0"41"15,0 0-105-15,0 0-214 16,0 0-385-16</inkml:trace>
  <inkml:trace contextRef="#ctx0" brushRef="#br0" timeOffset="2915.91">10213 1549 789 0,'0'0'135'15,"0"0"44"-15,0 0-99 16,0 0-38-16,0 0 7 16,71 61-24-16,-70-61 5 15,1 0-23-15,-1 0 15 16,-1-9-21-16,3-11 24 15,-1-5-33-15,1-5 13 16,1-2-10-16,0 0-9 16,2 5 3-16,-2 4-3 15,-2 5 14-15,1 7-8 16,-1 5 15-16,1 3-21 0,0 3 22 16,4 0-24-16,-1 3 18 15,0 9-10-15,3 5 11 16,1 0-1-1,1 2-3-15,0 1 5 0,3-4-4 16,-3-1 9-16,5-6-16 16,0-1 18-16,0-5-20 15,1-3 31-15,4 0-11 16,-4-8 14-16,3-8-23 16,-3-4 10-16,-2-3-4 15,-2-6-3-15,-6 1 3 16,-3-2-11-16,-2-3 12 15,-2 5-16-15,0 1 11 16,0 4-21-16,-7 6 15 16,-5 6-28-16,2 7 31 15,-2 4-17-15,1 0 7 16,2 19 1-16,2 7 0 16,4 8 8-16,3 6-9 15,0 5 16-15,13 5-18 16,12 3 30-16,5 7-1 15,3 0 33-15,2 3-3 16,0-3 14-16,-6-1-12 16,-4-7 0-16,-6-6-2 15,-6-6-12-15,-10-7-7 16,-3-5-20-16,-1-5 13 16,-19-5-18-16,-5-6 22 15,-10-6-30-15,-4-3 25 16,-3-3-35-16,-2-4 14 15,0-13-43-15,2-6-37 16,4-6-31-16,6-5-39 16,7-2-174-16,11-3-527 0</inkml:trace>
  <inkml:trace contextRef="#ctx0" brushRef="#br0" timeOffset="3712.99">11302 1423 683 0,'0'0'123'0,"0"0"-17"16,0 0-80-16,0 0 6 0,-58-11-23 16,38 16 4-16,0 15-18 15,-2 5 14-15,1 6-15 16,2 6 7-16,3 0 1 15,7-2-2-15,5-2 6 16,4-9-4-16,0-5 13 16,1-8-13-16,11-6 17 15,7-5-5-15,2-5 21 16,1-14-11-16,3-11 25 16,-1-5-26-16,-1-6-19 15,-5-3-1-15,-3-3-4 16,-9-3 3-16,-4-2-10 15,-2 1 14-15,0 2-25 16,-11-1 9-16,-6 8 5 16,3 5 15-16,-1 8-18 15,1 10 5-15,-2 6-1 16,6 12 1-16,-2 1 2 16,4 14-6-16,3 17 9 15,5 10-6-15,0 9 21 16,0 9 4-16,15 2 65 15,5 3-23-15,4-2 3 16,2-7-37-16,3-8-5 16,-1-9-16-16,-2-10-7 15,4-9 2-15,-2-9-8 16,-1-6-11-16,-4-4-67 16,-3 0-73-16,-7-2-111 15,-7-10-129-15</inkml:trace>
  <inkml:trace contextRef="#ctx0" brushRef="#br0" timeOffset="4349.14">11546 1539 873 0,'0'0'197'0,"0"0"-80"0,0 0-63 16,0 0-10-16,0 0-6 15,58-58-16-15,-55 47 10 16,-2-1-23-16,-1 0 14 16,0-1-26-16,0 3 17 15,0 0-17-15,-1 7 12 16,-7 1-11-16,-3 2-3 16,-1 5-3-16,-2 16-1 15,1 6 7-15,3 4-13 16,0 3 14-16,7 0-15 15,3-3 23-15,0-6-18 16,0-4 19-16,13-6-20 16,3-5 16-16,2-9-4 15,3-1 1-15,2 0 4 16,0-11-3-16,0-4 5 16,-1 1-19-16,-1-2 22 15,0 4-20-15,-4 4 21 16,0 4-21-16,-1 4 20 15,-3 0-21-15,0 0 12 16,0 6-3-16,-3 4 0 16,-1 1 7-16,-1 0 2 15,-2-2 16-15,-1 0-12 16,-4-2 18-16,1-1-18 16,-2 1 22-16,0-5-26 15,0-1 20-15,0-1-13 0,0 0 13 16,-3-3-1-16,-5-14-13 15,0-5-1 1,2-3-11-16,2-2 6 0,4-2-24 16,0 3 35-16,0 5-31 15,0 2 25-15,9 5-27 16,3 1 24-16,0 4-34 16,2-1-20-16,-2 6-26 15,-2 0-65-15,-1 2-142 16,-4 0-191-16</inkml:trace>
  <inkml:trace contextRef="#ctx0" brushRef="#br0" timeOffset="4544.2">12017 1469 820 0,'0'0'147'16,"0"0"106"-16,0 0-118 15,64 90-33-15,-47-62-56 16,-3-1-3-16,1-1-39 15,-5-1 14-15,-3-6-28 16,0-3 2-16,-3-6-44 16,-1-8-53-16,-3-2-119 15,0-4-172-15,0-17-299 16</inkml:trace>
  <inkml:trace contextRef="#ctx0" brushRef="#br0" timeOffset="4665.22">12090 1266 927 0,'0'0'34'0,"0"0"23"0,0 0-45 16,0 0-36-16,0 0-112 15,0 0-138-15</inkml:trace>
  <inkml:trace contextRef="#ctx0" brushRef="#br0" timeOffset="6001.57">12346 1512 823 0,'0'0'101'0,"0"0"50"15,33 73-100-15,-15-48-11 16,1-5-2-16,4-3 24 0,1-5-14 16,-2-5 10-1,-2-3-39-15,-1-3 6 0,-5-1-23 16,-5 0 1-16,-1 0 5 15,-5 0-3-15,2-4 3 16,-4-7-12-16,1-2 16 16,-1-4-20-16,-1-7 22 15,0-4-24-15,0-4 22 16,0 0-27-16,-6 0 1 16,0 2-3-16,0 5 3 15,3 8 2-15,1 3-6 16,2 6-1-16,0 4-30 15,0 4-11-15,9 0-28 16,5 0 25-16,6 9-57 16,1 4-12-16,2-2 35 15,1 2 5-15,-1-2 4 16,-2-2 54-16,0-4 34 16,-4-3 8-16,-2-2 56 15,-1 0 38-15,-5 0 21 16,-2 0-10-16,-2-5-2 15,-4-1-45-15,-1-2 20 16,0 1-31-16,0 3-17 16,-6-2 0-16,-5 6-30 15,-4 0-3-15,1 4-13 16,-3 12 7-16,2 8-23 16,-1 2 9-16,5 0-11 15,3 2 20-15,3-4-14 16,3-5 25-16,2-5-11 0,0-3 5 15,0-4 1 1,12-4 0-16,-1-3 5 0,4 0-7 16,-1-6 14-16,3-6-13 15,-2-5 13-15,-1 2-20 16,-2 2 20-16,-3 0-24 16,-2 5 19-16,-1 2-13 15,1 3 0-15,2 3 10 16,-1 4-9-16,7 11 3 15,2 7-5-15,5 0 16 16,-2 3-16-16,3-3 19 16,-4-3-17-16,1-5 29 15,-2-6-12-15,-1-4 18 16,-1-4-8-16,-1 0-2 16,0-4-7-16,2-12-10 15,-1-8 4-15,-1-3-15 16,-4-5 6-16,-2-5-38 15,-4-6 4-15,-3-3-28 16,-2-4 8-16,0-6-55 16,-9-3-19-16,-4 3 16 15,-1 4 21-15,-2 7 74 16,4 13 21-16,1 8 23 16,5 12 24-16,-1 9 48 15,3 3-9-15,-1 14-28 16,4 16-26-16,1 8 39 15,0 13-10-15,6 6 5 16,11 4-13-16,6 2-8 16,4-3-5-16,-1-3-24 15,-1-6-5-15,-3-11-16 16,-4-5 18-16,-6-9-24 0,-4-7 21 16,-5-7-39-16,-3-6 0 15,0-6-61-15,-5 0-39 16,-13-5-138-16,-5-11-137 15</inkml:trace>
  <inkml:trace contextRef="#ctx0" brushRef="#br0" timeOffset="6155.56">12925 1330 974 0,'0'0'150'0,"0"0"18"15,78-32-134-15,-47 22-14 16,-2 3-30-16,-2 5-37 16,-4 2-157-16,-7 0-166 15</inkml:trace>
  <inkml:trace contextRef="#ctx0" brushRef="#br0" timeOffset="6339.63">13336 1425 1126 0,'0'0'209'0,"0"0"-84"16,28 81-39-16,-20-46-30 15,-1 0-41-15,-2 0-4 16,-2 0-18-16,2-4 7 16,-2-5-84-16,-2-8-37 15,-1-10-137-15,0-8-262 16</inkml:trace>
  <inkml:trace contextRef="#ctx0" brushRef="#br0" timeOffset="6487.45">13322 1123 982 0,'0'0'-1'0,"0"0"6"16,0 0-12-16,0 0-268 15</inkml:trace>
  <inkml:trace contextRef="#ctx0" brushRef="#br0" timeOffset="7381.96">13671 1491 541 0,'0'0'143'0,"0"0"-6"16,0 0-48-16,0 0 10 15,0 0 9-15,23 78-30 16,-15-50-20-16,3-2-2 16,0-3-34-16,1-3 3 15,-4-5-18-15,4-5 7 16,-2-5 4-16,2-5-5 16,-1 0-3-16,1-8-4 15,-2-10 1-15,3-4-7 16,-6-3 8-16,-3-3-16 15,-1 1 16-15,-3 1-22 16,0 0 19-16,0 3-26 16,0 4 22-16,-1 3-13 15,-4 4 13-15,2 5-1 16,2 5-1-16,1 2 2 16,0 0-22-16,0 0 31 15,0 5-29-15,10 8 27 16,4 2-18-16,3 2 22 15,1-3-12-15,2-2 17 16,-2-2-14-16,2-3 9 16,-1-4-2-16,0-3 0 15,1 0 6-15,-4-2-10 16,-1-12 10-16,-3-2-20 16,-5-2 19-16,-2-3-22 0,-5 1 24 15,0-1-28-15,0 3 20 16,-2 3-13-16,-6 4 4 15,-4 7 0-15,1 4-1 16,-6 8 4-16,3 18-23 16,0 6 40-16,2 7-29 15,4 4 21-15,8-2-21 16,0-4 25-16,2-4-21 16,19-6 19-16,3-11-16 15,6-4 2-15,4-8-3 16,0-4-100-16,0 0-118 15,-1-10-193-15,-1-4-348 16</inkml:trace>
  <inkml:trace contextRef="#ctx0" brushRef="#br0" timeOffset="8150.74">14928 1402 820 0,'0'0'97'0,"0"0"19"0,0 0-66 16,0 0-49-16,-65 67 17 16,56-42-19-16,4-2 12 15,4-1-13-15,1-5 7 16,0-5-2-16,0-5-2 15,6-7 2-15,6 0-5 16,0-8 16-16,4-13-15 16,-2-8 11-16,3-7-25 15,-3-2 14-15,-3-5-32 16,-2-5 27-16,-6-5-7 16,-3-3 4-16,0 0-9 15,0 2-17-15,-2 4-4 16,-4 9 2-16,6 8 17 15,0 14-3-15,0 10 6 16,0 9-3-16,12 17 10 16,11 20 13-16,6 18 21 15,9 16 34-15,7 10 57 16,3 10-8-16,6 3-17 16,-5 0 6-16,0-6-35 15,-7-10 9-15,-6-9-19 16,-5-9 23-16,-8-7-52 15,-9-5 24-15,-10-9-29 16,-4-7 12-16,0-8-21 16,-21-9-2-16,-11-11-11 15,-7-4 19-15,-7-6-5 16,-2-16-20-16,2-6 21 16,7-3-26-16,7 0 27 15,12-1-35-15,14 0 19 16,6 3-31-16,4 2-8 0,19 0-23 15,3 3-40-15,5-1-86 16,-9 2-168-16,1 3-292 16</inkml:trace>
  <inkml:trace contextRef="#ctx0" brushRef="#br0" timeOffset="8878.66">16017 1492 728 0,'0'0'116'16,"0"0"80"-16,26 79-52 16,-15-55-79-16,-3-5-31 15,-2-3-36-15,-2-4 12 16,-2-3-43-16,-2-4-69 15,0-2-144-15,-8-3-136 16</inkml:trace>
  <inkml:trace contextRef="#ctx0" brushRef="#br0" timeOffset="9033.14">15992 1200 920 0,'0'0'79'0,"0"0"-32"16,0 0-58-16,0 0-105 16,0 0-62-16,0 0-291 15</inkml:trace>
  <inkml:trace contextRef="#ctx0" brushRef="#br0" timeOffset="9370.62">16239 1599 882 0,'0'0'169'0,"0"0"18"16,0 0-108-16,0 0 5 15,0 0-46-15,0 0-1 16,59 3-17-16,-52-21-7 16,3-5-5-16,0-5-9 15,2-4 3-15,1 2-31 16,-3 5 7-16,3 4-27 15,-2 8 15-15,0 8-4 16,0 5 34-16,-2 5-8 16,1 14 11-16,0 6 2 15,-2 4 3-15,4-1 14 16,-1-2-4-16,1-1 7 16,-2-5-23-16,5-3 13 15,-2-4-21-15,-2-1 17 16,1-3-44-16,1-5-31 0,-2-3-150 15,-2-1-188 1</inkml:trace>
  <inkml:trace contextRef="#ctx0" brushRef="#br0" timeOffset="10152.1">16722 1419 874 0,'0'0'119'15,"0"0"-4"-15,0 0-2 16,0 0-55-16,54 85 5 16,-32-55-10-16,3-2-22 15,1-3 20-15,-1-3-28 16,-4-6 4-16,-3-6-14 15,-1-5 7-15,-5-3-19 16,-2-2 19-16,0 0-25 16,-3-14 33-16,-1-8-25 15,0-5 14-15,-3-7-21 16,1-5 7-16,-4 2-3 16,0-1-8-16,0 5-10 15,0 5 11-15,0 6-8 16,0 7-32-16,-2 6 14 15,-3 5-49-15,1 4-35 16,-1 0-50-16,1 6-117 16,1 11-132-16</inkml:trace>
  <inkml:trace contextRef="#ctx0" brushRef="#br0" timeOffset="10736.73">17092 1502 450 0,'0'0'168'0,"0"0"55"15,78 0-49-15,-52 0-73 16,-3-9-4-16,-3-1-38 16,-5 1-11-16,-2-3-27 15,-6 1 10-15,-6-2-19 16,-1 0 13-16,0-2-25 16,0 1 18-16,-8-1-24 15,-5 3 10-15,-2 2-7 16,-2 7-5-16,-4 3-6 15,3 3-13-15,-2 15 5 16,2 8-9-16,0 5 4 16,3 4-9-16,5 0 27 15,6-1-18-15,4-4 31 16,0-3-12-16,7-5 13 16,15-4 6-16,5-6 7 15,5-4 13-15,4-4-7 16,3-1 19-16,1-3-33 15,-2 1 12-15,-8 2-25 16,-5 1 17-16,-6 0-24 16,-8 1 20-16,-4 1-14 15,-4-3 15-15,-3 0 2 16,0-2 8-16,0 1 14 16,0-2-5-16,-10 0 14 15,-1 0-30-15,-2 0 17 16,-1-10-24-16,0-8 18 15,4-4-30-15,3-5 18 16,3-3-17-16,4-1 5 16,0-1 2-16,5 5-3 0,8 3 6 15,6 4-15 1,-3 4 19-16,0 2-22 0,-2 3 8 16,2 1-51-1,-3 2 3-15,3 1-53 0,-7 1-94 16,-2 2-221-16</inkml:trace>
  <inkml:trace contextRef="#ctx0" brushRef="#br0" timeOffset="11786.25">17842 1417 640 0,'0'0'118'0,"0"0"54"0,0 0-62 16,0 0-64-16,-28-11 1 15,9 11-17-15,-2 1 14 16,-5 13-21-16,1 4-15 15,3 2 0-15,2 2-13 16,6-2 12-16,4 0-16 16,8-2 16-16,2-1-18 15,0-1 20-15,16-1-19 16,7 0 17-16,2 0-6 16,2 0 4-16,2 1 5 15,0 1 9-15,-5-4 12 16,-2 1-6-16,-9-3 14 15,-4-2-24-15,-6 2 21 16,-3-5-26-16,0 2 27 16,-6 1-24-16,-6-3 2 15,0 3-12-15,3-4-3 16,0-1 1-16,5-1-1 16,2-2 6-16,1-1-17 15,1 0 15-15,0 0-27 16,1-3 22-16,11-6-17 15,8-4 26-15,2-2-18 16,4-2 13-16,3 2-5 16,4-4 2-16,0-1 1 15,-1 1-5-15,-6 1 10 16,-2-1-14-16,-5 3 20 0,-7-1-18 16,-5 0 27-16,-6 1-23 15,-1-1 18-15,0 1-17 16,-1 1 6-16,-9 3-4 15,1 2-1-15,-4 5-1 16,0 5-3-16,-1 0 8 16,-4 11-16-16,0 13 19 15,2 5-18-15,0 3 25 16,6 4-25-16,4-2 23 16,6-3-17-16,0-2 9 15,1-4 2-15,17-5-1 16,5-5 1-16,4-5-11 15,5-6 13-15,-2-4-32 16,5 0-22-16,0-7-119 16,-2-10-222-16,-1 1-465 15</inkml:trace>
  <inkml:trace contextRef="#ctx0" brushRef="#br0" timeOffset="12638.29">18671 1781 656 0,'0'0'157'0,"0"0"12"16,0 0-5-16,76 61-62 16,-61-36-9-16,-4 3-37 15,-8 1 2-15,-3-1-35 16,0 1 17-16,-10-3-34 16,-6-3 8-16,-3-5-8 15,-1-4-4-15,-3-3-1 16,1-6-28-16,2-5-32 15,4 0-57-15,-1-5-76 16,5-16-202-16,3-6-365 16</inkml:trace>
  <inkml:trace contextRef="#ctx0" brushRef="#br0" timeOffset="13305.9">19475 1261 685 0,'0'0'76'15,"0"0"32"-15,0 0-13 16,0 0-10-16,0 0-40 15,37-76-8-15,-37 53-10 16,0-1 8-16,-1 1-21 16,-15 2 9-16,-4 1-24 15,-2 5 16-15,-4 4-22 16,0 7 13-16,0 4-9 16,2 0-1-16,5 15 3 15,3 13-2-15,4 6 7 16,8 6-8-16,4 7 16 15,0 4-8-15,6 3 38 16,10 3-7-16,4 0 31 16,3 3-24-16,-2-5 6 15,0-2-3-15,1-6-8 16,-5-5-11-16,0-5-8 16,-2-6 8-16,-2-2-20 15,-3-8 11-15,-6 0-23 16,2-5 23-16,-3-3-27 15,-2-8 23-15,1-1-31 0,-2-3-3 16,0-1-19-16,0 0-7 16,-6-3-18-16,-7-8-73 15,-3-4-78-15,-4-1-131 16,-2 0-168-16</inkml:trace>
  <inkml:trace contextRef="#ctx0" brushRef="#br0" timeOffset="13496.59">19267 1623 929 0,'0'0'151'16,"0"0"14"-16,0 0-32 16,0 0-84-16,81-32-26 15,-54 24-11-15,2-1-15 16,0-1-14-16,-3-2-120 15,-3-3-169-15,-4-1-334 16</inkml:trace>
  <inkml:trace contextRef="#ctx0" brushRef="#br0" timeOffset="14074.61">19921 1191 929 0,'0'0'128'16,"0"0"23"-16,0 0-61 15,0 0-3-15,0 0-49 16,68 0-1-16,-48-2-37 16,-2-2 12-16,-1 0-25 15,-4-2-23-15,-2 1-56 16,-2 0-58-16,-3-1-40 16,-2-1-67-16,1 0-165 15</inkml:trace>
  <inkml:trace contextRef="#ctx0" brushRef="#br0" timeOffset="14288.94">20183 1045 767 0,'0'0'133'0,"0"0"43"16,0 0-66-16,0 0-5 15,0 0-55-15,0 0-5 16,24 88-28-16,-21-62 9 15,2-4-21-15,0-2-8 16,1-2-3-16,0-4-69 16,1-4-37-16,-3-4-114 15,1 1-156-15</inkml:trace>
  <inkml:trace contextRef="#ctx0" brushRef="#br0" timeOffset="14924.93">20626 1100 920 0,'0'0'112'16,"0"0"68"-16,-43 106-95 15,25-51-24-15,-3 9-24 16,1 3 0-16,2 3-16 16,5 2-3-16,10-3 2 15,3-5-8-15,0-8 15 16,20-10-6-16,5-10-4 15,2-11-27-15,-2-9 23 16,3-6-43-16,-4-6 0 16,-1-4-44-16,-3 0-45 15,-7 0-90-15,-2-7-128 16,-7-4-260-16</inkml:trace>
  <inkml:trace contextRef="#ctx0" brushRef="#br0" timeOffset="15237.15">20797 1556 976 0,'0'0'205'15,"0"0"-68"-15,0 0-53 16,103 86-31-16,-71-63-5 16,1-3-28-16,-1-3 13 15,-5-6-36-15,-3-3 19 16,-6-6-30-16,-2 0-6 16,-9-2-24-16,-1 0-22 15,-6 0-59-15,0-12-62 16,0-3-106-16,0-5-185 15</inkml:trace>
  <inkml:trace contextRef="#ctx0" brushRef="#br0" timeOffset="15415.38">21010 1512 738 0,'0'0'142'0,"0"0"8"15,0 0-53-15,-91 102-9 16,64-65-45-16,5-1 2 15,2-6-44-15,5-5 12 16,5-6-28-16,9-11-33 0,1-6-53 16,0-2-68-16,4-9-100 15,8-11-220 1</inkml:trace>
  <inkml:trace contextRef="#ctx0" brushRef="#br0" timeOffset="15790.96">20984 1036 944 0,'0'0'194'0,"69"76"-51"16,-25-22-63-16,-1 4 6 16,-1 5-47-16,-3 1 28 15,-3 2-27-15,-8-2 9 16,-7-2-16-16,-11-4 2 16,-7-4-3-16,-3-7-12 15,0-6-5-15,-7-3-18 16,-5-9 16-16,-5-5-26 15,1-5 17-15,0-5-51 16,-1-5 0-16,1-5-75 16,-4-4-34-16,1-1-251 15,-4-16-504-15</inkml:trace>
  <inkml:trace contextRef="#ctx0" brushRef="#br0" timeOffset="18776.43">18839 804 482 0,'0'0'75'0,"0"0"44"16,0 0-18-16,0 0-19 15,6 19 17-15,-1 6 6 16,0 6-27-16,1 9-27 15,1 5 2-15,2 4-25 16,-2 4 9-16,2 2-11 16,1 1 16-16,0 0-32 15,-1-2 29-15,1 1-23 16,-3-1 3-16,2-2-10 16,-3-2-1-16,2 0 0 15,-1-1-8-15,2-3 10 16,1 0-16-16,-3 0 23 15,2 0-21-15,1-3 26 16,2 0-25-16,-4-5 21 16,1-1-23-16,1-6 8 15,-4-2-1-15,-2-8-5 16,1-2 14-16,-1-8-12 16,-1-2 11-16,0-1-20 0,1-4 22 15,-4 0-22 1,1-1 26-16,-1 1-28 0,2 0 23 15,-2 1-18 1,1 1 8-16,2 0-1 0,0 0-1 16,3 1 4-16,0-2-11 15,2 2 17-15,4 0-19 16,0-2 22-16,2 4-22 16,5-1 25-16,1-2-24 15,7 1 21-15,2 0-16 16,6-2 11-16,3 1 1 15,2-2-8-15,3-1 11 16,2 0-16-16,4-3 17 16,0 0-21-16,2 0 24 15,-1 0-25-15,2 0 27 16,-4 0-30-16,1 0 23 16,-4 0-14-16,-2 0 4 15,-1 0 5-15,0 0-6 16,-2 0 8-16,1 0-14 15,-1 0 22-15,1-2-26 16,-2 1 24-16,0 0-27 16,-2-1 30-16,4 1-28 15,-4-1 19-15,2 1-7 16,0 1 2-16,3-3 3 16,-1 2-5-16,1 1 12 15,2-3-21-15,-2 2 23 16,4-2-26-16,-1-1 31 15,1 0-31-15,-2-2 28 16,0 1-27-16,-2 0 18 16,-3-2-7-16,3 4 0 15,-1-2 3-15,-1 2-8 0,3 0 13 16,-1 1-18-16,0-1 23 16,1 0-26-16,1 0 31 15,0 0-33-15,-2 1 29 16,2-3-25-16,-3 1 16 15,-1-1-4-15,-1 0-2 16,-5 1 3-16,1 1-8 16,-5 1 16-16,1-1-20 15,-5 0 22-15,-5 1-26 16,-2 0 31-16,-7-1-33 16,-4 2 28-16,-2 1-20 15,-2-3 11-15,1 0 0 16,-3 1-1-16,4-2 5 15,2-4-12-15,-1-1 16 16,4-2-21-16,-2-5 28 16,-2-3-24-16,3-5 36 15,-4-2-32-15,-2-6 27 16,-1-5-24-16,0-7 7 16,-3-6-2-16,0-9-7 15,0-5 7-15,0-4-16 16,0-4 18-16,-6 4-23 15,2 1 29-15,-2 6-28 16,-1 5 29-16,0 6-30 16,1 5 24-16,-3 4-12 15,0 5 1-15,0-1 4 16,1 1-6-16,0 2 10 16,1 1-18-16,-1 1 20 15,3 4-24-15,0 5 28 0,-1 2-31 16,1 8 35-16,1 2-30 15,-2 4 20-15,0 5-10 16,-3 2 1-16,-1 0 2 16,-2 0-4-16,1 0 10 15,-2 0-16-15,1 0 24 16,-3 0-27-16,1 0 33 16,0 0-35-16,-3 0 33 15,-2 0-30 1,0 0 18-16,-1-2-6 0,-3-2 0 15,-3 1 3-15,-3 3-8 16,-6 0 13-16,-1 0-19 16,-3 0 25-16,-5 0-27 15,0 7 32-15,1-4-34 16,-2 2 30-16,3-2-22 16,-1-2 10-16,1 1-3 15,1-2 2-15,-2 1 2 16,3-1-10-16,-1 1 16 15,2 2-20-15,2-3 24 16,-2 0-26-16,1 3 30 16,1-2-31-16,1 1 25 15,-1-1-18-15,4 1 8 16,0 0 0-16,1-2-2 16,3 2 3-16,2-1-10 15,1 1 17-15,0-2-21 16,1 0 24-16,1 3-28 15,-1-2 28-15,-1-1-24 0,2 3 20 16,0-1-14-16,0 1 6 16,-1 0 0-16,1-1-1 15,-3 1 7-15,-1 0-16 16,0-3 20-16,0 2-24 16,-3 2 28-16,-2-4-29 15,0 2 29-15,1 0-30 16,1 1 22-16,-3 0-9 15,4 0 2-15,-2-2 1 16,0 0-3-16,2 1 10 16,0-2-18-16,1 2 22 15,0-2-24-15,1 2 29 16,2 0-30-16,0 1 24 16,2 0-17-16,1 0 12 15,1-2-7-15,-1-1 2 16,1 1 1-16,2-1-3 15,1 0 9-15,1 0-17 16,-3 0 22-16,1 0-25 16,-3 0 30-16,0 0-31 15,1 0 28-15,-2 0-24 16,1 2 12-16,4-2-2 16,0 0 1-16,2 0 1 15,1 0-6-15,2 0 12 16,0 0-18-16,1 0 22 15,2 0-24-15,-1 0 28 16,1 0-29-16,1 0 25 16,1 0-18-16,2 0 8 15,-2-2-1-15,3 1-1 16,3 1 4-16,1 0-10 16,-1-3 16-16,-2 2-19 15,-1 1 21-15,-2-4-24 0,-1 2 28 16,-1 0-30-16,0 0 25 15,0 0-18-15,3-1 8 16,-3 2 0-16,2-1-3 16,1 1 5-16,0 0-11 15,1 1 18-15,-2-2-23 16,2 1 29-16,1-1-28 16,2 2 27-16,2 0-28 15,-2-2 21-15,3 2-12 16,0-2 4-16,-3 2 1 15,2 0-4-15,-5 0 9 16,2 0-14-16,-1 0 18 16,1 0-22-16,0 0 28 15,1 0-28-15,1 0 28 16,1 0-29-16,1 0 20 16,0 0-10-16,0 0 2 15,0 0 1-15,0 0-7 16,0-2 3-16,0-2-34 15,0 1-3-15,0-2-51 16,7-6-13-16,2 2-161 16,1-2-178-16</inkml:trace>
  <inkml:trace contextRef="#ctx0" brushRef="#br0" timeOffset="24281.11">2053 15184 525 0,'0'-1'26'0,"0"1"93"0,0 0 11 16,0 0-29-16,0 0-38 15,2 8 23-15,2 13-44 16,0 10 33-16,2 9 4 15,0 6-31-15,1 2 0 16,-3 1-12-16,-1-2-8 16,-1-8-10-16,-1-8 15 15,-1-8-32-15,2-10 17 16,-1-3-21-16,-1-8 20 16,0-2-18-16,0 0 17 15,0-6-5-15,-4-12-5 16,-7-8-3-16,-4-7-7 15,0-6 11-15,-1-6-16 16,2-3 15-16,1-3-24 16,3-3 23-16,1 5-23 15,4 4 21-15,2 8-20 16,1 9 15-16,1 10 1 16,1 7 0-16,0 7 2 15,0 4-5-15,0 0 9 16,0 14-21-16,3 8 20 15,11 3-15-15,1 8 29 16,3 5-22-16,5 1 26 16,2-2-17-16,2 2 7 0,1-4 1 15,1-2-5-15,1-3 0 16,-1-4-8-16,-3-4 13 16,-2-3-16-16,-3-6 16 15,-4-2-22-15,-4-5 21 16,0-5-41-16,-3-1-9 15,-3 0-46-15,3 0-48 16,-4-10-56-16,-2-3-113 16,-4-3-159-16</inkml:trace>
  <inkml:trace contextRef="#ctx0" brushRef="#br0" timeOffset="24645.29">2196 14915 759 0,'0'0'66'0,"0"0"51"16,0 0 56-16,3 103-76 16,11-60 2-16,1 5-35 15,4 2-14-15,-3 2-8 16,2 1-11-16,1-1-17 16,-4-6-11-16,0-3 8 0,0-7-17 15,-2-8 19 1,-3-8-23-16,-1-9 14 0,-2-8-66 15,1-3-31-15,-2 0-82 16,0-14-74-16,0-5-154 16</inkml:trace>
  <inkml:trace contextRef="#ctx0" brushRef="#br0" timeOffset="25098.91">2523 15333 826 0,'0'0'27'16,"0"0"75"-16,0 0-52 15,0 68-7-15,0-45-11 16,0 0 4-16,7-4-16 15,2-1-7-15,5-6 17 16,-1-3-7-16,4-3 10 16,1-2-28-16,2-4 15 15,-2 0-19-15,1 0 14 16,-3 0-9-16,-3-10-1 16,0-2 6-16,-6-1 2 15,-4-2 16-15,-1-2-10 16,-2-2 16-16,0-1-28 15,-3-3 20-15,-9 1-28 16,-2-1 18-16,-1 4-25 16,-2 2 13-16,4 5-8 15,-3 5-4-15,0 7-2 0,-1 0-26 16,1 12-25 0,-4 8-54-16,0 7-55 0,2-2-94 15,4-4-80-15</inkml:trace>
  <inkml:trace contextRef="#ctx0" brushRef="#br0" timeOffset="25441.38">2704 15075 874 0,'0'0'44'0,"0"0"133"15,32 109-49-15,-16-67-52 16,3 2-34-16,2 1 6 15,-3-3-20-15,-1-1 0 16,1-4-32-16,-3-7 20 16,-6-6-25-16,3-6 12 15,-5-7-40-15,-3-6-45 16,-4-5-65-16,0 0-127 0,0 0-111 16</inkml:trace>
  <inkml:trace contextRef="#ctx0" brushRef="#br0" timeOffset="25663.76">2628 15175 937 0,'0'0'87'16,"0"0"90"-16,0 0-124 15,96-73-42-15,-68 61-8 16,-2 7-21-16,-1 3-71 16,-5 2-112-16,-7 0-116 15,-3 14-326-15</inkml:trace>
  <inkml:trace contextRef="#ctx0" brushRef="#br0" timeOffset="26151.06">3016 15331 705 0,'0'0'118'16,"0"0"20"-16,0 0-19 16,0 0-30-16,0 0-37 15,0 0-27-15,52-5 20 16,-50-3-26-16,-2-1 20 15,0-2-24-15,0-1 7 16,0-1-30-16,0 2 19 16,-9-3-12-16,4 3 1 0,-3 1 2 15,1 2-3-15,-1 4 4 16,0 0-11-16,-1 4 15 16,1 0-21-16,-2 0 21 15,0 4-20-15,1 8 20 16,0 5-20-16,-1 5 14 15,6 2-5-15,1 4 4 16,1-1 1-16,2 0-7 16,0 0 11-16,0-2-13 15,9 1 15-15,5-4-17 16,1-2 23-16,5-3-15 16,2-3 17-16,1-3-19 15,2-7 7-15,1-2-3 16,-2-2-4-16,-4 0-8 15,1-6-26-15,-7-6-33 16,0-1-41-16,-5 0-72 16,-4 0-180-16</inkml:trace>
  <inkml:trace contextRef="#ctx0" brushRef="#br0" timeOffset="26401.24">3256 15260 1086 0,'0'0'20'0,"0"0"121"0,0 0-82 15,0 0-36-15,0 0-25 16,9 19-33-16,-9-11-180 16,0 3-234-16</inkml:trace>
  <inkml:trace contextRef="#ctx0" brushRef="#br0" timeOffset="26583.57">3365 15424 967 0,'0'0'191'0,"0"0"-4"0,0 0-95 16,0 0-29-16,0 0-48 15,0 0 5-15,17 29-29 16,-17-29 4-16,0 0-92 16,0 0-156-16,-14 0-511 15</inkml:trace>
  <inkml:trace contextRef="#ctx0" brushRef="#br0" timeOffset="27433.58">4439 15043 675 0,'0'0'37'15,"0"0"51"-15,0 0 51 16,0 0-90-16,0 0 24 16,-4-54-33-16,-4 37-3 15,-3 1-19-15,-1-2-10 16,-1 1 1-16,-1 3-11 0,-1 3 9 16,3 6-15-16,-2 3 16 15,3 2-27-15,-1 0 12 16,4 10-25-16,-2 8 36 15,5 3-14-15,3 8 9 16,2 6-1-16,0 4 5 16,0 6 11-16,5 3 2 15,11 1 22-15,3-1 15 16,1-3 4-16,2-3-46 16,-1-3 24-16,-2-6-23 15,0-5 18-15,-4-2-26 16,-3-7 5-16,-3-3-1 15,-3-3-8-15,-2-3 4 16,-1-5-13-16,-3-1 5 16,0 0-42-16,0-4-13 15,0 0-80-15,-4 0-51 16,-8 0-105-16,-4-6-197 16</inkml:trace>
  <inkml:trace contextRef="#ctx0" brushRef="#br0" timeOffset="27611.57">4339 15337 913 0,'0'0'131'0,"0"0"11"15,0 0-124-15,84-44-5 0,-62 30-44 16,1 2-122-16,-3-1-293 15</inkml:trace>
  <inkml:trace contextRef="#ctx0" brushRef="#br0" timeOffset="28442.77">4686 15018 658 0,'0'0'62'16,"0"0"63"-16,0 0 12 16,0 0-17-16,0 0-46 15,0 0 17-15,0 0-38 16,0 0 10-16,2 0-36 16,3 0 1-16,7 0-2 15,1 0-2-15,5 0 4 16,2 0-14-16,-2 0 7 15,-1 0-26-15,-2 0 20 16,-5-2-26-16,-1-1 25 16,-4 2-36-16,0 1 1 15,-1-3-24-15,1 2-9 16,-1-2-69-16,1 0-112 16,-2-5-127-16</inkml:trace>
  <inkml:trace contextRef="#ctx0" brushRef="#br0" timeOffset="28753.9">4944 14879 808 0,'0'0'144'0,"0"0"44"0,0 0-63 16,0 0-49-16,0 0 1 15,32 42-34-15,-25-23 7 16,2 3-44-16,-1-4 14 16,-2 4-25-16,0-6 11 15,3 3-6-15,-2-5-9 16,-1 1-27-16,4-6-50 15,-3-2-53-15,-4-4-219 16,2-3-315-16</inkml:trace>
  <inkml:trace contextRef="#ctx0" brushRef="#br0" timeOffset="29520.43">5568 14941 676 0,'0'0'112'0,"0"0"78"0,0 0-35 15,0 0-62-15,-28 42-45 16,15-10 16-16,1 10-26 15,0 6 18-15,3 8-25 16,3 1 0-16,1 1-12 16,4-1-4-16,1-5 1 15,0-5-6-15,7-4 11 16,7-10-24-16,5-6 20 16,1-8-25-16,3-6 23 15,-4-7-29-15,3-6 15 16,-3 0-45-16,-2-2-18 15,-3-11-60-15,-2-2-120 16,-3-2-223-16</inkml:trace>
  <inkml:trace contextRef="#ctx0" brushRef="#br0" timeOffset="29960.91">5719 15222 808 0,'0'0'68'0,"0"0"88"16,0 0-18-16,0 0-52 0,0 0-17 15,11 0-12-15,-3 0-17 16,4 0 8-16,3 11-23 16,6 3 22-16,2 5-25 15,6 1 24-15,-1 2-36 16,1 0 25-16,-2-2-29 15,-1-4 10-15,-6-2-11 16,-5-4-4-16,-7-5 3 16,-2-3-13-16,-4-2 6 15,-2 0-38-15,0 0-3 16,0 0-49-16,-10-7-15 16,-2-3-101-16,-2 0-115 15,-2-3-161-15</inkml:trace>
  <inkml:trace contextRef="#ctx0" brushRef="#br0" timeOffset="30182.94">5900 15183 902 0,'0'0'111'15,"0"0"53"-15,0 0-50 16,-38 92-46-16,20-59-6 15,0 0-43-15,1-4 7 16,5-6-32-16,1-7 21 16,6-4-27-16,2-7 4 15,3-5-60-15,0 0-81 16,3-14-132-16,5-8-131 16</inkml:trace>
  <inkml:trace contextRef="#ctx0" brushRef="#br0" timeOffset="30620.01">5911 14912 893 0,'0'0'202'16,"0"0"-40"-16,92 87-63 15,-48-52-33-15,2 1-8 16,-1-1-3-16,-2 0-15 15,-9 2 22-15,-6 1-23 16,-14 1 16-16,-5 2-14 16,-9 1 6-16,0 1-37 15,-4-3 26-15,-11-6-20 16,-3-7-4-16,-1-5-6 16,-4-7-7-16,0-4-10 15,0-3-43-15,1-2-22 16,4-4-45-16,2-2-18 15,2 0-222-15,4-5-514 16</inkml:trace>
  <inkml:trace contextRef="#ctx0" brushRef="#br0" timeOffset="32977.87">6728 15391 774 0,'-3'0'186'0,"1"0"-29"16,2 0-39-16,0 0-31 0,0 0-15 15,2 0-20-15,16 0-14 16,5 0 15-16,8-1-15 16,6-3 16-1,5 0-26-15,4-2 21 0,-1 2-35 16,-2 0 16-16,-1 2-29 15,-8-2 5-15,-5 3-4 16,-6 0-2-16,-8 1 4 16,-2-2-11-16,-6 2 9 15,-4-1-24-15,-2 1 8 16,-1-3-43-16,0 0 10 16,0-1-49-16,0-4-18 15,-8 0-101-15,-4-1-95 16,-1 0-143-16</inkml:trace>
  <inkml:trace contextRef="#ctx0" brushRef="#br0" timeOffset="33503.81">6717 15271 498 0,'0'0'108'0,"0"0"26"16,0 0-23-16,0 0-28 15,0 0 4-15,-6 1-21 16,6-1 11-16,0 0-15 16,0 0 12-16,9 0-14 15,8 0 19-15,3 0-40 16,3 0-2-16,3 0-5 15,2 0-4-15,2 0 1 16,-1-2-9-16,0-2 11 16,-4 0-22-16,-3 0 15 15,-1-2-27-15,-4 2 23 16,-7 1-33-16,-3 2 27 16,-2 0-24-16,-5 1 0 15,1-2-14-15,-1 2-19 16,0-1-12-16,0-2-36 15,0-1-55-15,0-2-185 16,0 1-170-16</inkml:trace>
  <inkml:trace contextRef="#ctx0" brushRef="#br0" timeOffset="33912.12">7089 14975 805 0,'0'0'96'0,"0"0"99"16,0 0-54-16,0 0-41 16,0 0-19-16,-13 105-36 15,-7-55 2-15,-4 8-25 16,-4 4 27-16,-1 1-34 16,0 0 13-16,0-3-27 15,6-10 6-15,5-9-7 16,4-9 2-16,6-12-1 15,4-10-15-15,4-9-15 16,0-1-42-16,5-5 5 16,7-12-79-16,0-3-100 15,0-9-221-15</inkml:trace>
  <inkml:trace contextRef="#ctx0" brushRef="#br0" timeOffset="34520.19">8366 14607 701 0,'0'0'121'0,"0"0"125"15,0 0-89-15,25 75-52 16,-16-45-27-16,0-1-27 16,0-1-15-16,-1-3-26 15,-2-4 5-15,-1-6-22 16,1-2 17-16,-4-3-42 15,1-4-10-15,-1-2-76 0,-1-1-50 16,-1-2-177-16,0-1-155 16</inkml:trace>
  <inkml:trace contextRef="#ctx0" brushRef="#br0" timeOffset="34973.96">7920 14976 718 0,'0'0'117'0,"0"0"57"16,0 0-63-16,0 0-68 16,0 0 55-16,80 4-27 15,-32-1 1-15,10-3-27 16,7 2 0-16,8-2-10 16,3 0-3-16,3 0 4 15,-1 0-16-15,0-2 9 16,-3-6-22-16,-4-3 17 15,-8 1-28-15,-12 1 30 16,-9 2-29-16,-9 3 17 16,-14 0-21-16,-8 3 8 15,-6 1-7-15,-2 0-9 16,-3 0-16-16,0 0-24 16,0 0-13-16,-3 1-51 15,-9 3-90-15,-2 2-208 0</inkml:trace>
  <inkml:trace contextRef="#ctx0" brushRef="#br0" timeOffset="35607.8">8377 15302 693 0,'0'0'72'0,"0"0"102"15,0 0-27-15,0 0-58 16,0 0-24-16,2-19-18 16,-5 11-25-16,-6 0 6 15,-1 3-21-15,-1 1 14 16,0 2-26-16,-1 2 23 15,-1 0-26-15,-2 2 20 16,1 11-19-16,1 5 8 0,3 5-2 16,1 6 0-16,3 7 5 15,5 4-7-15,1 2 22 16,0 3-5-16,0 2 20 16,7-4-19-16,2 0 24 15,3-4-27-15,-1-2 21 16,-1-5-16-16,0-4 4 15,-1-5-3-15,-4-4-8 16,0-5 0-16,-2-3-14 16,-3-4 14-16,0-2-19 15,0-3 23-15,0 0-28 16,0-2 16-16,-2 0-54 16,-8 0-2-16,0 0-35 15,-3-8-77-15,-5-3-52 16,1 0-63-16,-3 0-97 15</inkml:trace>
  <inkml:trace contextRef="#ctx0" brushRef="#br0" timeOffset="35780.12">8159 15747 611 0,'0'0'148'16,"0"0"63"-16,0 0-42 15,0 0-29-15,0 0-56 16,94-39-30-16,-69 28-50 15,-1-1 11-15,0-1-32 16,0 1-36-16,-4 1-109 16,-4 1-134-16,0 1-256 15</inkml:trace>
  <inkml:trace contextRef="#ctx0" brushRef="#br0" timeOffset="36112.83">8578 15376 827 0,'0'0'105'0,"0"0"66"0,0 0-49 16,-20 83-43-16,16-51-19 15,-1 3-17-15,4 2-26 16,1 2 11-16,0-4-22 16,0 1 16-16,3-4-28 15,5-3 23-15,3-9-28 16,0-4 19-16,-2-6-11 16,1-5-12-16,1-5-35 15,-2 0-54-15,0-4-56 16,0-10-100-16,-1 0-107 15</inkml:trace>
  <inkml:trace contextRef="#ctx0" brushRef="#br0" timeOffset="36407.67">8678 15593 744 0,'0'0'102'16,"0"0"101"-16,0 0-61 0,0 0-38 15,0 0-28-15,88 60-29 16,-69-47 5-16,-2 1-37 16,-2-3 11-16,-3-1-34 15,-3-3 21-15,-1-2-24 16,-4-1 5-16,1-1-24 15,-3-3-27-15,1 0-35 16,0 0-59-16,1-4-61 16,-3-11-54-16,2-6-87 15</inkml:trace>
  <inkml:trace contextRef="#ctx0" brushRef="#br0" timeOffset="36612.4">8879 15526 579 0,'0'0'56'15,"0"0"39"-15,0 0 21 16,0 0 6-16,0 0-24 16,-73 89-12-16,55-63-71 15,2-3 4-15,0-4-17 16,4-3 2-16,3-6-2 16,4-2-4-16,2-5 0 15,3-3-44-15,0 0-60 16,0 0-101-16,0-8-42 15,0-3-267-15</inkml:trace>
  <inkml:trace contextRef="#ctx0" brushRef="#br0" timeOffset="36942.17">8799 15219 779 0,'0'0'100'0,"0"0"69"16,69 90-7-16,-35-49-53 16,2 7 12-16,0 2-71 15,-4 1-2-15,-6-2 8 16,-8-3-6-16,-7-3-21 15,-11-4-24-15,0-6 10 16,-5-2-21-16,-16-6 20 16,-4-2-41-16,-9-3-14 15,-7 1-71-15,-3-2-29 16,-3-3-234-16,-2-7-518 16</inkml:trace>
  <inkml:trace contextRef="#ctx0" brushRef="#br0" timeOffset="37878.74">9800 15458 835 0,'0'0'154'15,"0"0"33"-15,0 0-73 16,0 0-17-16,20-21-36 16,-15 0-16-16,2-9-12 0,-1-6-16 15,2-6 5 1,-3-4-19-16,0-1 15 0,-3-1-28 16,1 6 26-16,0 7-29 15,-2 6 29-15,1 9-29 16,-1 12 19-16,-1 8-10 15,2 0-6-15,2 18-5 16,-2 10 3-16,6 6 17 16,4 4-19-16,5 3 23 15,4-3-23-15,4-2 26 16,4-7-26-16,0-2 27 16,1-6-24-16,-3-4 17 15,-2-5-4-15,-5-5 2 16,-2-4 4-16,-4-3-4 15,-5 0 14-15,-2-5-17 16,-4-12 27-16,-3-6-18 16,0-3 28-16,0-9-42 15,-6-4 23-15,-7-3-24 16,-1-2 8-16,-4-2-4 16,1 5-2-16,0 4 2 15,4 8-16-15,1 4 1 16,5 10-42-16,4 2-11 15,3 6-87-15,0 4-153 16,0 3-266-16</inkml:trace>
  <inkml:trace contextRef="#ctx0" brushRef="#br0" timeOffset="38543.76">10483 15154 482 0,'0'0'119'0,"0"0"13"16,0 0-35-16,0 0 6 15,9-6 2-15,-9 6-25 16,0 0 1-16,0 0-32 15,0 0 12-15,0 0-30 16,0 7 12-16,0 5-47 16,-5 5 21-16,-3 4-24 15,4 5 10-15,2 1-1 16,2 0-3-16,0 0 3 16,3-4-8-16,13-5 15 15,4-5-13-15,5-4 24 16,2-8-18-16,3-1 29 15,2 0-28-15,-2-14 24 16,-1-3-15-16,-3-3 0 16,-5-3 2-16,-7-3-5 15,-7 2 7-15,-7-2-8 0,0 0 19 16,-10 1-24-16,-14 0 17 16,-5 1-28-16,-5 6 26 15,1 1-31-15,-1 6 24 16,3 6-18-16,5 3 2 15,5 2-7-15,5 0-23 16,1 10-15-16,8 4-59 16,1 1-64-16,5-1-174 15,1 1-242-15</inkml:trace>
  <inkml:trace contextRef="#ctx0" brushRef="#br0" timeOffset="38947.25">10952 14848 916 0,'0'0'138'0,"0"0"55"0,11 86-87 15,-4-51-19-15,3 0-33 16,0-2-28-16,0 0-15 16,-1-6-14-16,2-4 13 15,-2-2-46-15,-3 0-33 16,-3-2-126-16,-3-1-144 16,0-1-350-16</inkml:trace>
  <inkml:trace contextRef="#ctx0" brushRef="#br0" timeOffset="39137.11">11126 15385 1073 0,'0'0'169'16,"0"0"-7"-16,0 0-83 16,0 0-34-16,3 80-22 15,-3-68-20-15,0-3 5 16,0-4-25-16,0-5-3 15,-3 0-57-15,-1-8-70 16,-2-13-194-16,1-6-216 16</inkml:trace>
  <inkml:trace contextRef="#ctx0" brushRef="#br0" timeOffset="39376.58">11176 14836 1092 0,'0'0'154'16,"18"71"11"-16,-4-26-101 16,1 1-11-16,-4-3-53 15,-1 1 17-15,-2-5-23 16,-1-2-22-16,-5-3-88 15,0-6-171-15,-1-3-259 16</inkml:trace>
  <inkml:trace contextRef="#ctx0" brushRef="#br0" timeOffset="39539.19">11364 15370 970 0,'0'0'141'0,"0"0"85"16,0 0-89-16,0 0-76 15,0 0-6-15,0 0-56 16,20 43 15-16,-20-43-71 16,0 0-46-16,-17 0-278 15,-4 2-590-15</inkml:trace>
  <inkml:trace contextRef="#ctx0" brushRef="#br0" timeOffset="40329.21">9918 15686 752 0,'0'0'97'0,"0"0"81"15,0 0-62-15,0 0-25 0,2 0-25 16,22 0 3-16,11 0-2 16,10 0-20-16,14 0 2 15,16 0-18-15,10-3 13 16,14-1-26-16,8 0 23 16,5-1-32-16,2-3 20 15,-2 0-37-15,-6-1 11 16,-12-2-1-16,-11 2-1 15,-14-1 4-15,-18 2-8 16,-17 3 12-16,-12-2-20 16,-15 3 16-16,-7-1-42 15,-1-1 8-15,-17 2-53 16,-8-1 1-16,-6 1-108 16,-5 0-187-16,-5 4-259 15</inkml:trace>
  <inkml:trace contextRef="#ctx0" brushRef="#br0" timeOffset="40713.33">10024 15939 764 0,'0'0'121'15,"0"0"18"-15,0 0 11 0,0 0-30 16,91-4-12-16,-42 3-50 16,10-2 23-1,11 3-30-15,10 0 16 0,10 0-24 16,5 0 13-1,1 0-9-15,-4 0-15 0,-5 0-11 16,-15 0-18-16,-13-2 7 16,-15-2-20-16,-14 0 20 15,-13-2-48-15,-11 2-22 16,-6 1-56-16,0 3 8 16,-13 0-124-16,-12 0-344 15</inkml:trace>
  <inkml:trace contextRef="#ctx0" brushRef="#br0" timeOffset="43916.08">14051 14937 759 0,'0'0'130'0,"0"-2"26"0,0-2-56 15,0-4-14-15,0-3-22 16,0-5-26-16,0-3-9 16,0-3-29-16,-3 1 14 15,-8 0-25-15,0 3 29 16,-1 3-30-16,-1 4 24 16,-3 8-21-16,2 3 8 15,-2 0-3-15,1 3-1 16,1 17 6-16,4 4-7 15,3 8 13-15,5 7-18 16,2 4 22-16,0 5-21 16,15 7 28-16,5 0-23 15,2 1 31-15,2 2 1 16,1-1 3-16,-2-2 3 16,-4-6-17-16,-2-5 0 15,-4-8-12-15,-3-9 9 16,-4-8-22-16,-3-7 23 15,-3-7-30-15,0-5 13 16,-3 0-56-16,-13-8-66 16,-6-7-146-16,-5-3-149 15</inkml:trace>
  <inkml:trace contextRef="#ctx0" brushRef="#br0" timeOffset="44079.29">13884 15193 1042 0,'0'0'82'0,"0"0"25"0,0 0-110 16,91-48 16-16,-72 37-69 16,-3 5-89-16,-7-1-218 15</inkml:trace>
  <inkml:trace contextRef="#ctx0" brushRef="#br0" timeOffset="44393.9">14386 14899 1134 0,'0'0'119'0,"0"0"32"15,0 0-105-15,0 0-7 16,76-22-37-16,-64 18 17 15,-7 0-33-15,-2 2-9 16,-3 1-96-16,0 0-153 16,0-1-207-16</inkml:trace>
  <inkml:trace contextRef="#ctx0" brushRef="#br0" timeOffset="44648.27">14565 14759 1117 0,'0'0'81'0,"0"0"58"0,0 0-95 15,0 0 7-15,0 0-34 16,0 0 15-16,25 63-25 16,-22-40 6-16,0 1-10 15,-3-1-4-15,5-4 0 16,-2-4-31-16,0-3-27 15,2-3-58-15,2-4-46 16,1-1-90-16,-1-4-94 16</inkml:trace>
  <inkml:trace contextRef="#ctx0" brushRef="#br0" timeOffset="45233.25">14979 14923 794 0,'0'0'179'0,"0"0"3"16,0 0-71-16,0 0-33 15,0 0-32-15,-1 60 0 16,-7-21-24-16,1 9 17 15,-2 7-31-15,4 4 28 16,2 2-33-16,3-1 22 16,0-5 1-16,7-7-8 15,7-12-15-15,4-8-3 16,-2-11 3-16,1-6-10 16,-4-7 0-16,1-4-55 15,-3 0 2-15,-3-1-80 16,0-9-123-16,-3 0-255 15</inkml:trace>
  <inkml:trace contextRef="#ctx0" brushRef="#br0" timeOffset="46251.57">15186 15193 511 0,'0'0'118'15,"0"0"60"-15,0 0-35 16,0-2-26-16,0 2-11 16,0 2-35-16,10 12 29 15,4 2-48-15,6 5 7 16,1 1-38-16,2 2 22 15,0-1-25-15,-4-1 8 16,2-3-5-16,-4-3-9 0,-3-3-2 16,-3-5-13-1,-2-2 13-15,-5-4-19 16,-1-2 23-16,-2 0-29 0,1 0 17 16,-2 0-51-16,0-1 17 15,0-7-37-15,0-5-48 16,0 0-60-16,0-4-78 15,0 1-47-15,-3-2-252 16</inkml:trace>
  <inkml:trace contextRef="#ctx0" brushRef="#br0" timeOffset="46466.83">15366 15191 578 0,'0'0'152'0,"0"0"15"16,0 0-76-16,0 0 8 15,0 0-30-15,-56 63-1 16,38-34-49-16,-2-3 20 16,2 0-31-16,0-4 6 15,4-7-14-15,6-5-1 16,3-3-14-16,2-6-46 16,3-1-33-16,0 0-71 15,0-4-31-15,0-6-110 16</inkml:trace>
  <inkml:trace contextRef="#ctx0" brushRef="#br0" timeOffset="47253.7">15396 14911 510 0,'0'0'122'0,"0"0"26"16,0 0-47-16,0 0-36 0,0-18-14 16,3 18 6-16,9 0-16 15,4 0 24-15,4 11-2 16,2 8 9-16,2 6-29 16,4 6 15-16,-1 1-21 15,0 2 2-15,-1 0-9 16,-2 0-7-16,-3 0 8 15,-4 0-2-15,-3 1 21 16,-4 3-15-16,-3 1 13 16,-7-1-30-16,0-1 32 15,0-4-36-15,-4-5 5 16,-5-6-22-16,-1-7 6 16,-3-2 0-16,3-6-15 15,-2-2-10-15,1-4-41 16,2 0 4-16,-1-1-52 15,1 0-7-15,5-5-136 16,0-10-175-16</inkml:trace>
  <inkml:trace contextRef="#ctx0" brushRef="#br0" timeOffset="48677.46">16094 15260 612 0,'0'0'178'15,"0"0"-3"-15,0 0-72 16,0 2-12-16,9-2 10 16,5 1-26-16,5 0 7 15,2-1-45-15,0 2 14 16,0-2-39-16,-1 0 20 15,-5 0-36-15,-5 0 16 16,-1 0-15-16,-6 0-11 16,0 0-22-16,-3 0-45 15,0-6-77-15,-2 0-98 16,-11 0-115-16</inkml:trace>
  <inkml:trace contextRef="#ctx0" brushRef="#br0" timeOffset="48885.62">16038 15140 916 0,'0'0'87'0,"0"0"112"16,0 0-64-16,0 0-49 0,0 0-45 15,93-1-25-15,-68 1-10 16,0 0-8-16,-2 0-10 15,0 0-95-15,-6-5-133 16,-1-3-317-16</inkml:trace>
  <inkml:trace contextRef="#ctx0" brushRef="#br0" timeOffset="49605.63">16790 15151 714 0,'0'0'129'15,"0"0"76"-15,0 0-87 16,29 70-10-16,-20-43-9 16,-1 4-36-16,-3-3-19 15,2-2-24-15,-4-5 4 16,0-5-29-16,0-4 20 16,-2-5-28-16,-1-6 9 15,0-1-66-15,0 0-37 0,0-10-152 16,-7-8-197-1</inkml:trace>
  <inkml:trace contextRef="#ctx0" brushRef="#br0" timeOffset="49787.37">16780 14952 979 0,'0'0'89'0,"0"0"75"0,0 0-86 15,0 0-50-15,0 0-39 16,0 0 23-16,-6-2-57 16,6 14-74-16,0 1-136 15,0 1-114-15</inkml:trace>
  <inkml:trace contextRef="#ctx0" brushRef="#br0" timeOffset="50261.69">16948 15181 761 0,'0'0'197'16,"0"0"2"-16,0 0-95 15,59 79-10-15,-48-63-48 16,-2-2 9-16,-3-5-24 15,-3-1-3-15,-2-6-6 16,1 0-6-16,-2-2 3 0,0 0-12 16,0 0 11-1,0-13-24-15,0-5 23 0,0-3-29 16,1-5 26-16,1 1-44 16,0 2 20-1,5 4-12-15,-2 6 2 0,-1 4 6 16,1 4 2-16,2 5 11 15,0 0-12-15,2 0 22 16,1 9-22-16,4 6 29 16,1 2-24-1,-1 3 30-15,1 1-24 0,-1-1 24 16,-4-1-13-16,-1-3-2 16,-2-2 0-16,-2-5-10 15,0-1 11-15,-4-7-24 16,-1-1 14-16,0 0-57 15,0 0-10-15,0 0-161 16,0-3-119-16,0-4-224 16</inkml:trace>
  <inkml:trace contextRef="#ctx0" brushRef="#br0" timeOffset="50769.27">17271 15117 548 0,'0'0'122'0,"0"0"14"15,0 0-27-15,0 0 17 0,0 0-36 16,15 1 8-16,-7 10-29 16,1 3 10-16,2 4-30 15,4 5 11-15,1 1-43 16,1 1 13-16,2-4-18 16,0 0-2-16,-2-5 0 15,-1-3 0-15,-6-6 11 16,0-2-15-16,-4-3 20 15,-3-2-25-15,0 0 27 16,-3 0-27-16,0-2 34 16,0-10-33-16,0-6 15 15,0-2-14-15,0-5-1 16,0 0 1-16,0-2-5 16,0 1 9-16,-3 3-21 15,-3 4 16-15,1 3-33 16,-1 2 12-16,4 6-45 15,1 4 9-15,1 2-47 16,0 2-64-16,0 0-142 16,0 0-158-16</inkml:trace>
  <inkml:trace contextRef="#ctx0" brushRef="#br0" timeOffset="51860.72">17583 15179 802 0,'0'0'216'16,"0"0"-29"-16,0 0-82 0,0 0-10 15,85 2-57-15,-73-2 12 16,-3-2-43-16,-4-5 25 16,-1-2-19-16,-2-1 7 15,-2-2-3-15,0-1-10 16,0-2 1-16,0 0-12 15,0 2 16-15,0 0-23 16,0 2 25-16,-3 3-25 16,-5 2 26-16,0 6-29 15,-2 0 22-15,-4 0-18 16,-4 0 4-16,0 15 0 16,-1 5-6-16,3 3 8 15,1 4-15-15,7 2 22 16,5 1-22-16,3-2 24 15,0-2-29-15,9-1 33 16,8-5-24-16,3-5 20 16,2-4-9-16,1-5 3 15,-2-3 4-15,1-3-4 16,-3 0 11-16,0-7-19 16,-5-7 22-16,0 0-28 15,-3 3 26-15,-1-2-29 16,-3 5 26-16,-3 2-23 15,1 4 18-15,-2 2-6 16,-2 0-2-16,2 0 6 16,0 10-8-16,0 2 16 15,-2 2-16-15,2-1 22 16,1 0-24-16,-1-3 31 16,-1-2-25-16,-1-3 21 0,2-1-23 15,-3-4 8 1,0 0 1-16,0 0 4 0,0-2 14 15,0-13-19 1,0-5 15-16,-6-6-22 0,3-3 26 16,3-3-31-16,0 0 28 15,0 4-33-15,0 3 26 16,0 7-15-16,2 4 6 16,5 5-2-16,2 3-3 15,0 2-3-15,3 1-34 16,3 2-3-16,4-2-31 15,2 1-8-15,1 0-31 16,1 0 16-16,0 0-9 16,-4 0 47-16,-2 1 25 15,-2-1 27-15,-5 0 10 16,-3-1 4-16,-1-2 39 16,-3 1 15-16,-2 0 40 15,-1-2-22-15,0 2 15 16,0 2-46-16,0-1 7 15,0 3-44-15,-7 0 5 16,-5 0-16-16,-3 5 0 16,1 7 2-16,0 2-6 15,4-1 9-15,3 3-18 16,5-3 19-16,2 1-26 16,0-1 27-16,0 2-26 15,9 1 31-15,3 2-23 16,2-1 16-16,-2 2-1 15,0 0 7-15,0-1 17 16,-3 0 9-16,-2-4 21 16,-4 0-19-16,-2-1 13 0,-1-2-34 15,0-2 19 1,-8-1-41-16,-8-2 21 0,-6 0-37 16,-2-3-17-16,-3-2-39 15,3-1-59-15,-2 0-65 16,4-2-254-16</inkml:trace>
  <inkml:trace contextRef="#ctx0" brushRef="#br0" timeOffset="52505.57">18195 15195 623 0,'0'0'131'0,"0"0"69"0,0 0-36 15,58 0-44-15,-45 0-32 16,1 0-21-16,-3 0-36 15,-3 0-1-15,-2 0-22 16,0-3 17-16,-2-5-27 16,-1-1 27-16,0-3-34 15,-2-1 25-15,1-1-24 16,-2 2 12-16,0 0-2 16,0 4-3-16,-6 1 5 15,-5 3-10-15,-1 4 15 16,-3 0-20-16,-2 4 22 15,4 14-26-15,-1 3 30 16,1 4-29-16,4 3 25 16,5 1-19-16,4-2 9 15,0-1 0-15,0-2-3 16,10-4 7-16,4-5-10 16,3-4 15-16,0-2-23 15,3-6 21-15,3-3-60 16,-1 0-38-16,5-2-159 15,5-10-162-15,4-2-245 16</inkml:trace>
  <inkml:trace contextRef="#ctx0" brushRef="#br0" timeOffset="53590.24">18822 15162 558 0,'0'0'148'0,"0"0"-3"16,0 0-37-16,0 0-5 16,3 30-18-16,-3-20-10 15,0-3-30-15,0 2-35 16,0 0 8-16,6-2-23 16,1 0 21-16,0-3-24 15,2 1 26-15,1-1-23 16,0-4 17-16,0 2-12 15,-1-2-1-15,1 0 4 16,-4 0-7-16,-2 0 10 16,-1-2-16-16,-3-5 23 15,0-3-24-15,0 0 30 16,-3-1-26-16,-6-1 25 16,-3 0-26-16,1 0 13 0,3 2-5 15,2 2-3-15,0 3 4 16,5 1-5-16,1 2 9 15,0 2-18-15,1 0 19 16,11-1-18-16,1-1 28 16,4 1-28-16,-1-5 30 15,3-1-23-15,1-5 13 16,-3-1-2-16,2-3-3 16,-3-7 6-16,1 0-1 15,-4-6 12-15,0-2-26 16,-4-2 20-16,-3-3-25 15,-2 1 27-15,-4-3-28 16,0 5 25-16,0 1-21 16,-3 7 6-16,-4 7-1 15,1 7-1-15,0 8 7 16,-1 3-13-16,3 12 10 16,2 19-13-16,2 8 25 15,0 13-23-15,0 9 26 16,19 6-28-16,8 5 24 15,10 5-8-15,3-2 36 16,1-1 25-16,0-3 4 16,0-5-25-16,-8-7-2 15,-5-9 35-15,-7-8-47 16,-5-10 9-16,-5-6-32 16,-9-10 27-16,-2-7-34 15,-17-5 25-15,-12-4-9 16,-7 0-9-16,-2-4-2 15,0-11-6-15,5-2 9 0,7-3-19 16,9-2 20 0,10 1-33-16,7-3 32 0,0 0-39 15,6-1 23-15,11 0-42 16,2 0-4-16,1-2-41 16,0 1-29-16,-1-3-111 15,-3 2-253-15</inkml:trace>
  <inkml:trace contextRef="#ctx0" brushRef="#br0" timeOffset="54207.53">19826 14940 818 0,'0'0'196'0,"0"0"-83"0,0 0-33 16,4-67-43-16,-7 53 6 15,-11 2-7-15,-4 2-23 16,-2 5 0-16,-1 3-18 15,2 2 18-15,2 0-26 16,2 11 28-16,4 11-28 16,3 6 27-16,5 4-24 15,3 7 16-15,0 3-6 16,0 1 2-16,8 1 3 16,7-1 2-16,3-1 16 15,2 0-11-15,0-4 26 16,2-3-24-16,-5 0 23 15,-1-6-38-15,-3-2 21 16,-6-8-28-16,-2-4 13 16,-2-5-2-16,-3-4-6 15,0-4-9-15,0-2-43 16,-10 0-43-16,-8-5-93 16,-1-6-64-16,-5-3-83 15</inkml:trace>
  <inkml:trace contextRef="#ctx0" brushRef="#br0" timeOffset="54370.05">19642 15298 798 0,'0'0'162'0,"0"0"86"16,0 0-127-16,80-32-25 16,-51 22-75-16,1-1-2 15,-1 1-23-15,0 2-5 16,-6 0-67-16,-3 0-112 0,-4 0-186 15,-3 0-394-15</inkml:trace>
  <inkml:trace contextRef="#ctx0" brushRef="#br0" timeOffset="54674.89">20135 14933 935 0,'0'0'185'16,"0"0"-51"-16,0 0-59 15,-58 92-24-15,42-51-12 16,6 2-21-16,3 2 3 16,7-1-22-16,0-5 17 15,3-6-29-15,13-5 30 16,5-8-31-16,1-7 27 15,0-7-29-15,-3-4 6 16,-2-2-22-16,-6 0-49 16,-2-8-35-16,-3-5-106 15,-6-3-137-15,0-3-239 16</inkml:trace>
  <inkml:trace contextRef="#ctx0" brushRef="#br0" timeOffset="55074.31">20183 15147 1042 0,'0'0'214'0,"0"0"-68"16,0 0-93-16,79 75 11 0,-53-57-30 16,0-2-3-16,-3-4-13 15,-3-4-17-15,-3-1 6 16,-5-5-20-16,-3-2 1 15,-3 0-45-15,-2 0 9 16,-4-5-84-16,0-5-75 16,0-6-70-16,0 0 14 15,0-1 4-15,-4 0 143 16,-1 2 112-16,1 3 79 16,1 4 81-16,-3 2 39 15,0 5 25-15,-3 1-65 16,-5 0-2-16,-3 14-73 15,-5 6 5-15,-4 5-39 16,0 4 0-16,2-3-21 16,5 0-10-16,3-3-9 15,6-7-10-15,7-7 1 16,3-8-61-16,0-1-37 16,3-6-133-16,9-14-94 15</inkml:trace>
  <inkml:trace contextRef="#ctx0" brushRef="#br0" timeOffset="55408.58">20398 14805 1035 0,'0'0'208'0,"69"81"-38"0,-30-29-89 16,-3 1 18-16,0 3-40 15,-1-1 19-15,-9-2-27 16,-3-4-2-16,-7-3-14 16,-8-6-23-16,-6-3-2 15,-2-9-18-15,-6-4 19 16,-17-8-43-16,-3-3-9 15,-4-8-75-15,-2-3-7 16,-3-2-70-16,2 0-218 16,1 0-482-16</inkml:trace>
  <inkml:trace contextRef="#ctx0" brushRef="#br0" timeOffset="60929.95">13506 14627 496 0,'0'0'45'15,"0"0"75"-15,0-1-13 0,0 1-34 16,0 0 0-16,0 0-10 15,0 0 7-15,0 0-25 16,0 0 38-16,0 4-30 16,3 10 16-16,4 4-35 15,0 5 5-15,-1 6-9 16,5 4-3-16,-3 3 0 16,1 1-12-16,-2 0 12 15,3-1-21-15,-2-2 18 16,0 1-28-16,0-2 25 15,-1-1-28-15,-2-2 25 16,1 3-14-16,-2-1 8 16,1 3-1-16,-3-3-4 15,2 4 11-15,-1 1-25 16,-3-5 18-16,2 0-22 16,-1-1 25-16,1-2-25 15,-2 1 28-15,1-3-31 16,4 3 25-16,-2 0-16 15,-1 0 7-15,1-3 0 16,2 0-3-16,0-1 7 16,0-4-15-16,0-3 19 15,-3-3-20-15,1-3 26 16,0-3-28-16,-3-2 27 16,0-1-28-16,0 1 23 15,0 1-14-15,0 3 4 16,0 2 2-16,0 1-6 15,0 2 10-15,0-1-16 16,0 0 20-16,3-2-24 16,-2-3 31-16,5-1-30 0,-2-2 29 15,-1-2-31-15,-2-2 22 16,1-1-10 0,1-1 2-16,-2 0 3 0,1-2-7 15,2 0 12-15,1 0-18 16,1 0 24-16,2 0-26 15,2 0 30-15,0 0-29 16,3 0 26-16,-3 0-25 16,6-3 14-16,-3 2-4 15,0-2 0-15,-1-1 3 16,1 0-6-16,1 0 12 16,1 0-18-16,0-1 22 15,1-2-25-15,4 1 29 16,3 1-29-16,3-1 26 15,1 1-21-15,3 2 8 16,0-1 1-16,2 2-2 16,0-2 4-16,2 2-10 15,-1-1 16-15,-1-1-19 16,1-2 22-16,-1 1-24 16,-1 0 28-16,-3 0-30 15,1-3 24-15,2 3-14 16,-4 1 4-16,-1-1 2 15,-1 0-5-15,-1 2 8 16,-1 1-13-16,-2 0 18 16,0 1-22-16,-2 0 27 15,1 1-27-15,1-2 26 16,-1 1-27-16,-1-1 21 16,-1 0-10-16,4 0 1 15,-3 0 2-15,2 0-4 0,-1 1 9 16,1 1-16-1,-1-1 21-15,2 1-24 16,-3 0 28-16,1 0-27 0,3-2 26 16,0 0-25-16,2-1 16 15,0-1-6-15,3 0 0 16,1 0 4-16,0 1-9 16,-2 2 14-16,0-1-18 15,-2 2 21-15,3 0-23 16,-2 0 28-16,-2 0-30 15,3 0 28-15,2 0-24 16,0 0 13-16,1 0-4 16,1-1 1-16,1-2 2 15,-4 2-10-15,0 0 16 16,0 1-20-16,-1 0 24 16,0 0-26-16,1 0 31 15,1 0-32-15,-2 0 29 16,2 0-23-16,-5 0 9 15,-2 0 2-15,-3 0-4 16,-7 0 5-16,-1 0-11 16,-7 0 17-16,1 0-21 15,-2 1 25-15,1 0-27 16,1 1 29-16,1-1-29 16,2 0 25-16,1 1-17 15,1-2 6-15,0 1 2 16,-2-1-4-16,3 0 6 15,-2 0-13-15,0 0 19 16,-1 0-22-16,-3 0 26 0,2 0-26 16,-2 0 28-16,-2 0-30 15,0 0 23-15,-1-1-12 16,3-1 1-16,-2 1 4 16,0 0-5-16,0-1 8 15,-1 2-16-15,0-1 22 16,-1 0-22-16,1-2 27 15,-1-1-30-15,-1 3 31 16,0-5-30-16,1 0 20 16,1-1-8-16,-1 1 1 15,-1-3 1-15,5-1-3 16,-4 0 9-16,2-3-17 16,-1 0 21-16,1-2-23 15,-2-2 29-15,-1-2-31 16,0 0 29-16,0 0-23 15,0 2 14-15,0-1-4 16,0 0 0-16,0 3 7 16,-4 1-11-16,1-3 12 15,-3 1-18-15,1-2 24 16,1 1-26-16,-1-2 31 16,2-1-31-16,-2-2 25 15,1 2-21-15,0 1 11 16,1 1-2-16,-3 0-1 15,-3 0 4-15,4 4-12 16,-1-1 16-16,-2-2-21 16,2 2 26-16,0-2-29 15,1 3 32-15,1-1-33 16,1 0 28-16,0 0-20 0,0 1 8 16,2 0 2-1,-1 2-4-15,2-1 7 0,-1 2-13 16,1-2 18-16,0-2-23 15,0 0 26-15,0-1-26 16,0-1 27-16,0 1-28 16,-3 0 23-16,-1 1-14 15,-2 0 4-15,3 3 1 16,-1 1-2-16,1 0 6 16,-3-2-16-16,4 3 22 15,-1-4-24-15,-1 2 27 16,0-2-28-16,1 2 29 15,2 1-28-15,-2 1 19 16,0 2-9-16,-2 0 1 16,4-1 3-16,-1 3-7 15,0-1 10-15,2 0-16 16,-2-2 22-16,1 0-23 16,-3 2 30-16,2 0-31 15,-1 0 29-15,0 0-28 16,0 0 17-16,-1 2-5 15,1-1 0-15,2 1 3 16,-2 1-9-16,0 0 16 16,-3 0-20-16,3 2 22 15,-2-1-25-15,-1 2 31 16,-2 1-34-16,0-2 30 16,1 2-23-16,-2-1 11 15,0 0-1-15,1-1-1 16,-1 0 3-16,2-1-8 15,1 1 16-15,-3-1-22 0,4 1 25 16,-4 1-25-16,0 0 27 16,-1 1-30-16,0 0 23 15,0 0-17-15,-3 0 8 16,1 0 3-16,-2 0-5 16,2 0 7-16,-1 0-13 15,-3 5 19-15,2-1-23 16,-2 1 28-16,1 1-28 15,-2-2 30-15,4 2-32 16,-3-1 24-16,3-2-13 16,-1 1 4-16,1 0 1 15,-1-1-4-15,2-2 8 16,-2 1-15-16,-1-2 22 16,-1 1-25-16,3-1 30 15,0 0-31-15,-1 0 30 16,2 0-30-16,1 0 21 15,1 0-8-15,-1 1-1 16,-1-1 5-16,0 2-7 16,2-1 10-16,-8-1-17 15,4 1 24-15,-3-1-27 16,1 1 31-16,-2 1-31 16,1-2 28-16,6 0-25 15,-3 2 15-15,5-2-3 16,0 0-2-16,1 0 4 15,4 0-8-15,-4 0 14 16,0 0-19-16,1 0 24 16,-3 0-27-16,0 0 31 15,-2 0-33-15,1 0 29 16,-1 0-23-16,5 0 11 0,-2 0 0 16,1 0-3-16,2 0 4 15,2-2-11 1,-4 2 18-16,4-2-21 0,-3 2 24 15,0 0-25-15,-2-1 28 16,2 1-30-16,-5 0 26 16,3 0-19-16,-2 0 9 15,-1-1 0-15,4 0-3 16,-4-2 6-16,1 0-13 16,-1-1 20-16,5 1-24 15,-5 0 27-15,7 1-28 16,-3 2 30-16,0 0-32 15,2 0 24-15,-1 0-14 16,1 0 4-16,-2 0 3 16,2 0-4-16,-2 0 8 15,4 0-16-15,-1 0 21 16,0 0-23-16,2 0 29 16,-4 0-30-16,2 0 30 15,0 0-30-15,-1 0 20 16,-2-2-7-16,0 2-1 15,-4-1 4-15,1 0-7 16,-4-1 11-16,-2 1-18 16,0 1 23-16,-3 0-25 15,2 0 29-15,-1 0-31 16,3 0 31-16,5 0-29 16,-1 0 18-16,2 0-6 15,-1 0 0-15,-1 0 4 16,-1 0-7-16,-1 0 12 15,-3 1-17-15,-4 2 24 0,-1 0-23 16,-3-1 27-16,-1 3-33 16,-2-1 33-16,2 0-23 15,3-1 8-15,4-1-1 16,5-1-2-16,2-1 3 16,5 0-9-16,3 0 15 15,-1 0-20-15,2 0 23 16,0 0-26-16,0 0 31 15,-1 0-33-15,0 0 28 16,-2 0-20-16,2 0 8 16,-2 0-1-16,-1 0 0 15,-3 0 5-15,1 0-13 16,-3 0 18-16,1 0-21 16,-1 0 25-16,0 0-26 15,1 0 29-15,1 0-32 16,-1 0 26-16,3 0-16 15,3 0 4-15,-3 0 1 16,0 0-1-16,4 0 6 16,-4 0-15-16,1 0 21 15,0 0-24-15,-3 0 30 16,1 0-31-16,2 0 30 16,-3 0-30-16,1 0 22 15,0 0-11-15,3 0 0 16,-2 0 5-16,1 0-6 15,1 0 11-15,-1 0-19 16,-2 0 25-16,0 0-26 16,1 0 30-16,-5 0-31 15,0 0 30-15,1 0-29 16,-1 0 17-16,1 0-4 0,0 0-2 16,1 0 3-16,4 0-6 15,0 0 13-15,1 0-20 16,1 0 24-16,3 0-26 15,-1 0 32-15,2 0-33 16,-1 0 29-16,-1 0-25 16,2 0 14-16,-1 0-2 15,-1 0-2-15,2 0 5 16,0 0-12-16,-2 0 18 16,3 0-21-16,-6 0 23 15,6 0-26-15,0 0 31 16,-1 0-31-16,-2 0 26 15,0 0-19-15,-2 0 7 16,0 0 1-16,-1 0-3 16,-1 0 6-16,2 0-12 15,1 0 18-15,1 0-23 16,0 0 28-16,2 0-28 16,-1 0 29-16,-1 0-29 15,-1 0 22-15,-1 0-15 16,-3 0 0-16,2 0 13 15,0 0-10-15,-5 0 8 16,2 0-17-16,-2 0 26 16,1 0-27-16,-2 0 27 15,5 0-28-15,-2 0 32 16,1 0-32-16,3 0 23 16,1 0-14-16,0 0 3 0,1 0 7 15,0 0-11 1,1 0 14-16,2 0-22 15,0 0 25-15,0 0-38 0,0-1 8 16,2-3-62-16,12 0-4 16,11-1-44-16,4-2-45 15,4 1-141-15,5 1-286 16</inkml:trace>
  <inkml:trace contextRef="#ctx0" brushRef="#br0" timeOffset="64604.37">4088 17047 689 0,'-3'1'40'15,"3"0"29"-15,-1-1 76 16,1 0-17-16,0 0-28 0,0 0-20 16,0 0-20-1,0-4-2-15,0-7-23 0,0-2 9 16,8-4-37-16,1 1 17 15,4 2-31-15,-3 2 22 16,0 2-23-16,0 6 10 16,1 3-9-16,-3 1 11 15,1 0-6-15,2 14-6 16,1 5 14-16,2 7-13 16,1 3 24-16,4 4-24 15,1 1 30-15,5 2-32 16,3-2 26-16,1-1-19 15,4-3 10-15,-1-3-2 16,-1-5-2-16,-3-3 5 16,-5-7-13-16,-6-4 13 15,-5-2-18-15,-6-5 22 16,-3 0-27-16,-1-1-11 16,-2 0 18-16,0 0-26 15,0 0-58-15,0-2-59 16,0-8-168-16,0-2-227 15</inkml:trace>
  <inkml:trace contextRef="#ctx0" brushRef="#br0" timeOffset="64945.82">4469 16881 927 0,'0'0'38'0,"0"0"133"15,0 0-34-15,-39 109-46 16,24-60-47-16,-1 7 17 15,-2 2-37-15,1-3 0 16,1-6-16-16,3-11-4 16,0-8-1-16,6-10-5 15,3-9-6-15,1-9-62 16,1-2-35-16,1 0-117 16,-1-19-159-16</inkml:trace>
  <inkml:trace contextRef="#ctx0" brushRef="#br0" timeOffset="65559.63">4494 16791 864 0,'0'0'99'0,"0"0"26"16,0 0 51-16,0 0-86 16,0 0-3-16,27 0-43 15,-15 0 4-15,2 0-5 16,-1 0-15-16,2 0-9 15,-4 0-14-15,0 0 7 16,-3 2-21-16,-1-1 19 16,-2 0-57-16,-1-1 13 15,0 0-55-15,-1 0-36 16,3 0-154-16,0 0-143 0</inkml:trace>
  <inkml:trace contextRef="#ctx0" brushRef="#br0" timeOffset="65886.74">4751 16625 950 0,'0'0'155'0,"0"0"26"15,0 0-86-15,33 83-20 16,-21-53-34-16,-2 0 6 16,2-1-38-16,-4-4 17 15,-1-2-36-15,-1-4 19 16,2-3-20-16,-2-2-29 15,2-2-43-15,-2-2-118 16,-1-4-203-16,7 0-413 16</inkml:trace>
  <inkml:trace contextRef="#ctx0" brushRef="#br0" timeOffset="66335.73">5261 17219 1002 0,'0'0'135'16,"0"0"59"-16,0 0-101 15,0 0-36-15,91 0-12 16,-67-3-18-16,-3-1-6 16,-3 1-26-16,-5-1 4 15,-1 1-8-15,-8 0-18 16,-1-1-54-16,-3-2-25 16,0 0-117-16,0-1-134 15,-4-1-363-15</inkml:trace>
  <inkml:trace contextRef="#ctx0" brushRef="#br0" timeOffset="66539.36">5271 17093 853 0,'0'0'112'0,"0"0"90"16,0 0-56-16,0 0-67 15,0 0-49-15,0 0-4 0,87-16-37 16,-64 14 13-16,-3-1-90 16,2-2-167-16,-1-2-363 15</inkml:trace>
  <inkml:trace contextRef="#ctx0" brushRef="#br0" timeOffset="66994.59">5908 16722 972 0,'0'0'83'16,"0"0"84"-16,0 0-54 0,23 96-38 15,-12-61-41-15,1 1-16 16,-1-4-6-16,3-1-15 16,-6-3 11-16,4-4-33 15,-6-1-20-15,-2-3-82 16,-4-3-40-16,0-2-157 15,0-3-334-15</inkml:trace>
  <inkml:trace contextRef="#ctx0" brushRef="#br0" timeOffset="67262.84">5786 17165 963 0,'0'0'108'0,"0"0"45"16,0 0-26-16,0 0-46 15,91-7-11-15,-50 3-43 16,4 1 16-16,0-1-37 16,-2 2 13-16,-1 2-37 15,-6 0 35-15,-6 0-16 16,-2 4-23-16,-7 3-16 15,-3-1-34-15,-4 2-44 16,-7-1-138-16,-7 0-130 16</inkml:trace>
  <inkml:trace contextRef="#ctx0" brushRef="#br0" timeOffset="67768.36">5953 17433 885 0,'0'0'141'15,"0"0"29"-15,0 0-64 16,0 0-16-16,0 0-32 16,47 66 18-16,-28-36-38 15,3 2 18-15,-1-3-39 16,1 0 23-16,-6-9-20 16,1-1-12-16,-5-4-4 15,-3-7-5-15,-1-2 0 16,-4-4-26-16,-2-1-17 15,-2-1-52-15,0 0 2 0,0-1-118 16,0-11-238-16,-6-1-305 16</inkml:trace>
  <inkml:trace contextRef="#ctx0" brushRef="#br0" timeOffset="68005.07">6143 17441 848 0,'0'0'130'16,"0"0"2"-16,0 0 9 15,0 0-47-15,-98 91-41 16,71-60 2-16,0-4-42 16,4-2 13-16,5-6-35 15,2-5-3-15,4-4 22 16,5-6-45-16,3-2-79 15,1 0-133-15,-5 0-234 16</inkml:trace>
  <inkml:trace contextRef="#ctx0" brushRef="#br0" timeOffset="69164.97">6253 17295 628 0,'0'0'131'0,"0"0"11"16,0 0-27-16,4 8-11 16,2 5 8-16,-3 4-46 15,3 4-2-15,-3-1-4 16,-3-1-47-16,2-1 14 15,-2-3-35-15,2-4 20 16,-1-3-28-16,-1-2-30 16,0-4-69-16,0-2-123 15,0 0-285-15</inkml:trace>
  <inkml:trace contextRef="#ctx0" brushRef="#br0" timeOffset="70255.77">8148 16955 734 0,'0'0'86'16,"0"0"93"-16,0 0-68 16,0 0-52-16,1-24-4 15,11 10-25-15,1 2 7 16,3 1-29-16,-3 3 14 16,4 8-20-16,-2 0 16 15,0 3-29-15,0 16 30 16,1 7-12-16,0 2 25 15,-1 2-1-15,2 1-9 16,0 0-1-16,3 0-9 16,0-3 13-16,3 0-24 15,0-1 16-15,0-1-24 16,-2-1 26-16,-4-6-29 16,-2-3 22-16,-6-4-31 15,-1-5 17-15,-5-3-40 16,-3-4-42-16,0 0-25 15,0 0-76-15,0-8-158 16,-9-4-346-16</inkml:trace>
  <inkml:trace contextRef="#ctx0" brushRef="#br0" timeOffset="70530.05">8437 16901 968 0,'0'0'58'0,"0"0"89"16,-29 96-5-16,14-54-80 15,-1 2-7-15,3-1-48 16,-1-5 18-16,4-5-35 15,4-8 16-15,1-7-21 16,3-10-61-16,2-7-91 16,0-1-165-16,0-8-114 15</inkml:trace>
  <inkml:trace contextRef="#ctx0" brushRef="#br0" timeOffset="70805.86">8667 16826 1131 0,'0'0'125'0,"0"0"-1"16,0 0-103-16,0 0-5 15,0 0-28-15,86-32-67 0,-79 28-170 16,0 1-250-16</inkml:trace>
  <inkml:trace contextRef="#ctx0" brushRef="#br0" timeOffset="71222.3">8890 16699 1022 0,'0'0'65'0,"0"0"88"15,0 0-94-15,0 0-36 16,0 0-5-16,80-26-2 16,-65 26-21-16,-3 0 22 15,-5 7-27-15,0 5 34 16,-5 2-22-16,1 1 26 16,-3-1-30-16,0 2 16 15,0-3-7-15,0-2 0 16,-3 0 1-16,-3 0-7 15,5-5 13-15,1 3-20 16,0-5 20-16,0 1-26 16,0-4 28-16,10-1-29 15,1 0 19-15,7 0-7 16,-2 0-2-16,4-1-34 16,3-5-44-16,-1-1-72 15,1 1-195-15,0 2-492 0</inkml:trace>
  <inkml:trace contextRef="#ctx0" brushRef="#br0" timeOffset="71629.39">9382 17266 823 0,'0'0'157'16,"0"0"68"-16,0 0-87 16,0 0-58-16,90-17-40 15,-75 15-22-15,-4-1-17 16,-1-1 4-16,-4-3-55 15,-3 2-96-15,-3-3-193 0,0-3-296 16</inkml:trace>
  <inkml:trace contextRef="#ctx0" brushRef="#br0" timeOffset="71805.96">9397 17115 1080 0,'0'0'92'0,"0"0"0"0,0 0-79 16,0 0-26-16,0 0-107 15,98-12-197-15,-70 3-494 16</inkml:trace>
  <inkml:trace contextRef="#ctx0" brushRef="#br0" timeOffset="72265.2">10147 16734 807 0,'0'0'149'0,"0"0"17"15,0 0-60-15,34 96-9 16,-24-58-12-16,2 2-43 16,1-3-1-16,0-2-43 15,-3-7 23-15,2-5-33 16,-5-3 25-16,-1-8-44 15,-2-4-30-15,-4-2-56 16,0 0-106-16,0-2-166 16</inkml:trace>
  <inkml:trace contextRef="#ctx0" brushRef="#br0" timeOffset="72566.09">9986 17170 846 0,'0'0'138'15,"0"0"51"-15,120 0-44 16,-61 0-77-16,5 0-8 15,3 0-22-15,-1 0 5 0,-1 0-42 16,-10 0 19-16,-5 0-32 16,-11-2 14-16,-5 2-34 15,-11 0-44-15,-8 0-128 16,-7 0-152-16,-5 2-270 16</inkml:trace>
  <inkml:trace contextRef="#ctx0" brushRef="#br0" timeOffset="73025.48">10128 17519 855 0,'0'0'118'15,"0"0"37"-15,0 0-3 16,0 0-54-16,0 0-44 0,59 29 11 16,-35-7-28-1,0 1 10-15,2 3-27 16,1 0 3-16,-1-3-4 0,0 0 1 16,-1-2-4-16,-5-4-16 15,-1-5 14-15,-2-2-25 16,-6-5 23-16,-3-3-54 15,-1-2-7-15,-2 0-50 16,-5 0-27-16,0-3-188 16,0-7-244-16</inkml:trace>
  <inkml:trace contextRef="#ctx0" brushRef="#br0" timeOffset="73286.21">10387 17513 876 0,'0'0'55'16,"0"0"122"-16,0 0-64 15,-73 99-53-15,50-63-24 16,2 1-20-16,0-3-10 15,3-4-16-15,4-9 23 16,7-4-30-16,0-10-19 16,6-7-108-16,1 0-82 15,0-8-185-15</inkml:trace>
  <inkml:trace contextRef="#ctx0" brushRef="#br0" timeOffset="73752.42">10437 17433 946 0,'0'0'45'0,"0"0"133"0,0 0-44 16,0 0-67-16,0 0-13 15,78-30-32-15,-61 30 13 16,-2 0-34-16,-1 0 19 16,-5 9-24-16,-3 4 28 15,-1 1-27-15,-5 1 24 16,0 1-40-16,0 1 47 15,0-3-22-15,0-2-6 16,0-4 9-16,0-1-15 16,0-2 22-16,0-2-22 15,0-3 30-15,6 0-32 16,3 0 30-16,3 0-30 16,3 0 18-16,0-3-11 15,2-2-1-15,2-3-8 16,-5 1-31-16,2 0-16 15,-3-1-63-15,-1 0-87 16,-4-1-270-16</inkml:trace>
  <inkml:trace contextRef="#ctx0" brushRef="#br0" timeOffset="78047.83">3853 14641 356 0,'0'0'30'0,"0"-1"38"15,0 1 30-15,0 0-45 16,0 0 32-16,0 0-37 16,0 0-2-16,0 0 1 15,0 0 6-15,0 0-21 16,0 0 11-16,0 0-16 16,0 0-1-16,0 0-5 15,0 7-9-15,1 4 19 0,2 2-11 16,0 5 14-16,0 4-27 15,2 2 16-15,1 5-19 16,0 1 25-16,0 4-25 16,1 3 9-16,0 3-9 15,2 2-2-15,-3-2 5 16,1 3 10-16,0-3-2 16,-1 1-20-16,-2-5 18 15,2 2-23-15,-1 2 25 16,-4 1-28-16,1 4 21 15,-1-2-16-15,-1 4 9 16,1-4-1-16,2-2-2 16,-3-4 4-16,1-5-9 15,-1-3 17-15,0-1-19 16,0 0 20-16,0 3-22 16,0 1 25-16,0 2-25 15,0 3 19-15,0-2-13 16,0-3 4-16,2-4 4 15,-1-2-2-15,-1-5 4 16,2-3-12-16,-1-4 16 16,-1 1-19-16,0-4 23 15,2 0-23-15,-2 0 23 16,0-3-33-16,0-2 23 16,0 1-6-16,0-1 4 15,0 3-1-15,0 0-3 16,0-2 6-16,0 1-13 15,0-4 17-15,1 0-19 16,2-1 7-16,2-3-20 16,-1 0 30-16,0 0-25 0,-1 0 14 15,3 0-2-15,-2 0 1 16,0 0-5-16,2 0-8 16,2-1 1-16,3 1 3 15,2 0 24-15,3 0-18 16,1 0 22-16,5 0-22 15,-1 0 19-15,1 0-20 16,4 0 13-16,0-2-2 16,3 0-2-16,-3-2-2 15,1 0-23-15,-1-1 7 16,-1 0-17-16,3 1 0 16,-2-1-18-16,1-3 45 15,0 4-10-15,4-1 23 16,-2 3-14-16,-1-4 4 15,3 2-1-15,-2 0 1 16,-1-2 9-16,6 1-6 16,-4-2 10-16,2 0-21 15,1 1 7-15,2-2-28 16,1 2 30-16,0 1-7 16,0 1 18-16,3-2-8 15,-1 4 2-15,1-2 2 16,-3 0-1-16,3 0 4 15,0-2-6-15,-2 0 14 16,1-1-15-16,1 1 14 16,0 1-17-16,-2 1 15 15,3-2-17-15,0 4 14 16,-1-3-8-16,0 1 1 16,1 0 2-16,2 0-2 0,-3 0 4 15,2 0-7 1,-1 2 10-16,-1 0-13 15,-1 0 18-15,-1 2-20 0,0 0 20 16,-2 0-21-16,-2 0 13 16,2 0-5-16,-2 0 0 15,1-4 1-15,-3-1-1 16,1 1 6-16,0 0-11 16,0 1 14-16,-3 2-15 15,1-1 18-15,-1 2-22 16,0 0 21-16,0 0-19 15,-1 0 13-15,1 0-7 16,0 0 0-16,-1 0 4 16,2 0-5-16,-3 0 10 15,0 0-12-15,-1 3 15 16,-1 0-16-16,3 0 18 16,-1-2-18-16,-1 2 16 15,2-3-13-15,-4 1 6 16,5-1 0-16,-1 2-2 15,1-1 2-15,-1 2-4 16,3 0 8-16,-2 1-12 16,2 0 15-16,0 0-16 15,1 0 18-15,1 1-18 16,1-1 15-16,1 0-12 16,2 0 6-16,0-1 0 15,0 1-1-15,1-1 2 16,-3 2-7-16,0-4 11 15,-1 2-11-15,-1 2 14 0,-3-1-18 16,2-1 20-16,-3 1-21 16,-2 0 16-16,0 1-10 15,1-1 4-15,1 2 1 16,-1 0-4-16,-2 0 5 16,1 1-7-16,0-1 11 15,1-2-14-15,-2 2 17 16,2-2-16-16,0 0 16 15,1 1-17-15,2-1 13 16,0-2-7-16,0 4 2 16,2-2 0-16,-1 0 0 15,-2 3 3-15,2-2-9 16,0 0 13-16,2 3-15 16,-2-3 19-16,2 0-20 15,0-1 20-15,2 1-19 16,0-1 14-16,-1 0-5 15,5-2 2-15,-2 1 2 16,1-2-4-16,-2 2 9 16,3-1-16-16,0 2 17 15,-3-3-18-15,2 3 19 16,1-1-20-16,1-1 19 16,-3 1-14-16,2 0 10 15,2 0-3-15,-2-1 1 16,3 3 2-16,-1-4-6 15,2 1 7-15,-2 0-10 16,-3-1 18-16,0 0-20 16,-3 1 19-16,0-1-26 15,-4 2 22-15,-2-3-18 0,-1 1 9 16,-1-1-1-16,-3 0-1 16,0 0 1-1,-4 0-5-15,-3 0 11 0,-5 0-15 16,-3 0 18-1,-3 0-21-15,-1 0 20 0,-3 0-21 16,-3 0 20-16,1 2-13 16,-1-2 6-16,2 0 0 15,-1 0-2-15,-1 0 3 16,2 0-7-16,-1 0 11 16,-1 1-13-16,2-1 15 15,-2 0-17-15,0 0 19 16,0 0-19-16,0 0 17 15,0 0-9-15,0 0 4 16,0 0 2-16,0 0-4 16,0 0 2-16,0 0-12 15,0 0 14-15,0 0-22 16,0 0 16-16,0 0-16 16,0 0 19-16,0 0-15 15,0 0 18-15,-2 0-8 16,1 0 3-16,-1-1 0 15,2-2-7-15,-3 3-14 16,2-3-27-16,-1 2-9 16,1 1-34-16,-2-2 35 15,0 2-36-15,3 0-57 16,-1-1-68-16</inkml:trace>
  <inkml:trace contextRef="#ctx0" brushRef="#br0" timeOffset="79898.14">9341 16089 219 0,'0'-9'90'0,"0"-4"-78"0,0 0 54 15,1-5-45-15,-1 0 51 16,0-1 21-16,0-3-33 16,0-2-31-16,0-3-23 15,0-4 13-15,-1-2-7 16,-2-6 17-16,0-1-29 15,-1-4 8-15,-2-2-13 16,0-2 6-16,-1 0-11 16,-3 1-8-16,1-1-1 15,-2 0 3-15,2 2 16 16,0-2-8-16,2 1 20 16,-2 0-12-16,7-3 18 15,0-1 2-15,2-5-3 16,0-3-10-16,0-5 7 15,0 0-9-15,7-1-2 16,-1 2 2-16,1 6-11 16,-5 6 14-16,-2 6-15 15,0 8 18-15,0 6-16 16,-13 5 23-16,1 3-19 16,-1 0 16-16,-1-1-13 15,4 4-1-15,2 0 0 16,3 1-3-16,3 3 5 15,2 1-10-15,0 4 14 16,0 3-18-16,0 3 19 16,0 2-15-16,0 3 18 0,0 0-20 15,0 0 11 1,0 0-3-16,0 0 0 0,0 0 2 16,0 0-5-16,0 0 6 15,-1 0-13-15,-2 0 18 16,-3 3-16-16,0 1 21 15,-1 1-18-15,-3 2 28 16,0-1-6-16,0-1 24 16,-3-1-14-16,1 1-7 15,-5-2 21-15,1 0-31 16,-4-1 10-16,-5-2 12 16,-1 0-15-16,-3 0-24 15,-5 0 22-15,-4 0-26 16,-1 0 25-16,-7 0-20 15,-3 0 8-15,-5 0 1 16,-2 1-4-16,-2 3 4 16,-4-1-6-16,-1 0 11 15,2-3-14-15,-3 0 17 16,-1 0-18-16,0 0 24 16,0 0-26-16,0 0 21 15,-1 0-16-15,2-3 10 16,-2 0 10-16,4 2-6 15,0-1-1-15,0 1-9 16,0 0 14-16,1-1-8 16,-1 1 20-16,0-4-33 15,1 1 22-15,-2 0-25 16,-1 0 20-16,1 0-11 16,2 1 7-16,-1 2 5 15,0-3-4-15,2 1 5 16,1 0-12-16,3 0 10 0,1-1-19 15,-1 0 23-15,2 0-21 16,3 2 20-16,0-2-21 16,2 3 18-16,1-1-9 15,-1 2 2-15,4 0 0 16,-1 0-2-16,-1 0 4 16,1 0-11-16,1 0 18 15,1 0-20-15,0 0 26 16,0 0-24-16,0 0 22 15,4 4-24-15,-6 1 17 16,-1 1-7-16,1 0 0 16,-2-1 2-16,1 0-5 15,1-1 10-15,0 2-13 16,1-3 19-16,2-1-21 16,1 0 24-16,1-1-29 15,2 0 26-15,2 2-23 16,2 1 12-16,0-2-4 15,2 1 1-15,1 1 2 16,0 0-5-16,3-1 9 16,1-1-14-16,-3 1 17 15,5-3-18-15,-2 1 24 16,-1 1-27-16,-2-1 23 16,0 2-19-16,-3 0 9 15,1-1-1-15,-2 2-1 16,1 0 2-16,-1 0-5 15,-2 0 11-15,1 0-16 16,-1 0 19-16,3-2-19 16,-3-2 22-16,0 0-23 0,4 0 20 15,3 0-18 1,-1 0 9-16,4 0 0 0,2 0-3 16,4-2 4-16,3 1-7 15,5 0 12-15,3-1-15 16,0 1 19-16,4 1-23 15,-1-1 24-15,0-1-22 16,-2 1 17-16,-1 0-12 16,-2-1 4-16,1-2-1 15,-4-2-6-15,-2 4 6 16,-3 0-5-16,0-1 14 16,-2 2-21-16,3 1 10 15,-1 0-7-15,4 0 25 16,0 0-26-16,4 0 18 15,0 0-9-15,2 2 3 16,-1 0 0-16,3-1-1 16,-1 0 5-16,-1-1-11 15,-1 0 15-15,-1 0-19 16,0 0 21-16,-2 0-20 16,2 0 20-16,-1 0-30 15,0-4 18-15,3 0-3 16,-1 1-5-16,2 2 8 15,0 1-4-15,-1 0 10 16,3 0-16-16,0 0 17 16,1 4-18-16,-1 6 24 15,4 4-25-15,2 5 21 16,-4 4-17-16,2 1 9 16,0 4 1-16,0 3 0 0,-2-3 1 15,-4 2-4 1,0-1 9-16,1-1-13 0,-7-1 7 15,2-6-86-15,0-2-12 16,-3-7-86-16,3-5-240 16</inkml:trace>
  <inkml:trace contextRef="#ctx0" brushRef="#br0" timeOffset="96112.02">22272 3702 388 0,'0'-1'101'0,"2"-1"-22"16,-1-2 30-16,1 1-55 16,-1 2-9-16,-1-2-13 15,0 2 9-15,0-2 1 16,0 3 5-16,0 0 4 16,0 0-13-16,0 0 14 15,0 0-22-15,0 0 12 16,0 0-29-16,0 0 21 15,0 0-25-15,0 1 8 16,0 9-8-16,3-2 13 16,1 6 0-16,-1 1-3 15,0 4 1-15,1 3-15 16,2 1 15-16,0 2-20 16,1 4 21-16,0-1-20 15,-1 2 18-15,-1-1-22 16,-1 2 16-16,0-3-14 15,0 3 1-15,-1-5 6 16,0 3-7-16,2-1 6 16,-2-1-12-16,1 1 17 15,0-4-20-15,-1 3 23 16,0-4-22-16,1 1 22 0,-2-4-23 16,-1-2 15-16,1-1-6 15,-2 4 0-15,0 0 3 16,0 4-5-16,0 0 9 15,0 3-11-15,0 0 17 16,0-2-23-16,0-2 25 16,0-2-27-16,0-1 25 15,0-4-20-15,0-1 10 16,0-1-1-16,1-2-1 16,-1 1 3-16,2-2-8 15,-2-1 13-15,1 2-18 16,0 2 21-16,-1 1-22 15,0-2 26-15,0 4-26 16,2-1 24-16,-1 3-21 16,-1-1 10-16,0 1-1 15,0 1-1-15,0-2 4 16,0-3-8-16,0-1 12 16,0 0-14-16,0-5 18 15,0-1-21-15,0 0 24 16,3-1-24-16,-1 0 21 15,-1 0-15-15,1 4 6 16,-2 0 0-16,0 2-4 16,0 3 5-16,0-2-8 15,0 1 14-15,0-3-20 16,0 1 23-16,0-1-23 16,0-1 24-16,0-1-25 15,0-2 19-15,0 2-12 16,0-3 7-16,0-1 1 15,0-3-4-15,0-2 6 0,0 0-12 16,0-2 18-16,0 0-20 16,0 2 24-16,0-2-24 15,0 0 23-15,0 0-25 16,0 0 18-16,0 0-10 16,0 1 2-16,0 0 3 15,0-1-5-15,0 0 10 16,0 0-16-16,0 0 20 15,0 0-22-15,3 0 27 16,-2 0-25-16,4 0 25 16,1 0-25-16,0 0 18 15,2 0-6-15,0 0 2 16,4 0 5-16,-1-2-7 16,2 0 9-16,3-2-12 15,1 2 14-15,-1 0-23 16,6-1 30-16,-2-1-34 15,1 1 28-15,2 0-25 16,0-1 12-16,2-1-2 16,-1 1-2-16,3 0 5 15,1-1-9-15,1 1 16 16,-1-3-14-16,1 5 21 16,0 0-29-16,1-1 31 0,2 2-32 15,0 1 27 1,1-3-23-16,3 2 12 15,-1-1-3-15,4 0-2 16,-2-3 6-16,-2 1-12 16,-2 0 17-16,-1 0-20 15,-4 2 23-15,-4-2-26 16,-5 2 28-16,1 0-29 0,-4 2 24 16,1 0-17-16,-1 0 7 15,0 0 1-15,1 0-3 16,0 0 6-16,3 0-12 15,-1 0 17-15,4 0-20 16,-2 0 25-16,4 2-28 16,0-1 30-16,-2 0-30 15,2 3 24-15,-2-2-15 16,2 0 5-16,-5 0 1 16,3 2-3-16,-1-3 7 15,-2 2-15-15,1-1 22 16,-1 1-25-16,-1-2 29 15,1 0-30-15,0 1 30 16,-1-1-29-16,2-1 21 16,-1 3-11-16,2-3 2 15,-2 0 4-15,6 0-7 16,-4 0 10-16,1 0-16 16,0 0 22-16,0 0-26 15,-1 0 30-15,-2 0-30 16,2 0 30-16,-3 0-29 15,0 0 19-15,-6 0-7 16,2 0 0-16,-1 0 3 16,0 0-7-16,-1 0 12 15,3 0-17-15,0 0 22 0,2 0-26 16,2 0 30 0,0 0-29-16,0 0 27 0,-1 0-26 15,-1 0 16 1,2 0-4-16,-1 0-2 0,1 0 6 15,0 1-11-15,0 2 14 16,0 1-17-16,1 0 22 16,0 0-25-16,-1-1 31 15,0 0-34-15,-1-2 29 16,-1 0-21-16,-1-1 9 16,-3 1 0-16,-1 1-3 15,0-2 5-15,-2 0-10 16,0 0 15-16,-2 0-20 15,2 0 26-15,-3 0-28 16,-2 0 31-16,3 0-32 16,-3 1 26-16,-1-1-18 15,1 0 8-15,3 0-1 16,-1 0-2-16,1 0 7 16,1 0-14-16,2 0 19 15,-1 1-23-15,1 1 27 16,-1 1-30-16,3-2 31 15,-3 3-31-15,1-1 26 16,0-1-15-16,-1 1 5 16,-1-3 1-16,0 1-4 15,-3-1 9-15,-1 0-16 16,-2 0 20-16,1 0-23 16,-1 0 29-16,1 0-29 15,-2 0 28-15,-1 0-29 16,2 0 22-16,1 0-10 15,-1 0 1-15,0 0 3 0,2 0-6 16,3-1 10 0,-3-3-17-16,-1 0 23 0,1 0-26 15,1 0 31-15,-2-3-31 16,0 2 29-16,0-2-26 16,1-1 16-16,-3-4-6 15,2-1 1-15,-1-2 3 16,1-1-8-16,-2-3 16 15,0 1-21-15,0-1 24 16,-1 1-26-16,-2 1 31 16,3 1-33-16,-3-1 30 15,0 3-26-15,0-3 14 16,0 3-2-16,0-4-4 16,0 0 7-16,0 2-10 15,0-3 15-15,0-2-17 16,0 3 25-16,0-1-28 15,-3-1 28-15,-2 1-32 16,2-2 27-16,-2 4-19 16,1-1 7-16,-2 1 1 15,4 3-3-15,-1 0 4 16,0 2-9-16,-2-3 16 16,2 1-21-16,0-1 25 15,1-2-27-15,-3-2 29 16,0-3-29-16,0 1 22 15,1 0-15-15,2 0 7 16,-3 0 1-16,2 2-4 16,-3 2 7-16,2 2-13 15,-1-2 19-15,0-1-23 16,2-1 27-16,0 1-29 16,-2-1 29-16,2-1-27 15,0-1 20-15,0 0-12 0,0 2 3 16,0-1 3-16,0-1-5 15,-2 2 9-15,2-2-17 16,0-1 24-16,-1-1-28 16,0 1 31-16,-2 0-31 15,2 1 32-15,-1 2-31 16,3 4 21-16,-1 1-12 16,-2 2 4-16,2 2 4 15,0 2-8-15,1 0 12 16,0 0-17-16,-1 0 22 15,3 0-27-15,-1-4 31 16,0 3-31-16,1-1 28 16,0 1-25-16,0 1 16 15,-3-2-5-15,3 1 0 16,-2 2 4-16,1 0-9 16,-2 1 15-16,1-1-21 15,-1 5 27-15,2-1-29 16,1 0 32-16,-2-1-34 15,2 1 31-15,-3 0-26 16,3 2 14-16,-2-1-2 16,2 2-3-16,-4-3 5 15,1 3-10-15,-2-1 17 16,-2 1-21-16,-3 0 26 16,-4 0-33-16,0 0 41 15,-4 0-37-15,-2 0 25 16,1 0-21-16,-4 0 8 15,-2 0 7-15,2 4-7 16,-2-2 7-16,2 1-14 0,0 1 19 16,0-4-21-16,0 0 26 15,0 0-28-15,-2 0 30 16,2 0-30-16,-2 0 26 16,0 0-21-16,-4 0 7 15,-2 0 8-15,0 0-13 16,-1 0 16-16,-1 0-18 15,-2 0 15-15,4 0-14 16,0 1 23-16,3 2-29 16,2-3 29-16,2 0-28 15,-1 0 21-15,3 0-12 16,-3 0 3-16,-4 0 2 16,0 0-5-16,-3 0 9 15,-1 0-16-15,0 0 23 16,-1 0-26-16,3 0 31 15,-4 0-31-15,3 0 29 16,1-4-27-16,-1 0 12 16,-1 2 2-16,-2 0-3 15,-1 1 2-15,0 1-8 16,-5 0 15-16,-1 0-20 16,2 0 25-16,-5 0-27 15,3 0 32-15,-1 0-31 16,-2 0 32-16,2 0-26 15,-2-3 17-15,3 2-8 16,-1-1-3-16,2 0 4 16,2 2-8-16,3-2 13 15,1 2-19-15,-2 0 24 16,3 0-26-16,0 0 31 0,2 0-31 16,1 0 28-16,-1 0-27 15,0 0 17-15,2 0-3 16,-1 0-3-16,1 0 6 15,0 0-15-15,1-1 23 16,-1 0-25-16,1-3 27 16,1 4-30-16,0-2 32 15,3 0-34-15,2 0 29 16,3 1-20-16,6-1 8 16,2 1 2-16,4 1-5 15,5-1 7-15,2 1-14 16,-1 0 19-16,2 0-25 15,0 0 30-15,0 0-30 16,0 0 29-16,0 0-30 16,0 0 24-16,0 0-15 15,0 0 9-15,0 0 0 16,0 0-4-16,0 0 7 16,-1 0-16-16,0 0 3 15,1-5-79-15,0-3-18 16,1-3-118-16,11-4-322 15</inkml:trace>
  <inkml:trace contextRef="#ctx0" brushRef="#br0" timeOffset="96599.53">22474 3206 796 0,'3'0'92'15,"3"5"68"-15,0 11-20 16,4 3-46-16,0 5-21 16,-2 2-14-16,0-1-23 15,1 1-14-15,-5-2-6 16,-1-4-21-16,-2-4 14 16,-1-3-41-16,0-4-26 15,0-6-86-15,0-3-111 16,-2 0-235-16</inkml:trace>
  <inkml:trace contextRef="#ctx0" brushRef="#br0" timeOffset="96757.73">22500 3030 986 0,'0'0'54'0,"0"0"58"16,0 0-71-1,0 0-55-15,0 0-58 0,0 0-114 16,0-10-138-16</inkml:trace>
  <inkml:trace contextRef="#ctx0" brushRef="#br0" timeOffset="97202.66">22638 3182 781 0,'0'0'156'16,"0"0"35"-16,52 71-47 16,-35-43-61-16,-3 1-18 15,0-4-29-15,-2 0-16 16,-3-5 1-16,0-3-14 16,-3-7 9-16,-1-2-22 15,-2-3 21-15,-1-5-25 16,-1 0 28-16,1-1-29 15,2-15 20-15,0-4-17 16,2-7 3-16,0-4-8 16,2 3-14-16,-2 1 13 15,0 6-14-15,0 5 19 16,-2 4-14-16,0 5 29 16,1 6-21-16,-2 1 27 15,3 0-28-15,-1 12 25 16,3 4-6-16,3 5 19 0,-2 2 6 15,0 0-12-15,0-4 3 16,-1 1-19-16,-1-3 11 16,-3-3-23-16,2-4 25 15,3-1-39-15,-4-3-11 16,1-2-98-16,0-2-107 16,0-2-146-16,-5 0-288 15</inkml:trace>
  <inkml:trace contextRef="#ctx0" brushRef="#br0" timeOffset="98330.34">23054 3233 609 0,'0'0'136'0,"0"0"49"15,0 0-89-15,0 0 17 16,0 0-34-16,31 60-21 16,-22-36-29-16,4 4-5 15,4-1-1-15,0 0-16 16,3-1 14-16,1-3-13 16,-2-4 12-16,1-2-26 15,-3-6 28-15,-3-3-30 16,-4-4 21-16,-2-4-20 15,-1 0 10-15,-4-1 2 16,0-13-1-16,-1-5 4 0,-1-5-12 16,-1-1 13-16,0-2-19 15,0 1 21-15,0 2-25 16,0 1 28-16,0 7-27 16,0 1 22-16,0 4-14 15,0 6 4-15,-1 1-1 16,1 1-3-16,0 3 5 15,0 0-9-15,0 0 10 16,0 0-23-16,7 8 33 16,6 5-21-16,0 0 22 15,1 3-24-15,2-1 19 16,2-1-10-16,-2-2 2 16,1-1 3-16,-3-4-1 15,4-4 5-15,-7-3-8 16,3 0 17-16,-3 0-19 15,-2-13 29-15,2-3-28 16,-5-3 22-16,0-3-28 16,-2 1 17-16,-3-1-10 15,-1 1 3-15,0 3 3 16,0 3-7-16,-3 4 12 16,-7 5-16-16,-3 6 20 15,0 0-24-15,-2 9 22 16,0 13-28-16,2 5 23 15,2 5-25-15,3 3 10 16,7-1-6-16,1-2 0 16,0-1 10-16,11-5-2 15,7-6 10-15,-1-2-13 16,3-7 20-16,0-4-22 16,-2-6 27-16,2-1-28 15,-2 0 28-15,0-10-19 16,1-5 9-16,-2-4-1 15,2-2-4-15,-4-2 6 0,-1 5-14 16,-3 1 17-16,-2 6-20 16,-2 3 23-16,-1 7-27 15,-5 1 25-15,2 3-30 16,-1 13 26-16,-1 2-12 16,5 5 7-16,3 1 3 15,-1-1-1-15,4-2 10 16,-1-6 5-16,-2-1 11 15,-2-6-18-15,-4-4 19 16,-3-4-32-16,0 0 29 16,0 0-9-16,-1-18 19 15,-9-2-37-15,1-6 2 16,-1-5 1-16,1 2-5 16,2 0 7-16,3 2-16 15,1 5 20-15,3 3-28 16,0 4 26-16,3 3-27 15,10 1 26-15,4 6-27 16,0-3 12-16,2 7-24 16,0 0-23-16,0 1-7 15,1 0-45-15,-3 0-39 16,3 0-78-16,-3-3-21 16,0 0-20-16,-1 0 19 15</inkml:trace>
  <inkml:trace contextRef="#ctx0" brushRef="#br0" timeOffset="98679.8">23987 3207 275 0,'0'0'190'0,"0"0"9"16,0 0-11-16,28-29-5 16,-28 26-37-16,0 2-21 15,0 1-52 1,0 0 2-16,-8 0-52 0,-9 10 4 16,-4 4-34-16,2 3 13 15,-1 1-6-15,6 1-3 16,5 0 8-16,6-2-12 15,3-1 8-15,0-3-16 16,8 1 21-16,7 0-20 16,2 1 30-16,1 0-28 15,-2-2 28-15,0 4-14 16,-3-2 19-16,-5-1 8 16,0-1 7-16,-5-1 6 15,-3-1-16-15,0-2 15 16,0 1-36-16,-8-3 16 15,-9-1-30-15,-2-1 19 16,-4-1-54-16,-1 0-10 16,-1-2-53-16,6-2-58 15,7 0-175-15,7-6-378 16</inkml:trace>
  <inkml:trace contextRef="#ctx0" brushRef="#br0" timeOffset="99231.22">24194 3312 759 0,'0'0'127'0,"0"0"53"0,0 0-50 16,0 0-44-16,0 0-21 16,76-2-22-16,-67-2-14 15,-1-1-8-15,-4-1-11 16,-1-4 7-16,-1 3-18 15,-1-5 15-15,-1-1-23 16,0-1 25-16,0 0-29 16,0 0 25-16,0 3-22 15,-6 2 13-15,0 2-3 16,-6 5-2-16,1 2 5 16,-3 0-6-16,1 0 11 15,-3 13-18-15,-1 5 20 16,3 6-23-16,0 4 31 15,6 3-24-15,3 4 29 16,5 0-16-16,0 0 11 16,0-4 1-16,10 0-6 15,5-9-2-15,4-2-14 16,1-8 14-16,0-4-27 16,3-6-1-16,-1-2-56 15,-3 0-54-15,-1-12-181 16,-6-3-204-16</inkml:trace>
  <inkml:trace contextRef="#ctx0" brushRef="#br0" timeOffset="108739.05">20389 6349 299 0,'0'-2'50'0,"0"0"24"15,0 2 34-15,0-2-43 16,0 2 7-16,0 0-18 16,0 0-9-16,0 0-4 15,0 0-2-15,0 0 5 16,0 0-6-16,0 0-2 16,0 0-6-16,0 0 25 15,0 0-28-15,0 0 10 16,0 0-26-16,0 0 12 15,-3 6-15-15,3 5 7 16,-3 4 1-16,3 1 2 0,0 3 8 16,0 2-18-16,0-1 17 15,0 0-20 1,0 1 21-16,0 0-29 0,0-2 20 16,0 1-18-16,0 1 14 15,3-1-7-15,-3-1-2 16,0 3 3-16,3-3-7 15,-3 0 7-15,3 0-14 16,0-3 18-16,0 2-21 16,1-1 25-16,0-2-26 15,1-2 25-15,-1-1-25 16,-2-1 17-16,0-2-9 16,0 2 2-16,1 1 4 15,-2 0-8-15,1 3 11 16,-1 1-15-16,-1 1 20 15,3 0-22-15,-3 1 26 16,4 0-28-16,-4 1 25 16,0 0-19-16,2 4 12 15,-2-3 2-15,0 3-7 16,0-4 2-16,0 1-6 16,1-1 12-16,1-1-18 15,0 0 23-15,1 0-25 16,2-2 28-16,-1 3-26 15,-1 0 23-15,0 1-18 16,-3-1 11-16,2-1 2 16,-2 0-7-16,0-1 3 15,0-2-10-15,0 1 15 16,0-5-23-16,0 2 30 16,0 1-27-16,0-2 25 15,0-1-27-15,0 2 22 0,0 0-14 16,0 2 5-16,0-3 2 15,1 3-3-15,0-2 7 16,-1 1-12-16,3-1 15 16,-2-2-20-16,-1 1 24 15,2 0-23-15,-2-2 24 16,0 2-24-16,0 1 19 16,0 1-12-16,0 2 2 15,0 2 3-15,0-1-1 16,0 5 11-16,0 1-21 15,0 0 21-15,0-1-25 16,0 2 41-16,-6 0-34 16,5-2 25-16,0-5-29 15,1-1 19-15,0-1-11 16,0-1 1-16,0 0 3 16,0 1-4-16,0 2 9 15,0-2-18-15,0 2 24 16,0-1-25-16,0 2 31 15,0-3-30-15,0-2 28 16,0 0-25-16,0-4 22 16,0 1-10-16,0-3-4 15,0-2 3-15,0 2-7 16,0 1 12-16,0 1-17 16,0 7 24-16,0-2-24 15,0 1 38-15,-2 3-30 16,-4 1 19-16,3 1-28 15,-3-1 13-15,3 0 0 16,-1 1-1-16,-1 0 2 16,2-4-8-16,1 0 15 0,2-3-21 15,-1 3 24-15,1-4-27 16,0-1 30 0,0 0-31-16,0-2 28 0,0 0-21 15,0-3 8-15,0 3 1 16,0-1-4-16,0 0 4 15,0 0-4-15,0 3 14 16,0 3-23-16,-5-1 27 16,2 5-31-16,-1 0 33 15,1-2-30-15,-1 0 25 16,1-1-18-16,-1-1 6 16,4 0 0-16,0-2-3 15,0 1 7-15,0 0-13 16,0 2 18-16,0 0-21 15,0 0 28-15,0 1-28 16,0 0 30-16,1 2-32 16,3 0 25-16,-2 0-14 15,-1 2 3-15,2-2 5 16,0 1-6-16,-1-3 3 16,2 1-11-16,-1-4 23 15,1 0-29-15,-1-2 33 16,1-2-34-16,-1 1 32 15,0 0-29-15,0-4 19 16,-2 2-8-16,2-1-1 16,0-2 4-16,0-1-6 15,0-1 12-15,0 2-20 16,1-4 25-16,2-1-27 16,-2 3 32-16,2-2-32 15,-3 2 29-15,1-2-28 16,2 0 17-16,0 1-4 15,-2-2-2-15,0 1 5 0,2-1-8 16,3 1 11-16,1 1-15 16,3-2 22-16,3 0-27 15,1 0 33-15,3 0-35 16,5 0 30-16,-2-6-23 16,5 1 11-16,2-3-1 15,0 3-2-15,5-2 3 16,-2 3-8-16,5-4 16 15,-1 0-22-15,2 1 26 16,3-1-27-16,-1-1 30 16,1 0-30-16,2-1 24 15,0-3-17-15,-1 2 8 16,3-1 0-16,-2 0-4 16,0 1 6-16,0 2-13 15,-1 0 18-15,-3 0-18 16,2 0 24-16,-2 2-28 15,0 1 30-15,-3-1-32 16,-1 3 25-16,-1-3-14 16,-2 2 2-16,0 0 3 15,-3-1-4-15,2 0 8 16,-1 1-15-16,-4 0 20 16,4 0-23-16,-2 2 30 15,-2 2-31-15,0-2 30 16,-1 2-29-16,0 1 20 15,0-1-9-15,-2 0-2 16,2 1 10-16,-1-3-10 16,3 2 11-16,-1-4-18 15,1 4 21-15,1-2-21 0,-1 2 28 16,0 1-31 0,-2 0 29-16,3 0-26 0,-2 0 15 15,-1 0-5-15,0 0 1 16,2 0 2-16,-1 0-8 15,0 0 14-15,2 0-18 16,2 0 24-16,0 0-29 16,1 0 33-16,1 0-32 15,-2 0 28-15,1 0-25 16,-1 0 14-16,0 0-2 16,0 0-7-16,0 0 14 15,-1 2-15-15,3 1 17 16,-1 0-22-16,4-1 27 15,0 0-30-15,2 0 33 16,2 0-33-16,2 1 29 16,0-2-22-16,0 2 9 15,1-2 1-15,0 2-5 16,0-1 7-16,-3 0-14 16,3 1 21-16,-1 0-22 15,0-1 28-15,3 2-32 16,0-2 34-16,-1 0-33 15,3 0 26-15,-1 2-18 16,-1-1 7-16,-1 1 1 16,0 0-5-16,-1 0 10 15,2 3-16-15,0-3 22 16,1-2-24-16,2 1 27 16,1 0-28-16,1-3 32 0,1 0-32 15,1 1 24-15,-1-1-13 16,-1 3 1-16,0-2 5 15,-2 2-8-15,0 1 11 16,1 2-18-16,-3-4 23 16,1 2-26-16,0 1 30 15,0-2-30-15,-2-2 30 16,1-1-36-16,-2 1 27 16,-4 1-10-16,3-1 1 15,-3 2 5-15,-1-2-11 16,-2 1 17-16,1 0-23 15,1 1 28-15,-5-2-31 16,1 2 38-16,-2-2-37 16,-2 2 32-16,-2-3-27 15,-8 3 14-15,-2-2-4 16,-5-1-1-16,-5 0 5 16,-2 1-10-16,-4-1 16 15,-2 1-21-15,-1-1 27 16,0 0-26-16,0 0 38 15,0 0-31-15,0 0 25 16,0 0-29-16,0 0 18 16,0 0-7-16,0 0-3 15,0 0 5-15,0 0-12 16,0 0 17-16,0-6-26 16,-1-7 9-16,-6-6-59 15,0 0 8-15,-4-1-77 16,-3 1-114-16,-6-1-215 15</inkml:trace>
  <inkml:trace contextRef="#ctx0" brushRef="#br0" timeOffset="112079.79">20360 6318 344 0,'2'-5'94'0,"-1"4"25"16,2-2-35-16,0 2 0 15,1-2-13-15,0 2 8 16,2-1-10-16,0 2 34 16,0 0-55-16,0 0 8 15,2 0-36-15,0 0 14 0,2 0-20 16,4 0-3-1,2 0 0-15,4 2-4 0,2-1 3 16,3-1-7-16,2 0 14 16,2 0-20-1,1 0 21-15,2 0-26 0,0 0 26 16,2 0-29-16,2 0 24 16,2 0-11-16,2 0 3 15,2 0 3-15,6 0-6 16,1 0 5-16,0 0-13 15,6 0 19-15,3-1-21 16,1-1 25-16,2 0-25 16,2-2 25-16,-1 1-25 15,2-1 22-15,-1 0-15 16,-1 1 6-16,-1-1 1 16,-2 1-6-16,0 1 10 15,-1-2-19-15,-4 2 23 16,2 1-23-16,-1 1 24 15,-2 0-26-15,0 0 26 16,-2 0-28-16,3 0 21 16,-5-2-11-16,0 2 3 15,-1-3 0-15,-3 2 0 16,-2-2 6-16,-1 3-15 16,-2-1 20-16,-1 1-26 15,1 0 33-15,-3 0-30 16,0 0 26-16,2 0-26 15,2 0 17-15,-2 0-6 16,1 0 0-16,0 0 4 16,1 0-7-16,-2 0 11 15,0 0-16-15,0 0 20 16,-2 0-23-16,0 0 29 0,-3 0-32 16,3 0 29-1,-2 0-24-15,-1 0 13 0,-1 0-3 16,0 0-1-16,0 0 2 15,2 0-8-15,0 0 15 16,1 0-19-16,3 0 23 16,-3 0-25-16,1 0 29 15,0 0-30-15,-1 0 26 16,0 0-19-16,1 1 8 16,-1-1 0-16,1 2-3 15,0-2 6-15,-1 0-12 16,3 0 19-16,-4 0-19 15,1 0 23-15,-3 0-25 16,-1 0 25-16,-2 0-28 16,1 0 24-16,-3 0-15 15,3 0 4-15,-2 0 1 16,-1 0-3-16,3 0 4 16,-2 0-8-16,0 0 16 15,-1 0-21-15,0 0 25 16,0 0-26-16,0 0 28 15,0 0-29-15,1 0 22 16,0 0-12-16,-1 0 3 16,3 0 3-16,1 0-5 15,-1 0 11-15,3 0-20 16,-1 0 25-16,2 0-26 16,0 0 30-16,-1 0-31 15,-3 0 28-15,3 0-27 16,-6 0 17-16,0 0-7 15,-3 0 1-15,1 0 3 16,-2 0-6-16,1 0 8 0,-1 0-8 16,-1 0 18-16,2 0-24 15,-1 0 29-15,-1 0-30 16,-4-2 25-16,2 1-23 16,-4-1 12-16,-3 2-3 15,0 0 0-15,-5 0 4 16,2 0-9-16,-6 0 13 15,4 0-18-15,-6 0 23 16,0 0-26-16,0 0 29 16,-1 0-29-16,0 0 25 15,1 0-20-15,0 0 9 16,3 0 1-16,-1 0-4 16,1 0 6-16,0 0-10 15,0 0 13-15,1 2-16 16,-2-1 21-16,0 2-25 15,-2 1 28-15,0-1-29 16,0 1 25-16,0-1-17 16,-1 1 7-16,0 3 1 15,1-3-2-15,0 3 3 16,1-2-7-16,-4 3 17 16,3-1-18-16,-2 1 22 15,1 3-27-15,-2 1 26 16,0 2-28-16,0 4 24 15,0 2 0-15,0 0 8 16,-5 4-12-16,-2 2-8 16,3 0 9-16,0 0-14 0,1 5 18 15,3-2-23-15,0-2 28 16,0 2-29 0,0-2 28-16,0 1-27 0,0-1 20 15,0 1-12-15,0-1 4 16,0 1 1-16,0 1-4 15,0-3 12-15,0 2-18 16,0-1 26-16,0-1-25 16,0-1 32-16,3-1-34 15,-3-4 28-15,2 1-29 16,-2-2 16-16,0 3-6 16,0-3-2-16,0 2 8 15,0-5-9-15,2 4 13 16,1-1-18-16,-2-2 25 15,5-1-29-15,-5-1 34 16,2 1-36-16,0-1 33 16,-1 2-27-16,0-3 11 15,0 1 0-15,-2 3-4 16,1 2 5-16,1 0-10 16,-2 3 16-16,0 0-22 15,1 2 26-15,-1-1-30 16,2-1 35-16,-1 2-35 15,1 0 29-15,1-2-22 16,0 2 11-16,1-4-2 16,0 2-7-16,2 1 15 15,0-4-17-15,0 3 20 16,-1-2-24-16,1 1 28 16,0-1-29-16,-1 1 31 0,-2-1-33 15,2-1 27 1,-2 2-18-16,0-3 8 0,1 0 1 15,-1 0-4-15,-2 0 8 16,2-4-17-16,-2 0 23 16,1 2-27-16,-1-2 31 15,1 2-32-15,-2 0 34 16,3 2-34-16,-2 0 25 16,2 2-14-16,0-2 4 15,1 1 1-15,0-1-5 16,-1 1 12-16,2-1-20 15,-1 1 24-15,1-1-27 16,-3 0 33-16,1 1-34 16,2 1 32-16,0 0-29 15,0 0 19-15,-2 2-8 16,-1 2 1-16,1-1 3 16,2 1-6-16,-2-2 12 15,0 0-20-15,4-3 25 16,-5-1-28-16,3-2 31 15,1-1-28-15,-3-1 27 16,0-1-29-16,0 0 21 16,-2 1-7-16,0-2-1 15,3 1 4-15,-2-2-11 16,-1 1 19-16,1-5-22 16,-1-1 23-16,1-2-25 15,-2-1 31-15,0-1-33 16,0-2 29-16,0 2-23 15,0-2 12-15,0 1-1 16,0-1-2-16,0 1 4 16,0 0-11-16,0 0 17 0,0 0-22 15,0 1 27-15,0-2-29 16,-3 3 31 0,0 1-33-16,0 1 28 0,-2 1-22 15,0 2 13-15,-1 1-1 16,0 2-5-16,1-1 8 15,-2 0-14-15,4 0 20 16,-2-3-25-16,2-2 29 16,2-2-28-16,1 0 28 15,0-2-29-15,0-2 23 16,0 2-13-16,0-2 4 16,0 0 1-16,0 0-3 15,0 0 8-15,0 0-15 16,0 0 18-16,0 0-30 15,0 0 32-15,0 0-38 16,0 0 23-16,0 0-32 16,0 0 28-16,0 0-6 15,0 0-3-15,-2-8-20 16,2-6-37-16,0-5-37 16,0-7-136-16,0-2-157 15</inkml:trace>
  <inkml:trace contextRef="#ctx0" brushRef="#br0" timeOffset="114770.76">26374 6904 668 0,'0'0'110'16,"2"0"5"-16,2 5 2 16,3 14-30-16,2 9 6 15,2 3-6-15,5 6-46 16,-1 0-8-16,-3 1-25 16,0-4 13-16,-2-3-27 15,-4-6 23-15,-3-5-30 16,0-2 22-16,-3-7-38 15,0-4-23-15,0-5-52 16,0-2-86-16,-5 0-110 16,-7 0-314-16</inkml:trace>
  <inkml:trace contextRef="#ctx0" brushRef="#br0" timeOffset="115160.82">26287 6857 772 0,'0'0'85'16,"0"0"37"-16,109-35-48 15,-60 34-4-15,4 1-27 16,4 8 19-16,-4 17-34 15,-4 4 17-15,-9 7-26 16,-6 4 26-16,-11-4-35 16,-10 3 15-16,-7-6-13 15,-6 2 11-15,-2-6-2 16,-21 0 2-16,-10-2 9 16,-6 1-17-16,-8-4 7 15,-1 1-28-15,0-6 23 16,3-3-27-16,6-5 23 15,9-3-32-15,5-4-1 16,11-4-48-16,7 0-69 16,7 0-135-16,0-8-258 15</inkml:trace>
  <inkml:trace contextRef="#ctx0" brushRef="#br0" timeOffset="115661.74">26839 7125 869 0,'0'0'60'0,"0"0"101"15,0 0-77-15,78-15-23 16,-59 10-26-16,-5 0-3 15,-3 0-30-15,-2-1 11 16,-3 1-20-16,-1-2 27 16,-2-3-29-16,-2-3 23 15,0 2-18-15,-1-3 7 16,0 3-1-16,0-1-2 16,0 1 4-16,-4 4-8 15,-8 3 15-15,-3 4-18 16,-3 0 20-16,-3 9-22 15,-1 12 22-15,2 3-23 16,1 5 20-16,6 0-7 16,3 0 8-16,7 0 3 15,3-6-2-15,0-3 14 16,16-5-21-16,3-3 17 16,7-8-20-16,0-4 17 15,1 0-23-15,2 0 20 16,-3-8-27-16,-4-6 7 15,-2 1-53-15,-7-1-53 16,-3 0-70-16,-4 3-76 16,-3-3-45-16,-2-1-217 0</inkml:trace>
  <inkml:trace contextRef="#ctx0" brushRef="#br0" timeOffset="115994.28">27180 7096 732 0,'0'0'225'16,"0"0"-32"-16,0 0-69 16,46 89-12-16,-34-69-56 15,4-3 6-15,-3-4-33 16,-2-3 8-16,-2-4-10 16,-3-3-16-16,-2-3-3 15,-1 0-9-15,-3-5 18 16,0-12-17-16,0-2 16 15,0-5-27-15,0 0 26 16,0 3-30-16,0-1 25 16,0 5-20-16,0-2 4 15,0 3 2-15,0 1-8 16,4 3-12-16,5 0-43 16,-1-1-1-16,3 5-52 15,0 1-1-15,1 3-44 16,2-2-63-16,1 4-81 15,3-1-92-15</inkml:trace>
  <inkml:trace contextRef="#ctx0" brushRef="#br0" timeOffset="116151.79">27489 6986 570 0,'0'0'256'0,"0"0"26"16,0 0-90-16,39 75-39 16,-33-43-65-16,1 0 2 0,1 0-50 15,0-6 6 1,-2-4-38-16,1-4-7 15,-1-9-3-15,-1 0-36 0,0-8-39 16,-2-1-61-16,-3-1-86 16,0-16-289-16</inkml:trace>
  <inkml:trace contextRef="#ctx0" brushRef="#br0" timeOffset="116312.55">27586 6781 1304 0,'0'0'85'0,"0"0"-35"16,0 0-28-16,0 0-48 15,0 0-51-15,0 0-49 16,0 29-114-16,0-6-166 16</inkml:trace>
  <inkml:trace contextRef="#ctx0" brushRef="#br0" timeOffset="117180.39">27726 7086 873 0,'0'0'185'0,"0"0"-43"16,52 70-54-16,-26-49-14 0,4-5-24 16,2-1 6-16,0-4-38 15,-2-6 14-15,-1-1-29 16,-6-4 21 0,-7 0-36-16,-4 0 25 0,-3-12-13 15,-4-5 3 1,-5-5 3-16,0-1-7 0,0-6 5 15,-3 0-15-15,-3 0 19 16,-2 4-26-16,5 1 25 16,0 5-29-16,3 3 21 15,0 3-26-15,0 7 11 16,3 2-19-16,8 3 1 16,4 1 2-16,2 0-10 15,2 0-18-15,4 0 3 16,-2 5 0-16,0 0 11 15,2 0 47-15,-3 0-16 16,-1-4 26-16,-2-1-19 16,-4 0 17-16,0 0 14 15,-4 0 22-15,-6 0 32 16,-2-6-19-16,1 1-2 16,-2 0-27-16,0 0 10 15,0 2-26-15,-12 3 8 16,-1 0-23-16,-3 8 24 15,-4 12-32-15,1 6 1 16,0 2-2-16,5 4-7 16,4-2-14-16,7-5 13 15,3-5 15-15,0-5-17 16,9-5 23-16,8-6-25 16,0-4 40-16,4 0-30 15,0-6 25-15,-1-10-19 16,-2-4 9-16,-1-2 1 0,-7 1-9 15,-1 2 15-15,-5 2-14 16,-1 2 15-16,-2 8-20 16,-1 1 20-16,0 3-17 15,0 3 22-15,0 0-30 16,0 0 19-16,0 12-16 16,0 1 8-16,0 7-3 15,12-3 13-15,3 2 3 16,5-3-7-16,3-2 19 15,1-5-30-15,0-1 16 16,-3-8-36-16,1 0 18 16,-6 0-65-16,-2-12-76 15,-2-5-40-15,-3-9-86 16,-1-4-189-16</inkml:trace>
  <inkml:trace contextRef="#ctx0" brushRef="#br0" timeOffset="117438.81">28437 6573 865 0,'0'0'89'0,"0"0"34"16,0 0-46-16,-8 105 43 16,24-52-41-16,4 2 4 15,5 0-48-15,1 0 17 16,1-4-41-16,-1-5 5 15,-7-4-10-15,0-10-3 0,-6-4 3 16,-3-6-14-16,-7-6 14 16,-3-8-43-16,0-3-3 15,-3-5-63-15,-16 0-55 16,-7-5-247-16,-4-14-265 16</inkml:trace>
  <inkml:trace contextRef="#ctx0" brushRef="#br0" timeOffset="117601.83">28355 6838 1109 0,'0'0'158'0,"0"0"-55"16,109-41-70-16,-66 30-26 16,-4 6-11-16,-1 2-47 15,-11 3-123-15,-7 0-92 16,-8 11-166-16</inkml:trace>
  <inkml:trace contextRef="#ctx0" brushRef="#br0" timeOffset="117815.59">28786 6987 918 0,'0'0'184'0,"0"0"15"15,0 0-78-15,20 99-54 16,-14-71-25-16,-2-1-22 16,-1-3-15-16,0-2 4 0,0-8-25 15,-3-4-14 1,3-10-101-16,-3 0-142 16,0-10-241-16</inkml:trace>
  <inkml:trace contextRef="#ctx0" brushRef="#br0" timeOffset="117968.07">28754 6754 1226 0,'0'0'5'0,"0"0"6"16,0 0-55-16,0 0-62 15,0 0-234-15,0 0-258 16</inkml:trace>
  <inkml:trace contextRef="#ctx0" brushRef="#br0" timeOffset="118972.71">28975 7018 715 0,'0'0'79'0,"0"0"43"16,0 0-12-16,16 74-45 15,0-56 6-15,0-4-24 16,1-5-1-16,-1-1-12 16,0-5-16-16,1-3-6 15,-4 0-8-15,-1 0 3 16,-2-8-12-16,-2-6 11 16,0-2-25-16,-5-4 23 15,1 1-21-15,-4-1 21 16,0 1-34-16,0 1 26 15,0 7-4-15,0-1 8 16,0 5 3-16,0 6-3 16,0 1 10-16,0 0-16 15,0 0 14-15,4 4-27 16,2 6 32-16,1 0-22 0,4 2 28 16,1 0-23-1,3-4 16-15,2-3 0 0,1-2-2 16,-1-2 2-16,0-1-9 15,2 0 6-15,-3-1-12 16,-3-7 23-16,0-3-14 16,-2-2 35-16,-2 1-29 15,-6-3 18-15,0 1-31 16,-3 0 15-16,0 1-11 16,0 2-2-16,-9 3 2 15,-3 4-6-15,-3 4 9 16,0 0-16-16,-2 7 18 15,1 9-27-15,-1 8 38 16,5 0-32-16,5 3 31 16,7 1-20-16,0-4 21 15,7 2 9-15,9-4-15 16,4 0-2-16,2-6-15 16,0-4 13-16,-4-2-43 15,-3-5-34-15,-5-5-160 16,-7 0-244-16</inkml:trace>
  <inkml:trace contextRef="#ctx0" brushRef="#br0" timeOffset="119848.32">29970 6963 734 0,'0'0'78'0,"0"0"31"15,0 0-56-15,-69 80 12 16,56-60-30-16,7-1-1 16,6-4-18-16,0-3-7 15,0-6 9-15,6-3 1 16,8-3-3-16,2 0-18 16,3-4 16-16,0-13-24 15,0-5 20-15,-1-3-31 16,-2-3 26-16,0-5-27 15,-6-2 13-15,0-6-1 16,-4-4 6-16,-5-2-13 16,-1-4 1-16,0 0 15 15,0 4-27-15,0 4 16 16,0 10-23-16,0 6 33 0,0 8-15 16,0 9 24-1,0 7-17-15,6 3 8 0,14 8 1 16,5 18 18-16,11 8 25 15,9 10 5-15,5 9 11 16,4 8-4-16,5 5 24 16,-1 5-54-16,-2 3 37 15,-7 6-23-15,-5-5 17 16,-8-3-25-16,-9-6 3 16,-10-11 11-16,-11-6-29 15,-6-10 9-15,-3-8-21 16,-20-8 23-16,-7-8-27 15,-8-9 27-15,-2-6-33 16,-5-2 29-16,5-22-35 16,3-7 24-16,10-7-13 15,7-1-1-15,11-1-1 16,9 3-11-16,0 2 7 16,19 4-37-16,7 0-21 15,6 4-42-15,-2 2-89 16,-4-1-243-16</inkml:trace>
  <inkml:trace contextRef="#ctx0" brushRef="#br0" timeOffset="120783.54">27222 7942 848 0,'0'0'76'16,"0"0"46"-16,0 0-90 16,-38-46 13-16,21 34-29 15,-1 2 5-15,-3 1-24 16,-2 5 3-16,0 3-4 16,-1 1-3-16,3 3 7 15,1 10-15-15,4 10 30 16,1 5-23-16,8 6 22 15,6 7-14-15,1 2 29 16,3 5 0-16,12 2 39 16,3 2-21-16,2 2-1 15,-4-2-1-15,3 3-5 16,-8-6 3-16,1 0-31 16,-5-7 16-16,-1-5-22 15,-3-5 14-15,0-7-28 16,-3-5 23-16,0-8-30 15,0-2 14-15,0-7-41 16,-2-3-6-16,-7 0-69 16,-2-13-175-16,-8-6-229 15</inkml:trace>
  <inkml:trace contextRef="#ctx0" brushRef="#br0" timeOffset="120953.72">26952 8365 1204 0,'0'0'95'0,"0"0"8"15,0 0-92-15,82-11 7 16,-50 3-28-16,-1-1-47 16,1 1-133-16,-1-4-212 15</inkml:trace>
  <inkml:trace contextRef="#ctx0" brushRef="#br0" timeOffset="121600.13">27495 7986 849 0,'0'0'152'0,"0"0"36"15,0 0-42-15,0 0-81 16,23-2 2-16,-12 2-7 16,1 2-13-16,2 2-14 15,-1-1-24-15,0-1-10 16,-1-2 4-16,-3 0-10 16,2 0-65-16,-2 0-4 15,-3 0-96-15,-2-2-105 16,-1-5-149-16</inkml:trace>
  <inkml:trace contextRef="#ctx0" brushRef="#br0" timeOffset="121818.83">27693 7876 805 0,'0'0'162'0,"0"0"67"16,0 0-70-16,0 0-72 15,21 81-27-15,-16-52-44 16,-1 2 6-16,2-3-29 16,1-3 23-16,-1-2-32 15,2-6-13-15,0-4-127 16,-1-8-150-16,-3-4-315 16</inkml:trace>
  <inkml:trace contextRef="#ctx0" brushRef="#br0" timeOffset="124505.5">25954 6887 338 0,'0'0'103'15,"0"0"29"-15,0 0-39 16,0 0-14-16,0 0-17 16,0 0 17-16,0 0-21 15,0 0 12-15,0 0-24 16,0 0 10-16,0 0-27 15,0 0 20-15,0 0-20 16,0 0-3-16,-5 0 2 16,-6 0-20-16,-1 0 1 15,-3 0-18-15,0 0 20 16,-2 9-17-16,2-4 16 16,-2 3-19-16,4 1 21 15,-3-2-21-15,1 3 15 16,3-2-8-16,-1 0 1 0,4 5 4 15,-3-1-4-15,7 1 9 16,0 1-14-16,4 1 18 16,1 1-19-16,0-3 26 15,0 1-21-15,0 3 25 16,4 0-18-16,5 1 9 16,1 0-13-16,-1-1 23 15,-2-1-4-15,3 2-10 16,-6-3 8-16,-1 0-24 15,-2 0 28-15,-1-3-23 16,0 0 23-16,0 0-29 16,0-5 25-16,-4 2-22 15,-4-1 11-15,0-2-1 16,3 0-4-16,-3 2 4 16,1-1-9-16,-1 1 14 15,2 1-20-15,3 0 20 16,-2 1-22-16,5-3 25 15,0 1-27-15,0-3 24 16,0-1-18-16,0 0 9 16,9 0-13-16,0 0 32 15,1 0-14-15,-1-1-11 16,-2 1 15-16,0 2-20 16,2 0 22-16,-4 0-23 15,3 3 24-15,-2 0-24 16,-1-1 24-16,-1 3-17 15,-2-3 6-15,1 0 0 16,-3 3-4-16,0-1 8 16,0 2-11-16,0 2 16 0,-3 0-16 15,-4 3 21-15,-2 4-25 16,0-1 22-16,1 3-24 16,-2 2 19-16,0 1-10 15,1 3 1-15,3 3-1 16,0-5 3-16,6 1 4 15,0-1-12-15,0-2 18 16,16-1-20-16,2-3 24 16,5-2-21-16,0-2 24 15,0 0-25-15,-1-2 16 16,-2-4-6-16,-5-3 2 16,-3 0-4-16,-5-6-4 15,-2 1 8-15,-2-3-28 16,-3 0-3-16,4-1-45 15,-4-11-15-15,0-2-148 16,0-6-203-16</inkml:trace>
  <inkml:trace contextRef="#ctx0" brushRef="#br0" timeOffset="125321.06">25541 7464 627 0,'0'0'81'0,"0"0"53"16,0 0-11-16,0 0-16 16,0 0-38-16,0 0 11 15,0 0-44-15,0 0 10 16,0 0-18-16,0 0-1 0,0 0 8 15,0 0-11 1,0 0-2-16,0 0-11 0,0 0 10 16,0 0-18-16,0 0 19 15,0 0-22-15,0 0 22 16,7 0-26-16,1 0 25 16,7 0-12-16,1 0 2 15,-2 0 0-15,2 0-6 16,-4 0 4-16,1 0-17 15,-6 0 21-15,-1 0-22 16,-3 0 21-16,-3 0-48 16,0-3 34-16,0 2-57 15,0-2-19-15,-6 0-78 16,-3-1-96-16,-2 2-113 16,-2-1-219-16</inkml:trace>
  <inkml:trace contextRef="#ctx0" brushRef="#br0" timeOffset="125686.31">25486 7359 277 0,'0'0'125'0,"0"0"11"15,0 0 6-15,0 0 18 16,0 0-8-16,7-5-23 15,2 5-31-15,-3 0-33 16,2-1-54-16,-2-1 3 16,1 1-22-16,0 1 5 15,1-3-95-15,0 2-28 16,-1-3-121-16,1 0-170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6:05:36.44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13341 3549 72 0,'-1'0'29'0,"-1"0"-31"16,2 0 15-16,-2 0-5 15,2-1 10-15,0-1 8 16,-3 2 2-16,3 0-4 16,-2 0 9-16,2-4 2 15,0 4-19-15,0-1 11 16,0-1-11-16,0 1 12 16,0 0-13-16,0 1 17 15,0-2-3-15,0 1 5 16,0 1-2-16,0-1 1 15,0 1 1-15,0 0-14 16,0-3 1-16,-1 3-16 16,1-1 11-16,0 1-19 15,0-2 16-15,0 0-20 16,0 0 18-16,0 0-5 16,0 0 19-16,0 0 11 15,0 2-7-15,0 0 6 16,0 0-10-16,0 0 11 0,0 0-21 15,0 0 10-15,0 0-22 16,0 0 14-16,-2 0-12 16,2 0 13-16,0 0-19 15,0 0 12-15,-1 4-6 16,1 4 14-16,-2 0 8 16,1 1-12-16,-1 2 14 15,1 2-23-15,-2-1 20 16,0 1-24-16,1 0 14 15,-1-1-22-15,1 2 15 16,1 1-10-16,-1-3 3 16,2 2 5-16,0 0-5 15,0-1 10-15,0 0-12 16,0 2 15-16,0-2-16 16,0 3 23-16,0-4-24 15,0 4 23-15,0-1-23 16,0 0 10-16,0-1-1 15,0 1-1-15,0-1-1 16,0 0-6-16,0-3 12 16,0 2-16-16,0-2 17 15,0 0-23-15,0-1 27 16,0-1-28-16,0 1 25 16,0 1-19-16,0 0 14 15,0 1-2-15,0 0-2 16,0-2 0-16,0-1-7 15,0 2 11-15,0-2-15 16,0 1 22-16,0-1-24 16,0 1 26-16,0-2-27 15,0-1 21-15,0 0-18 16,0 1 7-16,0-3 1 0,0 3-5 16,0 0 8-16,0-1-10 15,0 3 14-15,2 0-17 16,-1-1 21-16,-1 1-22 15,2 0 25-15,1 1-28 16,-3-3 22-16,1 3-13 16,0-2 4-16,-1 3 1 15,3 1-3-15,0 0 8 16,0-1-13-16,0 0 22 16,-2 1-24-16,4-1 23 15,-1-1-25-15,-1 2 25 16,0-1-23-16,0 2 20 15,1-1-13-15,0-2 3 16,2 1 2-16,-2-1-1 16,1 2 6-16,-2-4-16 15,0 3 18-15,1-2-21 16,-3 1 26-16,3-2-26 16,-1 0 24-16,0 0-23 15,0-2 14-15,0 0-6 16,2 4 1-16,-1-2 4 15,0 3-7-15,0 1 14 16,-1 0-11-16,0 0 16 16,-1-5-24-16,1 3 26 15,-3-5-26-15,2 0 22 16,1-1-21-16,-1 0 12 16,-1 0-3-16,1-2-2 15,-1-1 4-15,1 1-9 16,1 1 12-16,-2 5-13 15,5-2 20-15,-4 2-25 16,1 1 30-16,2 0-31 0,-2 0 29 16,0-4-19-16,0 0 5 15,1-2-1-15,1-4-3 16,1 2 7-16,0 0-8 16,1-2 17-16,-1 2-21 15,3-1 22-15,-1 1-26 16,1 2 33-16,3-4-27 15,-4 4 17-15,3-1-18 16,3-2 9-16,-3 0 2 16,3 1-5-16,0-2 6 15,1 0-11-15,-3 0 18 16,1 0-23-16,0 0 27 16,0 0-28-16,-1-2 29 15,-1 1-30-15,-2-2 23 16,4 2-12-16,-4-3 2 15,1 4 0-15,-1 0-4 16,2 0 10-16,-1 0-17 16,1 0 22-16,1 0-27 15,1 0 31-15,0 0-29 16,3 0 28-16,1 0-28 16,3 0 18-16,1 0-7 15,3 0 2-15,1 0 2 16,1 0-7-16,-1 0 12 15,2 0-17-15,1 0 22 16,-3 0-25-16,1 0 30 16,0 0-31-16,-1 0 27 15,-2 0-24-15,2 0 15 16,-1 0-4-16,-1 0-1 0,-2 0 4 16,0 0-9-16,2 0-3 15,-1 0 9-15,0 0 20 16,-1 0-34-1,0 0 31-15,0 0-31 0,1 0 27 16,-1 0-30-16,-2 0 26 16,1 0-8-16,0 0-2 15,0 0-5-15,0 0 3 16,-1 0 18-16,2 0-35 16,-1-1 42-16,1-2-35 15,0 3 29-15,2 0-30 16,0 0 25-16,1 0-17 15,0 0 7-15,2 0 1 16,2 0-3-16,-3 0 6 16,3-3-13-16,2 0 16 15,-2 0-16-15,2 2 25 16,1-2-29-16,-1 0 28 16,4 3-30-16,-2 0 25 15,3 0-14-15,1-3 3 16,0 2 2-16,0-2-4 15,2 1 8-15,1-1-14 16,-2-1 22-16,-2 1-24 16,1-1 29-16,-1 2-30 15,-2-2 28-15,1 1-29 16,-3 0 18-16,1-1-7 16,-5 1-5-16,5 2 13 0,-3-2-11 15,-2 1 13 1,1 2-19-16,-1-2 17 0,-1 1-15 15,0 1 26 1,-2 0-33-16,1-3 31 0,0 3-27 16,1-1 14-16,-3 1-3 15,-3-2-1-15,0 1 4 16,3 0-9-16,-5 1 15 16,1-2-20-16,-2 1 24 15,-6-1-27-15,1 2 32 16,-2 0-33-16,-3 0 28 15,-1 0-22-15,-1 0 10 16,0 0 0-16,1 0-18 16,1 0 35-16,-1 0-24 15,0 0 15-15,0 0-19 16,2 0 23-16,-2-3-25 16,0 3 28-16,0-1-30 15,1-2 25-15,1 2-17 16,-3 1 6-16,2-3 1 15,-3 1-3-15,5-1 6 16,-5 0-12-16,2 0 18 16,-2 2-21-16,1-2 25 15,-2 0-27-15,1 1 28 16,-1 0-28-16,1 0 22 16,0-2-13-16,1-2 4 15,1 1 1-15,-2 1-5 16,2-1 12-16,1-1-18 15,-4 2 21-15,1-2-24 0,-1 0 30 16,1-1-30 0,-2-3 29-16,1-1-28 0,-2-1 20 15,1 0-8-15,-2-4 2 16,1-3 5-16,1 3-9 16,-2-1 13-16,0-2-20 15,0 6 24-15,0-2-26 16,0 4 34-16,0-2-31 15,0-1 31-15,0 2-30 16,0-2 14-16,0-1-5 16,-3-1-3-16,-2-4 5 15,2-1-9-15,1-1 16 16,2-5-20-16,-2 4 23 16,2-1-25-16,0 0 31 15,0 1-31-15,-1 1 28 16,-1 0-25-16,1 0 13 15,-2 0-2-15,3 1 0 16,-2-1 2-16,1-3-11 16,1 4 17-16,0-1-21 15,0 1 28-15,0 0-27 16,-3 4 34-16,0-3-36 16,2 0 28-16,-1 2-29 15,0 2 19-15,0 0-4 16,2 0-4-16,-1 2 5 15,-1-1-16-15,1 0 27 16,-4-3-28-16,1 2 30 16,-1-2-30-16,-1-1 30 15,-2-1-31-15,1-2 25 16,1 1-16-16,2-1 4 16,-3 2 0-16,1 2 0 15,3 0 7-15,0 6-15 0,0-3 21 16,2 5-28-16,-2 3 34 15,3-1-31-15,-2 2 29 16,1 0-30-16,-1 1 22 16,1 2-18-16,-1-1 17 15,0 1-5-15,2 2-5 16,-1-2 10-16,-1 2-17 16,-1-1 23-16,2 1-26 15,-2-1 30-15,-3-1-31 16,0 0 30-16,-1 2-29 15,-3 1 18-15,-2-3-6 16,-4 3-2-16,-3 0 6 16,1 0-9-16,-5 0 15 15,-2 0-21-15,-2 0 25 16,-2 0-28-16,-2 0 33 16,0 0-33-16,-1 3 30 15,0-2-26-15,0 2 12 16,0-3 0-16,1 3-2 15,0-2 4-15,1-1-9 16,1 1 15-16,2-1-21 16,-1 1 26-16,2-1-28 15,0 2 33-15,2-2-35 16,-1 0 29-16,-1 0-22 16,2 0 10-16,-5 0 0 15,0 0-2-15,-1 0 4 16,-2 0-11-16,0 0 17 15,-3 0-23-15,2 1 29 0,-3 0-30 16,0 1 22 0,0-2-13-16,-2 4 16 15,2-4-15-15,0 2 3 0,0-1 2 16,-1 0 1-16,2 1 4 16,2-2-15-16,-2 1 22 15,2-1-27-15,-1 0 33 16,3 0-31-16,-3 0 30 15,3 0-32-15,-4 0 23 16,1 1-11-16,-3 1 2 16,3-1 4-16,-1 2-7 15,0-1 10-15,4 1-17 16,-3-2 24-16,5 3-28 16,1-4 33-16,2 1-32 15,-2 2 21-15,4-3-11 16,0 0 10-16,1 1-7 15,2-1-1-15,-1 0 4 16,3 0-7-16,1 1 13 16,1 1-19-16,-1-2 24 15,0 1-28-15,0 1 34 16,1 0-36-16,-2 0 32 16,-3 3-27-16,0-1 15 15,2-1-3-15,-2 0-3 16,2-1 7-16,3 0-10 15,3-2 15-15,-1 0-20 16,2 0 25-16,1 0-28 16,2 0 31-16,2 0-32 15,1 0 26-15,4 0-17 16,-2 0 7-16,1 0-1 16,1 0-2-16,0 0 6 15,0 0-13-15,-2 0 19 0,-1 0-22 16,-2 0 27-16,3 0-29 15,-5 0 31-15,2-1-33 16,-3 0 27-16,-1 1-17 16,2-2 5-16,-2 1 2 15,-2 1-4-15,3-1 9 16,-5 1-16-16,4 0 21 16,-1 0-40-16,0 0 59 15,3 0-43-15,-3 0 29 16,1 0-30-16,-1 0 14 15,-4 0 5-15,-1 0-7 16,0 0 3-16,-2 5-5 16,1 2 10-16,-1-3-17 15,1 0 23-15,0 2-25 16,1-4 30-16,1 1-30 16,0 1 28-16,0-4-27 15,4 2 18-15,1-1-6 16,2-1-1-16,3 0 3 15,3 0-6-15,1 0 12 16,3 0-20-16,0 0 24 16,0 0-49-16,0 0 77 15,0 0-55-15,0 0 27 16,0 0-23-16,0 0 13 16,0 0-1-16,0 0-3 15,0 0 3-15,0 0-6 0,0 0 12 16,-2 0-16-1,-1 0 5-15,0 0-57 0,1 0-22 16,-1 0-118-16,0 0-99 16,2-6-375-16</inkml:trace>
  <inkml:trace contextRef="#ctx0" brushRef="#br0" timeOffset="10436.57">13952 2927 439 0,'0'-4'113'0,"0"2"-4"15,0-2-14-15,0 2-25 16,0 2-8-16,0 0 25 16,0-1-24-16,0 1 6 15,0 0-20-15,0 0 8 16,0 0-32-16,0 11-3 16,-6 6-12-16,0 7-6 15,0 5 1-15,0 1-10 16,3 1 13-16,3-7-17 15,0-1 20-15,0-3-21 16,1-4 23-16,11-4-22 16,-2-3 19-16,3-3-14 15,1-3 7-15,-1-3-2 16,2 0 0-16,-4-10 6 16,4-9-11-16,-7-2 16 15,0-6-19-15,-2-1 21 16,-4-1-24-16,-2 2 25 0,0 1-26 15,0 4 21 1,0 4-13-16,-4 5 3 0,-5 1 0 16,2 6-3-16,-1 5 3 15,-3 1-20-15,0 0 0 16,-4 0-48-16,2 5-8 16,0 3-71-16,3 0-48 15,1-2-168-15</inkml:trace>
  <inkml:trace contextRef="#ctx0" brushRef="#br0" timeOffset="10847.11">14181 3017 613 0,'0'0'78'0,"0"0"51"16,0 0-39-16,38 78-8 15,-30-66-29-15,-5-2-3 16,-1-3-22-16,0-3-2 16,-2-2 10-16,0-2-8 15,0 0 10-15,0 0-15 16,0 0 22-16,0-11-13 15,0-9 5-15,-3-3-42 0,2-4 21 16,-2-1-14 0,3 3 2-16,0 0 0 15,0 3-6-15,0 4 3 16,4 4-13-16,6 1-9 0,4 3-45 16,3 4 4-16,-2 2-37 15,4 2 21-15,-2 2-53 16,1 0-9-16,-7 0-65 15,2 0-120-15</inkml:trace>
  <inkml:trace contextRef="#ctx0" brushRef="#br0" timeOffset="11031.19">14484 2962 714 0,'0'0'147'16,"0"0"48"-16,0 0-62 15,0 0-35-15,41 69-46 16,-35-54-15-16,2-1-44 16,-5-2 28-16,-1-1-44 15,-2-3-42-15,0-4-145 16,0-4-202-16</inkml:trace>
  <inkml:trace contextRef="#ctx0" brushRef="#br0" timeOffset="11203.54">14533 2741 1003 0,'0'0'19'16,"0"0"-5"-16,0 0-60 0,0 0-42 15,0 0-101 1,0 0-111-16</inkml:trace>
  <inkml:trace contextRef="#ctx0" brushRef="#br0" timeOffset="11926.53">14775 3004 587 0,'0'0'120'0,"0"0"50"16,0 0-49-16,36-70-55 15,-33 49-17-15,-1-1-16 16,-2-2-4-16,0 1-28 15,-5 3 10-15,-6 3-27 16,-3 5 20-16,-1 6-26 16,-2 6 11-16,1 0-36 15,0 12 1-15,4 7 0 16,4 5 16-16,5 2 20 16,3 4-22-16,0 3 32 15,10-1-8-15,6 0 21 16,4 1 1-16,0 1 46 15,3-3-16-15,0-2 33 0,-1-2-10 16,-1 0 28 0,-6-5-41-16,-3-1-18 15,-5-3-1-15,-3 0-16 0,-4-2 12 16,0-4-18-16,0 0 17 16,-10-4-30-16,0-3 22 15,-3-5-26-15,-1 0 23 16,-1-10-26-16,-1-13 6 15,5-6 5-15,-1-6-18 16,8-7-2-16,4 1-17 16,0 2 13-16,6-3-19 15,10 7 19-15,3 2-19 16,1 5 18-16,-3 6-19 16,0 5 36-16,-2 7 0 15,-2 4 3-15,0 6 2 16,-3 0-2-16,0 13 7 15,1 6-7-15,0 4 32 16,-3 3-11-16,4 0 20 16,-4-1-35-16,3-3 14 15,-4-5-29-15,0-3 16 16,-1-3-20-16,-3-6-51 16,-3-5-108-16,0 0-233 15</inkml:trace>
  <inkml:trace contextRef="#ctx0" brushRef="#br0" timeOffset="12088.55">14936 2724 861 0,'0'0'43'0,"0"0"-33"15,0 0-10-15,0 0-121 16,-3 15-90-16,3-1-306 15</inkml:trace>
  <inkml:trace contextRef="#ctx0" brushRef="#br0" timeOffset="13072.2">15121 2959 690 0,'0'0'169'0,"0"0"6"15,0 0-56-15,0 0-15 16,0 0-36-16,0 0-29 15,65 41-12-15,-62-41-26 16,1-8 15-16,-1-7-21 16,4-5 14-16,-4 0-36 15,1 0 13-15,0 1-41 16,2 0 26-16,2 6-11 16,0 2 10-16,-1 4 8 15,4 6 15-15,-3 1 11 16,1 0-13-16,-2 1 19 15,0 13-17-15,2 2 33 16,-3 1-22-16,-1 1 21 16,3-1-33-16,-2 2 14 15,3-3-7-15,2 0-5 16,3-2-5-16,1-1-30 16,5-7-32-16,0-1-25 15,5-5 24-15,-1 0-15 16,0-3 53-16,0-9 4 15,-1-7 37-15,-2 3-12 0,-4-4 23 16,-3-2 32 0,-5 1 30-16,-5-1 7 0,-3 0-9 15,-1 4-2-15,0 1-22 16,0 4-2-16,0 4-27 16,0 3 30-16,-4 5-39 15,-3 1 11-15,-4 0-33 16,-1 7 4-16,-1 7-2 15,-2 1-6-15,5 2-6 16,1 1-11-16,3-3 5 16,2-1-14-16,3-3 21 15,1-5-31-15,0 0 24 16,0-2-20-16,0-2 30 16,0-2 5-16,5 0 11 15,1 0-2-15,-1 2 0 16,1 0 2-16,-1 2-9 15,4 2 14-15,-2 1-16 16,3 1 20-16,2 1-20 16,2-3 22-16,1 0-18 15,1-1 18-15,0-3-5 16,-1-2 4-16,1 0 17 16,2-3 15-16,-1-13 16 15,-1-7-22-15,1-2 1 16,-2-7-26-16,-3-5 18 15,0-2-28-15,-5-2 32 16,-4-6-32-16,-3 0 12 16,0-4-12-16,0 3-1 15,-14 3 0-15,-6 3-6 0,1 7 10 16,-4 11-16 0,0 9 20-16,-2 9-25 15,2 6 27-15,4 12-31 0,2 20 30 16,7 7-23-16,2 12 15 15,8 3-1-15,0 2 2 16,11 2 9-16,9-6 2 16,6-4 13-16,0-5-20 15,3-5 14-15,0-6-33 16,-3-7 18-16,-3-4-64 16,-9-5-67-16,-4 1-163 15,-8-3-444-15</inkml:trace>
  <inkml:trace contextRef="#ctx0" brushRef="#br0" timeOffset="21746.38">7782 7768 148 0,'2'0'18'16,"-2"0"35"-16,0 0-17 15,0 0 10-15,0 0-3 16,0 0 1-16,0 0 5 0,0 0-9 16,0 0-13-1,0 0-14-15,1 0 17 16,1 0 5-16,-1 5-2 0,1 3-12 16,-1 3 19-16,1 2-6 15,2 6 3-15,-1 3-22 16,0 4 5-16,0 5-6 15,-1 2-6-15,1 2 13 16,2 0-15-16,-3-3 6 16,3 3-16-16,-1-4 17 15,1 0-22-15,-2 1 17 16,1 0-13-16,-3 0 5 16,-1 4 1-16,0-3-2 15,0 3 0-15,0-4-2 16,0 0 8-16,0-4-15 15,0-2 12-15,0-2-3 16,0-3 9-16,0-2-17 16,3 1 7-16,-3-4-1 15,3 1-2-15,-2-2-2 16,1 3 3-16,-1 0 6 16,-1 1-7-16,0 1 12 15,0 2-15-15,0-2 17 16,0-4-16-16,0-3 16 15,0 0-20-15,0-4 17 16,0 0-8-16,0-4 1 16,2 3 1-16,1 0-3 15,-2 0 6-15,1 3-9 16,2-3 13-16,-1 3-26 16,0 2 40-16,-1-2-28 15,1 1 17-15,0-3-16 0,0 1 12 16,0-3-7-16,0-1-1 15,0-2 4 1,0 1-6-16,0-1 9 0,-2-1-12 16,5 1 15-16,-3 0-16 15,1-1 20-15,2 1-16 16,1-2 17-16,1 1-10 16,0 0 7-16,1 1 5 15,-1-1-11-15,2 0 1 16,-2-1-9-16,2 2 11 15,-1 0-14-15,2 1 18 16,-2-3-22-16,2 0 26 16,2-2-21-16,0 0 21 15,3 0-13-15,-1 0 8 16,2 0-2-16,0 0-5 16,3 0 2-16,1 0-10 15,-1-2 11-15,-1 0-12 16,2 2 14-16,0 0-16 15,-1 0 18-15,1 0-19 16,1 0 16-16,0 0-11 16,-1 4 4-16,4-1 1 15,-3 0-2-15,1-3 4 16,-2 0-9-16,0 0 14 16,0 0-16-16,1 0 17 15,-2 0-18-15,-1 0 20 16,2 0-22-16,1 0 12 15,0 0-5-15,2 0 3 16,1 0 2-16,2 0-3 16,1 0 6-16,-2 0-12 0,3 0 17 15,-2 0-19-15,1-5 22 16,-1 0-23-16,0 0 23 16,-1 0-21-1,-1 1 13-15,-2 1-5 0,2 2 0 16,-2 1 0-16,0 0-4 15,-1 0 7-15,-1 0-7 16,-1 0 14-16,1 0-21 16,-1 3 24-16,-1-1-24 15,1 1 24-15,-1-2-20 16,1 0 9-16,-1 2 0 16,1-3-1-16,3 5 2 15,-3-4-7-15,3 2 13 16,0 0-16-16,-1 0 19 15,1 2-21-15,0 1 24 16,0 0-25-16,1-2 21 16,-1 0-14-16,3 0 8 15,0 0-2-15,1-1-3 16,2-2 4-16,0-1-8 16,1 0-4-16,-1 0 17 15,3 0 2-15,-2 0-19 16,-1 0 22-16,3 0-24 15,-2 0 18-15,-2 0-10 16,4 0 2-16,0 0 3 16,-1-1-3-16,-3-2 5 15,0 2-11-15,0-2 14 16,-1 3-15-16,-4 0 19 16,2 0-20-16,-3-2 20 15,-1 2-22-15,-1-1 17 16,-2 0-9-16,0-2 2 0,-3 2 3 15,-1-3-5-15,-2 2 7 16,1 0-13-16,-5-1 13 16,3 2-12-16,0-1 19 15,-1-1-22-15,3 0 21 16,0 1-20-16,2-2 13 16,1 0-8-16,0-2-3 15,-2 2 8-15,2 0-4 16,0-1 9-16,-2 1-12 15,2-2 16-15,-3 2-19 16,1-1 23-16,-2-1-24 16,2 1 22-16,-2-4-19 15,1 2 9-15,-2-1 0 16,1 2-12-16,-2-1 22 16,0-1-15-16,-5 5 10 15,-1-1-14-15,0 3 12 16,-1-2-8-16,0 2 18 15,4-1-25-15,-2 0 19 16,0-1-13-16,0 0 6 16,2 0-1-16,-2 0-1 15,1-1 3-15,0-3-8 16,0 0 14-16,-1-1-15 16,-1 0 21-16,4-4-22 15,-5-1 23-15,2 2-25 16,-2-5 19-16,-1 1-11 15,1-1 4-15,3 0 9 16,-3-3-9-16,1-1 44 16,-1 0-26-16,-1 0 21 0,-2-1-27 15,0-1 24-15,0 1-23 16,0-1 22-16,0-2-35 16,-3 3 13-16,-3-2-14 15,5-1 4-15,-1 1 3 16,-1 0-5-16,2 1-1 15,1 1-4-15,0-1 14 16,0 0-20-16,-2 2 9 16,1 1 9-16,1-2 15 15,-2-1-19-15,1 1 17 16,0 4-11-16,-2-1-6 16,1 0-2-16,-1 3-8 15,0 3 19-15,-2-2-20 16,2 1 22-16,0-1-26 15,0 1 32-15,0 0-31 16,0-2 29-16,0-1-27 16,-1 1 11-16,-1 0-3 15,0-2-5-15,-1 2 6 16,2 1-8-16,-2-1 13 16,2 4-19-16,1 2 25 15,0-2-26-15,-1 3 28 16,-1-3-30-16,1 2 27 15,0 0-22-15,-2-1 11 16,-4 0 0-16,4-1-3 16,-1 3 5-16,-2-1-17 15,3-1 27-15,1 2-25 16,-1-3 24-16,0 3-26 16,0 0 30-16,0-1-31 15,-1-2 25-15,1 3-16 16,1-1 3-16,0-2 0 0,-2 4 1 15,1 0 6-15,4 2-14 16,-3 1 20-16,1 0-23 16,-1-1 27-16,1 3-27 15,-2-3 27-15,-1 3-28 16,0-2 20-16,-2 1-24 16,-1-1 30-16,-1 0-11 15,-1 1-6-15,-4 0 10 16,0-1-25-16,-4 2 39 15,-2-2-33-15,-1 2 28 16,-4 1-28-16,-1-2 29 16,-1 1-29-16,-1-1 19 15,0-1-7-15,-1 4-1 16,1-4 5-16,0 4-8 16,-1-3 14-16,3 1-20 15,-4 1 23-15,3 0-25 16,0-1 30-16,0 0-32 15,0 0 29-15,1-1-23 16,-3 3 11-16,1-3-21 16,0 3 40-16,-1-1-17 15,1 1-9-15,2 0 13 16,-2 0-17-16,-1-4 22 16,3 3-19-16,-3-2 23 15,2 0-28-15,-1-1 25 16,-2 4-20-16,2-3 7 15,-3 2 2-15,1 1-6 16,-1 0 8-16,-3 0-12 0,3 0 16 16,1 0-19-1,-1 0 23-15,-1 0-24 0,0 0 26 16,2 0-28-16,-4 0 24 16,1 0-14-16,-2 0 3 15,-1 0-2-15,2 0 6 16,-2 0 1-16,1 0-14 15,-1 0 20-15,2 0-23 16,3 0 26-16,-2 0-28 16,5 0 31-16,-2 0-30 15,5 1 22-15,1 2-8 16,0-3-1-16,4 0 4 16,-1 0-4-16,0 0 9 15,1 0-16-15,2 0 23 16,0 0-19-16,1 0 24 15,-1 2-31-15,-2-1 14 16,3 0-4-16,-2 1 6 16,2-1-6-16,-3 0-1 15,1-1-1-15,-1 3 3 16,0-3 8-16,2 1-20 16,-3 2 24-16,1 1-26 15,3-1 31-15,-1 3-32 16,3-2 29-16,0-1-23 15,2 1 12-15,4 1-2 16,0-2 0-16,2-3 3 16,3 3-7-16,-2-2 15 15,3 0-22-15,-1 1 22 16,-3-2-24-16,5 0 29 16,-5 0-31-16,3 0 17 0,-1 2 10 15,-3-2-5-15,1 2 1 16,1-2-1-1,-1 0 3-15,2 4-16 0,3-4 16 16,-2 2-22-16,4-2 25 16,-1 0-28-16,2 0 29 15,-1 2-31-15,-2-1 25 16,3 2-16-16,-5 1 6 16,2 1 0-16,-2 1-2 15,0-1 4-15,-2 2-14 16,0-1 11-16,2-2-43 15,1 0-1-15,-1-1-87 16,-1-2-99-16,1-1-212 16</inkml:trace>
  <inkml:trace contextRef="#ctx0" brushRef="#br0" timeOffset="22239.11">8125 7163 747 0,'4'0'43'0,"2"10"50"16,3 4-4-16,2 7-41 16,-1 2-3-16,-1 1-25 15,-1 1-4-15,-2-2-24 16,-3 1 22-16,-1-6-35 15,-2-6-27-15,0-2-104 16,0-7-134-16,-3-3-236 16</inkml:trace>
  <inkml:trace contextRef="#ctx0" brushRef="#br0" timeOffset="22398.33">8116 6970 655 0,'0'0'-13'15,"0"0"-29"-15,0 0-143 16,0 0-216-16</inkml:trace>
  <inkml:trace contextRef="#ctx0" brushRef="#br0" timeOffset="22874.42">8250 7063 634 0,'0'0'125'0,"0"0"36"16,0 0-35-16,64 87-32 16,-44-63-24-16,-1 2-15 15,-2-3-38-15,-1-3 6 16,0-3-10-16,-4-3 19 15,-4-4-31-15,-1-2 16 16,-4-4-27-16,-1-1 19 16,-1-3-11-16,-1 0 4 15,0 0-5-15,0-12-13 16,0-5-5-16,0-2-15 16,0-4 5-16,2 0-19 15,1 1 12-15,1 0-15 16,0 5 31-16,5 2 4 15,-2 3 22-15,2 1-6 16,0 7 4-16,3 2 8 16,2 2 1-16,0 0 24 15,0 10-7-15,2 9 15 16,-3 2-16-16,1 6 17 16,-3-1-34-16,-1-1 11 15,-3-2-27-15,2-4 10 16,-3-2-3-16,-2-5-8 15,-1-8-18-15,1 0-61 16,-2-4-43-16,1 0-98 0,-3 0-24 16,0-7-184-16</inkml:trace>
  <inkml:trace contextRef="#ctx0" brushRef="#br0" timeOffset="24519.07">8691 7125 569 0,'0'0'127'0,"0"0"-2"15,0 0-48-15,0 0-16 16,0 0-4-16,55 50 1 16,-42-36-33-16,3 0 5 15,-3-2-24-15,2-2 12 16,-3 0-16-16,2-4 17 15,-3-2-24-15,-4-2 22 16,1-2-5-16,0 0-2 16,-4 0 4-16,0 0-3 15,-1-8 8-15,-1-3-16 16,-2-4 19-16,0-2-29 16,0-2 21-16,0-2-25 15,0 1 23-15,-2 2-24 16,-2 2 17-16,1 2-6 15,0 3 1-15,-1 4 1 16,4-2-15-16,-2 7 30 16,2 0-24-16,0 2 18 15,0 0-21-15,0-2 19 16,0 2-18-16,0 0 19 0,0 0-22 16,0 0 11-1,9 0 0-15,3 6 1 0,2 0 4 16,2 1-8-16,0 0 15 15,1-2-18-15,3-2 23 16,0-2-23-16,-2-1 28 16,-1 0-28-16,-1 0 28 15,-3 0-16-15,-1-4 7 16,-3-8-3-16,-3 1-2 16,-1 2 6-16,-2-2-16 15,-3-1 34-15,0 3-29 16,0-2 17-16,-3 3-27 15,-3 4 26-15,-4-4-29 16,1 5 22-16,-1 3-19 16,-1 0-1-16,1 0-5 15,-2 11-1-15,1 9 11 16,0 7-13-16,3 1 18 16,2 7-19-16,3-2 24 15,3 0-20-15,0-3 27 16,3-6-25-16,11-3 17 15,2-7-6-15,3-6 2 16,0-2 3-16,-3-6-5 16,4 0 8-16,0-8-19 15,-1-8 28-15,1-1-26 16,-4 0 23-16,1 1-25 16,-4 4 24-16,-1 3-24 15,-2 5 15-15,-4 4-5 16,3 0-2-16,-3 0 3 0,0 8-3 15,-1 5 12 1,-1-1-10-16,1-1 24 0,-3 1-20 16,0-4 28-16,-1-1-27 15,1-3 29-15,-2-3-20 16,0-1 11-16,0 0-2 16,0 0 1-16,0-1-1 15,-2-12-12-15,-3-5 8 16,-1-4-31-16,0 0 36 15,6-3-33-15,0 2 27 16,0 2-32-16,0 0 21 16,12 5-29-16,2 0 6 15,3 3-5-15,2 4-5 16,-1-2-7-16,3 2-9 16,-4 4 33-16,-1 0 0 15,0-1 24-15,-4 2-23 16,-5 1 25-16,-3 2-25 15,0-2 21-15,-4 2-12 16,0 1 7-16,-5 0-1 16,-8 0-1-16,-3 4 0 15,3 7-15-15,1 1 17 16,4 3-20-16,5-1 22 16,3 0-34-16,0 2 25 15,4-3-16-15,11 4 22 16,-1-1-2-16,3 2 6 15,-1-1 16-15,2 2 2 16,-5-3 7-16,-2-1-15 16,-2-3 23-16,-8 1-22 0,-1 1 17 15,0-3-36 1,-3 0 33-16,-10 0-34 0,-5 1 9 16,0-4-7-16,2-1-5 15,2-4-4-15,4-2 6 16,4-1-1-16,5 0-29 15,1 0 16-15,0-8-32 16,16-7 43-16,5-1-12 16,8-3 28-16,1-2-19 15,1-1 10-15,-1 1-1 16,-3-1-2-16,-4 0 6 16,-4 3-2-16,-1-1 19 15,-5 2-17-15,-2 1 23 16,-5-3-25-16,-3 4 24 15,-3-2-28-15,0 4 24 16,0-2-22-16,0 5 5 16,-9 3 0-16,-2 4-3 15,0 4 4-15,-3 0-4 16,3 16 10-16,-3 7-25 16,2 7 26-16,3 2-25 15,6 4 31-15,3-2-28 16,0-4 25-16,4 2-13 15,13-5 5-15,2-4-2 16,4-3-8-16,2-7 5 16,-2-2-39-16,0-7-27 15,-4-4-162-15,-7 0-314 16</inkml:trace>
  <inkml:trace contextRef="#ctx0" brushRef="#br0" timeOffset="26937.59">10021 7205 232 0,'-1'-1'30'15,"-2"1"3"-15,3 0-26 16,0 0-1-16,0 0-6 16,0 0 4-16,0 0-20 15,0 0-3-15,0 0-23 16,0 0 27-16,0 0 15 16,0 0 45-16,0 0 8 15,-2 0 30-15,2 0 21 16,0 0-10-16,-1 0 2 15,1 0-27-15,0 0 1 0,0-1-34 16,0-1-2-16,0 2-25 16,0 0 14-16,0 0-19 15,0 0 19-15,0 0 2 16,0 0 11-16,0 0 0 16,0 0 3-16,0 0 5 15,0 0-10-15,0 0 11 16,0 0-39-16,0 0 33 15,7 0-17-15,9 0 17 16,0-5-25-16,3-2 10 16,-1-1-10-16,1 1-9 15,-3-2-2-15,-6 4-6 16,-3 2-8-16,-4 3-53 16,-3 0-46-16,0 0-125 15,0 0-95-15</inkml:trace>
  <inkml:trace contextRef="#ctx0" brushRef="#br0" timeOffset="27206.1">10014 7029 953 0,'0'0'98'0,"0"0"46"15,0 0-101 1,0 0-9-16,0 0-28 0,65-5-5 16,-47 5-8-16,-1 0-50 15,1 0-67-15,1 0-123 16,0 0-179-16</inkml:trace>
  <inkml:trace contextRef="#ctx0" brushRef="#br0" timeOffset="27986.99">10535 7099 588 0,'0'0'85'0,"0"0"34"16,0 0-33-16,0 0-24 15,0 0 2-15,23-42 0 16,-23 35-23-16,0-3 0 16,0 2-3-16,0-2 14 15,0 2-38-15,-7 0 17 16,-6 1-31-16,-2-3 18 16,-3 4-16-16,0 2-1 0,-2 4 0 15,-1 0-12-15,-1 4 1 16,3 12-12-16,-1 3 19 15,4 1-6 1,5 3 18-16,5 2-21 0,3-5 21 16,3-1-23-1,0-6 14-15,7-1-8 0,6-5 0 16,3-4-10-16,3-3 2 16,0 0 14-16,2-8-7 15,1-7 19-15,-1-3-19 16,-3 1 22-16,0 1-24 15,-4 1 24-15,-4 5-22 16,-2 4 14-16,0 5-1 16,-3 1-6-16,1 0 10 15,4 15 1-15,-1 5 18 16,3 6-10-16,-1 7 21 16,-1 4-22-16,0 2 29 15,2 4-14-15,-5-1 26 16,-1-1-31-16,-3-1 17 15,-3-5-4-15,0 0 6 16,0-6-1-16,-6-3-15 16,-6-5 12-16,-2-2-24 15,-2-2 16-15,0-6-35 16,-3-2 26-16,-1-2-38 16,0-3 28-16,0-4-28 15,1 0-3-15,-1 0-32 16,7-7-31-16,1-7-7 15,2-5-70-15,3-8-140 16,2-4-230-16</inkml:trace>
  <inkml:trace contextRef="#ctx0" brushRef="#br0" timeOffset="28394.58">10616 6811 731 0,'0'0'59'0,"0"0"116"16,0 0-66-16,0 0-4 15,36-2-36-15,-24-1-17 16,1 3-34-16,-5 0-15 15,3 0 6-15,-2 0-18 16,0 0 8-16,-3 0-66 16,0 0-57-16,2 0-89 15,-5 0-88-15,3 0-299 16</inkml:trace>
  <inkml:trace contextRef="#ctx0" brushRef="#br0" timeOffset="28640.83">10867 6692 790 0,'0'0'125'0,"0"0"103"15,0 0-111-15,0 0-28 16,0 0-46-16,38 90-3 15,-31-66-41-15,-4-1 8 16,3-2-16-16,-2-4-48 16,-3-1-68-16,1-3-126 15,-2-1-172-15</inkml:trace>
  <inkml:trace contextRef="#ctx0" brushRef="#br0" timeOffset="29820.16">11099 6856 328 0,'0'0'70'16,"0"0"57"-16,0 0-34 15,0-6 26-15,0 6-27 16,0 0 12-16,0 7-32 16,0 10-14-16,-2 9-9 15,1 5-6-15,-1 3 17 16,2 3-12-16,0-1-15 0,0-1-21 15,0-3 15 1,5-6-27-16,7-3 18 0,-1-4-28 16,4-3 20-1,-3-4-14-15,1-1 3 0,-2-4 0 16,-2-2-24-16,-1-2-44 16,-6-3-69-16,-2 0-72 15,0 0-135-15</inkml:trace>
  <inkml:trace contextRef="#ctx0" brushRef="#br0" timeOffset="30100.5">11267 6999 875 0,'0'0'107'0,"0"0"61"16,0 0-68-16,0 0-21 15,84 75-41-15,-68-63 8 16,1-1-43-16,-5-2 14 16,0-5-25-16,-4 0 8 15,1-3-31-15,-3-1-54 16,0 0-50-16,-4 0-61 15,4-6-51-15,-5-6-155 16</inkml:trace>
  <inkml:trace contextRef="#ctx0" brushRef="#br0" timeOffset="30273.54">11438 6967 700 0,'0'0'98'0,"0"0"14"16,0 0-26-1,0 0-38-15,-87 83 5 0,64-59-44 16,0 1 6-16,3-5-20 16,7-3-14-16,1-5-108 15,4-6-83-15,3-4-58 16</inkml:trace>
  <inkml:trace contextRef="#ctx0" brushRef="#br0" timeOffset="30606.12">11454 6674 747 0,'0'0'148'0,"0"0"30"15,66 70-68-15,-37-32-4 16,-2 5-40-16,-4 0-8 16,-5 5-33-16,-2-1 19 15,-11-3-37-15,-5-1 26 16,0-3-27-16,-2-1 6 16,-17-3-8-16,-4-1-1 15,-3-6-3-15,-2 0-30 16,-1-7-21-16,-1-3-72 15,3-11-86-15,-1-5-169 16</inkml:trace>
  <inkml:trace contextRef="#ctx0" brushRef="#br0" timeOffset="32079.54">11958 7086 837 0,'0'0'77'15,"0"0"83"-15,32-16-45 16,-14 7-46-16,1 3-10 16,-2 1-27-16,1-1-15 15,-4 0-20-15,0 6 13 16,-5-3-22-16,-1 2 13 16,-3-2-66-16,-2 0-47 15,-3-1-103-15,0 2-101 16,-3-2-299-16</inkml:trace>
  <inkml:trace contextRef="#ctx0" brushRef="#br0" timeOffset="32272.42">11945 6902 848 0,'0'0'109'0,"0"0"67"15,0 0-84-15,0 0-42 16,0 0-51-16,96-15 17 16,-64 13-53-16,-1-1-97 15,-1 2-169-15,-4-1-300 16</inkml:trace>
  <inkml:trace contextRef="#ctx0" brushRef="#br0" timeOffset="32706.44">12485 6711 613 0,'0'0'92'0,"0"0"4"16,-15-70-32-16,0 49-18 15,-1 5-1-15,-3 5-13 16,-2 7-18-16,1 4-3 16,0 0-15-16,3 20 11 15,1 8-17-15,7 5 22 16,3 7-18-16,6 4 27 16,0 1-21-16,8 1 21 15,9 1-3-15,0-2 18 16,4 1 0-16,-1-4-4 15,-1 0 19-15,-1-3-24 16,-3-4 26-16,-2-5-39 16,-3-4 11-16,-3-3-31 15,-1-4 20-15,-3-5-25 16,-1-2 15-16,-2-3-31 16,0-3-29-16,0-3-42 15,0-3-71-15,-3 0-50 16,-6 0-177-16</inkml:trace>
  <inkml:trace contextRef="#ctx0" brushRef="#br0" timeOffset="32884.79">12329 7079 910 0,'0'0'170'16,"0"0"-65"-16,0 0-72 15,95-37-35-15,-67 29 1 16,-2 1-45-16,-2 2-74 16,-2-3-132-16,-3 1-219 15</inkml:trace>
  <inkml:trace contextRef="#ctx0" brushRef="#br0" timeOffset="33156.92">12752 6782 901 0,'0'0'63'0,"0"0"106"16,-30 88-89-16,18-46-28 15,1 2-21-15,6 2-24 16,4-5 2-16,1-5-18 15,0-1 19-15,13-9-24 16,4-6 25-16,3-6-36 16,-1-3 0-16,3-7-76 15,-4-4-59-15,-4 0-80 16,-2 0-74-16</inkml:trace>
  <inkml:trace contextRef="#ctx0" brushRef="#br0" timeOffset="33424.4">12847 6974 746 0,'0'0'172'0,"0"0"-13"0,0 0-45 15,0 0-37-15,81 64-7 16,-60-52-31-16,-3-3-9 15,1 1-12-15,-4-5-15 16,-1-1 2-16,-1 0-16 16,-3 0-20-16,1-4-63 15,-2 0-30-15,0 0-72 16,-2-2-40-16,-1-9-62 16,-2-1-44-16</inkml:trace>
  <inkml:trace contextRef="#ctx0" brushRef="#br0" timeOffset="33595.68">13074 6995 397 0,'0'0'194'0,"0"0"-33"16,0 0-56-16,0 0 25 16,-85-7-54-16,63 25-17 15,-1 5-33-15,4 2 2 16,1-1-15-16,4 0-12 16,5-4 1-16,3-2-12 15,4-8-39-15,2-3-55 16,0-4-33-16,0-3-75 15,6 0-94-15,5-10-68 16</inkml:trace>
  <inkml:trace contextRef="#ctx0" brushRef="#br0" timeOffset="33907.5">12960 6611 843 0,'0'0'26'0,"0"0"146"15,64 81-63-15,-36-42 23 16,7 1-50-16,-2 3 13 16,-1-1-52-16,-2-2 10 15,-4 1-25-15,-8 0 2 16,-10-1-7-16,-6-1-16 15,-2 1 3-15,-12 0-16 16,-10-3 14-16,-8 0-44 16,-3-3-7-16,-4-3-69 15,-1-2-77-15,0-7-233 16,-1-7-374-16</inkml:trace>
  <inkml:trace contextRef="#ctx0" brushRef="#br0" timeOffset="44699.54">22518 2598 517 0,'0'0'97'0,"1"0"29"16,-1 0 15-16,3 0-49 16,0 0 12-16,1 0-36 15,-1 0 5-15,0 0-28 16,0 0-6-16,0-3-5 16,-2-3-8-16,-1-1 4 15,0-1-20-15,0-3 6 16,0-3-25-16,-1 0 24 15,-8-1-26-15,-4 1 24 16,0 3-23-16,-5 3 13 16,-5 4-12-16,-4 4 4 15,-5 4 0-15,-2 15-3 16,2 5 11-16,2 6-13 16,8 1 19-16,6-3-21 15,11-1 23-15,5-8-24 16,0-3 22-16,0-5-14 15,7-5 8-15,7-2 0 16,2-4-1-16,1 0 3 16,2 0-6-16,3-9 11 15,0-6-16-15,-3-1 17 16,1-4-19-16,-2 1 24 16,-5 2-28-16,-1 0 24 15,-2 6-19-15,-6 3 9 16,1 4 0-16,-4 4-4 0,-1 0 4 15,3 0-11 1,2 13 6-16,1 10-8 0,3 8 21 16,4 6-18-16,0 7 34 15,0 3-16-15,4 1 28 16,-2-1-14-16,2 0 8 16,-2-4 8-16,-2-4-3 15,-5-4 1-15,-5-3-15 16,-3-5 13-16,0-3-24 15,0 0 30-15,-10-4-29 16,-6-4 26-16,0-4-31 16,-5-2 17-16,-4-4-22 15,-1-5 2-15,-1-1 0 16,-2 0-15-16,4-10-23 16,1-9-57-16,5-4-29 15,7-6-67-15,5-2-173 16,6-3-334-16</inkml:trace>
  <inkml:trace contextRef="#ctx0" brushRef="#br0" timeOffset="45154.4">22840 2351 544 0,'0'0'76'16,"0"0"46"-16,0 0 6 15,0 0-20-15,0 0 0 16,0 0-33-16,0 9 7 16,0 9-40-16,-7 5 16 15,-2 6-14-15,0 3-4 16,1 3-10-16,-1-2-13 16,6-1 6-16,3-2-17 15,0-3 11-15,0-4-24 16,8-3 21-16,7-1-23 15,1-5 25-15,4-5-25 16,-2-1 15-16,-4-4-28 16,0-3-43-16,-5-1-64 15,-4 0-93-15,-4 0-89 16,-1 0-273-16</inkml:trace>
  <inkml:trace contextRef="#ctx0" brushRef="#br0" timeOffset="45462.37">22994 2542 875 0,'0'0'83'0,"0"0"92"16,0 0-43-16,0 0-57 15,0 0 2-15,94 36-42 16,-73-25 10-16,-1 2-31 16,-2-5 21-16,-4-1-37 15,-3-1 18-15,1 0-22 16,-5-5 8-16,-3 0-14 16,2-1-32-16,-3 0-35 15,1 0-75-15,-4-8-67 16,0-4-156-16,0-1-218 15</inkml:trace>
  <inkml:trace contextRef="#ctx0" brushRef="#br0" timeOffset="45654.26">23146 2492 742 0,'0'0'144'0,"0"0"30"16,0 0-19-16,-70 93-94 15,50-67-25-15,5-3-22 16,2-4-10-16,4-3-3 16,3-8-16-16,6-4-56 15,0-4-97-15,0 0-115 16,5-16-225-16</inkml:trace>
  <inkml:trace contextRef="#ctx0" brushRef="#br0" timeOffset="46016.39">23224 2270 884 0,'0'0'141'16,"0"0"43"-16,61 108-63 16,-34-65-26-16,1 1-42 15,-2 0-5-15,-4-2-7 16,-8 1-5-16,-5-4 1 16,-8-3-20-16,-1-1 13 15,-1-4-27-15,-16-2 16 16,0-4-24-16,-3-3 21 15,3-4-38-15,-1-4-5 16,5-4-48-16,7-4-20 16,3-6-60-16,3 0-152 15,0-4-287-15</inkml:trace>
  <inkml:trace contextRef="#ctx0" brushRef="#br0" timeOffset="46291.24">23657 2662 1068 0,'0'0'103'0,"0"0"75"16,80-9-102-16,-51 7-28 15,-3 0-30-15,-5-1 2 16,-3-1-28-16,-7 3 20 16,-3-3-45-16,-3 0-21 15,-5-4-74-15,0 0-78 16,0 1-152-16,-11-1-302 16</inkml:trace>
  <inkml:trace contextRef="#ctx0" brushRef="#br0" timeOffset="46475.69">23647 2509 1013 0,'0'0'103'0,"0"0"89"16,0 0-119-16,0 0-34 15,96-10-42-15,-73 10 19 16,0 0-39-16,-3 0-64 15,-3 0-166-15,-4 0-204 16</inkml:trace>
  <inkml:trace contextRef="#ctx0" brushRef="#br0" timeOffset="47918.1">24404 2379 550 0,'0'0'199'15,"0"0"-45"-15,0 0-26 16,0-2-24-16,2 2-20 16,12 0-8-16,5 0-6 15,0 8-6-15,4 5-32 16,1 5 6-16,-3 0-28 16,-1 1 20-16,-3-1-30 15,-3-2 18-15,-2-2-20 16,-2-5 4-16,-3 1 0 0,1-3-4 15,-3-2 4 1,-1-2-23-16,1 0-1 16,-2-2-32-16,0-1-2 15,0 0-68-15,0 0-64 16,-2 0-69-16,-1-9-64 0,0 2-162 16</inkml:trace>
  <inkml:trace contextRef="#ctx0" brushRef="#br0" timeOffset="48168.34">24635 2329 814 0,'0'0'118'0,"0"0"21"15,0 0-27-15,0 0-61 16,0 0-8-16,-86 85-28 15,60-54 30-15,4-1-30 16,2-4-3-16,2-4-6 16,7-6-14-16,3-4 11 15,5-4-40-15,1-4-59 16,2-4-91-16,0 0-104 16,0 0-348-16</inkml:trace>
  <inkml:trace contextRef="#ctx0" brushRef="#br0" timeOffset="48584.44">24964 2292 917 0,'0'0'73'0,"0"0"63"16,0 0-12-16,0 0-39 15,0 0-40-15,31 67 7 16,-24-48-39-16,-1 1 8 16,0-1-14-16,-1 1-4 15,1-5 1-15,-3-2-9 16,-3-2 8-16,0-3-26 16,0-3-11-16,0 0-50 15,-3-4-13-15,-5-1-114 16,-4 0-82-16,2 0-159 15</inkml:trace>
  <inkml:trace contextRef="#ctx0" brushRef="#br0" timeOffset="48807.96">24894 2438 750 0,'0'0'156'16,"0"0"3"-16,0 0-28 15,0 0-23-15,0 0-50 16,0 0-13-16,94-28-38 16,-77 24 10-16,-1 2-29 15,0 2 19-15,-5-2-61 16,4 0-18-16,-4-4-92 0,3 0-100 16,-3-4-168-16</inkml:trace>
  <inkml:trace contextRef="#ctx0" brushRef="#br0" timeOffset="49237.34">25284 2227 904 0,'0'0'172'0,"0"0"-5"15,0 0-96-15,0 0-18 16,0 0-20-16,45-30-10 16,-27 25-10-16,1 1-6 15,-5 4 3-15,1 0-16 16,-4 0 17-16,0 3-23 16,-3 8 26-16,-4 1-25 15,-1 3 24-15,-3 2-18 16,0 0 11-16,0 1-5 15,0 1 1-15,-10 0 2 16,2 0-7-16,0-2 9 16,2 1-15-16,4-3 18 15,2-2-24-15,0 0 28 16,0-1-30-16,11-4 21 16,8 0-21-16,1-3 7 15,8 0-1-15,-1-5-19 0,1 0-23 16,-3 0-63-1,-3 0-72-15,-7 0-130 0,-7 0-226 16</inkml:trace>
  <inkml:trace contextRef="#ctx0" brushRef="#br0" timeOffset="49925.86">24427 2710 314 0,'0'0'51'15,"0"0"18"-15,0 0-25 16,0 0-7-16,0 0-24 15,-24 7-22-15,16-4-1 0,3-2 2 16,0 2 15 0,1-3-3-16,2 1 59 0,2-1 8 15,0 0 14-15,0 0-3 16,0 0 30-16,0 0-10 16,2 0-28-16,10 0 26 15,8 0-17-15,6 0-1 16,11 0-32-16,10-5 3 15,12 1-27-15,10 0 22 16,10 0-35-16,10 0 14 16,6-2-19-16,3 1-1 15,2-3-4-15,2 1-3 16,-5-1 6-16,-8 0-17 16,-12 5 22-16,-12-1-22 15,-13 2 24-15,-14 2-21 16,-15 0 23-16,-6 0-28 15,-8 0 20-15,-6-1-10 16,0 1 6-16,-3-1 0 16,0-1-9-16,0 2-1 15,0-3-43-15,0 3-5 16,0-5-76-16,0 3-69 16,-3 2-166-16,-14 0-337 15</inkml:trace>
  <inkml:trace contextRef="#ctx0" brushRef="#br0" timeOffset="50538.55">24843 2929 760 0,'0'0'138'0,"0"0"24"15,0 0-28-15,0 0-44 16,-4 0-2-16,17 0-51 16,3 0 19-16,7-2-24 15,0 0 11-15,-2 0-37 16,-2 2 6-16,-4 0-13 15,-7 0-2-15,-3 10 1 16,-5 3-4-16,0 6 9 16,0 1-10-16,-5 1 18 15,-3 0-17-15,-2-2 21 16,4-4-27-16,2-3 28 16,1-1-26-16,3-3 15 15,0 1-3-15,0-3 3 16,8 1 7-16,10-1-4 15,1-2 8-15,7-1-17 0,-1-3 17 16,6 0-26-16,4 0 26 16,-4-11-59-1,1-3-44-15,-5-1-128 0,-5-1-208 16</inkml:trace>
  <inkml:trace contextRef="#ctx0" brushRef="#br0" timeOffset="52943.28">22095 1614 564 0,'0'-3'120'0,"0"2"29"16,0 0-30-16,0-1-42 16,-2 2-17-16,-3 0-5 15,0 0-29-15,-4 12 2 16,0 6-27-16,1 7 19 15,2 2-11-15,2 5 23 16,4-1-20-16,0-2 5 16,4-4-10-16,16-4-3 15,5-5 6-15,6-7-2 16,2-5 6-16,0-4-11 16,-3 0 14-16,-4-11-25 15,-4-5 21-15,-6-3-26 16,-9 0 24-16,-4-3-17 15,-3-1 7-15,0-2 4 16,-4 2-4-16,-11 2-1 16,1 3-1-16,-3 2 4 15,0 5-13-15,0 7 13 16,-2 4-32-16,-1 0 0 16,2 2-94-16,3 10-35 15,1-2-117-15,3 0-235 16</inkml:trace>
  <inkml:trace contextRef="#ctx0" brushRef="#br0" timeOffset="53324.59">22409 1723 856 0,'0'0'153'0,"0"0"-12"0,0 0-72 16,0 0 12-16,0 0-36 16,73 69 2-16,-69-63-26 15,-1 0-1-15,0-2-8 16,-3-2-9-16,0 0 10 16,0-2 0-16,0 0 20 15,0-2-32-15,-4-10 16 16,-2-5-33-16,1-2 38 15,2-5-30-15,3-2 17 16,0 1-12-16,0-1-1 16,8 2 8-16,5 4-11 15,3 4-2-15,2 2-27 16,1 5 10-16,1 0-30 16,-2 5 15-16,1 3-89 15,-1 1-85-15,-2 0-61 16,-5 0-57-16</inkml:trace>
  <inkml:trace contextRef="#ctx0" brushRef="#br0" timeOffset="53474.54">22707 1655 521 0,'0'0'185'0,"0"0"5"16,0 0-26-16,0 0-6 16,56 79-63-16,-43-65-35 15,-3-3-39-15,-4-1-18 16,-3-4-16-16,-3-2-97 15,0-4-189-15,-3 0-330 16</inkml:trace>
  <inkml:trace contextRef="#ctx0" brushRef="#br0" timeOffset="53641.75">22800 1452 1234 0,'0'0'4'15,"0"0"41"-15,0 0-61 16,0 0-46-16,0 0-91 16,0 0-44-16,4 46-129 15,1-21-144-15</inkml:trace>
  <inkml:trace contextRef="#ctx0" brushRef="#br0" timeOffset="54291.67">23026 1734 681 0,'0'0'142'0,"0"0"19"15,0 0-53-15,0 0-18 16,0 0 1-16,0 0-51 16,72-36 11-16,-72 17-44 15,0-1 5-15,0-4-10 16,-10 0-1-16,-5 1-2 15,-3 3-7-15,-2 4 5 16,-2 5-31-16,5 7 5 16,-2 4-35-16,6 1 23 15,2 17-25-15,6 2 28 16,5 7-13-16,0 3 42 16,6 3 9-16,11 5 8 15,6 1 38-15,2 3 33 16,4 0 20-16,1-1-31 0,-1-3 20 15,-4-5-43-15,-7-6 14 16,-6-5-33 0,-8-4 19-16,-4-7-22 0,-1-1 17 15,-17-2-2-15,-5-4-15 16,-3-4-10-16,-2 0-15 16,-1-1 15-16,1-14-24 15,6-5 19-15,2-2-43 16,6 0 16-16,11-7-34 15,3 2 26-15,9 0-14 16,17-1 13-16,10-3 8 16,3 3-3-16,1 0 17 15,-1 2-2-15,-3 4 18 16,-8 7-20-16,-9 2 24 16,-4 6-24-16,-4 6 24 15,-3 1-28-15,1 0 21 16,-2 8-11-16,0 5 11 15,1 4 5-15,0 2-4 16,-1 0 9-16,-1-1-23 16,-1-4 20-16,-1-2-26 15,-3-4 19-15,2-3-56 16,-3-5-78-16,0 0-202 16,0-9-265-16</inkml:trace>
  <inkml:trace contextRef="#ctx0" brushRef="#br0" timeOffset="55409.56">23275 1459 1131 0,'0'0'72'16,"0"0"-20"-16,0 0-46 16,0 0-26-16,-5-13-69 15,5 28-61-15,6 5-23 16,4 4-12-16,1 5 18 15,3 2 64-15,3 1 106 16,2-3 67-16,2 0 129 16,0-3 2-16,2-4 11 15,-1-4-43-15,-2-5-69 16,-4-5 1-16,-1-2-38 16,-3-3 8-16,-2-3-47 15,-1 0 22-15,-1-9-36 16,-2-7 12-16,0-4-25 15,2-3 3-15,-3 2-10 16,-1-1-23-16,1 6-2 16,1 3-10-16,-3 5 26 15,-1 7-13-15,1 1 32 16,1 0-19-16,-4 3 29 16,0 8-24-16,2 3 22 15,-1 3-7-15,1-1-1 16,1 0 3-16,3 1-6 15,1-2 7-15,6 0-39 16,0-2-20-16,5-1-27 16,4-2 29-16,3-4-22 15,-1-3 37-15,-1-3 3 0,-1 0 31 16,0 0 4 0,-2-8 1-16,-3-8 11 0,-1-1 25 15,-3-4 37-15,-1-2-14 16,-7 1 9-1,0 2-28-15,-4 1 17 0,-1 4-38 16,0 3 18-16,-3 6-31 16,-11 3 10-16,-3 3-20 15,-6 0 0-15,0 7-6 16,1 5-15-16,3 4 4 16,4-3-17-16,6 2 18 15,6-3-38-15,3-1 42 16,0-1-26-16,0-5 35 15,5 0-12-15,5-5 17 16,1 0 4-16,0 0-1 16,1 0 10-16,-4 0-8 15,3 0 12-15,0 0-14 16,-1 0 25-16,0 0-29 16,3 0 23-16,-3 0-24 15,5 0 22-15,-2 4-13 16,2-4 9-16,4 2 1 15,4-2 3-15,3 0-1 16,0-2-11-16,5-11 18 16,-3-5-20-16,0-2 18 15,-3-2-27-15,-2-1 28 16,-5-3-26-16,-3-2 23 16,-5-4-12-16,-3-3 6 15,-5-7-1-15,-2-5-12 16,0-5 6-16,-10 0-16 15,-6 2 15-15,-3 3-23 16,-1 9 30-16,0 10-28 0,-3 11 26 16,-2 15-32-1,2 2 20-15,3 20-12 0,-1 16 4 16,8 12 6-16,6 8-1 16,7 4 13-16,0 2-11 15,4 1 26-15,12-4-19 16,2-5 25-16,2-4-35 15,-4-5 20-15,-1-6-26 16,-3-8 13-16,-2-5-9 16,-4-7-29-16,-3-4-32 15,-3-6-66-15,0-6-211 16,-11-3-668-16</inkml:trace>
  <inkml:trace contextRef="#ctx0" brushRef="#br0" timeOffset="59780.18">21972 2006 451 0,'4'-2'100'0,"-1"2"-1"16,1 0-11-16,2-1-35 15,0 1 8-15,3 0-13 16,2 0-15-16,1-1-3 16,4 1-3-16,-2 0 6 15,5 0-15-15,-3 0 0 16,4 0-18-16,-1 0 14 16,1 0-14-16,0 0 22 15,0 0-25-15,-1 0 13 16,1 0-10-16,-1 0 0 15,0 0 2-15,0 0-5 16,-2 0 7-16,2 0-11 16,-2 1 15-16,1-1-17 15,2 0 21-15,-3 0-20 16,3 0 19-16,-1 0-19 16,3 0 11-16,1 0-3 15,-2 0 1-15,3-1 5 16,0-3 2-16,1 0 9 15,-1 1-21-15,-2 0 15 16,-2 0-19-16,0 2 19 16,-1 1-20-16,1-2 19 15,-1 2-16-15,-1-1 8 0,3-1-1 16,1 1-2-16,1-2 4 16,5-1-7-16,2 0 11 15,0-1-11-15,2 2 15 16,-2-1-21-16,1-2 22 15,-5 4-22-15,-1 1 19 16,-2 1-15-16,-2-2 6 16,0 2 1-16,2 0-2 15,3 0 4-15,-1-1-12 16,3 0 20-16,4-2-17 16,-1 0 15-16,1 2-18 15,-2 1 19-15,2-2-21 16,-1 1 17-16,-6 1-12 15,-2-2 4-15,0 2 2 16,-5 0-2-16,-2 0 5 16,-3 0-10-16,0 0 15 15,0 0-17-15,2 0 20 16,5 0-21-16,1 0 22 16,4 0-22-16,3 0 15 15,3 0-7-15,-1 0 1 16,0 0 1-16,4 0-5 15,-6 0 4-15,3 0-16 16,-2 0 25-16,-4 0-20 16,2 0 19-16,0 0-20 15,4-3 24-15,-3-1-21 16,6 0 16-16,0 1-6 16,3-3-1-16,3 2 3 15,0 0-5-15,2 0 10 16,1 1-15-16,-3-1 18 0,-3 0-20 15,-1 1 24-15,-7 3-26 16,-4-1 22-16,-4 1-18 16,-5 0 10-16,-3 0-1 15,-3 0-2 1,2 0 2-16,-1 0-6 0,0 0 12 16,1 0-19-16,2 0 25 15,-3 0-23-15,1 0 24 16,-4 0-26-16,0-2 22 15,0 1-15-15,-2 0 10 16,0-3 2-16,0 0-3 16,-1-3 6-16,1-1-9 15,-2-6 13-15,-2-1-20 16,-2-2 19-16,0-6-23 16,0-2 22-16,0-4-25 15,-2-2 21-15,-4-2-13 16,0-1 5-16,0-2 1 15,-2 1 7-15,2 2 3 16,0 3-12-16,0 2 12 16,0 3-21-16,-1 2 24 15,2 4-21-15,-2 1 18 16,3 0-22-16,-1 0 16 16,3 2-13-16,-1-1 0 15,-2-3 3-15,1 2-1 16,-1-1 10-16,1 0-13 15,-1 0 20-15,-1 3-21 16,1-1 23-16,-1-1-22 16,1 0 20-16,-2-2-20 0,2 2 13 15,0 3-5-15,-1-2 2 16,-3 1-2-16,1 2 4 16,2-2 4-16,-2 3-13 15,2 0 17-15,-2 1-19 16,4-1 22-16,1 0-26 15,0 2 22-15,1-1-20 16,-1 1 12-16,1 0 0 16,-4 5-2-16,-1 1 2 15,2-1-4-15,0 3 14 16,-3-1-13-16,1 4 15 16,-1-4-25-16,-3 3 26 15,2 0-27-15,-5 1 20 16,3 0-15-16,-5 0 7 15,0 0 2-15,-1 0-3 16,-2 0 5-16,-4 0-11 16,0 1 19-16,-3 2-16 15,0-1 19-15,-5-2-22 16,1 2 22-16,-3 0-23 16,-5-2 19-16,1 0-15 15,-1 0 5-15,-2 2 1 16,4-1-3-16,-2 1 5 15,3-1-12-15,2 0 17 16,1-1-19-16,2 2 22 16,0-1-20-16,-2-1 24 15,-1 0-23-15,-2 3 12 16,-4-2-2-16,-1 1-3 16,-5 2 1-16,-4 3-3 15,-3-1 6-15,-1 0-10 16,-1 2 16-16,0-3-18 0,3-1 19 15,4 1-22-15,3-2 24 16,4-3-24-16,4 1 16 16,4-1-7-16,2 0 2 15,3 0 3-15,-1 0-2 16,4 0 13-16,0 0-20 16,0 3 17-16,0-2-22 15,-2 3 26-15,-2 0-27 16,-1 0 24-16,-4 0-21 15,-2 0 6-15,1 2 9 16,-4-1-8-16,3 1 4 16,-2-2-6-16,5 0 12 15,4-2-17-15,1 2 20 16,3-2-21-16,2-2 25 16,5 1-26-16,-1-1 22 15,1 2-18-15,0-1 8 16,-2 0-1-16,-3 2-2 15,-2 1 3-15,-2 0-9 16,-5 3 16-16,1-3-18 16,-2 0 22-16,-2 0-23 15,0 0 24-15,0-1-26 16,0 0 23-16,0-3-15 16,6 0 4-16,2 0 4 15,3 0-7-15,6 0 6 16,3 0-10-16,5 0 17 15,0-2-20-15,4 1 22 16,2 1-21-16,0-1 21 16,1 1-23-16,1 0 20 0,-1 0-11 15,2 0 2 1,-1 0 2-16,-2 0-1 0,-2 0 4 16,0 0-13-16,-1 0 17 15,0 0-20-15,2 0 23 16,-2 0-25-16,3 0 28 15,-1 0-25-15,1 1 15 16,3 5-7-16,0 4-5 16,0 3 6-16,0 3-3 15,0 7 12-15,9 4-11 16,-2 2 19-16,0 6-24 16,1-2 29-16,-2 6-26 15,0 0 25-15,-3 1-23 16,-3 1 8-16,0 0 2 15,0-1-5-15,0 3 6 16,0-1-8-16,0-1 13 16,-3 0-11-16,2-3 19 15,1-1-25-15,0-4 21 16,0-4-28-16,0-2 24 16,0-3-19-16,0-2 9 15,1-2 0-15,-1-2-3 16,3-2 3-16,-3-1-8 15,2-1 14-15,-2-2-18 16,1 1 22-16,-1-2-24 16,0-1 26-16,0 3-26 15,0-1 21-15,0-1-14 0,0 0 6 16,0-4 0 0,0 2-5-16,0-3 4 0,0-6-8 15,0 4 16 1,3-4-15-16,-1 0 20 0,2 3-20 15,2-3 21-15,2 0-28 16,1 0 28-16,3 0-9 16,3 0 4-16,2 0-2 15,1-7-6-15,4 3 5 16,1 0-13-16,0-4 17 16,0 2-22-16,-1 0 25 15,-3 2-26-15,-1 1 24 16,-5-1-24-16,0 4 13 15,-4-5-11-15,1 1-6 16,1 0-11-16,1-2-15 16,1 0-17-16,3 1-57 15,1-1-47-15,-4 0-82 16,1 0-243-16</inkml:trace>
  <inkml:trace contextRef="#ctx0" brushRef="#br0" timeOffset="62701.47">25814 1651 687 0,'0'0'23'0,"1"0"33"16,1 0 28-16,-2 0 1 15,0 0 13-15,0 0-28 16,0 0 3-16,0-7-22 16,0-5 16-16,-6-6-60 15,-7-4 6-15,-5-5-19 16,-2-4 8-16,1-6-1 16,1-2-6-16,2-2 10 0,-1-2-13 15,3 4 15 1,5 3-15-16,0 5 21 0,9 6-23 15,0 3 22-15,1 5-23 16,22 0 22-16,9 1-13 16,10 0 7-16,7-1 7 15,6 2-8-15,0 0 4 16,0 3-18-16,-8 3-5 16,-6 0-61-16,-8 5-43 15,-9 3-83-15,-10 1-44 16,-14 0-228-16</inkml:trace>
  <inkml:trace contextRef="#ctx0" brushRef="#br0" timeOffset="63032.69">25871 1398 1045 0,'0'0'62'0,"84"-32"55"16,-36 14-97-16,1 2 5 15,-6 1-33-15,-5 7 20 16,-8 5-21-16,-7 3-6 16,-5 5-14-16,-8 14-9 15,-1 6 5-15,-6 3 9 16,0 0 29-16,0 3-12 15,-1-4 27-15,4-2-11 0,-3-2 41 16,0-2-23-16,-1-3 1 16,0-3-31-1,-2-5 6-15,0-3-25 0,0-4-124 16,-9-3-241-16</inkml:trace>
  <inkml:trace contextRef="#ctx0" brushRef="#br0" timeOffset="63203.15">26220 1264 951 0,'0'0'9'0,"0"0"16"16,0 0-29-16,0 0-37 15,0 0-77-15,21 31-85 16,-2-12-136-16</inkml:trace>
  <inkml:trace contextRef="#ctx0" brushRef="#br0" timeOffset="64000.24">26438 1485 585 0,'0'0'215'0,"0"0"-46"16,0 0-24-16,0 0-61 16,0 0 4-16,0 0-18 15,49 39-18-15,-49-40-15 16,3-12-18-16,0-4-5 15,-1-6-22-15,7-1 20 16,0-3-27-16,1 4 11 16,3 4-34-16,0 4 17 15,-1 4-10-15,2 7 13 16,-4 4 7-16,3 0-4 16,-6 4-5-16,2 10 2 0,0 2 18 15,-1 1-12 1,1 2 24-16,2-1-22 15,4-2 16-15,1-1-58 0,4-4-31 16,4-3-12-16,1-6-19 16,0-2 23-16,1 0 41 15,-2 0 39-15,-1-4 5 16,-2-6 14-16,-4-2-1 16,0-3 23-16,-7-2 10 15,-1-2 26-15,-3 1-23 16,-2-1 22-16,-4 1-14 15,0-1-5-15,0 3-5 16,-7 3-22-16,-3 4 22 16,-6 4-37-16,0 5 4 15,-3 0-23-15,-1 8 14 16,0 11-17-16,-2 5 22 16,4 2-26-16,6 2 16 15,4-3-1-15,5-2 1 16,3-3 8-16,0-5-5 15,11-7 12-15,6-3-5 16,3-5 33-16,3 0-15 16,3-1 13-16,3-13-18 15,0-7 20-15,0-6-30 16,-2-2 5-16,-2-6-4 16,-6-4-7-16,-5-5 2 15,-7-1-9-15,-5-5 1 16,-2-4-21-16,0 0 10 15,-9 3-26-15,-5 4 12 0,-2 7 3 16,-3 13 32 0,3 9-13-16,-1 16 14 15,1 2-1-15,2 24-7 0,5 14 6 16,4 13 14-16,5 10 37 16,0 3-14-16,5 3 13 15,11 0-21-15,7-6 0 16,6-5-37-16,0-8 13 15,5-6-30-15,2-7-58 16,-2-8-87-16,-4-8-145 16,-7-8-230-16</inkml:trace>
  <inkml:trace contextRef="#ctx0" brushRef="#br0" timeOffset="64967.66">27537 1380 604 0,'0'0'126'16,"0"0"-13"-16,0 0-32 15,14-5-16-15,-11 0 26 16,0 0-27-16,0-4-7 15,-2 1-18-15,-1-1-10 16,0 0 2-16,0-1-14 16,-1-1 8-16,-14 1-29 15,1 2 14-15,-6 4-25 16,-2 4 20-16,-4 0-31 16,0 8 22-16,-1 14-4 15,1 4 2-15,7 4 5 16,3 0-5-16,9-3 7 15,5-2-11-15,2-6 17 16,0-4-16-16,15-4 25 16,5-5-15-16,3-2 24 15,-1-4-26-15,4 0 16 16,0-5-12-16,-2-8 3 16,-2-2-1-16,-3-3-4 15,-5 1 5-15,-4-4-13 0,-1 3 17 16,-5 3-21-1,-2 2 24-15,-1 5-25 0,-1 3 26 16,0 5-24-16,3 0 15 16,0 3-6-16,0 16-9 15,2 8 19-15,3 10 18 16,1 9 17-16,2 5-15 16,-2 2 24-16,5 1-20 15,-2 1 27-15,2-1-33 16,-1-9 39-16,-1-2-37 15,-4-8 29-15,-2-6-31 16,-6-6-16-16,0-4 12 16,-17-7-7-16,-9-1 14 15,-7-5-35-15,-5-5 12 16,-1-1-36-16,-1-4 11 16,5-15-57-16,6-7 5 15,6-7-60-15,1-5-50 16,6-4-187-16,5-7-310 15</inkml:trace>
  <inkml:trace contextRef="#ctx0" brushRef="#br0" timeOffset="65786.87">27596 1021 382 0,'0'0'76'16,"0"0"75"-16,0 0-33 16,0 0-8-16,0 0-22 15,0 0 11-15,0 0-18 16,0 0-7-16,0 0-16 16,0 0-21-16,0 0-1 15,0 0-9-15,0 0 9 0,0 0-19 16,0 0 21-16,0 0-32 15,0 2 19-15,4-1-28 16,4 1 15-16,3 0-9 16,2 0 12-16,4 0-2 15,1-1-5-15,-1-1 3 16,-2 0-10-16,-1 0 15 16,-5 0-19-16,-2 0 20 15,-4 0-25-15,1 0 22 16,-4 0-23-16,0 0 16 15,0 0-10-15,0 0 0 16,0 0 0-16,0 0-9 16,0 0-10-16,0 0-41 15,0 0-28-15,0 0-96 16,0 0-189-16,0-4-355 16</inkml:trace>
  <inkml:trace contextRef="#ctx0" brushRef="#br0" timeOffset="67146.74">27947 958 426 0,'0'0'95'0,"0"0"59"16,0-5-30-16,0 5-23 16,0 0 21-16,0 0-21 15,0 0-18-15,0 3-39 16,0 9 8-16,0 5-10 16,0 7 20-16,0 2-29 15,0 2 4-15,0 0-12 16,0-3-4-16,0-2-7 15,0-4-8-15,0-6 1 16,1-3-12-16,2-4 5 16,-3-2-48-16,0-2-34 15,0-2-146-15,0 0-252 16</inkml:trace>
  <inkml:trace contextRef="#ctx0" brushRef="#br0" timeOffset="67953.55">28208 1075 424 0,'0'0'133'0,"0"0"26"16,0 0-62 0,0 0-28-16,-46 32 15 0,27-4-16 15,1 6 18-15,0 7-19 16,2 1-9-16,6 1-24 16,4-2 14-16,5 1-38 15,1-3 34-15,0-1-24 16,0-4 15-16,10-3-28 15,3-6 5-15,1-3-7 16,0-6-2-16,-2-4-1 16,-3-5-4-16,-3-2 0 15,-3-3-40-15,0-2-33 16,-3 0-70-16,0 0-81 16,0-7-244-16</inkml:trace>
  <inkml:trace contextRef="#ctx0" brushRef="#br0" timeOffset="68245.48">28269 1356 711 0,'0'0'124'16,"0"0"49"-16,0 0-14 16,0 0-50-16,85 29-13 15,-66-14-38-15,1-2-29 16,-4 3-4-16,0-3-11 16,-3-3-4-16,-3-1-11 0,-4-3 8 15,0-2-23-15,-4-2 18 16,-2-1-59-16,0-1-19 15,0 0-73-15,0 0-67 16,0-8-110-16,0-6-214 16</inkml:trace>
  <inkml:trace contextRef="#ctx0" brushRef="#br0" timeOffset="68433.06">28461 1306 700 0,'0'0'118'0,"0"0"92"0,0 0-31 16,-62 86-92-16,36-55-26 16,0-5-32-16,4-2-1 15,5-6-38-15,4-4 32 16,3-2-56-16,4-3-42 16,3-5-94-16,3-4-124 15,0 0-194-15</inkml:trace>
  <inkml:trace contextRef="#ctx0" brushRef="#br0" timeOffset="69021.75">28481 1043 402 0,'0'0'84'0,"0"0"40"16,0 0 23-16,0 0-16 15,0 0 15-15,85 63-16 16,-64-27-31-16,-1 0-13 16,0 6-49-16,-7-1 15 15,-1 1-38-15,-1-1 20 16,-5-1-22-16,0-1 10 16,-2-4-8-16,0-1-4 15,-1-6 2-15,-3 0-10 16,0-5 9-16,0-5-18 15,-5-1 17-15,-9-4-30 16,-3-3-3-16,1-3-62 16,-2-4-41-16,0-3-124 15,1 0-165-15</inkml:trace>
  <inkml:trace contextRef="#ctx0" brushRef="#br0" timeOffset="70657.5">27347 862 322 0,'0'0'81'0,"0"0"8"15,0 0-21-15,-21-13-3 16,8 9 20-16,-3 4-14 16,-2 0 1-16,-2 0-32 15,-1 0 10-15,-1 0-16 16,2 3-6-16,0 7-6 15,2 1 0-15,4 3 1 16,1 4-17-16,5 4 13 16,3 3-8-16,1 1 18 15,2 3-25-15,2 0 24 16,0 1-11-16,0 2 25 16,0 0-18-16,0 1 5 15,0 1-14-15,6 2 1 16,-2 0 6-16,3 1-9 15,1 0 12-15,-1-2-21 16,1-1 15-16,0 0-21 16,-3-2 28-16,0 0-22 15,-4 3 13-15,1 2-18 16,-2-2 22-16,0 1-16 16,0-2-3-16,0-5 4 15,-2-3-9-15,1-2 13 16,1-3-17-16,0-4 21 0,0-1-12 15,0 1 30-15,3-2-38 16,0-2 11-16,1 2-1 16,-4 0-3-16,0-3 5 15,0-1-6-15,0-2 6 16,0-3-11-16,0 0 17 16,0-5-19-16,0 0 24 15,0 1-26-15,0-2 23 16,0 0-21-16,0 0 11 15,0 1-6-15,0-1 6 16,0 0-3-16,0 2-5 16,0-1 10-16,1-1-15 15,4 1 22-15,2 1-15 16,3-2 37-16,6 0-23 16,1 0 29-16,5 0-27 15,-2 0-1-15,-1 0-12 16,0 0 0-16,-3-3 5 15,1-1-12-15,-1 0-1 16,1-1-40-16,2 2-9 16,3-3-37-16,4-1-9 15,-2 0-108-15,2-2-154 16</inkml:trace>
  <inkml:trace contextRef="#ctx0" brushRef="#br0" timeOffset="71890.82">28565 823 521 0,'0'0'132'0,"0"0"-10"16,0 0 0-16,3-4-32 15,1 2-9-15,2 1-38 16,1-2-1-16,6 2 4 15,-3-1-9-15,9 0-5 16,-3 1-7-16,1 1-1 16,2 0-9-16,0 0 12 15,-2 0-25-15,-1 0 31 16,0 3-29-16,-2 4 9 16,-2 2-16-16,-1 3 8 15,-2 3 6-15,0 5-4 16,-3 5 8-16,-1 7-7 15,0 3 4-15,-4 6-13 16,-1 4 17-16,0 2-21 16,0 1 24-16,0 0-26 15,0 0 27-15,0-2-19 16,0-2 12-16,0-1 0 16,0-1-10-16,0-4 4 15,0 0-4-15,0 2 7 16,0-2-18-16,3 0 24 15,0-3-26-15,0 0 39 16,-3-4-41-16,0-4 25 16,0-5-19-16,0-3 6 0,0-4 2 15,1-4-2 1,1-3 2-16,-2-3-7 0,1-1 13 16,-1-1-15-1,2-1 20-15,-2-1-16 0,0-1 27 16,0 2-30-16,0-2 24 15,0 1-19-15,0 0 7 16,0 1 1-16,0-1 1 16,0 2 10-16,0 2 3 15,-9 2 13-15,-7 1-15 16,-3 3 17-16,-8 1-36 16,1-1 23-16,-3 0-32 15,0-2 21-15,3 0-18 16,6-6 7-16,3-3-6 15,2 0-30-15,2 0-27 16,3-13-41-16,4-5-14 16,-1-2-127-16,3-4-201 15</inkml:trace>
  <inkml:trace contextRef="#ctx0" brushRef="#br0" timeOffset="72958.39">28887 684 111 0,'0'0'59'0,"0"0"-4"16,-16 0-28-16,12 0-8 15,1 0 12-15,-1 0 0 16,1 0-5-16,0 0-18 15,1 0 16-15,-2 0 23 16,1 0 7-16,-1 0-9 16,4 0 22-16,-3 0-17 15,2 0 28-15,-1 0-19 16,2 0 6-16,-1 0-9 16,-1 0 2-16,1 0 4 15,-1 0-3-15,1 0-5 16,1 0-2-16,0 0 19 15,0 0-17-15,0 0 12 16,0 0-18-16,0-3 18 16,13-10-33-16,7-7 29 15,6-8-13-15,4-5-9 0,2-8-25 16,0 1-26-16,-3-3 32 16,-6 6-39-16,-7 8-34 15,-12 4-64 1,-4 10-88-16,-3 7-388 0</inkml:trace>
  <inkml:trace contextRef="#ctx0" brushRef="#br0" timeOffset="79115.86">28002 2487 584 0,'0'-2'106'0,"0"2"-22"15,0 0 34-15,0 0-51 16,0 0 5-16,-6 9-51 15,-1 4 3-15,-2 4-27 16,0 3 14-16,5-1 13 16,1-1-10-16,3-1 5 15,0-4-4-15,0-1 15 16,12-6-18-16,2-1 13 16,2-2-22-16,1-3 17 15,-1 0-29-15,-1-4 24 16,-4-6-25-16,-2-5 13 15,-6 1-2-15,-3-2-1 16,0 1 3-16,0 0-9 16,-2 2 12-16,-6 1-16 15,-2-1 17-15,1 5-23 16,0 3 22-16,5 0-28 16,0 2 20-16,2 1-19 15,2 2 6-15,0 0-19 16,9 0 7-16,8 0 28 15,8 1-2-15,2 9 20 16,2-1-2-16,-3 3 18 16,-1-4-18-16,-5 0 19 15,-6 0-20-15,-5-3 34 16,-2-1-4-16,-6-1-9 16,-1 1-7-16,0-4-7 15,0 0 5-15,0 0 1 0,0 0 10 16,0-4-21-16,0-8 19 15,-1-4-42-15,-3-4 26 16,-1 0-31-16,1-1 20 16,1 2-14-16,3 3 1 15,0 2-5-15,0 5-14 16,3-3-3-16,13 4-24 16,7-2 20-16,3 1-29 15,6 0 0-15,4 2-41 16,3 2-19-16,-1-1-48 15,-5 6-46-15,-4 0-206 16</inkml:trace>
  <inkml:trace contextRef="#ctx0" brushRef="#br0" timeOffset="79904.12">29034 2443 454 0,'0'0'69'0,"0"0"63"16,0 0 10-16,0 0-6 15,9-26-25-15,-9 23-13 16,0-3-37-16,0 2 7 15,-3 0-36-15,-4 1 11 16,-6 0-31-16,0 3-6 16,-3 0-3-16,-1 0-4 15,-4 10 4-15,0 6-13 16,2 5 18-16,2-1-21 16,5 2 18-16,5-3-19 15,4-1 22-15,3-6-24 16,0-2 18-16,13-4-8 15,4-2 7-15,-1-4 4 16,6 0-6-16,-3 0 10 16,1-1-15-16,1-11 17 15,-3-3-21-15,2-6 24 16,-4-2-23-16,0-5 22 16,-6-7-21-16,1-3 13 15,-6-4-6-15,-1-3 1 16,-4-3 2-16,0 3-6 15,-7 2 10-15,-9 3-12 16,0 5 16-16,-6 9-25 16,1 5 25-16,2 6-25 15,-1 9 23-15,0 6-22 16,5 2 12-16,6 20 1 16,2 7 5-16,6 9 7 15,1 6 8-15,0 6 25 16,14 0-9-16,1 4 3 0,2-7-24 15,-1-2 18 1,1-6-38-16,-2-7 20 0,-2-9-24 16,0-5-22-16,-2-8-67 15,-5-7-143-15,0-3-266 16</inkml:trace>
  <inkml:trace contextRef="#ctx0" brushRef="#br0" timeOffset="80599.21">28740 2720 773 0,'0'0'106'0,"0"0"61"16,0 0-66-16,0 0-12 15,20 0-3-15,7 0-23 16,11 0 2-16,11 0-23 16,2 0 3-16,5-4-24 15,2 2 7-15,-5 0-31 16,-5 0 23-16,-7 2-32 16,-7-2 23-16,-8 2-32 15,-7-2-21-15,-5 1-16 16,-8 1-56-16,-6 0-84 15,0 0-131-15,0 0-200 16</inkml:trace>
  <inkml:trace contextRef="#ctx0" brushRef="#br0" timeOffset="81317.25">29030 3277 676 0,'0'0'118'0,"0"0"25"16,0 0-44-16,0 0-24 15,0 0-23-15,-20-17-10 16,11 17-28-16,-4 0 11 16,3 9-33-16,-4 7 19 15,2 4-19-15,-1 2 12 16,0 0-3-16,6-2-1 15,1-1 3-15,6-5-5 16,0-2 12-16,0-5-9 16,3-1 28-16,10-6-20 15,4 0 20-15,1 0-27 16,3-7 19-16,2-11-22 16,0-2 7-16,-4-6-3 15,1-5-4-15,-4-3 4 16,-3-7-12-16,-3-3 10 15,-5-3-15-15,-2-5 12 16,-3 1-20-16,0 3 30 16,0 5-20-16,-10 9 22 0,-2 10-15 15,2 9 10-15,-3 8 8 16,1 7-4-16,1 0-2 16,1 13-12-16,1 8 11 15,3 9-19 1,5 6 28-16,1 3-23 0,0 2 28 15,7 0-22-15,6 0 20 16,4-3-11-16,1-4 5 16,-1-4 0-16,-1-2-7 15,-2-5 4-15,-1-6-16 16,-2-3 15-16,-2-4-39 16,-3-2-18-16,0-4-72 15,0-4-76-15,-3 0-168 16</inkml:trace>
  <inkml:trace contextRef="#ctx0" brushRef="#br0" timeOffset="81620.25">29284 3229 955 0,'0'0'74'15,"0"0"97"-15,0 0-54 16,0 0-40-16,0 0-34 16,78 17 9-16,-61-8-39 15,1 1 19-15,-4-1-29 16,-1-1 7-16,0 1-7 16,-3-3-3-16,-2 1 1 0,0-3-15 15,-5 0-7-15,0-2-35 16,-2-2-11-16,-1 0-55 15,0 0-12-15,0 0-66 16,0-9-122-16,-1-1-159 16</inkml:trace>
  <inkml:trace contextRef="#ctx0" brushRef="#br0" timeOffset="81818">29401 3217 772 0,'0'0'88'0,"0"0"58"16,0 0-51-16,0 0-69 15,0 0 5-15,-88 85-32 16,71-67 13-16,-1 1-28 16,3-5-14-16,0-1-108 15,2-4-55-15,4-4-174 16</inkml:trace>
  <inkml:trace contextRef="#ctx0" brushRef="#br0" timeOffset="83304.32">29778 2168 460 0,'0'0'77'0,"0"0"39"0,0 0-26 16,-75 0-18-16,59 0-14 16,-3 4-30-16,2 4 4 15,0 4-18-15,2 6 17 16,1 7-1-16,2 6 17 15,5 7-23-15,4 6 25 16,0 4-13-16,3 1 4 16,0 1 1-16,0-1-19 15,6 1-2-15,3-5-13 16,-1 1 21-16,0 0-21 16,0-2 20-16,-2 0-23 15,-3-4 22-15,-2-3-26 16,-1-3 12-16,0-2-6 15,0-3 0-15,2-6 2 16,-1-2 1-16,2-4 8 16,0-4-19-16,-1-5 16 15,-1-2-24-15,3-2 29 16,-4-4-28-16,1 0 24 16,1 0-24-16,1 0 20 15,1 0-1-15,5 0 4 16,7 0 2-16,3-5-4 15,8-1 10-15,2-1-20 16,3 2 17-16,1-2-30 16,-1 3 27-16,-5 0-29 15,-1 0 15-15,-7 2-39 0,-6 0-11 16,-3 0-49 0,-3 1-87-16,-7 0-108 15,0-2-195-15</inkml:trace>
  <inkml:trace contextRef="#ctx0" brushRef="#br0" timeOffset="84504.52">30210 2592 477 0,'0'0'110'0,"0"0"41"15,0 0-38-15,4 0-19 16,-4 0-10-16,0 0-23 16,0-1 5-16,0-3-15 15,0-4-10-15,-4 0-38 16,-5 2 21-16,-5 0-31 16,1-2 17-16,-3 3-17 15,0 3 5-15,-4 2-2 16,1 0-3-16,0 5 3 15,2 12-6-15,1 2 12 16,0 3-15-16,7 1 24 16,5-1-21-16,4-3 23 15,0-5-23-15,0-2 24 16,9-4-15-16,5-5 8 0,-1-3 2 16,4 0-2-16,1 0 3 15,1-7-10-15,-2-5 15 16,3-2-21-16,-4-2 21 15,0-1-23-15,-3 2 23 16,-3 2-26-16,-6 3 19 16,1 2-11-16,-4 3 3 15,-1 3 2-15,0 2-2 16,0 0 2-16,0 3-12 16,3 12 8-16,2 5-10 15,3 8 31-15,2 5-12 16,5 4 48-16,2 3-19 15,-1 2 29-15,1 0-14 16,0 0-2-16,-3-4 2 16,-3-5-7-16,-4-3 16 15,-1-6-37-15,-3-7 17 16,-3-7-16-16,0-1 14 16,0-5-29-16,-9-3 25 15,-9-1-34-15,-5 0 7 16,-5-4-12-16,-1-10-25 15,-1-5-30-15,2-6-34 16,2-4-19-16,6-3-44 16,0 0-126-16,4-3-277 15</inkml:trace>
  <inkml:trace contextRef="#ctx0" brushRef="#br0" timeOffset="84926.96">30392 2289 865 0,'0'0'109'15,"0"0"87"-15,0 0-80 16,0 0-27-16,36-5-34 15,-29 5-21-15,3 0-7 16,-3 0-17-16,1 0-1 16,-1 1-15-16,4 1 14 15,-2-2-39-15,0 0-10 16,2 0-70-16,-2 0-47 16,-3 0-113-16,0 0-120 15</inkml:trace>
  <inkml:trace contextRef="#ctx0" brushRef="#br0" timeOffset="85146.64">30611 2178 932 0,'0'0'133'0,"0"0"44"15,0 0-56-15,0 0-75 16,19 81 1-16,-18-58-32 15,2 1 13-15,-1-5-36 16,-2 2 22-16,1-5-34 16,-1-1-34-16,0-3-89 15,0-4-147-15,0-4-257 16</inkml:trace>
  <inkml:trace contextRef="#ctx0" brushRef="#br0" timeOffset="85602.94">30964 2270 830 0,'0'0'130'0,"0"0"34"16,0 0-17-16,0 0-70 0,-65 99-5 15,47-64-48-15,1 4 10 16,4 1-33-16,7-2 18 16,5 0-27-16,1-3 23 15,1-4-8-15,15-1 5 16,3-4-3-16,0-6-7 16,2-5 7-16,-2-6-18 15,-3-1 9-15,-3-7-55 16,-4-1 3-16,-5 0-92 15,-2-5-86-15,-2-8-252 16</inkml:trace>
  <inkml:trace contextRef="#ctx0" brushRef="#br0" timeOffset="85874.78">31072 2516 1035 0,'0'0'69'16,"0"0"113"-16,0 0-95 15,0 0-1-15,0 0-47 16,92 62 9-16,-71-46-39 16,-4-2 18-16,0-1-30 15,-4-4 8-15,-4-1-6 16,-2-3-15-16,-4-2-22 15,0-3-38-15,-3 0-40 16,0 0-74-16,0-8-44 0,0-7-208 16</inkml:trace>
  <inkml:trace contextRef="#ctx0" brushRef="#br0" timeOffset="86037.62">31240 2484 895 0,'0'0'65'0,"0"0"92"15,-80 64-28-15,51-34-44 16,3-5-57-16,3-1 2 16,7-5-31-16,2-5-5 15,8-4-51-15,3-5-99 16,3-5-145-16,0 0-226 16</inkml:trace>
  <inkml:trace contextRef="#ctx0" brushRef="#br0" timeOffset="86486.51">31343 2238 700 0,'0'0'89'0,"0"0"36"15,0 0 14-15,0 0-15 16,90 51-21-16,-63-17-26 15,1 2-3-15,-2 5-38 16,-3 0 23-16,-6-1-30 16,-5-1 16-16,-9-4-25 15,-3-1-3-15,0-4-8 16,-15-1 0-16,-5-4-1 16,-3-3-11-16,0-5 1 15,4-5-48-15,-1-2-1 16,4-5-56-16,0-3-54 15,5-2-149-15,2-3-235 16</inkml:trace>
  <inkml:trace contextRef="#ctx0" brushRef="#br0" timeOffset="87574.61">31456 1943 185 0,'0'0'129'15,"0"0"34"-15,0 0-13 16,0 0-8-16,9 0-55 16,5 0 9-16,6 0-1 15,5 0-20-15,1-1-30 16,3-2 12-16,-1 1-39 16,-3 2 34-16,1 0-35 15,-3 0 12-15,-4 0-16 16,0 0-2-16,-4 11 3 15,-3 4-4-15,0 7 10 16,-4 8-6-16,-2 8 14 16,-3 7-24-16,0 9 23 15,0 5-27-15,0 5 27 0,1 3-30 16,2-3 24 0,4-1-14-16,0-4 7 0,-1-3 10 15,2-3 3-15,-2-7 0 16,-3-2-17-16,1-5 25 15,-1-2-28-15,-2-6 15 16,-2-3-29-16,-1-6 25 16,-1-3-30-16,0-3 21 15,0-4-11-15,0-2 5 16,0-5-2-16,0-1 1 16,0-1 10-16,0 0-14 15,0-2 20-15,0 1-25 16,0 1 26-16,0 0-30 15,0-2 26-15,0 2-27 16,0-1 23-16,0 1-10 16,0 1 1-16,0-1-2 15,0-2 0-15,0 2 6 16,0-3-14-16,0 0 25 16,-3 4-15-16,-8 0 39 15,-4 0-32-15,-8 3 26 16,-7-1-42-16,-3 1 13 15,-2 0-3-15,0-3 0 16,4-1 0-16,0 0-8 16,5-2-11-16,0 3-36 15,-1 2 3-15,-2 1-48 16,0 1 13-16,2 0-24 16,2 0-4-16,6-2-65 15,6-5-143-15,0-1-230 0</inkml:trace>
  <inkml:trace contextRef="#ctx0" brushRef="#br0" timeOffset="94294.67">22162 4640 620 0,'0'0'115'0,"0"0"15"15,-2 0-16-15,-4 10-45 16,0 6 3-16,3 6-13 15,0 4 16-15,2 2-48 16,1 3 11-16,0-5-32 16,0-1 12-16,7-4-10 15,1-2 1-15,1-6 0 16,0-2-9-16,-1-3 7 16,0-3-15-16,-1-3 20 15,3-2-25-15,-1 0 24 16,3-4-24-16,-1-12 25 15,3-3-23-15,-2-6 15 16,1-2-6-16,-1 0 0 16,-4-3 1-16,0 2-2 15,-4 3 8-15,-2 8-13 16,-2 2 18-16,0 8-21 16,0 1 25-16,0 6-26 15,0 0 24-15,0 14-29 0,0 13 14 16,6 8 4-16,3 10 3 15,4 8 8-15,5 4-2 16,2 6 17-16,-1 1 1 16,4 2 25-16,-3-5-30 15,-3 0 30-15,-5-5-27 16,-4-5 25-16,-5-7-21 16,-3-5 2-16,0-7-12 15,-3-6-3-15,-14-7 2 16,-5-5-4-16,-7-3 7 15,-8-7-27-15,-5-4 23 16,-3 0-31-16,-4-13 20 16,6-7-52-16,3-4 7 15,9-2-45-15,12-1-22 16,4-2-42-16,10 0-157 16,5-1-255-16</inkml:trace>
  <inkml:trace contextRef="#ctx0" brushRef="#br0" timeOffset="95921.53">22653 4853 586 0,'0'0'145'0,"0"0"-3"0,0 0-8 15,3 0-29 1,6 0 7-16,4 0-34 0,7-4 7 16,-1 0-45-16,0 2 3 15,3-2-33-15,-2 3 9 16,-3 0-13-1,-1 1-4-15,-3 0 1 0,0 0-5 16,-4 0 8-16,-3 0-19 16,-1 0 12-16,-2 0-46 15,-3-2-5-15,0 0-80 16,0-1-75-16,0-2-141 16,-3 3-190-16</inkml:trace>
  <inkml:trace contextRef="#ctx0" brushRef="#br0" timeOffset="96161.81">22648 4717 902 0,'0'0'159'15,"0"0"5"-15,0 0-80 16,0 0-9-16,0 0-24 16,42 0-33-16,-22 0-13 15,3 0-8-15,2 0-39 16,-4 0-123-16,-2 0-234 16</inkml:trace>
  <inkml:trace contextRef="#ctx0" brushRef="#br0" timeOffset="97032.57">23255 4583 792 0,'0'0'153'0,"0"0"-6"16,0 0-17-16,0 0-57 16,45 18 0-16,-30-4-37 15,5 3 9-15,2 2-18 16,3 0 0-16,-1 2 3 16,1-2-10-16,-2-2 1 15,-1-3-21-15,-7-2 16 16,-2-1-26-16,-4-2 24 15,0-4-23-15,-7-2 16 16,-2-2-45-16,0-1-6 16,0 0-22-16,0 0-42 15,0 0-92-15,-7-3-111 16,0-6-125-16</inkml:trace>
  <inkml:trace contextRef="#ctx0" brushRef="#br0" timeOffset="97281.15">23517 4533 790 0,'0'0'112'0,"0"0"22"15,0 0 9-15,-62 90-62 16,41-60-28-16,0-1-11 15,2-1-29-15,1-4-1 16,3-3-19-16,4-6 17 16,2-2-43-16,2-4-30 15,1-5-94-15,3-3-75 16,2-1-117-16</inkml:trace>
  <inkml:trace contextRef="#ctx0" brushRef="#br0" timeOffset="97641.67">23803 4509 793 0,'0'0'166'15,"0"0"14"-15,0 0-63 0,9 78-19 16,-5-55-46-16,1 1 2 16,2-1-33-1,-1-2 11-15,-4-4-35 0,3-2 11 16,-4-4-8-16,1-3-1 15,-2-4-7-15,0 0-37 16,0-3-23-16,0-1-52 16,-3 0-61-16,-7 0-123 15,-3 0-147-15</inkml:trace>
  <inkml:trace contextRef="#ctx0" brushRef="#br0" timeOffset="97846.75">23672 4671 888 0,'0'0'156'0,"0"0"-4"15,0 0-58-15,0 0-30 16,79-24-39-16,-53 17-22 16,3 1 2-16,-1-1-16 15,-4 3-34-15,-1-1-81 16,-2 0-69-16,-1-1-115 15,-4 1-258-15</inkml:trace>
  <inkml:trace contextRef="#ctx0" brushRef="#br0" timeOffset="98882.18">24128 4498 645 0,'0'0'169'16,"0"0"-2"-16,0 0-56 16,0 0-13-16,0-25-22 15,12 16-15-15,2 2-27 16,3 2-10-16,0-1-3 16,0 6-7-16,-1 0 6 15,0 0-25-15,-6 2 15 16,0 10-21-16,-7 5 30 15,-1 2-24-15,-2 1 24 16,0 3-21-16,-1 1 12 16,-10 0-8-16,3-1 1 15,0-2 1-15,-1-2-20 16,7-6 35-16,-2-2-27 16,4-3 17-16,0-4-22 15,2-1 28-15,12-3-23 0,6 0 24 16,4 0-24-1,6 0 10-15,5-4-14 0,-1-4-38 16,1-2-59-16,-4 4-114 16,-6-2-134-16,-5 2-283 15</inkml:trace>
  <inkml:trace contextRef="#ctx0" brushRef="#br0" timeOffset="99550.41">23337 4991 404 0,'0'0'92'0,"0"0"54"16,0 0-26-16,0 0 13 15,17-13 6-15,2 10-27 16,7-1 3-16,9 0-38 16,9 0-7-16,14-3-34 15,10 1 6-15,11-2-28 16,4 0 16-16,-2 4-29 16,-1 1 7-16,-7 0-6 15,-7 3-1-15,-9 0 2 16,-9 0-4-16,-5 0 7 15,-9 0-11-15,-3 0 16 16,-3 0-22-16,-5-1 24 16,-1-7-40-16,-4 2 4 15,-1 0-44-15,-6 2-34 16,-3 0-61-16,-3 0-70 16,-5 4-52-16,0 0-190 15</inkml:trace>
  <inkml:trace contextRef="#ctx0" brushRef="#br0" timeOffset="100115.49">23731 5150 640 0,'0'0'119'0,"0"0"7"16,0 0-14-16,0 0-17 15,0 0-12-15,40-11-26 16,-23 11-1-16,1 0-32 16,-3 0 11-16,0 0-32 15,-3 0 13-15,-1 4-20 16,-5 4 15-16,-3 2-5 16,-1 2-1-16,-2 2 3 15,0 4-2-15,0 0 6 16,-3 1-15-16,-5-2 20 15,0 1-22-15,1-4 24 16,2-3-27-16,2 1 24 16,2-1-24-16,1-3 12 15,0 0-3-15,12-3-3 16,9 2 8-16,5-4 0 16,5-2 10-16,-1-1-19 15,2 0 18-15,-4 0-26 16,-2-4 22-16,-4-4-54 15,-2-4-53-15,-2 0-157 0,-10 0-220 16</inkml:trace>
  <inkml:trace contextRef="#ctx0" brushRef="#br0" timeOffset="108238.69">25395 4721 358 0,'3'0'72'16,"-1"0"43"-16,1 0 13 16,0-2-40-16,2 1 9 15,-2 1-32-15,0-1-3 16,0 1-6-16,2 0-11 16,-2 0-5-16,-2-2 9 15,2 2-4-15,-1-1-22 16,-2 1 9-16,0 0-16 15,0 0 18-15,0-1-25 16,0 1 22-16,0 0-20 0,0 0 15 16,0 0-11-1,-9 0-3-15,-5 0-8 16,-1 0-9-16,-5 0 5 0,-1 5-11 16,-1 4 15-16,-4 1-18 15,3 3 21-15,1-3-16 16,4 0 20-16,3-1-23 15,5-3 14-15,5 2-4 16,5-4-4-16,0 0-4 16,2 0-15-16,15 0 6 15,8 1 7-15,6-1 21 16,6 2-16-16,3-2 27 16,0 2-16-16,-2 1 25 15,-3 1-23-15,-9 2 10 16,-5-3-3-16,-9 2-1 15,-6-1 12-15,-5 1-6 16,-1 2 15-16,0 1-11 16,-14 1 17-16,-5 1-26 15,0 0 13-15,-4 0-31 16,-2-2 19-16,0-5-21 16,1 0 3-16,0-1-1 15,1-6-35-15,1 0-17 16,5 0-22-16,1 0-44 15,9 0-96-15,1-7-103 16,6-3-245-16</inkml:trace>
  <inkml:trace contextRef="#ctx0" brushRef="#br0" timeOffset="108682.9">25670 4792 456 0,'0'0'120'0,"0"0"24"16,0 0-39-16,0 0-27 15,18-3 2-15,-16 3 2 16,-1 3-2-16,-1 7-27 16,1 4 4-16,1 1-35 15,-2-1 7-15,1 1-30 16,5-2 15-16,-3-3-12 15,5-2-2-15,3-4 5 16,4-3 9-16,6-1 14 16,3 0-6-16,2-5 8 15,2-7-24-15,-2-3 14 16,-3-2-23-16,-7 3 24 16,-3 1-22-16,-3 1 16 15,-4 3-7-15,-6-1-1 16,0-1 10-16,-6 3-10 15,-13 2 8-15,-5-1-22 16,-7 3 17-16,0 4-23 16,-4 0 21-16,2 0-36 15,1 0 13-15,4 0-41 16,8 0-19-16,3 0-66 16,7 0-86-16,3 0-71 15,7 0-127-15</inkml:trace>
  <inkml:trace contextRef="#ctx0" brushRef="#br0" timeOffset="109007.87">25941 4431 926 0,'0'0'49'16,"0"0"102"-16,17 70-2 15,-7-32-50-15,2 5-47 16,-4-1-2-16,3-1-36 16,-4-4 12-16,3-2-39 15,-4-3 30-15,-1-5-21 16,3-5 5-16,-1-3-5 15,-3-5-29-15,0-1-31 16,2-7-59-16,-1-1-74 16,-2-5-138-16,2 0-198 15</inkml:trace>
  <inkml:trace contextRef="#ctx0" brushRef="#br0" timeOffset="109707.61">26183 4734 833 0,'0'0'96'15,"0"0"51"-15,0 0-61 0,0 0-18 16,0 0-18 0,0 0-25-16,21 66-2 0,-14-47-15 15,2-1 13 1,0 0-24-16,6-5 23 0,4-2-22 15,0-6 27-15,1-2-15 16,1-3 9-16,0 0-14 16,-5 0-5-16,-3-7 1 15,-3-4-5-15,-3-1 8 16,-4-3-15-16,-3-2 15 16,0 0-13-16,0 1 23 15,0-1-26-15,0 2 24 16,0 5-22-16,0 2 15 15,-3 3-5-15,3 2-2 16,0 2 4-16,0 1-10 16,0 0 12-16,0 0-22 15,0 0 21-15,10 0-18 16,3 3 27-16,0 3-25 16,6 2 23-16,-3-2-16 15,4-2 8-15,-1-1 0 16,4-2-3-16,-2-1 4 15,1 0-3-15,-3 0 11 16,0-5-17-16,-5-4 15 16,-3-1-9-16,-2-1 20 15,-4-1-20-15,-4 0 18 16,-1-2-8-16,0 0 6 16,0 2-2-16,-7 2-7 15,-3 2 3-15,-3 4-11 16,-2 4 15-16,-3 0-24 15,-1 14 20-15,1 8-24 16,1 6 26-16,4 2-24 16,6-1 21-16,4 1-12 0,3-7 5 15,0-3 1-15,9-2-5 16,7-5 6-16,7-1-13 16,3-7 14-16,4-4-40 15,5-1-15-15,-5 0-117 16,0-4-228-16</inkml:trace>
  <inkml:trace contextRef="#ctx0" brushRef="#br0" timeOffset="110908.21">27239 4566 766 0,'0'0'94'0,"0"0"43"15,22-54-42-15,-21 31-62 16,-1-5-6-16,0 1-9 16,0 2 21-16,-7 1-43 15,-6 2 16-15,-4 6-9 16,-3 5 7-16,-2 9-1 15,-1 2-9-15,-2 0 3 16,1 21-12-16,5 9 16 16,3 10-16-16,9 4 22 15,7 5-15-15,0 1 33 16,0 2-16-16,14-1 13 16,3-1-12-16,1-5 5 15,-1-2-9-15,-1-5 2 16,-3-5 9-16,-3-4-17 15,-1-7 10-15,-4-6-24 16,0-6 21-16,-4-1-32 16,1-5-10-16,-2-3-68 15,0-1-58-15,-3 0-115 0,-10 0-310 16</inkml:trace>
  <inkml:trace contextRef="#ctx0" brushRef="#br0" timeOffset="111575.48">27015 4839 841 0,'0'0'151'15,"0"0"21"-15,105-34-81 16,-55 21-59-16,2-1 4 16,1 5-28-16,-5 4 13 15,-5 2-30-15,-5 3 19 16,-11 0-19-16,-6 8 0 15,-7 6 7-15,-8 3-5 16,-6 3 7-16,0 2-7 16,0 2 15-16,0-2-18 15,0 0 20-15,0-5-23 16,0-2 22-16,10-7-21 16,6-7 14-16,4-1-3 15,-3 0-6-15,0 0 0 16,-3-12 4-16,-7 0 2 15,0-5-2-15,-7 2 9 16,0-5-19-16,0 1 18 16,-13-3-19-16,0 2 15 15,-1-1-26-15,0 5 17 16,2 3-13-16,4 4 16 16,4 4 5-16,1 1-1 15,3 4 5-15,0 0-15 16,0 2 6-16,9 9-4 15,8 3 33-15,2-2-4 0,3 4 42 16,-1-2-21-16,0-4 9 16,-4 0 13-1,-6-2-19-15,-2-4-12 0,-5-1-13 16,-2-2 11-16,-2-1-13 16,1 0 22-16,-1 0-19 15,0-4 24-15,0-8-25 16,0-5 8-16,0-4-37 15,0-1 15-15,0 0-7 16,3 0-6-16,1 4-7 16,4-2-23-16,6 5 1 15,1 0-23-15,8 4 18 16,1 5-21-16,5 3-1 16,-2 3-72-16,1 0-41 15,-5 5-117-15,0 8-184 16</inkml:trace>
  <inkml:trace contextRef="#ctx0" brushRef="#br0" timeOffset="112103.59">28166 4746 785 0,'0'0'64'0,"0"0"102"16,0 0-60-16,0 0 10 15,0 0-43-15,0 0-5 16,0 0-25-16,0 0-14 16,0 0-4-16,2 0-6 15,2-4 8-15,2-4-10 16,1-1 8-16,4-2-30 16,0-1 21-16,-1-1-32 15,0 3 37-15,-3 5-33 16,-3 1 18-16,4 4-10 15,-1 0-3-15,3 4 3 16,3 10 0-16,4 4 10 16,4 3-14-16,2 0 21 15,1 1-22-15,2-3 25 16,0 0-27-16,0-3 26 16,-3-3-25-16,-1-3 15 15,-6-1-9-15,0-5-11 16,-6 0-22-16,-4-3-32 15,1-1-47-15,-6 0-136 16,-1 0-136-16</inkml:trace>
  <inkml:trace contextRef="#ctx0" brushRef="#br0" timeOffset="112337.86">28416 4666 927 0,'0'0'68'0,"0"0"88"15,-91 80-11-15,61-49-71 16,4 0-41-16,3-1-5 16,5-4-31-16,7-7 10 15,4-3-56-15,5-5-34 16,2-6-149-16,0-2-165 15</inkml:trace>
  <inkml:trace contextRef="#ctx0" brushRef="#br0" timeOffset="114002.74">28705 4646 1113 0,'0'0'113'0,"0"0"10"15,0 0-44-15,0 0-59 16,0 0 6-16,0 0-34 15,0 0 12-15,0 0-80 16,0 4-93-16,0 5-207 16,6 3-170-16</inkml:trace>
  <inkml:trace contextRef="#ctx0" brushRef="#br0" timeOffset="114162.68">28766 4801 835 0,'0'0'160'0,"0"0"35"15,0 0-52-15,0 0-72 16,0 0-37-16,0 0-23 16,1 11 0-16,2-11-32 15,0-7-25-15,0-1-101 16,0 0-168-16,-3 0-239 16</inkml:trace>
  <inkml:trace contextRef="#ctx0" brushRef="#br0" timeOffset="-166992.25">15388 4356 86 0,'-6'7'9'0,"0"-4"28"15,3 4-28-15,0-2 9 16,-2 2-3-16,-1 1-8 16,0 1 38-16,-2 0 5 15,2 1-1-15,-2-2 13 16,2 1-7-16,1 1-8 16,1-1-8-16,-1 0-16 15,1 2-2-15,-1 1-7 16,1 3 3-16,0-3-13 15,0 0 18-15,1 1-18 16,0-2 22-16,1-2-19 16,2 0 22-16,0-2-17 15,0 0 6-15,0 0 1 16,0 1-12-16,0-1 3 16,0 1-2-16,0 2 5 15,3-2-14-15,4 2 13 16,-2-2-5-16,2-3 21 15,-3 3-23-15,5-4 11 16,-2 2-14-16,0-1 6 16,1-1 1-16,0 3-7 15,4-1 4-15,-3 0-9 16,1-1 10-16,3-1-13 0,-3 0 15 16,2-1-16-16,-1 1 15 15,-1 0-15-15,0-2 12 16,0 0-8-16,-1 2 3 15,0-3 3-15,0 2-12 16,-1-2 19-16,1 2-16 16,0 0 13-16,0-1-14 15,-1 2 10-15,-1-2-4 16,3-1 10-16,-4 1-16 16,1-1 10-16,2-1-4 15,-1 0 0-15,1 0 1 16,0 0-4-16,-1 0 6 15,2 1-10-15,-2-1 14 16,0 0-16-16,1 2 22 16,-4-2-20-16,4 0 17 15,-1 0-14-15,0 0 8 16,1 0 0-16,0 0-1 16,3-3 3-16,0-3-17 15,3 2 28-15,0-4-23 16,0 1 15-16,2 1-20 15,-2 2 15-15,-1-3-20 16,-2 3 17-16,-1 0-8 16,-2 0 9-16,-3 0-1 15,-1-1 0-15,1 1 2 16,1-2-7-16,-1 0 13 0,0-1-15 16,1 0 17-1,0-3-18-15,-1 3 19 16,1 0-20-16,-2-1 16 15,2 1-11-15,-3-2 4 16,0 4 0-16,2-2 1 0,-1-1 1 16,-2 0-13-16,0-2 25 15,-1 1-19-15,1-3 20 16,2 1-18-16,-1-1 17 16,-4-1-14-16,3 1 22 15,-3 0-10-15,0 1 4 16,0 4 0-16,0-1-3 15,0 2 0-15,0 1-8 16,0-1 11-16,0 3-18 16,-3-3 22-16,-3 0-13 15,0 1 21-15,1 1-20 16,-1-4 11-16,-2 4-9 16,0-3-3-16,1-1 0 15,-1-1-7-15,3 1 7 16,-4-2-17-16,2 1 21 15,0 2-18-15,1-1 19 16,-4 0-20-16,1 1 19 16,-1 2-16-16,1-3 17 15,-2-1-8-15,1 2 1 16,-3 1 3-16,0 0-2 16,-1-2 11-16,-1 4-15 15,-4 0 10-15,2 0-19 16,-1 2 21-16,4 1-25 15,-3 0 22-15,3 1-20 16,2 0 14-16,0-3-9 16,3 1 11-16,-2 1-4 15,1 0-7-15,-2 0 9 16,-1 1-20-16,0 0 20 16,-3 0-28-16,3 0 34 0,-3 0-21 15,3 0 21-15,0 3-17 16,-3 2 7-16,5 0-2 15,-5 2-2-15,1 1 5 16,0 0-11-16,0 0 13 16,-2 2-10-16,-1 1 17 15,1 0-21-15,-1 0 20 16,0-2-22-16,1 2 18 16,4-3-10-16,1-1 4 15,7-3-6-15,0 0 8 16,2-4-13-16,2 2-31 15,-1-2-4-15,2 0-50 16,0 0-2-16,0 0-44 16,0 0-119-16,0 0-100 15</inkml:trace>
  <inkml:trace contextRef="#ctx0" brushRef="#br0" timeOffset="-161265.06">23782 5017 214 0,'-13'0'55'0,"-2"2"10"15,1 2-23-15,-1 0 5 16,2 2 5-16,2-2-24 15,-2 0 11-15,3 0-29 16,1 1 4-16,-3 2-1 16,1 2 11-16,-1 0-17 15,-1 4-4-15,-1 3 0 16,-1 0-5-16,2 5 7 16,-1 2-9-16,2 1 12 15,0 2-15-15,1-2 16 16,3 1-17-16,-1 1 12 15,3-5-10-15,3 0-17 16,0-2-8-16,3-3 14 16,0-1 17-16,0 0-5 0,9-3 10 15,3 0-6 1,2-1 11-16,2 1-15 0,0 1 13 16,3-1-14-16,-3 0 13 15,2 0-6-15,-1-1 0 16,2 0 4-16,2-2-4 15,-1-3 4-15,3-1 1 16,2-5 24-16,0 0-22 16,1 0 16-16,0 0-16 15,1 0 13-15,0 0-19 16,-1-2 10-16,-2-1-7 16,-1 1-2-16,-1-2 0 15,1-1-4-15,-3 1 6 16,-2-1-9-16,1-1 11 15,-2 2-13-15,-3-3 16 16,0 2-16-16,0-3 14 16,-2-1-12-16,0-1 6 15,1-1 0-15,3-4-3 16,-3-1 2-16,2-2-6 16,-5 0 10-16,-1 0-7 15,-2 4 22-15,-2-3-2 16,-3 1 8-16,-2 1-1 15,0 2 11-15,0-2-17 16,0-2 12-16,0 2-9 16,-9-2-6-16,1 2 6 15,-1-3-19-15,-5 1 10 0,0-1-12 16,-3 0 2 0,-3 2-5-16,-2-2 20 15,1 5-15-15,0-1 24 16,-2 2-17-16,0 3 1 15,0 2-5-15,0 3-4 16,-2 2 6-16,-1 2-10 0,-2 0 10 16,-1 0-16-16,1 0 17 15,2 1-26-15,2 4 19 16,1-2-15-16,0 1 17 16,2 3-8-16,1-1 3 15,1 1-6-15,3-2-36 16,2 2 0-16,2-3-55 15,6 0-80-15,0 0-220 16</inkml:trace>
  <inkml:trace contextRef="#ctx0" brushRef="#br0" timeOffset="-141514.14">24773 2866 138 0,'0'0'36'0,"0"0"19"16,0 0 3-16,0 0-16 15,0 0-13-15,0 0 1 16,0 0-14-16,0 0 5 16,0 0-2-16,0 0 21 15,0 0-4-15,0 0 5 0,0 0-11 16,0 0 19-1,0 0-4-15,0 0-1 0,0 0 8 16,0 0 12-16,0 0 16 16,0 0-19-16,0 0 18 15,0 0-28-15,0 0 8 16,0 0-24-16,0 0 34 16,0 0-40-16,0 0 12 15,0 0-10-15,0 0-9 16,0 0 0-16,0 0-10 15,0 0 9-15,0 0-18 16,0 0 16-16,2 0-23 16,5 0 27-16,1 5-25 15,0 2 17-15,2 2-10 16,1-1 8-16,-3 0-1 16,1 0 3-16,1 0 2 15,-1 0-10-15,-2-1 7 16,1 1-17-16,0-1 20 15,-2 0-24-15,-1 2 26 16,0-1-28-16,-1 1 24 16,2 2-15-16,-3 0 11 15,-1 1 3-15,1-1-4 16,-3 0 2-16,2-2-8 16,-2 3 13-16,0-3-20 15,0 1 19-15,0-1-21 16,0 2 23-16,0 0-25 15,0 0 18-15,0-1-10 16,0 2 3-16,0-1 0 16,-5 1-3-16,0-2 8 15,-2 2-12-15,2-4 18 16,-1 0-25-16,4-1 27 0,-4-3-26 16,3-1 25-16,-2 1-28 15,0 2 23-15,-1 0-14 16,0-2 4-16,-1 3 2 15,0-2-5-15,0-1 7 16,-1 0-13-16,5-1 22 16,1-1-27-16,-1 1 27 15,3-3-27-15,0 0 28 16,0 0-29-16,0 0 19 16,0 0-9-16,-2 1-3 15,-1-1-8-15,-2 0-30 16,0 0-6-16,5 0-41 15,0-1-33-15,0-15-168 16,0-3-236-16</inkml:trace>
  <inkml:trace contextRef="#ctx0" brushRef="#br0" timeOffset="-140317.84">25138 2817 58 0,'0'0'3'0,"0"0"23"16,0 0 25-16,1-1-7 15,-1 1 40-15,0 0 12 16,0 0-15-16,0 0-5 15,0 0 5-15,0 0-38 16,0 0 18-16,0 0-29 16,0-2 0-16,0 2 6 15,0-1-1-15,0-1 9 16,0 2-2-16,-1 0 4 16,-5 0-6-16,-1 0 10 15,1 0-37-15,-3 0 20 16,1 0-10-16,-1 0 20 15,2 0-12-15,-3 2 5 16,2 5-12-16,0 0 8 0,-2 0-6 16,2-1-16-16,1 1-4 15,-2 1 6-15,1 0 5 16,-1 2-22-16,0-1 24 16,4 0-33-16,-2 2 39 15,1-2-29-15,1 3 9 16,3-2-2-16,-1 3-4 15,0 0 4-15,3-1-8 16,-3 1 13-16,3-2-18 16,-2-1 22-16,2 1-20 15,-1-2 25-15,1 1-26 16,0-2 21-16,0 1-14 16,0-4 2-16,0 0 3 15,0-1-1-15,0 1 4 16,0-1-8-16,0 1-1 15,3 2 10-15,-2-3 7 16,1 0-27-16,1 2 27 16,0-1-26-16,1-1 20 15,0 0-10-15,4 1 2 16,0-4 4-16,1 2-2 16,2-2 9-16,1 2-16 15,-1-3 22-15,0 0-24 16,1 1 24-16,-1-1-24 15,1 0 23-15,-3 0-26 16,0 0 20-16,-2 0-11 16,5 0 4-16,-5 0 4 15,0 0-7-15,5 0 8 16,-5 0-13-16,2 0 8 16,0 0-5-16,-3 0 16 15,2 0-25-15,-2 0 25 16,-2 0-21-16,0 0 14 0,2-1-8 15,-5 1 1-15,1 0 3 16,-1-2-6-16,1 1 7 16,-2 1-15-16,0-1 18 15,0-2-45-15,0-1-11 16,1-1-53-16,-1 0-52 16,0 0-238-16,0 1-457 15</inkml:trace>
  <inkml:trace contextRef="#ctx0" brushRef="#br0" timeOffset="-137044.83">23723 5147 406 0,'-3'-4'57'16,"1"3"45"-16,1-2-31 16,-1 3 3-16,2 0-12 15,-1 0 9-15,1 0 37 16,0 0-20-16,-2-1-16 16,2 1 16-16,0 0-12 15,0 0-33-15,0 0 15 16,0 0-39-16,0 0 12 15,0 0-29-15,0 0 5 16,2 5 0-16,7 8 11 0,2-3 4 16,1 6-7-1,-2-3 6-15,1-1-18 0,-1 1 20 16,-1-2-24-16,-1 0 24 16,0-2-27-16,-1 3 25 15,-3-4-16-15,2 3 8 16,-2 2 0-16,-2-1-5 15,-1 2 1-15,-1-2-7 16,0 3 11-16,0-2-12 16,0 3 19-16,0-1-24 15,-7 0 25-15,1-1-30 16,1 2 22-16,-1-4-15 16,-2 2 6-16,-1-4 2 15,0 1-5-15,-1 1 6 16,0-1-13-16,0 0 18 15,1-2-23-15,4-4 25 16,-2-1-25-16,5-2 27 16,2-2-28-16,0 0 22 15,0 0-13-15,0 0-16 16,0-6 6-16,0-7-64 16,0-1-39-16,2-4-82 15,5 1-200-15,4 0-403 16</inkml:trace>
  <inkml:trace contextRef="#ctx0" brushRef="#br0" timeOffset="-136304.83">24118 5060 401 0,'0'0'133'15,"0"0"-8"-15,0 0-2 16,0 0-47-16,-4-3 31 15,1 3-33-15,-3 0-3 16,-2 0-16-16,-3 0 14 16,0 3-27-16,-4 7-18 15,-4 2 2-15,-1 3-3 16,-1 2-1-16,0 2-14 16,0 1 15-16,1 2-18 15,4-2 20-15,1 0-27 0,4 1 22 16,3 0-38-16,1-1 39 15,5-4-20-15,2 1-1 16,0-2 5-16,0-2-10 16,2-1 24-16,11-1-20 15,3-1 23-15,3-3-19 16,1 0 22-16,-2 0-22 16,0-3 27-16,-2 0-25 15,-2 0 9-15,-2 0-12 16,-1 0 1-16,-3 0 1 15,1-2-5-15,-4 0 8 16,1-1-15-16,0 1 19 16,-2-2-21-16,-2 0 23 15,1 0-25-15,-3 0 9 16,1 0-56-16,-1 0 15 16,1-5-78-16,-1-2-151 15,0 0-243-15</inkml:trace>
  <inkml:trace contextRef="#ctx0" brushRef="#br0" timeOffset="-98819.95">22428 6929 783 0,'0'0'-17'16,"0"0"-146"-16,0 0-278 15</inkml:trace>
  <inkml:trace contextRef="#ctx0" brushRef="#br0" timeOffset="-93239.83">22102 6339 585 0,'0'-2'90'0,"0"0"37"16,0 1-32-16,0-1-9 15,0 1-23-15,0 1 5 16,0 0-22-16,0 0-3 16,0 16-20-16,-2 9-23 15,-2 8 52-15,4 5-7 16,0 1-3-16,0 0-26 15,0-6 8-15,0-6-26 16,6-7 22-16,1-2-29 16,3-9 25-16,0-2-19 15,-1-4 6-15,1-3 0 16,3 0-5-16,2-6 10 16,0-13-8-16,1-2 13 15,3-7-23-15,-1-3 21 0,0 0-22 16,1-4 22-16,-2 4-24 15,-3 2 17-15,-2 6-12 16,-3 6 5-16,-4 4 3 16,-3 6-8-16,2 7 15 15,-4 0-17-15,0 21 5 16,0 6-8-16,0 9 30 16,0 7-19-16,0 4 27 15,3 2-16-15,3 0 22 16,4-4 10-16,-1-2-2 15,5-1-4-15,-5-5-6 16,0-6 10-16,-1-4-14 16,-5-3 8-16,0-3-20 15,-3-4 24-15,0-1-29 16,0-3 25-16,-12-1-36 16,-5 0 25-16,-3-4-19 15,-3-3-1-15,-2-1 1 16,-1-1-21-16,-1-3 9 15,3 0-53-15,3 0-4 16,3-11-63-16,6-6-1 16,3-2-193-16,5-4-332 15</inkml:trace>
  <inkml:trace contextRef="#ctx0" brushRef="#br0" timeOffset="-92918.22">22647 6593 892 0,'0'0'133'0,"0"0"55"16,0 0-100-16,96-15-5 15,-67 7-39-15,-4 1-8 16,-4 1-37-16,-8-1 16 16,-3 2-30-16,-7 0-34 15,-3 2-85-15,-3-1-88 16,-14 2-159-16</inkml:trace>
  <inkml:trace contextRef="#ctx0" brushRef="#br0" timeOffset="-92740.21">22600 6463 940 0,'0'0'72'0,"0"0"92"15,0 0-107-15,0 0-50 16,91-35-5-16,-72 31-43 16,-2 1-197-16,-8 3-273 15</inkml:trace>
  <inkml:trace contextRef="#ctx0" brushRef="#br0" timeOffset="-92021.41">23107 6457 718 0,'0'0'116'15,"0"0"31"-15,0 0-36 0,0 0-54 16,0 0 4 0,45-26-30-16,-31 16-13 15,1 0-9-15,-2 5-7 0,-3 1 5 16,0 2-20-16,-3 2 32 16,-1 0-33-16,1 2 33 15,0 7-17-15,2 4 19 16,1 1-10-16,5 2 1 15,-4-1-3-15,5 2-1 16,-1-1 1-16,0 3-7 16,0-2 16-16,-1-1-19 15,-1 0 15-15,1-5-25 16,-2 0 25-16,0-6-26 16,-1 0 19-16,1-3-40 15,-2-2-43-15,1 0-57 16,-2 0-73-16,-4 0-96 15,-2-8-318-15</inkml:trace>
  <inkml:trace contextRef="#ctx0" brushRef="#br0" timeOffset="-91766.46">23405 6370 842 0,'0'0'130'0,"0"0"32"15,0 0-72-15,-84 84-19 0,57-52-27 16,3-1-25 0,3-2-23-16,4-1 14 0,6-3-26 15,2-5 7-15,8-4-75 16,1-4-48-16,0-5-90 15,1-5-36-15,8-2-196 16</inkml:trace>
  <inkml:trace contextRef="#ctx0" brushRef="#br0" timeOffset="-91395.15">23673 6357 919 0,'0'0'65'15,"0"0"71"-15,0 0-19 16,7 85-55-16,-1-58 10 16,5 1-37-16,-2 0 7 15,0-1-25-15,1-2-6 16,-1-6-3-16,-3-4-9 16,0-3-5-16,-4-6-1 15,-2-1-31-15,0-4-49 16,0-1-14-16,0 0-69 0,-2-1-113 15,-12-9-174 1</inkml:trace>
  <inkml:trace contextRef="#ctx0" brushRef="#br0" timeOffset="-91230.19">23615 6537 742 0,'0'0'134'0,"0"0"9"16,0 0-27-16,0 0-43 15,82-26-48-15,-62 21-18 16,0 1-9-16,-3 1-14 16,-2-1-135-16,-5-3-149 15,-1-3-322-15</inkml:trace>
  <inkml:trace contextRef="#ctx0" brushRef="#br0" timeOffset="-90802.15">23926 6315 872 0,'0'0'117'15,"0"0"34"-15,0 0-44 16,0 0-62-16,81-4 6 16,-64 4-40-16,0 9-4 15,-5 3-4-15,-2 5-2 16,-3 2 4-16,-4 1-6 16,-3 2 17-16,0 3-18 15,0-3 17-15,0 2-25 16,-4-3 28-16,0 0-30 0,2-3 22 15,2-3-15-15,0-2-3 16,0-1 15 0,6-4-11-16,7-4 7 0,6 2-12 15,4-5 11-15,4-1-16 16,5 0 4-16,1 0-44 16,5-4 0-16,-4-6-100 15,0 1-106-15,-3-4-219 16</inkml:trace>
  <inkml:trace contextRef="#ctx0" brushRef="#br0" timeOffset="-89970.03">23042 6864 524 0,'0'0'94'0,"0"0"39"15,0 0-50-15,0 0 2 16,-10 1-20-16,25-1-4 16,9 0 30-16,12 0 0 15,7-4-15-15,11-3-34 16,12-2 10-16,7 1-35 15,6 0 18-15,5 0-27 16,2 0 11-16,2 0-39 16,1 0 41-16,-4 1-16 15,-9 3-2-15,-8-3 2 16,-6 3-7-16,-11 2 11 16,-11-1-16-16,-8 2 20 0,-9-1-21 15,-6 2 29-15,-6-2-34 16,-6 0 25-1,-5 2-22-15,0 0 8 0,0 0-18 16,0 0-30 0,0 0-34-16,-2 0-90 0,-12 0-153 15,-6 7-167-15</inkml:trace>
  <inkml:trace contextRef="#ctx0" brushRef="#br0" timeOffset="-89379.72">23413 7243 643 0,'0'0'145'0,"0"0"11"0,0 0-13 15,0 0-42-15,0 0-20 16,43-61-43-16,-28 44-13 16,-1 6-9-16,0-1-10 15,-3 7 4-15,1 5-17 16,-7 0 16-16,3 0-25 16,-1 9 19-16,1 6 3 15,0 3 11-15,1 3-20 16,2-1 13-16,1 3 6 15,2 1-4-15,3-2 5 16,0 0-8-16,2-1 9 16,4-3-13-16,3-3 17 15,0-5-20-15,-1-1 18 16,3-3-28-16,-5-1 20 16,-2-1-19-16,-6-1 9 15,-2-2-14-15,-8 1-31 16,0-2-26-16,-4 0-39 15,1 0-47-15,-2 0-68 16,0-8-44-16,0-3-125 16</inkml:trace>
  <inkml:trace contextRef="#ctx0" brushRef="#br0" timeOffset="-89150.29">23816 7133 883 0,'0'0'141'0,"0"0"7"0,-70 82-42 15,42-43-33 1,-2 2-17-16,1-1-41 0,3-5 0 16,6-6-24-16,-1-6 25 15,8-4-44-15,2-6-40 16,4-7-101-16,-1-3-137 15,-1-3-267-15</inkml:trace>
  <inkml:trace contextRef="#ctx0" brushRef="#br0" timeOffset="-88137.92">24755 6814 780 0,'0'0'150'0,"0"0"24"15,80-15-73-15,-47 9-16 16,6-1-52-16,-5-4 4 16,0 3-38-16,-6 0 13 15,-5 3-16-15,-4 1-17 16,-7 0-49-16,-6 1-70 15,-6 3-52-15,0 0-38 16,-5 0-111-16</inkml:trace>
  <inkml:trace contextRef="#ctx0" brushRef="#br0" timeOffset="-87756.21">24697 6710 718 0,'0'0'98'0,"0"0"54"15,0 0-48-15,0 0-38 16,0 0 14-16,45-14-18 16,-17 9-21-16,2-3-23 15,2-1 5-15,-3 2-25 16,-1-3 16-16,-5 0-25 16,-3 4 23-16,-6 0-28 15,-4 2 5-15,0 0-44 16,-4 1-32-16,-1-1-45 15,-2 0-44-15,3 0-12 16,-1 0-85-16,-1-2-31 16</inkml:trace>
  <inkml:trace contextRef="#ctx0" brushRef="#br0" timeOffset="-87365.42">25002 6564 315 0,'0'0'119'15,"0"0"21"-15,0 0-7 16,0 0-36-16,0 0-32 15,0 0 18-15,0-24-20 16,0 24 5-16,0 0-30 16,0 0 8-16,0 0-36 15,0 0 13-15,0 0-10 16,0 0-11-16,9 1 5 16,5 6 13-16,2 1 9 15,3 3-7-15,3 1 7 16,-1 2-12-16,1 5 24 15,-3-2-25-15,-2 3 22 16,-2 0-26-16,-6-1 14 16,-1 3-7-16,-8-3-8 0,0 2 8 15,0-1-9-15,-6-1 11 16,-8 2-16-16,-3-6 18 16,0 4-31-16,3-6 27 15,-3 0-30-15,3-2 20 16,-1-3-30-16,3-1-8 15,2-2-14-15,0 0-30 16,5-2-44-16,3-3-60 16,2 0-93-16,0 0-165 15</inkml:trace>
  <inkml:trace contextRef="#ctx0" brushRef="#br0" timeOffset="-79943.38">25893 6577 589 0,'-4'1'56'15,"4"-1"39"-15,-2 0 43 16,2 0-26-16,0 0-12 16,0-1-4-16,0-7-27 15,0-4-32-15,4-4-26 16,4 0 19-16,2-3-27 15,3-1 14-15,0 3-28 0,3 1 20 16,-2 3-14-16,1 4 3 16,-5 6 2-16,0 3-6 15,0 0 4-15,-1 7-14 16,-1 8 31-16,3 5-16 16,0 5 20-16,2 1-32 15,3 1 42-15,3-4-33 16,4-1 20-16,4-2-10 15,1-2 4-15,2-6-1 16,2-1-8-16,-6-2 4 16,0-5-12-16,-9-3 15 15,-1-1-30-15,-7 0-17 16,-6 0-71-16,-3 0-30 16,0 0-96-16,0 0-170 15</inkml:trace>
  <inkml:trace contextRef="#ctx0" brushRef="#br0" timeOffset="-79596.12">26282 6325 951 0,'0'0'93'16,"0"0"37"-16,-62 70-53 0,37-31-1 15,-4 4-38-15,0 5 7 16,2 1-46-16,-2-4 26 15,7-4-29-15,5-9 5 16,2-6-4-16,7-6-42 16,5-8-49-16,0-7-71 15,3-5-147-15,0 0-415 16</inkml:trace>
  <inkml:trace contextRef="#ctx0" brushRef="#br0" timeOffset="-78722.28">26504 6481 1093 0,'0'0'108'0,"0"0"13"16,0 0-25-16,0 0-62 15,0 0-3-15,0 0-23 16,0 0-6-16,0 0-1 16,0 0-55-16,0 0-44 15,0 0-141-15,0 0-149 16</inkml:trace>
  <inkml:trace contextRef="#ctx0" brushRef="#br0" timeOffset="-78009.44">26728 6376 751 0,'0'0'53'16,"0"0"46"-16,0 0 0 16,0 91-5-16,0-65-20 15,0-2-8-15,6-4-45 16,1-3 9-16,3-6-33 0,1-3 18 15,7-7-14-15,-2-1 21 16,4 0-17-16,-1-10 12 16,1-6-10-16,-3-3-6 15,1-4 4-15,-4-1-21 16,-2-1 13-16,-5 2-28 16,0-1 22-16,-1 5-22 15,-6 3 23-15,1 6-5 16,-1 4 21-16,0 6-8 15,0 0 9-15,3 2-7 16,3 16-8-16,4 6 24 16,7 11 3-16,5 4 21 15,3 7-14-15,4 5 32 16,2 3-29-16,1 2 25 16,-3 0-25-16,-3-3 28 15,-6-2-10-15,-2-8-8 16,-10-3-7-16,-5-8-5 15,-3-4 5-15,0-5-19 16,-13-2 23-16,-7-5-34 16,-8-2 26-16,-2-1-38 15,-2-5 27-15,0-4-28 16,-1-1 17-16,1-3-9 16,2 0-11-16,1-3-11 15,2-9-27-15,2-1 2 16,4-1-33-16,6-2 5 15,8-4-47-15,3 0-44 16,4-4-150-16,0-4-170 0</inkml:trace>
  <inkml:trace contextRef="#ctx0" brushRef="#br0" timeOffset="-77362.98">27480 6435 620 0,'0'0'176'16,"0"0"37"-16,0 0-39 16,0 0-64-16,60 0-16 15,-40 0-56-15,0 0 2 16,-3 0-30-16,-1 0-2 15,-6 0-7-15,-2 0-19 16,-6 0-48-16,-2 0-82 16,0-1-121-16,-5-4-255 15</inkml:trace>
  <inkml:trace contextRef="#ctx0" brushRef="#br0" timeOffset="-77173.35">27469 6320 1098 0,'0'0'65'16,"0"0"24"-16,0 0-75 16,78-20-11-16,-55 16-12 15,-3 1-82-15,-4 2-172 16,-2 1-240-16</inkml:trace>
  <inkml:trace contextRef="#ctx0" brushRef="#br0" timeOffset="-76715.19">27994 6353 763 0,'0'0'75'0,"0"0"82"16,0 0-62-16,0 0-13 16,0 0-49-16,0 0 4 15,28-57-35-15,-22 44 2 16,1 1-1-16,0 2-1 15,-1 3 2-15,-2 3-9 16,1 4 12-16,-1 0-18 16,2 2 19-16,-2 10-12 15,3 7 40-15,3 2-33 16,2 3 26-16,4 2-15 16,4-1 5-16,2 1 0 15,4-2-8-15,3 1 2 16,-2-4-9-16,0 3 21 15,-2-2-24-15,-3-3 15 16,-2-2-27-16,-7-3 20 16,0-4-38-16,-6-5 5 15,-1-4-58-15,-6-1-84 16,0 0-118-16,0-12-163 0</inkml:trace>
  <inkml:trace contextRef="#ctx0" brushRef="#br0" timeOffset="-76474.22">28201 6286 1082 0,'0'0'68'16,"0"0"59"-16,-69 94-57 15,53-60-36-15,0-2-14 16,9-4-15-16,1-2-7 16,0-5-29-16,5-2-49 15,-2-5-111-15,0-8-158 16</inkml:trace>
  <inkml:trace contextRef="#ctx0" brushRef="#br0" timeOffset="-75683.65">28655 6254 603 0,'0'0'107'0,"0"0"17"16,0 0-15-16,0 0 12 15,11 46-8-15,-4-21-43 16,3 6 24-16,2-1-59 15,-2-1 18-15,2-1-41 16,-4-4 0-16,1-2-6 16,-3-5-19-16,-2-2 27 15,-1-3-25-15,-3-4-17 16,0-1-50-16,0-3-38 16,0-4-114-16,-10 0-131 15,-2 0-275-15</inkml:trace>
  <inkml:trace contextRef="#ctx0" brushRef="#br0" timeOffset="-75498.57">28624 6427 804 0,'0'0'125'0,"0"0"60"15,0 0-74-15,95-36-77 16,-70 28-26-16,1 0 1 15,-3 1-21-15,-1 2-28 16,-6-1-98-16,1 0-100 16,-4 1-205-16</inkml:trace>
  <inkml:trace contextRef="#ctx0" brushRef="#br0" timeOffset="-75067.44">29079 6178 834 0,'0'0'84'0,"0"0"36"0,0 0-43 15,0 0-9-15,0 0-33 16,0 0 15-16,88-32-29 15,-68 32-1-15,-2 0-13 16,-4 8-1-16,-7 8 13 16,-4 6-8-16,-3 4 17 15,0 4-24-15,-4 3 19 16,-13 2-29-16,2-1 26 16,1-2-32-16,4-4 24 15,2-4-24-15,7-5 19 16,1-3-10-16,0-4 3 15,10-3 0-15,7-2-6 16,8-2 15-16,1-2-19 16,3-3 22-16,0 0-33 15,-2 0 4-15,-1-3-60 16,-3-3-19-16,-4 0-113 16,-6 2-85-16,-6-1-128 15</inkml:trace>
  <inkml:trace contextRef="#ctx0" brushRef="#br0" timeOffset="-72371.48">27791 7393 356 0,'-3'0'81'0,"0"0"-2"15,0 0 49-15,3 0-30 16,0 0-17-16,0 0 7 15,0 0-4-15,0 0 0 16,3 0-22-16,6 0 44 16,4 0-43-16,0 0 5 15,1 0-39-15,1 0 5 16,-1 0-38-16,2 0 11 16,0-1-7-16,0-1-6 15,1-2-22-15,1 0-59 16,-1-3-80-16,0 1-127 15,-1-4-99-15</inkml:trace>
  <inkml:trace contextRef="#ctx0" brushRef="#br0" timeOffset="-71842.52">28194 7249 795 0,'0'0'87'0,"0"0"32"15,0 0-3-15,0 0-45 16,0 0-2-16,23-41-62 16,-9 26 7-16,-2 1-12 15,2 0 0-15,-4 5 0 16,-1 1-5-16,-2 1 9 15,0 6-15-15,-2 1 19 16,-1 0-26-16,2 1 17 16,-3 14-7-16,3 3 25 0,1 5-20 15,1 2 9 1,3-1-7-16,3 0-1 16,-1-1 3-16,6-2-8 0,0 0 16 15,4-5-13-15,-2 0 19 16,1-4-26-16,1-1 26 15,0-2-30-15,-3-2 26 16,-2 0-22-16,-4-3 6 16,-5-3-20-16,-3 2-56 15,-5-3-58-15,-1 0-96 16,0 0-89-16</inkml:trace>
  <inkml:trace contextRef="#ctx0" brushRef="#br0" timeOffset="-71591.55">28496 7196 874 0,'0'0'102'0,"0"0"46"15,-83 107-53-15,56-68-48 16,1-3-9-16,3-4-42 16,5-7 15-16,4-6-78 15,1-8-76-15,-1-3-193 16,2-8-350-16</inkml:trace>
  <inkml:trace contextRef="#ctx0" brushRef="#br0" timeOffset="-70889.06">26390 7516 793 0,'0'0'145'16,"0"0"22"-16,0 0-93 15,94 0-63-15,-71 0 9 16,-6 0-26-16,-1 0-6 15,-4 0-94-15,-6 0-122 16,-2 0-206-16</inkml:trace>
  <inkml:trace contextRef="#ctx0" brushRef="#br0" timeOffset="-70466.35">26806 7435 621 0,'0'0'34'0,"0"0"52"16,0 0-55-16,0 0-3 15,0 0-2-15,36-78-12 16,-27 67 5-16,-2 0-5 15,2 3 27-15,-4 3-14 16,1 5 15-16,-2 0-16 0,1 0 16 16,-1 5-7-1,1 8 0-15,3 2-13 0,1 3-5 16,1-1-2-16,3 3-17 16,1-2 11-16,5-1-17 15,0 1 19-15,2 0-20 16,4-2 24-16,-2-1-18 15,2-2 19-15,-2-2-15 16,-2-2-1-16,-3-3 2 16,-4-3-12-16,-4-2-42 15,-2-1-85-15,-7 0-106 16,-1-1-211-16</inkml:trace>
  <inkml:trace contextRef="#ctx0" brushRef="#br0" timeOffset="-70228.09">27097 7377 879 0,'0'0'89'0,"0"0"56"16,0 0-68-16,-106 101-36 15,73-66-20-15,-1 1-4 16,4-5-27-16,8-4-7 16,2-5-116-16,4-6-121 15,6-10-210-15</inkml:trace>
  <inkml:trace contextRef="#ctx0" brushRef="#br0" timeOffset="-68872.89">25548 8553 771 0,'0'0'132'0,"0"0"15"16,0 0-35-16,13-31-46 16,-3 19-16-16,1-3-34 15,0 4-4-15,-1 1-10 16,0 3-3-16,-1 3 4 15,-4 4-8-15,3 0 7 16,2 0-17-16,-3 9 36 16,3 5-25-16,3 3 25 15,2-2-24-15,2 3 20 16,2-1-13-16,2-3 15 0,1 0 5 16,-2-3-8-1,-1-2-2-15,-2 0-15 16,-2-1 9-16,-5-4-17 0,0-1 8 15,-4 1-56-15,-3-4-18 16,-2 3-91-16,-1-3-80 16,0 0-110-16</inkml:trace>
  <inkml:trace contextRef="#ctx0" brushRef="#br0" timeOffset="-68570.61">25835 8419 893 0,'0'0'54'15,"0"0"81"-15,-66 80-46 16,43-41-27-16,-2-1-27 16,5-1-13-16,0-2-30 15,6-6 20-15,2-6-51 16,6-7-38-16,4-8-71 16,2-4-85-16,0-4-159 15</inkml:trace>
  <inkml:trace contextRef="#ctx0" brushRef="#br0" timeOffset="-67866.65">26056 8428 628 0,'0'0'90'16,"0"0"64"-16,0 0-54 15,11 75-4-15,-5-59-9 16,2 0-26-16,1-1-21 16,1-4-25-16,0-1 9 15,3-5-24-15,2-4 18 16,2-1-21-16,3 0 28 16,-3-16-25-16,3-3 14 15,-3-5-15-15,0-2-4 16,-6 2-8-16,-5-1-9 15,-3 6 8-15,-2 5-10 16,-1 5 28-16,0 4-15 16,0 5 27-16,0 0-22 0,0 4 22 15,0 12-31 1,0 6 23-16,0 7 1 16,0 3 15-16,2 7 8 15,11 3 7-15,1 3 25 0,5 4-17 16,3 0 23-16,-2 0-27 15,3-6 29-15,-1 0-38 16,-2-7 27-16,-6-4-51 16,-2-6 9-16,-5-5-10 15,-7-3 0-15,0-3 7 16,-17-1-1-16,-10-6 6 16,-8 0-27-16,-6-3 21 15,-1-4-33-15,0-1 23 16,6 0-49-16,6-7 11 15,8-6-43-15,6-4-16 16,9-3-30-16,5-4-47 16,2-1-157-16,0-2-248 15</inkml:trace>
  <inkml:trace contextRef="#ctx0" brushRef="#br0" timeOffset="-67274.53">26533 8538 934 0,'0'0'132'15,"0"0"36"-15,0 0-76 16,0 0-1-16,85-9-49 16,-63 6-2-16,-2 3-36 15,-6 0 2-15,-1 0-9 16,-4 0-41-16,-3 0-102 15,-3-1-244-15,-2-1-470 16</inkml:trace>
  <inkml:trace contextRef="#ctx0" brushRef="#br0" timeOffset="-66716.01">27060 8474 799 0,'0'0'134'16,"0"0"17"-16,0 0-44 16,0 0-29-16,0 0-25 15,45-39-43-15,-35 24 2 16,3 0-21-16,-4 3 23 16,-2 2-23-16,0 2 22 15,-1 1-21-15,-2 3 16 16,2 1-5-16,0 3-1 15,1 0 0-15,3 0-4 16,-1 0 9-16,5 7-10 16,-2 4 22-16,2 3-11 15,2 1 30-15,3 2-30 16,0 1 19-16,2 0-26 16,2 0 8-16,-1 0-3 15,3 0-1-15,-2-1 3 0,0-2-11 16,-4-1 12-1,-4-2-18-15,-2-3 20 0,-1-1-30 16,-6-5 8 0,-2 0-62-16,-1-3-24 0,0 0-83 15,-2 0-51-15,1-10-74 16,-2-5-261-16</inkml:trace>
  <inkml:trace contextRef="#ctx0" brushRef="#br0" timeOffset="-66491.45">27453 8325 800 0,'0'0'105'0,"0"0"87"16,-61 76-55-16,38-39-60 15,-4 1 9-15,2 0-55 16,4-5-6-16,3-4-26 15,4-6 3-15,4-5-9 16,4-6-50-16,3-6-58 16,-3-5-136-16,2-1-226 15</inkml:trace>
  <inkml:trace contextRef="#ctx0" brushRef="#br0" timeOffset="-65848.01">27791 8506 569 0,'0'0'146'0,"0"0"32"16,0 0-25-16,0 0-9 16,0 0-29-16,72 1-29 15,-39-5-27-15,5-4-26 16,1-1-3-16,-7-3-30 15,-3 5 9-15,-9-2-21 0,-7 2 6 16,-9 2-61-16,-4 1-5 16,0 3-80-16,-10 1-71 15,-9 0-98-15,-1 0-173 16</inkml:trace>
  <inkml:trace contextRef="#ctx0" brushRef="#br0" timeOffset="-65643.4">27855 8364 984 0,'0'0'157'0,"0"0"-5"16,0 0-98-16,0 0-19 16,0 0-31-16,27-6 22 15,-7 6-38-15,2 0-1 16,1 0-77-16,3 0-61 15,1-2-155-15,2-5-206 16</inkml:trace>
  <inkml:trace contextRef="#ctx0" brushRef="#br0" timeOffset="-65181">28279 8258 627 0,'0'0'104'0,"0"0"44"0,0 0-4 16,0 0-55-16,0 0-11 16,0 0-16-16,90-52-18 15,-69 49-15-15,-3 3 3 16,-1 0-28-16,-5 0 19 15,-1 3-21-15,-5 10 31 16,-3 6-30-16,-3 4 17 16,0 2-15-1,0 4-1-15,-9 2 1 0,-7 4-8 16,0-1 8-16,-1-2-13 16,1 0 17-16,3-4-21 15,3-3 25-15,5-6-24 16,4-3 24-16,1-6-25 15,0-5 18-15,19-3-8 16,4-2 7-16,9 0 9 16,1-6-6-16,3-5 3 15,-1-2-20-15,-5 4 20 16,-4 2-36-16,-6 0-14 16,-5 5-95-16,-7-1-92 15,-3 3-176-15</inkml:trace>
  <inkml:trace contextRef="#ctx0" brushRef="#br0" timeOffset="-63063.17">25675 9442 358 0,'0'-1'101'0,"0"-1"32"16,0 2-4-16,0 0-28 15,0 0 23-15,0 0-28 16,-7 0-1-16,-3 11-44 16,-3 4 14-16,-3 10-30 15,1 2 8-15,0 5-2 16,-2 4-20-16,5 3-1 16,4-1-11-16,5-3 2 15,3-1-11-15,0-4 16 16,9-6-24-16,8-5 27 15,2-2-28-15,1-5 20 16,1-1-15-16,-5-2 4 16,-2-2 0-16,-5-2-10 15,-2 1-22-15,-4-3-38 16,-2 0-16-16,-1-1-62 16,0-2-14-16,0 0-67 15,0 0-232-15</inkml:trace>
  <inkml:trace contextRef="#ctx0" brushRef="#br0" timeOffset="-61877.95">25050 9612 619 0,'0'0'112'0,"0"0"-19"16,0 0 30-16,-2 0-36 15,5 0 0-15,10 8 13 16,2 4-26-16,5 3-5 0,0 2-24 15,0 2 19-15,0 1-40 16,0-4 20-16,-2 2-27 16,-2-2 16-16,-5-4-38 15,1-1 19-15,-2-2-18 16,-4-4 5-16,0 1 1 16,-3-5-12-16,-2 2-18 15,1-3-26-15,-2 0 10 16,0 0-34-16,0 0-1 15,0 0-87-15,-9-6-57 16,1-2-84-16,3-4-192 16</inkml:trace>
  <inkml:trace contextRef="#ctx0" brushRef="#br0" timeOffset="-61619.73">25268 9547 714 0,'0'0'96'0,"0"0"57"16,0 0-20-16,0 0-24 16,-58 96-32-16,35-61-11 15,0 1-41-15,0-1-6 16,4-4-12-16,0-4-7 15,6-5 1-15,2-6-16 16,3-8-25-16,5-2-71 0,0-6-85 16,3 0-184-1</inkml:trace>
  <inkml:trace contextRef="#ctx0" brushRef="#br0" timeOffset="-60213.78">25636 8793 563 0,'0'0'83'15,"0"0"28"-15,59-15-24 16,-31 5-24-16,2 2-26 0,0-1-35 15,1 0 8-15,-4 3-19 16,-4 1 19-16,-5 3-28 16,-6 1-13-16,-4 1-53 15,-8 0-57-15,0 0-70 16,0 0-54-16</inkml:trace>
  <inkml:trace contextRef="#ctx0" brushRef="#br0" timeOffset="-59997.74">25684 8859 638 0,'0'0'121'16,"0"0"57"-16,0 0-53 15,80-17-34-15,-49 8-70 16,-5 1-3-16,0 1-24 15,-3 3 7-15,-2 1-25 16,-4 1-72-16,0-1-99 16,-4 0-171-16</inkml:trace>
  <inkml:trace contextRef="#ctx0" brushRef="#br0" timeOffset="-59116.28">27287 8763 596 0,'0'0'147'0,"0"0"4"15,0 0-23-15,0 0-16 16,83 0-37-16,-52-5-10 16,-1 2-45-16,2-1-1 15,-3 3-26-15,-3-2 19 16,-4 2-31-16,-4-2-11 15,-5 1-40-15,-1-3-26 16,-8 1-45-16,-1 1-34 16,-3-1-44-16,0 2-129 15</inkml:trace>
  <inkml:trace contextRef="#ctx0" brushRef="#br0" timeOffset="-58892.6">27355 8833 771 0,'0'0'77'0,"0"0"59"0,0 0-56 16,0 0 9-16,0 0-11 16,0 0-39-16,91-11-24 15,-67 4-16-15,-2 3 7 16,-3 3-36-16,-2-2-87 15,-5 3-158-15,-5 0-209 16</inkml:trace>
  <inkml:trace contextRef="#ctx0" brushRef="#br0" timeOffset="-56774.84">25891 9603 638 0,'0'0'90'0,"0"0"49"0,0 36-5 16,0-14-20-16,0 1-53 15,0 0 1-15,0-4-32 16,3 0-7-16,8-6-4 16,-1-3-7-16,1-4 5 15,-1-2-9-15,5-4 5 16,-4 0-17-16,5 0 19 15,-1 0-20-15,2-9 26 16,-1-5-28-16,1-2 20 16,-2-1-19-16,-1-4 10 15,-4 3-7-15,-2-1 0 16,-3 2 0-16,-2 2-8 16,-1 6 17-16,-2 2-18 15,0 1 22-15,0 4-21 16,0 2 24-16,0 0-29 15,2 7 20-15,0 9-13 16,2 6 10-16,1 8 6 16,3 2-2-16,4 4 14 15,-2 1-1-15,5 1 30 16,0 0-25-16,1-2 26 16,0-1-22-16,0-2 30 15,0-4-27-15,-2 0 14 16,-1-5-9-16,-4-3-1 15,-2-4 3-15,-1-2-25 16,-6-3 14-16,0-1-18 16,0-4 13-16,-15 1-30 15,-2-4 28-15,-3-1-39 16,-3-3 10-16,-2 0-54 0,3-4 4 16,2-11-17-16,5 0-14 15,7-3-18-15,5-4-82 16,3-2-97-16,0-4-191 15</inkml:trace>
  <inkml:trace contextRef="#ctx0" brushRef="#br0" timeOffset="-56515.52">26475 9667 1047 0,'0'0'110'0,"0"0"51"16,0 0-79-16,0 0-64 15,74 0 12-15,-57-3-40 16,-2 1 0-16,-1-1-80 15,-4 2-81-15,-1-2-127 16,-3-1-154-16</inkml:trace>
  <inkml:trace contextRef="#ctx0" brushRef="#br0" timeOffset="-56248.76">26820 9528 821 0,'0'0'179'16,"0"0"-13"-16,15 72-65 16,-8-43-39-16,0 1-31 15,0-1-12-15,2-4-23 16,1-6 15-16,0-5-27 15,-1-5-5-15,1-3-79 16,-4-6-87-16,-2 0-178 16,-2-4-332-16</inkml:trace>
  <inkml:trace contextRef="#ctx0" brushRef="#br0" timeOffset="-55887.13">26917 9261 759 0,'0'0'133'0,"0"0"83"15,90 90-84-15,-53-50-24 16,1 5-29-16,-5 1-6 16,-1 1-31-16,-6 1 15 15,-9-5-37-15,-8 1 26 0,-6-1-39 16,-3-4 24-16,-3-3-26 16,-13-3 1-16,-7-3-4 15,-3-4-15-15,-3-6-15 16,3-3-35-16,-1-9-10 15,3-4-63-15,1-4-109 16,3-4-251-16</inkml:trace>
  <inkml:trace contextRef="#ctx0" brushRef="#br0" timeOffset="-54995.62">27472 9695 645 0,'0'0'143'0,"0"0"29"0,0 0-36 16,0 0-32-16,47 0-22 15,-29 0-25-15,2 0-27 16,0-1-14-16,0-2-24 15,-1-1 2-15,-4 1-91 16,-3-3-76-16,-6 2-126 16,-4-1-163-16</inkml:trace>
  <inkml:trace contextRef="#ctx0" brushRef="#br0" timeOffset="-54756.3">27511 9591 852 0,'0'0'143'0,"0"0"-24"16,0 0-42-16,0 0-26 16,0 0 6-16,0 0-54 15,79-24 13-15,-57 21-29 16,-1 0-24-16,2 2-90 15,-1-1-80-15,0-3-104 16,0 1-264-16</inkml:trace>
  <inkml:trace contextRef="#ctx0" brushRef="#br0" timeOffset="-54236.43">27921 9501 399 0,'0'0'154'0,"0"0"9"15,0 0-16-15,0 0-9 16,0 0 3-16,0 0-60 16,1-8-35-16,14-3-15 15,2 2-21-15,-1 1 0 16,1 1-15-16,-2 4 15 16,-3 3-22-16,-4 0 24 15,-1 3-28-15,-4 12 38 16,-1 2-27-16,-2 6 29 15,0 3-18-15,0-1 4 16,-6 4-5-16,-3-2-1 16,2-2 2-16,0-2-12 15,5-4 15-15,2-3-21 16,0-4 26-16,0-1-27 16,13-4 29-16,6-1-25 15,4-3 26-15,6-3-16 16,0 0 2-16,0 0 0 15,-2 0-5-15,-5 0-2 0,-3 0-43 16,-5 0-29 0,-7 0-131-16,-4 0-121 15,-3 0-285-15</inkml:trace>
  <inkml:trace contextRef="#ctx0" brushRef="#br0" timeOffset="-51584.48">25526 10022 244 0,'0'0'51'15,"0"0"-4"-15,0-4-9 16,0 4-5-16,5 0 16 16,-1 0-32-16,2 0-3 15,1 0 19-15,-3 0-16 16,2 0 42-16,1 0-41 16,2 0 2-16,4 0 2 15,-1 0 8-15,5 0-26 16,0-1 8-16,2-2-18 15,-1 0 14-15,2 1-11 16,0 0 0-16,-1 2-14 16,1 0-15-16,0 0 20 15,-3 0 3-15,2 0 14 16,-3 0-16-16,1 0 3 16,-2 0-29-16,2 0 30 15,2 0-10-15,-3 0 1 16,2 0-16-16,0-2 9 15,0 0 18-15,1 2 1 16,-1-2 6-16,0 0-5 0,1 2 8 16,3-2-20-1,-1 0 18-15,1 0-4 16,3-1 10-16,-2-3-11 0,1 2 11 16,1 0-7-16,0 0 0 15,-2 0 18-15,0 0-21 16,0 1 15-16,-4 1 1 15,4 1-6-15,0-2-17 16,3 3 18-16,-2-1-17 16,7-2 15-16,-2 2-16 15,2-2 0-15,1-1-19 16,0 1 6-16,0 2 14 16,0-5 4-16,2 2 7 15,-4 2-8-15,-3-2 10 16,-1 0-13-16,-4 1 14 15,-1-1-13-15,-4 4 14 16,2-2-9-16,-2 0 8 16,3 2-8-16,2 0-5 15,2-1 7-15,0-2-6 16,3 2 7-16,1-2-15 16,-1 2-61-16,-1-2 10 15,0 1 0-15,-6 1 35 16,-1 1 33-16,-4 0-6 15,-1 0 5-15,-4 0 7 16,-1 0 31-16,1 0 9 16,-3 0-6-16,5 0-28 15,2-2-16-15,1 0 14 16,3 0-14-16,2 0 22 16,2 0-23-16,0 0 46 15,1 2-29-15,-4 0-4 0,-2 0 20 16,-4 0-22-16,-2 0-5 15,-3 0-4-15,-2 0 20 16,-2 0-9-16,-1 0 21 16,-2 0-4-16,-1 0 0 15,0 0-34-15,0 0 1 16,-5 0-80-16,-10 1-137 16</inkml:trace>
  <inkml:trace contextRef="#ctx0" brushRef="#br0" timeOffset="-50468.41">25873 10220 355 0,'0'0'76'16,"0"0"6"-16,-16 0 7 15,6 0-30-15,1 9 7 16,-3 5-26-16,0 2 11 16,-1 3-18-16,0 6-2 15,1 1 8-15,2 6 6 16,3 1-11-16,4-1-24 16,3 0 7-16,0-5-23 15,1 0 21-15,12-6-6 16,2-1 21-16,2-4-33 15,1-3 14-15,-1-4-13 16,-1-1-2-16,1-4-5 16,-1-4-21-16,-5 0-50 15,0 0-84-15,-4 0-67 16,3 0-138-16</inkml:trace>
  <inkml:trace contextRef="#ctx0" brushRef="#br0" timeOffset="-49885.08">25996 10432 562 0,'0'0'94'0,"0"0"21"16,0 0-43-16,10 90-5 15,-3-70 9-15,-1-4-39 16,1-3 17-16,2-6-25 16,4-2 10-16,-2-5-17 15,5 0-3-15,-1 0-3 16,2-9-12-16,-1-7 2 16,1-3-10-16,-2 0 12 15,-4 0-24-15,-2 1 4 16,-3 0-29-16,-2 6 21 15,-3 3-17-15,1 2 28 16,-2 7-1-16,3 0 10 16,1 0 0-16,-1 11 6 15,1 5 13-15,0 6 5 16,4 2 22-16,-2 5-14 16,3-1 22-16,2 0-19 15,0 3 29-15,4 2-31 16,1-2 23-16,-1-2-17 15,-1-2 9-15,0-4 1 16,-2-3-35-16,-7-5-2 16,-3-5-5-16,-2 0 13 0,0-2-24 15,-7-1 30 1,-13-6-33-16,-1 1 22 0,-5-2-34 16,0 0 9-1,2 0-26-15,0 0-3 0,6-9-16 16,3-4-47-16,7 0-73 15,3-7-97-15,5-2-80 16</inkml:trace>
  <inkml:trace contextRef="#ctx0" brushRef="#br0" timeOffset="-49661.93">26476 10433 1000 0,'0'0'123'16,"0"0"-28"-16,0 0-70 16,76-20-29-16,-61 17 12 15,-4 2-92-15,-4-3-89 16,-1 3-157-16,-2-2-285 15</inkml:trace>
  <inkml:trace contextRef="#ctx0" brushRef="#br0" timeOffset="-49057.55">26814 10282 706 0,'0'0'156'16,"0"0"48"-16,0 0-60 15,29 83-38-15,-21-54-35 16,0-2-16-16,0-3-25 16,-3-1-4-16,1-4-28 15,-3-5 15-15,0-3-23 16,-3-4 17-16,1-4-67 0,1-3-33 16,-2 0-95-16,0-6-137 15,0-11-331 1</inkml:trace>
  <inkml:trace contextRef="#ctx0" brushRef="#br0" timeOffset="-48751.03">26881 10090 625 0,'0'0'111'15,"0"0"61"-15,0 0 7 16,103 95-60-16,-72-60-11 16,0 0-29-16,-1 5-14 15,-1-2-13-15,-5 2-11 16,-2 0 7-16,-8-2-33 16,-3-3 26-16,-7-1-43 15,-4-3 24-15,0-4-32 16,-9 0 26-16,-11-4-38 15,-3-2-16-15,-2-6-35 16,-1-4-32-16,-1-5-107 16,4-6-226-16</inkml:trace>
  <inkml:trace contextRef="#ctx0" brushRef="#br0" timeOffset="-47899.85">27850 9968 313 0,'0'0'107'0,"0"0"14"16,0 0-9-16,0 0-6 16,-4-3-50-16,4 3 25 15,7 0 5-15,9 0 3 16,0 0-14-16,10 0-5 16,3 0-22-16,7 0-28 15,5 0 3-15,9 0-31 16,3 0 21-16,8-7-25 15,4-4 25-15,3 3-37 16,2-4 13-16,-2 1-12 16,-1 2 11-16,-8 1 2 15,-7 0 3-15,-10 4 1 16,-9 2-2-16,-10 0 15 16,-10 2-19-16,-3 0-1 15,-7 0-44-15,-2 0 26 16,-1 0-47-16,0 0-61 15,0 0-141-15,-5 3-312 16</inkml:trace>
  <inkml:trace contextRef="#ctx0" brushRef="#br0" timeOffset="-47261.68">28016 10215 648 0,'0'0'89'16,"0"0"-4"-16,-33 76-39 0,24-45 15 16,5 2-8-1,4 0 7-15,0 0-52 0,0-3 13 16,0-2-28-16,1-2 17 16,11-4-12-16,1-3 1 15,3-6 4-15,1-4-7 16,5-8 1-16,-3-1-35 15,4 0-52-15,-3-2-82 16,-4-10-130-16</inkml:trace>
  <inkml:trace contextRef="#ctx0" brushRef="#br0" timeOffset="-46679.51">28185 10361 485 0,'0'0'27'16,"0"0"86"-16,0 0-42 16,0 0 10-16,9 78 2 15,1-69 5-15,-1-1-43 16,2-2-3-16,3-4-43 15,0-2 6-15,0 0 1 16,-1 0-5-16,0-6-1 16,-3-6-10-16,-1-1 1 15,-3 1-22-15,1 0 12 16,-3 0-7-16,-1 5 31 16,0 1-17-16,-2 3 21 15,2 2-14-15,0 1 9 0,3 0-3 16,1 2 11-16,2 10 27 15,1 7-3 1,4 4 30-16,-1 4-2 0,2 3 27 16,-2 4-32-16,2 3 17 15,0 0-34-15,1-1 8 16,-2-2-12-16,-2-4 31 16,1-4-40-16,-4-7-25 15,-6-1 23-15,-3-4-18 16,0-3 15-16,-8 0-18 15,-9-2 25-15,-3-2-40 16,-6-1 28-16,1-5-34 16,1-1 4-16,3 0-31 15,1-7-8-15,4-8-19 16,6-4-34-16,6-3-88 16,1-5-167-16,3-1-167 15</inkml:trace>
  <inkml:trace contextRef="#ctx0" brushRef="#br0" timeOffset="-46471.26">28627 10359 887 0,'0'0'157'0,"0"0"1"15,0 0-104-15,84-17-25 16,-70 17-22-16,-7 0 2 0,-2 0-38 16,-2 0-70-16,-3 0-100 15,0 0-102 1,0 0-372-16</inkml:trace>
  <inkml:trace contextRef="#ctx0" brushRef="#br0" timeOffset="-46232.21">28867 10197 788 0,'0'0'145'0,"0"0"17"16,0 0-75-16,14 89-37 15,-11-64-10-15,3-1-28 16,0-1 3-16,-2 0-24 15,3-4 22-15,-3-1-60 16,1-3-35-16,1-3-51 16,-2-8-104-16,-1-4-242 15</inkml:trace>
  <inkml:trace contextRef="#ctx0" brushRef="#br0" timeOffset="-45913.58">28961 10003 759 0,'0'0'103'15,"0"0"86"-15,79 82-34 16,-52-44-36-16,1 3-32 15,-6 4-16-15,-2 1-37 16,-3 0 23-16,-8-1-37 16,-8-1 15-16,-1-1-40 15,-1-1 25-15,-18-5-27 16,-1-2 7-16,-5-4-18 16,-1-6-30-16,2-7-26 15,-4-3-67-15,1-6-131 16,1-9-215-16</inkml:trace>
  <inkml:trace contextRef="#ctx0" brushRef="#br0" timeOffset="-44378.31">25179 11510 687 0,'0'0'103'15,"0"0"44"-15,-3 0-21 16,3 0-63-16,0-3 2 16,5-7-51-16,8-1 9 15,3-2-12-15,0 2-4 16,2 0 5-16,-4 6-3 16,0 2 5-16,-2 3-15 15,-5 0 24-15,0 8-26 16,2 9 39-16,-4 2-25 15,3 4 25-15,-2 2-21 16,3 1 16-16,2 1-8 16,0-1-4-16,4-1-1 15,-1-1-3-15,3-4 8 16,0-3-18-16,-3-5 12 16,-3-1-28-16,1-4 29 15,-5-5-36-15,-3 1 12 16,1-3-42-16,-2 0-1 15,0 0-27-15,-2 0-47 16,-1-4-90-16,0-3-105 16,0-1-187-16</inkml:trace>
  <inkml:trace contextRef="#ctx0" brushRef="#br0" timeOffset="-44098.63">25445 11436 787 0,'0'0'124'16,"0"0"45"-16,0 0-41 16,-47 90-45-16,26-51-25 15,-3 0-26-15,0 1 1 16,-1-1-29-16,2-4 14 15,1-7-28-15,7-5 22 16,3-5-49-16,6-8-14 16,6-4-58-16,0-6-76 15,0 0-83-15,17-2-149 16</inkml:trace>
  <inkml:trace contextRef="#ctx0" brushRef="#br0" timeOffset="-43798.46">25824 11619 920 0,'0'0'131'0,"0"0"39"16,0 0-116-16,96-9-2 15,-78 4-46-15,-4 4 8 16,-7-3-23-16,-4 0-22 16,-3 0-61-16,0 0-79 15,-11 0-98-15,-9-3-115 16</inkml:trace>
  <inkml:trace contextRef="#ctx0" brushRef="#br0" timeOffset="-43630.22">25764 11471 787 0,'0'0'90'15,"0"0"74"-15,0 0-74 16,83-16-92-16,-54 12 16 15,1-1-100-15,-2-2-173 16,-1 0-318-16</inkml:trace>
  <inkml:trace contextRef="#ctx0" brushRef="#br0" timeOffset="-42495.89">26631 11246 512 0,'0'0'159'0,"0"0"-46"15,0 0-2-15,0 0-17 16,19-20-6-16,-3 16-27 16,-3 0-14-16,4 1-4 15,-2 3-22-15,-1 0-1 16,-2 0-26-16,-5 7 17 16,-2 8-21-16,-3 5 38 15,-2 1-28-15,0 4 18 16,-7-1-19-16,-3 1 8 15,1-2-1-15,-1-3-5 16,6-1 5-16,1-3-13 0,3-3 17 16,0-1-22-1,0-2 26-15,6-3-25 16,8-3 28-16,2-2-22 0,2-2 24 16,5 0-14-16,-1 0-5 15,3-5 2-15,-2 0-9 16,-2 1-9-16,-3 2-64 15,-2-1-37-15,-3 3-57 16,-3 0-64-16,-4 0-171 16</inkml:trace>
  <inkml:trace contextRef="#ctx0" brushRef="#br0" timeOffset="-41992.57">26387 11641 320 0,'0'0'143'0,"0"0"39"16,0 0-43-16,0 0-4 0,0 0-36 16,-6 0-9-1,8 4-39-15,14-3 29 0,8 1-2 16,11-1-15-16,7-1-4 15,8 0-26-15,11 0 3 16,5-1-26-16,2-6 24 16,3 1-32-16,-3-2 26 15,0 0-37-15,-9 2 24 16,-3-2-19-16,-9 3 6 16,-7 0 0-16,-7 0-3 15,-7 3 5-15,-8 0-19 16,-4 1 11-16,-4 0-30 15,-3 1 10-15,-2-2-55 16,0 2-18-16,-3-2-104 16,-2 0-126-16,0 0-313 15</inkml:trace>
  <inkml:trace contextRef="#ctx0" brushRef="#br0" timeOffset="-41077.89">26611 11900 609 0,'0'0'125'0,"0"0"-3"16,0 0-2-16,0 0-20 16,-13 75-29-16,13-49-22 15,0-1-8-15,0-4-2 16,0-3-16-16,10-5 10 16,2-4-25-16,2-5 21 15,2-4-30-15,0 0 23 16,0 0-29-16,1-4 17 15,-2-7-9-15,0-3-4 16,-3-5 4-16,1 3-5 16,-3-3 9-16,-1 4-15 15,-2 0 19-15,-3 4-21 16,0 4 27-16,-1 3-26 16,-1 3 24-16,1 1-24 0,1 0 10 15,2 9-4-15,2 8 7 16,1 5 3-16,3 3-4 15,1 5 11-15,-3 3-3 16,2 0 34-16,-3 1-16 16,0 2 33-16,-3 0-29 15,0-1 30 1,-6 1-19-16,0-2 11 0,0-4-8 16,0-1-28-16,-9-7 8 15,-4-3-13-15,-4-4 8 16,1-6-27-16,-3-3 23 15,-1-6-31-15,-1 0 27 16,1 0-57-16,-1-7 8 16,2-8-44-16,2-2-14 15,5-4-28-15,5-2-110 16,3-2-143-16,4-1-237 16</inkml:trace>
  <inkml:trace contextRef="#ctx0" brushRef="#br0" timeOffset="-40806.29">27057 11985 947 0,'0'0'154'0,"0"0"22"16,0 0-119-16,0 0-14 15,0 0-44-15,72 0 18 16,-64 0-42-16,-5 0-43 16,-1 0-76-16,0 0-81 15,-2-4-134-15</inkml:trace>
  <inkml:trace contextRef="#ctx0" brushRef="#br0" timeOffset="-40548.82">27298 11791 756 0,'0'0'211'15,"0"0"-15"-15,18 70-41 16,-14-36-68-16,-1 4-19 16,0 0-25-16,0-2-18 15,2-4-8-15,0-5-18 16,-4-6 10-16,1-3-33 16,-1-6-11-16,-1-7-60 15,0-1-48-15,0-4-147 16,0 0-137-16</inkml:trace>
  <inkml:trace contextRef="#ctx0" brushRef="#br0" timeOffset="-35805.34">25287 11114 196 0,'0'0'21'0,"0"0"26"16,0 0-22-16,-31 13 62 15,24-9-30-15,0-2-13 16,0 4-26-16,-4-2 12 16,3 2-4-16,-5 0 2 15,0 4-1-15,-1 1-16 16,-3 0-3-16,2-1-7 16,-1 3 14-16,0-1-23 15,3 2 20-15,0 0-19 16,0 1 15-16,3 1-19 15,0 0 9-15,1 1-7 16,-1 1-2-16,-2-1 4 16,1 1 2-16,0 0 6 15,2 0-10-15,0-1 17 16,2-1-16-16,2-1 18 16,1 1-17-16,-3-3 15 15,2 1-18-15,3-1 13 16,-3 1-3-16,2 0-3 15,0 0 2-15,0-1-2 0,3 2 7 16,0-2-9-16,0-2 12 16,0 2-16-1,0-4 20-15,0 1-17 0,0-2 16 16,5 0-16-16,-2 1 7 16,0 0 0-16,-2 0-3 15,1 0-8-15,-2 0-14 16,2 1 23-16,-2 0-8 15,2-1 16-15,1 0-14 16,1-1 16-16,2 1-12 16,0-1 13-16,-1 0-12 15,3-1 4-15,0-1-5 16,-2 2-2-16,0 0 5 16,0 1-7-16,-2 1 12 15,0-1-10-15,-1 2 16 16,0 1-19-16,0-3 16 15,0 0-15-15,0 1 14 16,0-1-10-16,1-2 8 16,-1 1 19-16,1-1-4 15,2-1-16-15,-3 1-8 16,0-2 10-16,1 2-17 16,-1-1 17-16,3-1-13 15,-3 0 15-15,4 0-17 16,-3 1 17-16,2-2-9 15,0-1 0-15,0-1 3 16,-2 1-3-16,1 0 2 16,1 1-11-16,2 0 14 15,-3 2-17-15,3 0 18 0,2 1-12 16,-3 2 17 0,2-2-19-16,0-1 10 15,-1 2-4-15,1-3 3 16,-2 1-2-16,3-2-6 0,-2-1-3 15,3 0 1-15,-1-1 15 16,-2 2-12-16,3 0 15 16,-2 0-20-16,0 2 20 15,0-2-17-15,0 1 9 16,1-1-12-16,0 1-28 16,0-2 38-16,3 1 2 15,0-3 6-15,0 2-11 16,0 0 77-16,3-1-56 15,1 2-36-15,-1-4 9 16,1 4 15-16,1-2 1 16,1 2 29-16,-2 0-71 15,1 1 15-15,-2-1 27 16,2 2 17-16,-4-1-26 16,0 0-14-16,-3-1 25 15,0 1 6-15,1-2-11 16,-2 1-40-16,-1-1 34 15,2 1 1-15,-2 0 10 16,0 0-13-16,-2-1-3 16,3 1 9-16,-1-2-4 15,-2 1 10-15,6 0-12 16,-2 0 14-16,5 1 7 16,0-2-8-16,3 2-21 15,0 4 30-15,1-3-20 0,0 0 0 16,0 1 5-1,2-2-2-15,-1 2 3 16,1-2-7-16,3-2 11 0,-1 1-13 16,4-2 15-16,-4 2-14 15,2 0 14-15,-2 1-15 16,-1 1 12-16,-2-1-7 16,-2 4 2-16,0-1 0 15,-5 0 0-15,4 0 3 16,-1-1-8-16,-6-2 11 15,4-1-14-15,1-2 18 16,-2-1-28-16,1 0 26 16,1 0-10-16,4 0 5 15,-3 1 13-15,1 3 19 16,2 0-31-16,-1 2 8 16,-2-1-5-16,3 0-12 15,-1-2 13-15,4 1-16 16,0-2 19-16,3 0-21 15,-3 0 18-15,3 0-16 16,-1 1 10-16,-2 0-1 16,-1-1-3-16,-5 1 4 15,0-3 0-15,-2 0 8 16,2 0-15-16,-4 0 14 16,4 0-16-16,-2 0 17 15,3 0-20-15,0 0 19 16,-3 0-17-16,3 0 10 15,1 0-2-15,-3 1-1 16,4 2 6-16,0-3 3 0,-1 0 2 16,1 0-16-1,2 0 16-15,-2 0-15 0,2 0 15 16,2 0-15-16,-2-3 17 16,0 2-12-16,-1-3 11 15,1 1-7-15,-5 3-5 16,0-1 3-16,-2-2-5 15,2 3 18-15,-2-1-7 16,2 1 11-16,-2-1-26 16,2-1 17-16,3 0-19 15,-1 0 17-15,2-4-10 16,1 1 5-16,0 0-2 16,1 0-3-16,-3-1 2 15,-4 2-8-15,0 2 15 16,-3-3-22-16,0 3 21 15,-3-1-16-15,0 0 20 16,3-1-16-16,-1 0 9 16,1-2-5-16,2 1 3 15,0-2 0-15,1 0-3 16,-3 0 6-16,0 0-9 16,0 0 11-16,0 0-13 15,-3-2 23-15,2 0-12 16,-1 1 15-16,1-4-19 15,-1 0 10-15,2 2 5 16,-1-1 8-16,-2-1 1 16,0 0-15-16,-1 1 17 15,-2-1-9-15,0 1 20 16,0-5-11-16,1 3 13 16,-1-3-32-16,0-1 27 15,0 0-26-15,-1 1 9 16,0 2-5-16,0 1-1 0,-1 0-2 15,-2 3 5-15,0-2 4 16,0 3-15-16,0-2 24 16,-3-1-10-16,0-1 34 15,0 0-38-15,0-1 11 16,0-2-27-16,0 0 6 16,0 0-1-16,0-1-3 15,0 1 4-15,0 1-8 16,0 0 13-16,0-1-17 15,0 4 25-15,0-3-16 16,0 3 38-16,0-3-28 16,0 0 14-16,0 1-19 15,0-3 7-15,0-1-2 16,-5 0-5-16,1 0 4 16,-3 2-15-16,1 0 17 15,2 4-19-15,-1 1 31 16,4-1-27-16,-2 4 26 15,0-3-31-15,2-1 21 16,-2 0-16-16,-1 0 5 16,1-4 1-16,-3 3-4 15,-1-2 7-15,-2 3-13 16,-2 1 18-16,2 1-23 16,-3 2 29-16,4 1-28 15,-1-1 26-15,2 0-26 16,1 0 20-16,-1-2-12 15,1-2 4-15,2 2 2 16,-2 0-4-16,-2-2 8 0,0 3-17 16,-1-1 23-1,1 4-22-15,-4-1 28 16,2-1-29-16,-2 1 31 0,0 0-28 16,0 1 17-16,0-4-6 15,-2 1-2-15,2 1 3 16,-2 1-1-16,2 1 8 15,-2-2-17-15,1 1 19 16,1-1-25-16,1 1 29 16,1-1-31-16,-1 0 28 15,0 0-24-15,1 3 13 16,-4-2-3-16,0 1-1 16,-3 1 3-16,0 0-7 15,-2-2 11-15,0 3-14 16,-1-3 19-16,0 3-23 15,2-2 28-15,0 2-30 16,0 0 27-16,0 0-21 16,2 2 8-16,0-2 1 15,-1-1-2-15,0 1 4 16,2-1-9-16,-1-2 15 16,-1 0-20-16,-1 1 25 15,1-1-28-15,-2 0 30 16,-1 0-30-16,0 2 27 15,-2 2-22-15,0-1 9 16,1 2 1-16,-1 2-6 16,2-1 8-16,0 1-12 15,-1-2 20-15,4 2-24 16,-2 0 29-16,2-1-30 0,-2 0 31 16,2-1-32-16,-2 1 27 15,2-2-18 1,-2 2 5-16,0-1 2 0,2 0-2 15,-5 0 4-15,-1 2-13 16,2 0 16-16,-3 0-22 16,0 0 30-16,1 0-25 15,0 0 24-15,4 0-25 16,-2 2 20-16,5 0-11 16,1-2 2-16,4 0 2 15,0 0-6-15,-1 0 7 16,2 0-26-16,-3 0 23 15,2 0-25-15,-6 0 29 16,-1 3-30-16,-2 1 29 16,-3 0-22-16,-1 1 16 15,0-1-1-15,0-1-3 16,1-1 2-16,1 0 2 16,2-2 11-16,2 0-17 15,7 0 21-15,-4 0-23 16,7 0 30-16,2 0-33 15,-1 0 29-15,-1 0-25 16,-2 0 14-16,-1 0-3 16,-4 0-1-16,-1 0 0 15,-4 0-4-15,-3 0 10 16,0 0-15-16,-3 2 21 16,0 1-23-16,2 0 28 15,3-3-31-15,-1 0 22 16,7 0-15-16,0 0 10 15,2 0-1-15,5 0-3 0,-1 0 5 16,1 3-10 0,-1-3 16-16,1 0-19 0,0 1 23 15,-1-1-26-15,-4 0 27 16,1 0-27-16,-3 3 23 16,-1-2-15-16,-3-1 4 15,-4 3-5-15,1 0-12 16,-1-1 14-16,0 2-6 15,1 0 18-15,2 1-19 16,3-1 24 0,1-1-24-16,0 0 25 0,1 0-24 15,1 1 21-15,1-2-13 16,0 2 3-16,0-2 0 16,0 0-3-16,-1 2 7 15,0 1-13-15,-1-1 18 16,-1 2-22-16,0 0 27 15,1-2-30-15,3 1 27 16,-2 0-24-16,6-2 17 16,1-1-17-16,1 1-69 15,4 1-40-15,-1 3-51 16,1-3 31-16,0 3-3 16,1 1 20-16,1 1 12 15,0-2 29-15,0 1-66 16</inkml:trace>
  <inkml:trace contextRef="#ctx0" brushRef="#br0" timeOffset="-34702.95">28012 11658 446 0,'0'0'80'0,"0"0"55"16,0 0-7 0,0 0-23-16,0 0-19 0,0 0 13 15,0 0-44-15,0 0 21 16,4 0-34-16,8 0 17 16,5 0-30-16,3 0 7 15,6-3-19-15,3-3-8 16,3 1-3-16,-2-2-7 15,-1 2 8-15,-3-1-16 16,-6 2 17-16,-5 1-35 16,-5 1 2-16,-7-1-60 15,-3-1-18-15,0 2-51 16,-3-1-101-16,-9 1-53 16,-5-1-139-16</inkml:trace>
  <inkml:trace contextRef="#ctx0" brushRef="#br0" timeOffset="-34330.65">27984 11530 531 0,'0'0'138'0,"0"0"14"15,0 0-49-15,0 0 17 16,0 0-33-16,86-9-2 16,-49-1-47-16,1 0 19 15,-2 0-46-15,-3-1 6 16,-6 2-21-16,-5 2 6 15,-9 1-5-15,-4 2-16 16,-2 1-19-16,-7 1-22 0,0 0-10 16,0 0-35-16,0 0-53 15,0-2 12-15,0-4-30 16,-2 1-88-16,-3-1 32 16</inkml:trace>
  <inkml:trace contextRef="#ctx0" brushRef="#br0" timeOffset="-34087.15">28272 11390 92 0,'0'0'84'16,"0"0"23"-16,0 0-1 15,0 0-7-15,0 0-12 16,0 0-3-16,-6-19-20 16,16 24 15-16,3 9-11 15,0 4 50-15,0 4-16 16,3-1-20-16,-6 4 4 16,1-2-22-16,-3 2-5 15,-4-3-27-15,-2 4 10 16,-2-2-32-16,0-1 23 15,-6 2-35-15,-7-2 21 16,3-3-31-16,-2-3 17 16,1-2-16-16,2-4-34 15,0-2-48-15,3-5-81 16,1 0-150-16,2-4-262 16</inkml:trace>
  <inkml:trace contextRef="#ctx0" brushRef="#br0" timeOffset="-32897.02">29466 10775 604 0,'0'0'138'15,"0"0"12"-15,0 0-29 16,-40 29-18-16,18-10-33 16,-4 1-25-16,-1 5-28 0,2-4 14 15,6-1-30-15,2-3 23 16,8-3-32-16,9-3 23 16,0-1-29-16,3-3 20 15,16 0-7-15,10-4 1 16,3 0 7-16,5 0-10 15,-1-1 15-15,-4 2-13 16,-8 0 25-16,-6-1-21 16,-11 4 29-16,-7 2-31 15,0 0 43-15,-14 1-22 16,-11 1 2-16,-2 1-19 16,-5 0-9-16,0-2 1 15,6-5-37-15,6-2-17 16,4-3-60-16,9 0-64 15,7-8-155-15,0-9-252 16</inkml:trace>
  <inkml:trace contextRef="#ctx0" brushRef="#br0" timeOffset="-32367.27">29629 10855 736 0,'0'0'71'0,"0"0"41"16,0 0-52-16,8 82 9 0,7-68-26 16,4-6 15-1,3-2-41-15,-1-6 29 0,1 0-29 16,-4 0-3-16,-3 0-7 15,-5-8-4-15,-2-4 7 16,-4-1-16-16,-4-1 18 16,0 3-30-16,0 1 17 15,0 2-33-15,0 2 40 16,0 3-24-16,0 1 22 16,3 2-17-16,4 0 2 15,3 0 8-15,2 8-1 16,4 0 10-16,0 1-15 15,1 1 24-15,-1-5-23 16,1 1 42-16,-4-4-9 16,0 0 27-16,-4-2-22 15,-5 0 29-15,-1 0-8 16,-3-10-8-16,0-3-15 16,0-5-17-16,0-1 6 15,-6-2-25-15,-5-2 21 16,-5 4-32-16,1 1 24 15,-2 6-54-15,1 2 9 16,0 4-59-16,3 5-91 16,-1-1-182-16</inkml:trace>
  <inkml:trace contextRef="#ctx0" brushRef="#br0" timeOffset="-32151.57">30055 10763 840 0,'0'0'99'0,"0"0"85"0,0 0-56 16,25 80-30-16,-18-56-68 16,-1-2-1-16,0-4-33 15,-2-3 6-15,2-5-37 16,-6-3-114-16,0-7-152 15,0 0-311-15</inkml:trace>
  <inkml:trace contextRef="#ctx0" brushRef="#br0" timeOffset="-32008.33">30028 10637 904 0,'0'0'25'0,"0"0"1"15,0 0-14-15,0 0-75 16,0 0-90-16,0 0-240 16</inkml:trace>
  <inkml:trace contextRef="#ctx0" brushRef="#br0" timeOffset="-31602.3">30295 10463 761 0,'0'0'101'15,"0"0"124"-15,16 76-70 16,-6-39-38-16,0 4-55 16,2 0-16-16,1 2-22 15,-2-3-17-15,4-4 0 16,-4-5-11-16,-2-3 15 15,0-6-22-15,-1-5 18 16,-5-5-56-16,-3-4-2 16,0-4-88-16,-6-4-63 15,-11 0-169-15</inkml:trace>
  <inkml:trace contextRef="#ctx0" brushRef="#br0" timeOffset="-30834.41">30243 10717 736 0,'0'0'99'0,"0"0"25"15,78-27-91-15,-49 17-25 16,0 1-38-16,0 0-65 16,1 1-81-16,-4 0-33 15,0-1-37-15,-3 1 94 0,-4 0 124 16,-2 0 67-1,-5 0 68-15,-4 0 47 0,-5 2 18 16,-3 2 28-16,0 0-31 16,0 4-42-16,0 0-4 15,-11 0-51-15,2 0-12 16,-4 14-60-16,-1 4 16 16,2 4-26-16,1 3 15 15,5-1-6-15,3 0-11 16,3-5 1-16,0-2-9 15,17-4 9-15,5-7-9 16,7-4 27-16,3-2-18 16,5-3 24-16,2-15-38 15,-3-5-4-15,-2-3-18 16,-6-6 25-16,-2-4-22 16,-10-2-6-16,-4-2-7 15,-8-3 12-15,-4-5-25 16,0-2 27-16,-4-3 48 15,-12-1-30-15,1-2-5 16,-2 8-8-16,1 8 24 16,2 10 8-16,4 14 15 15,-2 14 36-15,2 4 16 16,-2 29-37-16,1 12 34 16,1 15 50-16,1 8-33 15,5 8 14-15,4-1-11 16,0-3 18-16,4-7-36 15,11-5 17-15,3-13-35 16,2-10-3-16,1-11-13 16,-1-9-15-16,-2-8 8 15,2-7-16-15,1-4 23 0,-2-18-36 16,4-4 31-16,-3-3-42 16,3 0 18-1,-4 6-44-15,-2 7 31 0,1 12-6 16,-4 4 11-16,-1 7 8 15,0 14 1-15,0 2 9 16,3 1-13-16,0-2 18 16,3-4-25-16,0-3 8 15,1-7-111-15,-4-6-55 16,-3-2-233-16</inkml:trace>
  <inkml:trace contextRef="#ctx0" brushRef="#br0" timeOffset="-30384.51">31439 10504 749 0,'0'0'104'15,"0"0"80"-15,0 0-72 16,0 0-27-16,36-55-51 16,-27 42 9-16,-1 2-41 15,-2 1 22-15,1 5-32 16,-1 5 20-16,3 0-21 15,2 0 8-15,1 11 4 0,2 5 4 16,4 5 10 0,2-1-6-16,1 3 21 15,4-4-19-15,0 1 21 0,-1-2-34 16,2-4 24-16,-3-3-34 16,-5-3 25-16,-3-2-21 15,-3-2 3-15,1-2-25 16,-3-2-37-16,0 0-34 15,-2-4-93-15,0-6-101 16,-4-5-182-16</inkml:trace>
  <inkml:trace contextRef="#ctx0" brushRef="#br0" timeOffset="-30178.63">31667 10456 1035 0,'0'0'55'16,"-59"79"93"-16,36-40-89 15,4-6-47-15,3-3-7 16,9-8-7-16,4-4-15 16,3-5-71-16,0-9-45 15,0-4-121-15,14 0-109 16</inkml:trace>
  <inkml:trace contextRef="#ctx0" brushRef="#br0" timeOffset="-29816.51">31943 10394 891 0,'0'0'51'0,"0"0"53"16,0 0 25-16,0 0-72 16,0 0-17-16,0 0-25 15,-53 42-12-15,50-34 1 16,3 0-11-16,0 0 18 15,0 0-18-15,1-1 24 16,11-1-28-16,-2-4 26 16,0 0-29-16,3-2 23 15,-3 0-24-15,1 0-17 16,-2 0-49-16,-2-10-100 16,-4-1-148-16,0-4-217 15</inkml:trace>
  <inkml:trace contextRef="#ctx0" brushRef="#br0" timeOffset="-29599.36">31972 10290 817 0,'0'0'136'0,"0"0"-5"16,0 0-5-16,-38 85 1 15,32-59-66-15,5 2-2 16,1-4-55-16,0-2 6 15,1-4-11-15,14-4-10 16,2-5-26-16,2-2-27 16,3-7-42-16,-2 0-100 0,-3 0-110 15,-1-9-270-15</inkml:trace>
  <inkml:trace contextRef="#ctx0" brushRef="#br0" timeOffset="-29132.82">32152 10293 840 0,'0'0'30'16,"0"0"82"-16,0 70 50 16,0-47-65-16,9-4-30 15,4-2-39-15,0-6-8 16,3-3-26-16,0-5 24 15,2-3-29-15,-1 0 29 16,1-11-33-16,-2-4 19 16,-1-3-31-16,-4-1 3 15,-1-1 7-15,-3 5 3 16,-1 1 9-16,-3 8-7 16,0 2 21-16,1 4-24 15,3 10 29-15,-1 16 5 16,7 8 41-16,5 10-22 15,2 7 39-15,3 5 14 16,4 6-12-16,-2-2-12 16,-8-4 17-16,-7-5-22 15,-8-4-39-15,-2-11 27 16,-12-4-35-16,-14-6 26 0,-4-9-51 16,-7-4 36-16,-1-7-50 15,-3-5 7-15,2-1-66 16,-4 0-40-16,1-5-25 15,-4-8-56-15,4-1-231 16,4-3-391-16</inkml:trace>
  <inkml:trace contextRef="#ctx0" brushRef="#br0" timeOffset="-27180.64">29062 11550 655 0,'0'0'112'16,"0"0"17"-16,-6 8-34 15,3 7-32-15,0 4 29 16,3 3-44-16,0 0-5 16,0-2-23-16,2-4 4 15,8 2-5-15,0-5-11 16,0-4 6-16,1-2-14 16,1-3 16-16,0-3-26 15,-1-1 24-15,2 0-27 16,1 0 24-16,-2-10-30 0,0-4 21 15,2-4-12 1,-2-1-5-16,-1-5 1 16,-2-1-1-16,-3-1 13 0,-2 2-13 15,-2 2 24 1,-1 2-22-16,-1 9 25 0,0 3-26 16,0 6 27-16,0 2-26 15,5 6 14-15,0 15-10 16,2 8 13-16,2 8 3 15,2 4 18-15,1 2 15 16,1-1-13-16,1 0 33 16,-2-3-24-16,1 0 34 15,-3-4-40-15,-1-2 28 16,-5 0-24-16,-2 1 10 16,-2-2-11-16,0-3 6 15,0 0-11-15,-6-4-9 16,-4-4 11-16,1-6-27 15,-4-4 24-15,0-2-32 16,-4-6 37-16,-4-3-44 16,0 0 31-16,-2 0-44 15,-2-5-8-15,5-6-22 16,0-1-21-16,7 0-19 16,3-2-30-16,7-3-52 15,3-2-133-15,0-5-130 16</inkml:trace>
  <inkml:trace contextRef="#ctx0" brushRef="#br0" timeOffset="-26879.42">29666 11694 1065 0,'0'0'112'16,"0"0"69"-16,0 0-96 16,0 0-32-16,86-8-18 15,-77 7-15-15,-2-1-14 16,-4 0-6-16,-2-1-12 15,-1 0-53-15,0-4-46 16,-8 3-221-16,-7-2-230 16</inkml:trace>
  <inkml:trace contextRef="#ctx0" brushRef="#br0" timeOffset="-26711.49">29561 11584 997 0,'0'0'93'16,"0"0"51"-16,0 0-97 16,0 0-33-16,90-35-14 15,-66 28-21-15,-2 0-118 16,1-2-187-16,-1-3-436 16</inkml:trace>
  <inkml:trace contextRef="#ctx0" brushRef="#br0" timeOffset="-25813.7">30617 11219 516 0,'0'0'148'16,"0"0"-13"-16,0 0 27 16,0 0-50-16,6-16-20 15,11 10-2-15,3-1-34 16,4-1-23-16,0 4-19 15,1 4 14-15,-5 0-36 16,-6 0 25-16,-3 4-33 16,-5 11 33-16,-6 2-29 15,0 2 25-15,0 6-18 16,-11 1 11-16,-2 0-5 16,-4 1-1-16,5 0 6 15,-1-5-13-15,6-1 19 16,1-8-22-16,6 0 29 15,0-3-32-15,0-2 33 16,11-1-33-16,7-3 32 16,8-4-19-16,4 0 0 15,5 0-1-15,1 0-18 16,-2 0-28-16,-3-7-61 16,-5 5-68-16,-9-1-140 15,-5 0-224-15</inkml:trace>
  <inkml:trace contextRef="#ctx0" brushRef="#br0" timeOffset="-25176.39">30360 11689 430 0,'0'0'93'16,"0"0"44"-16,0 0-24 15,0 0-12-15,0 0 18 16,-35 11-44-16,35-11 7 15,12 0-30-15,8 0 37 0,10 0-29 16,7-2-6 0,5-2-7-16,8-1-23 15,6 1-4-15,5 0-15 16,4-1 21-16,3 1-23 0,4-1 26 16,0 0-30-16,2-2 30 15,-3-3-33-15,-1 1 25 16,-3-4-19-16,-5 1-4 15,-3 2 4-15,-11 1-5 16,-8 2 9-16,-8 2-17 16,-13 3 20-16,-5 2-45 15,-11 0 4-15,-3 0-39 16,-3 0 13-16,-15 0-57 16,-7 4-113-16,-4 0-205 15</inkml:trace>
  <inkml:trace contextRef="#ctx0" brushRef="#br0" timeOffset="-24024.46">30502 12040 718 0,'0'0'99'0,"0"0"26"15,0 0 34-15,8 0-78 16,2 3-23-16,2 4 17 16,5 5-20-16,3 2-2 15,2 1-15-15,4-1 9 16,0-1-34-16,-1 2 28 15,-2-2-32-15,-4-1 24 16,-4-1-39-16,-3 0 23 16,-2-2-17-16,-3-2 2 15,-2-2 0-15,-3-1-9 16,0-1 1-16,-2 0-36 0,0-1 14 16,0-2-40-1,0 0 19-15,0 0-61 0,0 0-19 16,0 0-94-16,-9 0-122 15,-2 0-267-15</inkml:trace>
  <inkml:trace contextRef="#ctx0" brushRef="#br0" timeOffset="-23734.43">30747 11987 783 0,'0'0'102'16,"0"0"55"-16,-39 71-50 16,19-40-33-16,3-2-26 15,-2-1-21-15,1-5-21 16,1-1 6-16,4-6-21 15,2-2 21-15,2-5-33 16,3-2-21-16,0-4-69 16,3-3-19-16,-1 0-85 15,4 0-158-15</inkml:trace>
  <inkml:trace contextRef="#ctx0" brushRef="#br0" timeOffset="-23466.38">30968 12107 926 0,'0'0'94'0,"0"0"86"16,0 0-82-16,0 0-62 15,85-13-20-15,-69 10-16 16,-3-1-1-16,0-1-54 16,-3 1-56-16,2-2-125 15,-1-3-140-15</inkml:trace>
  <inkml:trace contextRef="#ctx0" brushRef="#br0" timeOffset="-23245.21">31238 11933 728 0,'0'0'79'0,"0"0"116"16,0 0-39-16,0 0-25 16,17 94-38-16,-14-62-37 15,-3 0-19-15,0-2-33 16,2-2 16-16,-1-8-32 15,1-4 29-15,-1-5-47 16,1-6-20-16,-1-3-87 16,-1-2-98-16,0 0-146 15</inkml:trace>
  <inkml:trace contextRef="#ctx0" brushRef="#br0" timeOffset="-19466.85">28851 11261 128 0,'0'0'85'0,"0"0"-12"0,0 0 16 15,-2-3 5-15,1 3 11 16,1 0-45-16,-3 0-8 16,3 0 0-16,-2 7-27 15,0 4 20-15,2 1-19 16,0 4 19-16,0 3-29 16,0 3 18-16,-2 4-18 15,2 3-1-15,0 3-6 16,0 4-5-16,0 1 2 15,0 3-6-15,0-1 11 16,0 0-16-16,0 1 21 16,0-2-17-16,2-3 22 15,-2 1-29-15,0-3 21 16,2-3-17-16,-2 0 6 16,0 2-1-16,0-2-1 15,0 2 3-15,0-1-9 16,-2 3 13-16,-4-1-16 15,2 0 18-15,1-1-19 16,0-1 25-16,0-3-26 16,3-4 18-16,0-2-10 15,0-4 3-15,0 1 1 16,0-2-3-16,0 0 6 16,0 1-12-16,3-1 16 0,-3 0-17 15,0 1 23 1,0-1-26-16,1-3 25 15,1 0-21-15,1-3 27 16,1 0-12-16,-1-3-3 16,2-2 1-16,0-1-3 15,-2-2 6-15,1-2-11 0,-1 2 15 16,1-2-23-16,1 0 26 16,-2 1-27-16,2 1 25 15,1-2-23-15,0 5 13 16,0-4-4-16,0 1 2 15,5-1 0-15,-2 0-5 16,1-2 13-16,4 0-12 16,1 0 27-16,2 0-28 15,-1-2 23-15,1-1-28 16,2-3 22-16,-5 2-23 16,1 0 13-16,1 0-3 15,1 1 0-15,-2 2 2 16,2-1-9-16,2 0 16 15,5-1-18-15,2 2 22 16,3-4-17-16,3 1 21 16,4-1-29-16,3 0 24 15,1 1-17-15,1 0 6 16,-1 4 7-16,2 0 10 16,-3 0-15-16,-3 0-10 15,-1 0 18-15,1 0-23 16,3 0 24-16,0 0-26 15,0 0 31-15,3 0-31 16,1 0 25-16,1-2-18 16,0-1 8-16,-3 0 0 15,1 0-2-15,-2-1 4 16,-1 0-11-16,-3 2 19 0,2-1-22 16,-1-1 25-16,-2 0-27 15,-2 1 29-15,2-2-30 16,-2 1 24-1,-3 1-14-15,4 0 3 0,-3 0 5 16,4 2-7-16,-3-2 7 16,4 3-14-16,0-2 24 15,0 2-26-15,2 0 27 16,-1-1-24-16,1 1 22 16,2 0-23-16,-2 0 16 15,-2 0-8-15,0 0 2 16,-3 0 1-16,-1 0-4 15,-3 0 9-15,0 0-15 16,-2 0 19-16,-2 0-22 16,-1 0 28-16,1 0-30 15,-3 0 27-15,2-3-26 16,-1 2 16-16,2 1-3 16,-2 0-2-16,0 0 3 15,1 0-7-15,1 0 13 16,-2 0-18-16,0 4 24 15,0-3-27-15,3 2 32 16,-4-1-36-16,1-1 33 16,0 1-26-16,-3-1 14 15,-1-1-3-15,-3 3-3 16,0-2 4-16,-2-1-8 16,1 2 16-16,2-2-19 15,-2 0 18-15,0 0-24 0,2 0 29 16,-2 0-27-1,0 0 24-15,-1 0-15 0,-4 0 4 16,-1 0 1 0,1 0-1-16,-1 0 3 0,1 0-8 15,0 0 14-15,0 0-18 16,2-3 23-16,-1-1-24 16,-2-1 26-1,-2 1-28-15,-1-3 29 0,-1 2-10 16,1-2 19-16,0-5 14 15,-1 0-1-15,0-3 0 16,1-2-23-16,4-2 17 16,-4 0-30-16,1-3 27 15,-2-2-34-15,0-2 24 16,-2-5-32-16,0 0 26 16,-2-2-14-16,-1-3 3 15,0-2 0-15,0 2-4 16,0 0 9-16,0-1-16 15,-5 0 22-15,-4 1-27 16,0-3 36-16,-1-1-26 16,0 0 30-16,2-7-31 15,2-2 15-15,1 0-12 16,2 1 2-16,0 2 0 16,2 4-2-16,-3 6 9 15,1 6-17-15,-4 2 22 16,-3 1-26-16,-2 2 33 15,-2-1-33-15,-2-2 31 16,1 1-30-16,0-1 20 16,1 0-9-16,4-1 1 15,0 2 4-15,4 3-14 0,5 2 20 16,1 3-22 0,0 4 22-16,0 4-36 0,0 1 45 15,0 2-33-15,-3 1 30 16,-3-2-25-16,0 1 12 15,-2 0-2-15,2-3-2 16,-3 2 1-16,2 1-6 16,0 3 14-16,1-1-19 15,0 2 23-15,1 2-31 16,-3 2 37-16,0-2-34 16,-1 2 30-16,0 0-25 15,0 0 15-15,-3 0-1 16,-3 0-6-16,-2 0 10 15,-3 0-15-15,-2 0 22 16,-4 2-28-16,0 4 32 16,-3-2-32-16,-3 2 34 15,2-1-35-15,-2 3 28 16,1-1-18-16,-3-1 6 16,3-3 1-16,-3 2-3 15,1-2 7-15,-2-2-15 16,-5 1 22-16,0-1-29 15,-5-1 33-15,0 1-31 16,-4 2 32-16,4 0-33 16,3-3 26-16,5 3-14 15,5-2 3-15,10-1 4 16,2 0-5-16,4 0 9 16,5 0-17-16,-1 0 24 15,-1 0-29-15,-3 0 34 0,-4 0-33 16,-6 0 30-1,-7 0-30-15,-5 0 19 16,-9 6-7-16,-4 1 0 0,-1 3 5 16,-1-2-5-16,5-3 8 15,5 3-8-15,8-7 14 16,5 2-25-16,8-2 33 16,3-1-35-16,2 0 31 15,4 0-28-15,0 0 16 16,-3 3-5-16,0-2 0 15,-4 3 3-15,0-1-8 16,-1 4 14-16,-2-3-19 16,2 1 24-16,2-1-26 15,0 2 31-15,2-2-32 16,4 0 26-16,4-2-21 16,1 1 12-16,3-3-5 15,2 3-1-15,2-2 4 16,1 4-11-16,-3-1 19 15,0 0-20-15,-3 0 25 16,-2 1-28-16,-1 1 33 16,-1-2-32-16,-2 0 24 15,1 0-19-15,0 0 9 16,-3 0 1-16,1 0-5 16,-7 3 7-16,1 1-14 15,-4-1 22-15,0-2-25 16,0 3 30-16,4 0-31 15,0-4 33-15,3-2-37 16,1 0 31-16,1-1-20 0,2-1 5 16,0 0 4-1,-1 0-4-15,3 0 7 0,-3 0-17 16,-3 2 24-16,0-2-27 16,-4 0 28-1,-3 4-30-15,-3-4 28 0,-3 5-28 16,0-3 24-16,-10 0-13 15,1 2 6-15,-2 0 0 16,-3 0-3-16,1 0 10 16,1-2-19-16,4 0 26 15,4 0-27-15,5-1 30 16,6-1-32-16,7 0 32 16,3 1-30-16,6-1 21 15,5 0-10-15,-1 0-3 16,2 0 11-16,0 0-12 15,0 0 14-15,0 0-20 16,0 0 22-16,0 0-45 16,0 0 11-16,0 0-63 15,0 0-45-15,2 0-116 16,2 0-166-16</inkml:trace>
  <inkml:trace contextRef="#ctx0" brushRef="#br0" timeOffset="-18201.19">31973 11676 773 0,'13'0'161'15,"0"0"13"-15,3-1-85 16,-3-6-32-16,-3 4-42 16,-1 0 3-16,-5 0-29 15,-1 2 19-15,-3-2-89 16,0 0-73-16,0-1-135 16,-6 0-251-16</inkml:trace>
  <inkml:trace contextRef="#ctx0" brushRef="#br0" timeOffset="-18007.14">31978 11543 851 0,'0'0'89'0,"0"0"13"15,0 0-48-15,0 0-55 16,0 0 15-16,0 0-30 15,47-22-38-15,-38 21-137 16,0-1-121-16</inkml:trace>
  <inkml:trace contextRef="#ctx0" brushRef="#br0" timeOffset="-17190.29">32407 11486 605 0,'0'0'53'16,"0"0"49"-16,0 0 16 16,0 0-39-16,0 0-7 15,0-35-23-15,0 24-17 16,-6-1-15-16,-3-2 30 15,-4 3-39-15,2-1 14 16,-5 3-31-16,0 5 21 16,-3 4-21-16,0 0 0 15,1 15-4-15,0 8 7 16,2 4 3-16,6 2-6 0,4-2 13 16,6 0-15-16,0-7 23 15,0-2-24 1,5-6 25-16,6-4-23 0,2-3 19 15,2-5-14-15,-1 0 4 16,5 0 0-16,-2-8-3 16,-2-5 7-16,-4-2-10 15,2-2 11-15,-6 2-22 16,-1 1 20-16,-6 2-23 16,2 4 34-16,-2 3-24 15,0 5 19-15,0 0-5 16,0 0 0-16,0 13-1 15,3 9-4-15,2 7 12 16,5 6-4-16,1 2 34 16,3 3 2-16,-1-1 29 15,4 3 0-15,-4-3 8 16,0-3-47-16,-4 0 23 16,-3-5-9-16,-2-4-4 15,-4-3-1-15,0-4-4 16,-3-3 3-16,-11 0-25 15,-4-3 20-15,-5-2-41 16,3-4 33-16,-3-4-40 16,1-4 25-16,3 0-52 15,-1 0 2-15,5-12-33 16,1-7-18-16,4-7-31 16,0-6-145-16,5-7-264 15</inkml:trace>
  <inkml:trace contextRef="#ctx0" brushRef="#br0" timeOffset="-16728.48">32545 11245 986 0,'0'0'115'16,"0"0"39"-16,0 0-68 15,0 0-24-15,30-2-24 16,-16-1-1-16,1 0-42 15,-4 1 27-15,-3-1-36 0,-2 1 27 16,-2 2-68 0,-2 0-29-16,-2 0-66 15,0 0-113-15,0 0-120 0</inkml:trace>
  <inkml:trace contextRef="#ctx0" brushRef="#br0" timeOffset="-16454.51">32750 11110 996 0,'0'0'92'0,"0"0"58"16,0 0-72-16,0 0-31 15,0 81-10-15,4-62-19 16,-1-3-1-16,2 0-25 16,-2-4 23-16,0-2-46 15,2-3-21-15,-2-3-104 16,3-2-75-16,-2-2-165 16</inkml:trace>
  <inkml:trace contextRef="#ctx0" brushRef="#br0" timeOffset="-15921.8">33006 11162 823 0,'0'0'147'0,"0"0"39"16,0 0-92-16,-71 103-15 16,52-63-42-16,2 4 1 15,2 2-12-15,4 2-6 16,8-1 5-16,3-2-9 15,3-3 10-15,17-5-24 16,5-3 23-16,4-6-33 16,2-4 29-16,-2-6-36 15,0-5 28-15,-5-5-32 16,-4-4-21-16,-9-4-29 16,-4 0-44-16,-7-4-73 15,0-8-161-15,-13-3-303 16</inkml:trace>
  <inkml:trace contextRef="#ctx0" brushRef="#br0" timeOffset="-15587.43">33143 11467 778 0,'0'0'97'0,"0"0"111"0,0 0-66 16,0 0-26-16,90 42-59 16,-64-29 9-16,1 2-49 15,-3-2 10-15,-4-2-22 16,-3-3 0-16,-6-1-1 15,-3-3-5-15,-3-2 4 16,-3 0-33-16,-2-2-5 16,0 0-58-16,0 0-22 15,0-4-116-15,0-11-75 16,0 1-118-16</inkml:trace>
  <inkml:trace contextRef="#ctx0" brushRef="#br0" timeOffset="-15409.56">33355 11428 632 0,'0'0'96'16,"0"0"108"-16,0 0-52 15,-96 89-56-15,74-66-41 16,4-4-42-16,3-3-8 16,5-3-9-16,5-4-6 15,2-3-50-15,3-4-29 0,0 1-101 16,0-3-10-1,5 0-140-15</inkml:trace>
  <inkml:trace contextRef="#ctx0" brushRef="#br0" timeOffset="-15037.81">33401 11186 847 0,'0'0'99'15,"48"72"88"-15,-19-29-45 16,-1 5-38-16,-3 3-22 15,-4 0-37-15,-7-1 28 16,-5-1-27-16,-8-3 4 16,-1-5-49-16,-4-2 23 15,-11-4-33-15,-5-6 18 16,-3 2-26-16,-1-5-26 16,-1-1-27-16,-1-2-41 15,0-6-76-15,-1-2-212 16,1-4-325-16</inkml:trace>
  <inkml:trace contextRef="#ctx0" brushRef="#br0" timeOffset="-7547.38">24800 13011 660 0,'-16'-16'88'0,"-4"3"-11"16,-2 6-39-16,-1 3-40 16,-5 4 16-16,-1 0-20 15,2 14 25-15,-2 8-15 16,5 8 19-16,1 6-12 16,7 0-11-16,5 1 4 15,7-2-9-15,4-7 23 16,0-5 14-16,9-6 24 15,4-7-16-15,3-3 18 0,1-7-28 16,2 0 11-16,-2-4-25 16,4-11 13-16,-3-6-8 15,0-2-17 1,-3-4 3-16,-1 1-12 0,-3 1 13 16,-1 1-16-16,-3 7 20 15,-4 2-26-15,0 7 33 16,0 4-33-16,3 4 25 15,-3 0-18-15,5 4 5 16,1 16 7-16,4 7 15 16,2 9 17-16,2 7-10 15,2 7 21-15,1 4-9 16,1 2 30-16,0 1-10 16,0-2-7-16,-2-6-29 15,-6-4 28-15,-6-5-26 16,-5-8 0-16,-2-7-1 15,-2-6 1-15,-17-4 3 16,-8-8-21-16,-6-6 13 16,-7-1-31-16,-2 0 26 15,-3-7-57-15,-1-5 11 16,4 0-41-16,5 0 14 16,9-1-37-16,7-1-13 15,10 0-79-15,5-8-148 16,6-1-262-16</inkml:trace>
  <inkml:trace contextRef="#ctx0" brushRef="#br0" timeOffset="-7122.42">24979 12999 777 0,'0'0'109'0,"0"0"37"16,0 0 32-16,0 0-82 16,53-2 1-16,-34 2-45 15,1 0-13-15,-1-2-21 16,-4 2-16-16,-7 0 3 15,1 0-23-15,-8-1-35 16,-1-2-91-16,0-2-102 16,0 0-343-16</inkml:trace>
  <inkml:trace contextRef="#ctx0" brushRef="#br0" timeOffset="-6897.19">25233 12799 1063 0,'0'0'77'0,"0"0"86"0,0 0-68 16,35 90-35-16,-22-65-35 16,-5-2 9-16,1-2-40 15,-3-3 26-15,-2-5-48 16,-2-4-17-16,-2-6-102 15,0-3-131-15,0 0-262 16</inkml:trace>
  <inkml:trace contextRef="#ctx0" brushRef="#br0" timeOffset="-6553.5">25576 12836 1048 0,'0'0'175'15,"-44"107"-35"-15,24-53-58 16,4 0-37-16,6-4-4 15,6-3-35-15,4-6 19 16,0-4-30-16,17-5 30 16,3-4-35-16,2-7 27 15,2-3-26-15,-1-6 9 0,-1-3-24 16,-5-6-40-16,1-3-28 16,-7 0-100-16,-3-6-173 15,-4-11-245-15</inkml:trace>
  <inkml:trace contextRef="#ctx0" brushRef="#br0" timeOffset="-6287.58">25682 13079 995 0,'0'0'174'0,"0"0"-40"16,0 0-61-16,73 70-1 16,-52-51-48-16,1-1 9 15,-6-3-37-15,-1-4 24 16,-1-3-31-16,-6-2 24 16,1-4-45-16,-3-2-23 15,-1 0-47-15,-3-6-73 16,-1-9-116-16,-1-6-145 15</inkml:trace>
  <inkml:trace contextRef="#ctx0" brushRef="#br0" timeOffset="-6109.08">25834 13079 865 0,'0'0'165'15,"0"0"5"-15,-52 73-69 0,34-46-56 16,0-3-12-16,2-3-40 15,1-4 24-15,2-5-37 16,1-6-32-16,3-6-120 16,4 0-129-16,2-8-284 15</inkml:trace>
  <inkml:trace contextRef="#ctx0" brushRef="#br0" timeOffset="-5779.37">25846 12814 954 0,'0'0'189'0,"0"0"-24"16,80 98-77-16,-47-56-11 15,2 2-24-15,-3-1 6 16,0 1-25-16,-6-2 25 16,-5-3-45-16,-8-4 45 15,-5-4-46-15,-7-1 11 16,-1-10-32-16,-4 1 18 16,-17-4-22-16,-6-4-28 15,-3-5-41-15,-2-3-45 16,-1-5-75-16,-3-2-245 15</inkml:trace>
  <inkml:trace contextRef="#ctx0" brushRef="#br0" timeOffset="-5342.43">26348 13212 818 0,'0'0'145'0,"0"0"82"16,77-8-83-16,-50 3-68 15,-1 4-36-15,-7-3-11 16,-2 1-37-16,-5 1 25 16,-4-2-37-16,-5 0-25 15,-3-2-88-15,0 2-89 0,-8-3-179 16</inkml:trace>
  <inkml:trace contextRef="#ctx0" brushRef="#br0" timeOffset="-5177.47">26360 13085 983 0,'0'0'67'0,"0"0"65"16,0 0-38-16,0 0-94 16,83-1 14-16,-59-3-36 15,0-3-97-15,-5-3-239 16</inkml:trace>
  <inkml:trace contextRef="#ctx0" brushRef="#br0" timeOffset="-4271.75">27072 12852 711 0,'0'0'152'0,"0"0"-13"16,0 0-50-16,0 0-19 16,36-4 20-16,-10 0-67 15,1 0 9-15,2 4-21 0,-3 0 6 16,0 0-10-16,-7 10 1 16,-5 7 4-16,-8 5-9 15,-6 1 16 1,0 4-13-16,-3 0 24 15,-11 0-37-15,2-4 29 16,2-2-30-16,0-4 23 16,6-3-18-16,4-5 1 0,0-1 5 15,0-1-7-15,7-3 9 16,9-2-11-16,7-2 17 16,3 0-21-16,6 0 19 15,5 0-40-15,-2-3-8 16,1-1-82-16,-4-2-60 15,-6 2-116-15,-5 2-233 16</inkml:trace>
  <inkml:trace contextRef="#ctx0" brushRef="#br0" timeOffset="-3826.44">26806 13349 505 0,'0'0'94'0,"0"0"103"16,0 0-60-16,0 0-36 15,0 0 34-15,94-17-9 16,-36 3-35-16,11 1-32 16,6 2-3-16,4-1-32 15,-1 1 21-15,-3 2-36 16,-8 4 25-16,-5 2-41 15,-10 0 24-15,-7 3-24 16,-11 0 12-16,-6 0-7 16,-8 0-38-16,-4 0-12 15,-6 0-17-15,0 0-6 16,-1-1-88-16,0-2-114 16,-1-1-207-16</inkml:trace>
  <inkml:trace contextRef="#ctx0" brushRef="#br0" timeOffset="-3163.17">26958 13636 372 0,'0'0'83'0,"0"0"64"15,0 0-12-15,0 0 0 16,0 0 17-16,37 1-2 16,-14 9-42-16,3 2-12 15,3 5-34-15,0 0-1 16,0 2-7-16,-3 2-12 15,-2-1-4-15,-3-1-16 16,-4 0 10-16,-4-3-38 16,0-1 25-16,-3-4-33 15,-3-1 33-15,-1-6-42 16,-2 2 12-16,-1-5-43 16,-3-1-13-16,0 0-12 15,0 0-35-15,0-5-98 16,-5-7-118-16,-4-3-98 15</inkml:trace>
  <inkml:trace contextRef="#ctx0" brushRef="#br0" timeOffset="-2926.54">27270 13590 783 0,'0'0'101'0,"0"0"89"15,0 0-94-15,-51 85-6 16,29-57-42-16,1 2-15 16,-1 0-11-16,0-2-16 15,2-3 3-15,3-4-20 16,4-4 21-16,4-5-51 16,5-6-9-16,2-6-98 15,2 0-66-15,0-3-131 16</inkml:trace>
  <inkml:trace contextRef="#ctx0" brushRef="#br0" timeOffset="-2700.66">27440 13711 970 0,'0'0'160'0,"0"0"-19"16,78-15-110 0,-58 11 2-16,-4 0-42 0,-4 0 19 15,-8 0-72-15,-1-1-109 16,-3-1-93-16,0-1-130 16</inkml:trace>
  <inkml:trace contextRef="#ctx0" brushRef="#br0" timeOffset="17409.14">27749 13550 137 0,'0'0'84'16,"0"-5"38"-16,0 3-19 15,1-2 4-15,1 2-30 0,1 2-18 16,-3-3-11-16,0 2 0 16,1-1 5-16,-1 1-6 15,2-1 20-15,-2 2-6 16,0-1 12-16,0 1-33 15,0-1 21-15,0-1-23 16,0 1 23-16,0-2-26 16,0 3 4-16,0-2-6 15,0 2-4-15,0 0 0 16,0 0-10-16,0 0 5 16,0 0-23-16,0 0 18 15,1 10-27-15,2 9 32 16,1 3-26-16,-1 6 30 15,0 0-11-15,0 5 10 16,0-3-9-16,1 0-1 16,-1-1-1-16,1-5-10 15,-1 0 19-15,-1-3-21 16,-2 0 13-16,0-1-29 16,0-2 32-16,0-3-33 15,0-4 30-15,0-1-22 16,0-5 7-16,0-4 0 15,0-1-2-15,0 0 4 16,0-8-24-16,-3-7-17 16,-1-2-58-16,1 2 11 15,0 0-80-15,0 1-113 16,-3 4-205-16</inkml:trace>
  <inkml:trace contextRef="#ctx0" brushRef="#br0" timeOffset="21994.8">23992 12603 428 0,'0'0'45'0,"0"0"38"16,-2 1-11-16,0 7 19 15,1 3-36-15,1 1 16 16,0 4-23-16,0 4 14 15,0 3-9-15,0 3-9 16,0 4-15-16,0 4-5 16,0 4-2-16,4 6-11 15,-3 2 14-15,2 4-25 16,-3 2 16-16,0-1-21 16,2-2 24-16,-1-4-19 15,4-3 16-15,2 0 0 16,-2-4-9-16,1-2 3 15,0 0-4-15,-1-2 10 16,-2 0-17-16,-3-3 13 16,1 2-19-16,-1 0 24 15,0 2-26-15,0-2 19 16,0-1-16-16,0 3 14 0,0-6-9 16,0 0 3-1,0-4 9-15,0 1-12 16,0-5 7-16,0 0-14 0,0-3 15 15,0-1-18-15,0 1 25 16,0 0-27 0,0-2 25-16,0 2-21 0,0-2 12 15,0-1-1-15,0 0-4 16,0-1 2-16,0-3-3 16,0 1 9-16,2-3-14 15,-2 1 18-15,3-2-20 16,0 0 22-16,0-1-24 15,3 2 22-15,-1-2-17 16,0 2 9-16,1 0 0 16,-2 3-4-16,1-1 4 15,-2 2-7-15,1-2 12 16,0 0-15-16,1-4 18 16,2-3-21-16,-2-2 23 15,-2 0-22-15,3-2 18 16,-1 0-13-16,2 0 6 15,1 0 0-15,1 0-3 16,1 0 6-16,5 0-10 16,-2 0 18-16,5 0-22 15,-2 0 22-15,2 0-22 16,2 0 24-16,0 0-25 16,3 0 19-16,2 0-11 15,2 0 4-15,2-4-1 16,-1 0-2-16,5-1 8 15,-6 4-14-15,2 0 17 16,-1 1-19-16,-1 0 22 0,-3 0-23 16,2 0 23-16,-1 0-21 15,-2 0 15-15,2 0-8 16,2 0 1-16,1 0 2 16,-1 0-5-16,0-3 8 15,1-2-13-15,1 1 18 16,-5-2-26-16,2 2 33 15,0-1-28-15,-1 1 24 16,1 3-25-16,-3-2 17 16,2 3-3-16,1-1-2 15,-1 1 2-15,1 0-5 16,2 0 11-16,4 0-15 16,-2 0 17-16,5-1-20 15,2-1 25-15,1 0-26 16,4-1 23-16,0 0-19 15,3 0 10-15,-2 0-2 16,-1 1-1-16,1 0 3 16,-1 1-6-16,0 1 11 15,-2 0-16-15,0 0 18 16,3 0-19-16,0 0 24 16,-1 0-26-16,4 0 23 15,-1 0-18-15,0 0 9 16,1 0-1-16,-1 0-2 15,-2 0 4-15,2 0-9 16,-2 0 15-16,-3 3-20 16,1 2 25-16,-1-2-26 15,-1 1 26-15,2-1-25 16,-2-2 17-16,4-1-12 16,-3 0 5-16,1 0 1 0,1 0-2 15,-2 0 5-15,-2 0-10 16,0 2 16-16,-1 0-20 15,-1 1 23-15,-1-2-22 16,-1 2 22-16,1-3-23 16,2 0 19-16,-2 1-12 15,0 1 4-15,-1-1 1 16,1 2-3-16,0-1 7 16,-3 0-14-16,1 1 19 15,0-1-21-15,3-2 26 16,-3 1-27-16,2-1 24 15,1 0-22-15,0 0 16 16,-1 0-7-16,1 0-1 16,-4 0 4-16,1 0-7 15,-7 0 13-15,0 0-18 16,-6 0 22-16,-4 0-24 16,0 0 23-16,-6 1-25 15,1 1 26-15,-2-2-22 16,0 0 13-16,0 0-5 15,2 0 1-15,-1 0 2 16,3 0-4-16,-1 0 7 16,1 0-15-16,0 0 20 15,0 0-23-15,-2-2 30 16,2 2-31-16,0-1 26 16,2 0-19-16,1-2 11 15,1-1-5-15,1-1-1 16,-1 1 3-16,0-1-7 15,-1-1 11-15,-2 2-13 0,1 0 20 16,-1-2-23 0,-2 0 25-16,1-1-27 0,1-3 23 15,-2-1-16-15,2-3 9 16,-2-3-1-16,-5-2-1 16,1-1 2-16,-3 0-7 15,-2-4 18-15,-3 0-18 16,0-4 19-16,0 0-20 15,0-5 27-15,0-4-30 16,0-1 25-16,-3-4-16 16,0 0 2-16,-4 1 3 15,4 0-3-15,-1 0 7 16,-2 2-14-16,3 3 18 16,-2 0-22-16,2-1 26 15,-2 1-27-15,1-3 25 16,-2 1-24-16,0-1 22 15,0-1-14-15,-1 2 1 16,0 0 12-16,0 3-10 16,1-4 3-16,0 0-8 15,-1 4 18-15,0-1-27 16,1 1 27-16,-3 2-25 16,1 4 25-16,-1 7-28 15,0 2 20-15,2 2-7 16,0 6-1-16,1 4 2 15,-1 1-4-15,4 1 10 16,-3 3-16-16,0 0 20 16,-1 2-23-16,1 0 29 15,0-1-31-15,2 2 28 16,-3-2-24-16,3-1 14 16,-1 0-3-16,2-1-3 0,-1-1 4 15,-2-1-6 1,-1 0 11-16,-2-4-16 0,1 1 20 15,-4 0-23-15,-2-2 28 16,4-1-30-16,-3-2 23 16,-2 1-16-16,5 2 11 15,-1 0-6-15,-1 1 0 16,0 4 5-16,1 0-7 16,1-1 12-16,-3 6-19 15,0-2 23-15,1 0-25 16,-2 1 32-16,1 1-33 15,0-2 25-15,0 0-18 16,-6 2 14-16,3-1 1 16,-6-1-10-16,-2 2 6 15,-2 1-11-15,0-1 17 16,-5 1-21-16,-3-2 25 16,1 1-27-16,-3-1 29 15,-2 0-29-15,0-2 23 16,-3 2-14-16,0-2 4 15,-1 0 1-15,-1 2-3 16,2-2 7-16,1 1-13 16,0 0 18-16,2 1-21 15,2-1 25-15,1 1-24 16,-1 1 23-16,3 1-24 16,0 0 18-16,-2 0-12 15,2 0 6-15,1 0-1 16,2 0-2-16,0 0 9 0,1 0-16 15,-2 0 20-15,0 0-23 16,-1 0 27-16,-4 0-28 16,-3 0 27-16,-2 0-25 15,-4 3 13-15,0 0-5 16,-1 1 2-16,0 0-1 16,-1 0 0-16,-5 0 9 15,4 0-18-15,-6 2 22 16,4-2-25-16,-4 1 31 15,0-1-30-15,-1 0 25 16,2-1-21-16,-1 0 12 16,-1-1-3-16,0 1 0 15,0 1 2-15,2 0-6 16,1 2 11-16,1-2-16 16,3-2 22-16,2 2-27 15,1 0 30-15,-1 1-27 16,3-1 16-16,-2 0-8 15,0 4 6-15,3 0-4 16,-4 1 2-16,3 1 1 16,0-4-8-16,2-1 15 15,4-1-20-15,-1-3 20 16,5 2-21-16,0-3 26 16,3 0-27-16,-2 0 23 15,4 0-17-15,1 0 8 16,-1 1 0-16,4 4-3 15,2-2 5-15,8-1-10 16,-2 1 16-16,6 0-19 16,2-1 23-16,1-1-25 15,2-1 26-15,-3 4-26 0,1-3 20 16,-4 3-11 0,-4 2 2-16,-4-2 3 15,-3 6-5-15,-4-1 7 0,-1-1-12 16,-3 1 17-16,-1-2-20 15,3-2 25-15,-4-3-25 16,1 0 25-16,1-2-25 16,0 0 19-16,2 0-12 15,4-3 5-15,6-1 4 16,3-2-5-16,6 2 7 16,5 0-15-16,1 2 17 15,0 0-24-15,3 0 32 16,0 2-31-16,0 0 12 15,0 0-74-15,0 0-78 16,8 0-146-16,14 0-162 16</inkml:trace>
  <inkml:trace contextRef="#ctx0" brushRef="#br0" timeOffset="25414.7">23896 14712 687 0,'0'-5'65'15,"0"0"55"-15,0-3-11 16,0 1-31-16,0-1-16 16,0-2-7-16,-3 3 3 15,-2-1-23-15,-3 1 5 16,-2 0-27-16,-3 1 13 15,-3 5-33-15,-4 1 16 16,-1 0-15-16,-5 14 6 16,3 7-4-16,0 6 2 15,4 2 2-15,7-2-6 16,4-1 10-16,8-5-13 16,0-6 17-16,5-6-21 15,15-3 27-15,6-5-23 16,3-1 19-16,2 0-14 15,3-8 8-15,-3-8-3 16,-3 1-2-16,-5-3 3 16,-7-1-8-16,-4 1 9 15,-6 1-24-15,-3 1 28 16,-3 3-21-16,0 3 26 16,0 3-23-16,0 4 16 15,0 3-8-15,-4 2 2 16,3 16 0-16,1 8 0 15,0 6 11-15,0 7 4 0,7 4 19 16,6 4-9 0,1-1 34-16,2 0-23 0,-1-1 35 15,-4-1-34-15,0-4 11 16,-3-7-13-16,-4-1 0 16,-2-5-5-16,-2-4-7 15,0-4 2-15,-2-3-13 16,-10-4 19-16,-8-3-39 15,-3-5 35-15,-2-4-36 16,-7 0 28-16,0 0-41 16,-1-6-5-16,-1-8-43 15,7-1-30-15,3-3-29 16,8-2-97-16,1-4-222 16</inkml:trace>
  <inkml:trace contextRef="#ctx0" brushRef="#br0" timeOffset="25831.92">24063 14600 845 0,'0'0'67'16,"0"0"35"-16,0 0 78 15,0 0-84-15,51 0-12 16,-37 0-47-16,2-2 9 16,-3 0-44-16,1 1 13 15,-6-1-20-15,1 1 6 16,-3 1-12-16,0 0-38 16,0 0-28-16,-1-1-62 15,-2 1-79-15,-1-3-95 16,0-3-202-16</inkml:trace>
  <inkml:trace contextRef="#ctx0" brushRef="#br0" timeOffset="26197.68">24333 14489 736 0,'0'0'78'0,"0"0"131"16,0 0-59-1,0 0-44-15,0 0-31 16,54 47-28-16,-48-32-1 0,-1 1-30 16,-3-1 18-16,-1 1-38 15,-1-5 20-15,0-1-24 16,0-3 5 0,0-2-25-16,0-2-35 0,0-3-56 15,0 0-99-15,0 0-162 16</inkml:trace>
  <inkml:trace contextRef="#ctx0" brushRef="#br0" timeOffset="26849.52">24662 14544 779 0,'0'0'163'16,"0"0"-6"-16,0 0-76 15,-37 78-22-15,24-48 1 16,1 3-27-16,0 2 14 15,3 2-28-15,2 1 13 16,4 1-27-16,1-4 14 16,2-1-9-16,0-6-4 15,12-5 0-15,6-8-10 16,2-5 12-16,0-4-16 16,1-5 16-16,-3-1-44 15,-1 0-21-15,-5 0-89 16,-4-6-74-16,-2-2-112 15,-3-1-279-15</inkml:trace>
  <inkml:trace contextRef="#ctx0" brushRef="#br0" timeOffset="27143.49">24775 14761 920 0,'0'0'176'0,"0"0"-29"0,0 0-43 16,0 0-39-16,87 61-17 16,-64-44-14-16,-1-1-12 15,-6-2-2-15,-1 0-25 16,-4-6 16-16,-6-1-27 15,0-3 11-15,-4-3-54 16,-1-1-8-16,0 0-57 16,0-1-60-16,0-12-120 15,0-3-137-15</inkml:trace>
  <inkml:trace contextRef="#ctx0" brushRef="#br0" timeOffset="27325.78">24912 14769 851 0,'0'0'152'16,"0"0"30"-16,0 0-83 15,-51 79-65-15,37-61-32 16,6-3 11-16,-2-4-25 16,4-4 21-16,2-4-74 15,2-3-49-15,1 0-132 16,1-10-149-16</inkml:trace>
  <inkml:trace contextRef="#ctx0" brushRef="#br0" timeOffset="27887.35">24977 14505 449 0,'0'0'82'16,"0"0"54"-16,0 0 10 15,0 0-28-15,0 0 3 16,73 46-37-16,-46-28 22 15,4 8-36-15,-4 0-17 16,0 1-14-16,-2 1 4 16,-5 1 4-16,-1-1-24 15,-3-4 22-15,-6 1-28 16,-1-3 10-16,-6-1-15 16,-3 1 14-16,0-2-33 15,-6 2 19-15,-12 0-16 16,-2-3 8-16,0-4-6 15,2-2-18-15,3-8-19 0,4-5-38 16,3 0-16-16,4-11-120 16,4-12-142-16,0-8-316 15</inkml:trace>
  <inkml:trace contextRef="#ctx0" brushRef="#br0" timeOffset="28633.8">25311 14298 630 0,'0'0'147'15,"0"0"-19"-15,0 0-14 16,0 0-22-16,0 0-8 0,68-29-26 15,-47 27-13 1,-1 2-11-16,-3 0-18 16,3 0 9-16,-6 2-16 0,1 8 21 15,-2 0-28 1,1 5 21-16,1 4-29 0,-5 6 22 16,3 3-10-1,-5 5 4-15,0 5-3 0,-1 5-2 16,0 1 6-16,-1 3-19 15,0 1 24-15,2-1-24 16,1 1 33-16,1 1-21 16,2-2 22-16,-1-2-7 15,-1-2 59-15,1 1-55 16,0-3-20-16,-4-4 1 16,-1-3-4-16,-3-3 11 15,0-4-19-15,-3-6 21 16,0-6-26-16,0-3 30 15,0-5-19-15,0-4 25 16,0-2-28-16,0-1 28 16,0 0-2-16,-7 0-8 15,-7 0-4-15,-3 0-7 16,-4 0 6-16,-4 2-22 16,-1 4 31-16,1 1-31 15,2 0 31-15,6-3-31 16,0-2 28-16,6-2-37 15,0 0-4-15,2 0-38 16,4-13-30-16,0-3-35 16,1-7-187-16,4-6-255 0</inkml:trace>
  <inkml:trace contextRef="#ctx0" brushRef="#br0" timeOffset="29172.41">25917 14161 693 0,'0'0'141'0,"0"0"67"15,0 0-56-15,0 0-63 16,2 19 2-16,-6 6-18 0,-6 4-18 15,-4 3-18-15,0 0 2 16,0-3-12 0,1-2-29-16,3-9 15 0,-1-3-36 15,2-4-16-15,0-5-87 16,-1-2-128-16,-2-3-247 16</inkml:trace>
  <inkml:trace contextRef="#ctx0" brushRef="#br0" timeOffset="30403.59">23522 14366 558 0,'0'0'108'0,"0"0"-13"0,0 0-32 15,0 0-42-15,-72-16 15 16,51 16-4-16,-2 4 17 16,0 8-28-16,4 2-3 15,0 5 4-15,6 6 10 16,1 4-3-16,6 7-22 15,3 3 12-15,3 6-15 16,0 5 24-16,0 2-17 16,9 3 34-16,3 0 0 15,1-1 8-15,-1-2-18 16,-1-2-3-16,-3-4-7 16,-4 0-6-16,-2-6-2 15,-2 0-15-15,0-2 14 16,0-3-22-16,0-3 21 15,0-3-28-15,0-6 26 16,0-4-26-16,0-6 22 16,0-4-7-16,0-2 10 15,0-3 3-15,8-1-4 16,2-2 8-16,3-1-11 16,5 0 17-16,-1 0-19 15,5 0 24-15,1-4-34 16,0-5 22-16,2 3-31 15,1-3 17-15,-1 2-30 16,1 1-29-16,0 0-34 16,-4 0-94-16,-2 4-195 15,0-1-471-15</inkml:trace>
  <inkml:trace contextRef="#ctx0" brushRef="#br0" timeOffset="31181.74">26134 14754 818 0,'0'0'152'0,"0"0"37"16,0 0-63-16,74 0-65 15,-47-3 6-15,1 1-47 16,-2-2 6-16,-7 0-31 16,-2 2 10-16,-8 0-6 15,-5-1-22-15,-4 0-57 16,0-1-63-16,-3 0-96 16,-12-3-102-16,-3 0-252 15</inkml:trace>
  <inkml:trace contextRef="#ctx0" brushRef="#br0" timeOffset="31357.08">26143 14589 967 0,'0'0'148'0,"0"0"29"16,0 0-127-16,0 0-25 15,88-12-27-15,-68 11-4 16,-1-2-68-16,-3 3-140 15,-5-1-281-15</inkml:trace>
  <inkml:trace contextRef="#ctx0" brushRef="#br0" timeOffset="32805.89">26890 14272 406 0,'0'0'138'16,"0"0"0"-16,0 0-38 15,-16-21-2-15,6 14-41 16,1 0 2-16,-4 0-35 16,-4 5 7-16,-2 2-24 15,1 0 2-15,0 0-3 16,-1 2 0-16,2 9-2 16,1 5-7-16,3 0 10 15,3 9-14-15,4 3 15 16,2 5-17-16,4 3 24 15,0 3-18-15,7 0 37 16,7 3-11-16,2-2 8 16,0 1-1-16,0 2-1 15,-3 1 5-15,-4 7-15 16,-2 1 15-16,-3 3-20 16,-3 3 30-16,1-3-23 15,-2 2 16-15,3-7-35 0,0-6 32 16,3-8-24-16,2-5 7 15,-2-10-2 1,1-5-4-16,-1-4 4 0,-2-6-14 16,-1-2 17-16,-1-1-21 15,-2-2 21-15,1-1-26 16,2 0 34-16,0 0-31 16,0 0 24-16,4 0-17 15,5 0 5-15,2 0 3 16,3 0-7-16,5-1 4 15,1-3-15-15,1 1 20 16,-2-1-25-16,-3 2 28 16,-4-3-27-16,-4 4 17 15,-7-2-55-15,-2 0-12 16,-2 1-35-16,0-1-61 16,0-2-144-16,0-3-261 15</inkml:trace>
  <inkml:trace contextRef="#ctx0" brushRef="#br0" timeOffset="33740.58">27339 14336 717 0,'0'0'139'0,"0"0"39"16,0 0-40-16,-3-2-60 15,9-2-25-15,10 0-18 16,2 3-18-16,2 1-3 16,-1 0-12-16,0 6 11 15,-4 8-23-15,-3 4 23 16,-4 2-23-16,-4 1 24 16,-4-1-23-16,0 1 15 15,0 0-6-15,0-1-1 16,-6-1 3-1,-1 0-4-15,0-4 8 0,3-3-12 16,1-2 21-16,0-4-17 16,3-1 27-16,0-4-32 15,0 3 22-15,0-2-22 16,10-2 12-16,7 0-4 16,5 0 1-16,1 0-2 15,3-2-11-15,0-2-16 16,-3 0-54-16,-1 4-1 15,-6 0-81-15,-6 0-57 16,-3 0-70-16,-7 0-232 16</inkml:trace>
  <inkml:trace contextRef="#ctx0" brushRef="#br0" timeOffset="34145.33">27075 14789 674 0,'0'0'109'16,"0"0"41"-16,0 0-49 16,0 0 3-16,92-21 29 15,-37 8-63-15,7-1 11 16,3 3-43-16,0-1 6 16,-3 3-23-16,-4 2-2 15,-12 4-7-15,-10 2-10 16,-7 1 4-16,-12 0-23 15,-4 0 4-15,-4 0-50 16,-3 4-18-16,-3 2-84 16,0 1-42-16,0 1-54 15,-3-1-149-15</inkml:trace>
  <inkml:trace contextRef="#ctx0" brushRef="#br0" timeOffset="34631.99">27180 15049 766 0,'0'0'108'0,"0"0"105"16,0 0-72-16,0 0-35 16,82 34-27-16,-53-20 5 15,1 1-48-15,-2-2 18 16,-2 1-32-16,-6 0-5 16,-4-4-10-16,-6 2-7 15,-1-2 3-15,-5 0-15 16,-3 0 7-16,-1 0-39 15,0-2 13-15,0-2-47 16,0-2-19-16,-5-4-75 16,-2 0-95-16,-1-3-169 15</inkml:trace>
  <inkml:trace contextRef="#ctx0" brushRef="#br0" timeOffset="34852.22">27472 15008 805 0,'0'0'86'0,"0"0"59"15,0 0-33-15,-83 96-53 16,60-68-46-16,0 1 13 16,3-5-30-16,5-5 17 15,3-5-25-15,3-5 3 16,4-6-86-16,4-3-102 15,1 0-83-15,0-1-218 16</inkml:trace>
  <inkml:trace contextRef="#ctx0" brushRef="#br0" timeOffset="35085.71">27642 15068 1035 0,'0'0'80'15,"0"0"65"-15,0 0-74 16,0 0-50-16,80-11-17 16,-76 11-5-16,-1 0-37 15,-2 0-41-15,-1 0-96 16,0-2-97-16,0-2-193 15</inkml:trace>
  <inkml:trace contextRef="#ctx0" brushRef="#br0" timeOffset="35306.47">27857 14943 946 0,'0'0'133'0,"0"0"-4"16,0 0 11-16,13 69-77 15,-8-46-16-15,-1 0-12 16,2-1-15-16,-2-4-9 16,-1-4-17-16,-2-5 14 15,1-4-44-15,-2-5-19 16,1 0-89-16,-1 0-84 16,0-10-279-16</inkml:trace>
  <inkml:trace contextRef="#ctx0" brushRef="#br0" timeOffset="36323.75">27889 14163 621 0,'0'0'113'0,"0"0"-13"16,0 0 44-16,0 0-78 15,0 0 19-15,79-9-33 16,-53 9-16-16,2 8-13 16,-2 5-8-16,-3 3 9 15,-1 5 13-15,-5 3 4 16,-4 5-26-16,0 5 14 15,-3 6-27-15,0 1 19 16,3 5-32-16,-3 1 21 16,2 4-13-16,1 1 5 15,-3 2 2-15,3 2-5 0,-4-1 8 16,-2-2-5 0,2-2 28-16,-1-4-28 15,1-4 28-15,-2 1-29 0,2-5 21 16,2-3-25-16,1-4 40 15,1 0-15-15,0-6-19 16,-3-3 0-16,3-2-2 16,-6-4 11-16,-1-1-14 15,-3-6 28-15,-3-1-26 16,0-4 30-16,0 0-27 16,0-5 33-16,-2 2-29 15,-8 0 13-15,-3 0-14 16,-1 2-2-16,-3 0 2 15,2 2-9-15,-6 3 11 16,-1-2-17-16,-3 1 22 16,1 0-28-16,-1-2 32 15,1-5-38-15,6-1 15 16,4 0-57-16,4-7-12 16,7-15-29-16,3-4-81 15,0-5-158-15,0-7-459 16</inkml:trace>
  <inkml:trace contextRef="#ctx0" brushRef="#br0" timeOffset="36829.19">28449 14269 830 0,'0'0'146'0,"0"0"68"16,0 0-82-16,0 0-26 15,93-64-51-15,-66 44-5 16,2-2-31-16,-4 2-10 16,-2 1-4-16,-3 3-25 15,-7 2-65-15,-7 2-140 16,-6 3-224-16</inkml:trace>
  <inkml:trace contextRef="#ctx0" brushRef="#br0" timeOffset="38170.99">28578 14786 638 0,'0'0'122'16,"0"0"-25"-16,0 0 46 15,3 0-30-15,9 0 4 16,6 0-32-16,2 0-37 15,1 0 3-15,0-4-35 16,-1-1 4-16,-5 3-25 16,-2-1 18-16,-6-1-36 15,-1 0-28-15,-3-1-58 16,-3 0-76-16,0-2-101 0,0-5-261 16</inkml:trace>
  <inkml:trace contextRef="#ctx0" brushRef="#br0" timeOffset="38380.91">28559 14660 1008 0,'0'0'89'0,"0"0"41"0,0 0-24 16,0 0-82-16,0 0-10 15,90-34-13-15,-70 30-11 16,0 1-74-16,-4 2-131 16,-4 1-134-16</inkml:trace>
  <inkml:trace contextRef="#ctx0" brushRef="#br0" timeOffset="43999.95">23351 15716 777 0,'0'0'72'16,"0"0"63"-16,0-3-39 15,0-5-60-15,0 2-4 16,-7-3-15-16,-2 2 6 16,-4-1-22-16,0 3 19 0,-5 3-27 15,0 2 22 1,0 0-26-16,1 0 24 0,2 9-19 16,4 7 15-16,6 3-3 15,2 4-2-15,3 1 5 16,0 5-3-16,6-2 21 15,5 2-11-15,2-3 16 16,0-1-21-16,-3 1 24 16,-1-4-26-16,0 1 16 15,-4-3-26-15,-2 2 6 16,0-6-1-16,-1-1-1 16,-1-4 2-16,-1-3-10 15,0-4 14-15,0-1-25 16,0-2 13-16,0 0-57 15,0-1-9-15,0 0-75 16,0 0-28-16,0 0-88 16,-6 0-263-16</inkml:trace>
  <inkml:trace contextRef="#ctx0" brushRef="#br0" timeOffset="44263.35">23143 15935 743 0,'0'0'136'15,"0"0"58"-15,0 0-83 16,100 0-26-16,-66-2-29 0,0-4-45 15,-1-3-5-15,-4 0-29 16,-5 2-61-16,-5-1-118 16,-3 5-102-16,-6 1-264 15</inkml:trace>
  <inkml:trace contextRef="#ctx0" brushRef="#br0" timeOffset="44694.31">23155 16243 780 0,'0'0'95'15,"0"0"109"-15,0 0-43 16,104-16-65-16,-69 14-36 16,3-1-11-16,-2 0-29 0,-1 2 1 15,0-2-30-15,-3-1 23 16,-1-2-43 0,-2 0-15-16,-4 1-96 0,-8 4-142 15,-4 1-152-15</inkml:trace>
  <inkml:trace contextRef="#ctx0" brushRef="#br0" timeOffset="45385.15">23490 16533 612 0,'0'0'126'16,"0"0"76"-16,0 0-54 15,0 0-18-15,0 0-67 16,-3-52-13-16,-6 43-39 15,-1 1 4-15,-2 0-13 16,-5 1-1-16,1 5 1 16,-5 2-7-16,-1 0 7 15,1 2-16-15,2 13 20 0,1 4-22 16,7 0 25 0,6 1-27-16,5-1 14 15,0-6-18-15,3-3 17 0,10-4 4 16,5-6-1-1,-1 0 4-15,3 0-5 0,-3 0 8 16,-3-9-14-16,-4 2 19 16,-2 0-20-16,-2 3 24 15,-4 2-25-15,0 0 24 16,-2 2-18-16,3 0 9 16,0 0-4-16,2 2 7 15,2 11 10-15,0 3-3 16,2 4 14-16,1 2-15 15,1 1 28-15,-1 1-19 16,1 0 29-16,-1-4-36 16,-6-1 32-16,-3 0-14 15,-1-2 5-15,0-2 0 16,-3-1-12-16,-11-2 0 16,-2 1-18-16,-4-3 6 15,-6-2-21-15,0-1 22 16,-2-3-32-16,-2-4 12 15,0 0-65-15,1 0-4 16,1-10-48-16,1-9-96 16,1-6-235-16</inkml:trace>
  <inkml:trace contextRef="#ctx0" brushRef="#br0" timeOffset="46036.47">22964 15726 641 0,'0'0'95'15,"0"0"25"-15,0 0 0 16,-67 109-28-16,47-51-2 16,3 13 0-16,1 9-27 15,2 7 0-15,5 4-24 16,6-1 6-16,3-6-34 16,2-8 17-16,19-7-25 15,4-9 14-15,6-12-22 16,4-7 11-16,-2-6-7 0,1-9-1 15,2-9 2-15,-1-10-30 16,2-7-32-16,-1 0-104 16,-1-21-178-16,-1-11-396 15</inkml:trace>
  <inkml:trace contextRef="#ctx0" brushRef="#br0" timeOffset="46817.68">23643 15725 629 0,'0'0'109'15,"0"0"11"-15,0 0-12 16,0 0 14-16,27 40 5 15,-2-16-53-15,5 6 9 16,6 3-44-16,0 5 13 16,-2 3-23-16,-3 5 1 15,-5 6 0-15,-8 4 12 16,-5 4-5-16,-7 3-4 16,-6 2 6-16,0 0-30 15,0-6 15-15,-13-4-31 16,0-5 27-16,-5-9-30 15,1-7 26-15,-2-5-25 16,2-7 13-16,0-6-8 16,3-5-12-16,0-5 2 15,5-6-34-15,2 0 7 16,3-3-46-16,4-11 1 16,0-6-74-16,0-5-60 15,0-6-149-15,8-3-232 0</inkml:trace>
  <inkml:trace contextRef="#ctx0" brushRef="#br0" timeOffset="47346.88">23880 15744 973 0,'0'0'181'15,"0"0"9"-15,0 0-122 16,42-82-12-16,-28 57-45 16,3 3 15-16,-3 2-31 15,-3 4 7-15,1 5-33 16,-4 5-77-16,-2 2-133 15,3 0-171-15</inkml:trace>
  <inkml:trace contextRef="#ctx0" brushRef="#br0" timeOffset="48402.65">24234 16213 684 0,'0'0'156'0,"0"0"16"15,0 0-33-15,0 0-52 16,10 0 3-16,0-2-29 16,1 0-15-16,6 1-6 15,0-1-7-15,0 2-1 16,0-1-23-16,0 1 11 15,-3 0-29-15,0-2 23 16,-5 1-50-16,-3 1-13 16,-1-3-66-16,-5 1-19 15,0-1-96-15,0 0-147 16</inkml:trace>
  <inkml:trace contextRef="#ctx0" brushRef="#br0" timeOffset="48621.61">24257 16096 968 0,'0'0'171'0,"0"0"-29"16,0 0-85-16,0 0-56 15,0 0 19-15,72-24-26 16,-55 24 4-16,-2 0-60 15,-1 0-128-15,1 0-178 16</inkml:trace>
  <inkml:trace contextRef="#ctx0" brushRef="#br0" timeOffset="49285.72">25119 15788 653 0,'0'0'116'0,"0"0"10"0,0 0-3 16,0 0-25-16,0 0-38 16,-22-73 4-16,11 63-41 15,-5 6 6-15,3 2-17 16,-4 2-2-16,-1 4-2 15,7 14-8-15,2 6 9 16,5 7-18-16,4 1 24 16,0 3-11-16,2 1 25 15,12-2-25-15,0 0 31 16,-1-2-25-16,-1-2 7 16,-2 1-7-16,-3-4 1 15,-1-1-3-15,-3-1-9 16,-3-6 11-16,0-2-18 15,0-4 20-15,0-4-29 16,0-4 9-16,0-3-67 16,-6-2-6-16,-3 0-85 15,-4 0-112-15,2-10-85 16</inkml:trace>
  <inkml:trace contextRef="#ctx0" brushRef="#br0" timeOffset="49459.53">24954 16058 866 0,'0'0'175'0,"0"0"47"15,0 0-111-15,103-24-49 16,-74 14-48-16,-6 1 5 16,-1-1-28-16,-2 0 11 15,-9 1-98-15,-3-2-83 16,-5-2-246-16</inkml:trace>
  <inkml:trace contextRef="#ctx0" brushRef="#br0" timeOffset="49720.44">25408 15608 1004 0,'0'0'48'0,"0"0"107"16,0 0-50-16,-39 81-59 16,25-53-27-16,0 0-18 15,2-3-1-15,1-2-53 16,1-4-81-16,3-1-156 15,-2-1-193-15</inkml:trace>
  <inkml:trace contextRef="#ctx0" brushRef="#br0" timeOffset="50448.33">25522 15986 1065 0,'0'0'96'16,"0"0"42"-16,0 0-35 15,0 0-81-15,-2-2 0 16,-1 4-30-16,-1 2 18 16,2-1-49-16,-1-2-37 15,0-1-98-15,0 0-207 16</inkml:trace>
  <inkml:trace contextRef="#ctx0" brushRef="#br0" timeOffset="51136.49">25775 15966 573 0,'0'0'152'0,"0"0"-3"0,0 0-42 16,0 0-20-1,0 0-13-15,23-25-27 16,-23 19 16-16,0 0-35 0,0-2 15 15,-3 0-26-15,-6 0-3 16,1 1-6-16,-3 2-3 16,-1-1 1-16,-2 6-12 15,-1 0 9-15,0 0-22 16,-2 10 13-16,4 5-24 16,2 3 18-16,3-1-30 15,4 0 23-15,4-2-5 16,0-4 11-16,0 0 9 15,4-7 0-15,9 0 6 16,2-4-8-16,2 0 14 16,-1 0-17-16,1 0 18 15,0-1-18-15,1-2 19 16,-5 3-20-16,1 0 17 16,-4 0-9-16,2 8 20 15,-1 7 25-15,0 2-8 16,3 5 14-16,-3 3-17 15,4 1 35-15,-2 4-19 16,0-1 22-16,0 2-27 16,-4-4 32-16,-4 0-30 15,-3-3 16-15,-2-2-19 16,0-4-12-16,-10 0-9 16,-9-3-12-16,-3-1 0 15,-2-4-16-15,-2-4 21 16,0-3-36-16,0-3 20 15,4 0-69-15,2 0 7 16,-2-4-60-16,5-7-8 16,-3-3-125-16,5-4-304 15</inkml:trace>
  <inkml:trace contextRef="#ctx0" brushRef="#br0" timeOffset="51914.55">26048 16009 677 0,'0'0'152'0,"0"0"67"16,0 0-49-16,42 0-54 15,-22 0-33-15,3 0-20 16,-1 0-25-16,-2 0-2 15,0 0-26-15,-7 0 12 16,-1 0-30-16,-1 0 26 16,-2 0-36-16,-2-1-14 15,3-2-60-15,-3-1-62 16,-2 0-132-16,0-3-158 16</inkml:trace>
  <inkml:trace contextRef="#ctx0" brushRef="#br0" timeOffset="52571.73">26748 15654 592 0,'0'0'101'16,"0"0"65"-16,0 0-50 15,-46-74-30-15,27 60-7 16,0 2-37-16,-2 6 1 15,1 6-30-15,1 0 8 16,0 6-28-16,6 16 23 16,2 4-27-16,8 6 20 15,3 4-9-15,0 3 4 16,0 0 14-16,11 2-3 16,1-1 14-16,-1-2-15 0,2-3 21 15,-1 1-14 1,2-4 22-16,-2-3-29 0,-1-3 23 15,1 0-32-15,-4-2 10 16,0-3-10-16,-1-2-4 16,-4-3 3-16,-2-2-8 15,1-3 4-15,-2-3-21 16,0-2-4-16,0-4-51 16,0-2-3-16,-3 0-84 15,-9 0-84-15,1-2-146 16</inkml:trace>
  <inkml:trace contextRef="#ctx0" brushRef="#br0" timeOffset="52781.82">26601 15947 939 0,'0'0'147'0,"0"0"-10"16,84-29-74-16,-58 23-62 16,-3 3 15-16,-3 2-50 15,-7 1-85-15,-4 0-130 16,-5 0-187-16</inkml:trace>
  <inkml:trace contextRef="#ctx0" brushRef="#br0" timeOffset="52986.47">26982 16001 1218 0,'0'0'74'0,"0"0"36"0,0 0-58 16,0 0-55-16,0 0 8 15,0 0-68-15,-9 0-152 16,-5 0-339-16</inkml:trace>
  <inkml:trace contextRef="#ctx0" brushRef="#br0" timeOffset="53840.48">27235 15893 798 0,'0'0'143'0,"0"0"7"16,0 0-75-16,0 0-26 16,0 0-32-16,13-27-2 15,-13 20-6-15,-5 2 10 16,-7 1-20-16,-3 2 15 16,-5 2-24-16,0 0 21 15,-2 10-27-15,-1 5 22 16,3 3-17-16,4 0 7 15,3 0-1-15,8-2-3 16,5-3 9-16,0-3-10 16,0-1 15-16,5-4-16 15,8-1 20 1,0-4-18-16,2 0 21 0,-1 0-22 16,0 0 18-16,-1-1-13 15,-1-6 4-15,-2-1 2 16,-3 1-3-16,2-1 5 15,-3 2-12-15,0 0 17 16,-1 4-19-16,-1 2 24 16,1 0-19-16,2 0 25 15,3 4-15-15,3 10 15 16,3 4-5-16,0 4 11 16,4 2 9-16,-3 5 7 15,2 1 11-15,-4 1-18 0,-4 1 20 16,-4-2-26-1,-5-1 29-15,-2-5-33 0,0-3 15 16,-12-2-33 0,-5-4 19-16,-6-5-14 0,-2-3-5 15,-1-4-2-15,-4-2-7 16,1-1 7-16,0 0-33 16,2-5-12-16,2-9-46 15,2-5 3-15,5-4-95 16,4-5-198-16,6-2-498 15</inkml:trace>
  <inkml:trace contextRef="#ctx0" brushRef="#br0" timeOffset="54135.54">27492 15504 1122 0,'0'0'166'0,"0"0"-33"16,-26 76-86-16,9-45-13 15,-2-3-32-15,0-1 11 16,3-4-36-16,2-7-26 16,-1-3-139-16,1-6-236 15</inkml:trace>
  <inkml:trace contextRef="#ctx0" brushRef="#br0" timeOffset="54915.74">26526 15957 623 0,'0'0'134'0,"0"0"4"15,0 0-31-15,0 0-7 16,17-1-63-16,-5 1-10 16,2 0-32-16,-1 0 14 15,3 0-41-15,0 0-64 16,-1 0-139-16,2-5-385 16</inkml:trace>
  <inkml:trace contextRef="#ctx0" brushRef="#br0" timeOffset="57025.74">24876 16381 466 0,'0'0'82'16,"0"0"41"-16,0 0-36 16,0 0-30-16,12 8-2 15,-5-8 2-15,5 0 9 16,-1 0 5-16,3 0 2 0,3 0-16 15,0 0 1 1,0-1-35-16,0-2 17 0,1 2-36 16,-1 1 19-16,-1 0-27 15,1 0 9-15,2 0-5 16,2 0-1-16,-1 0 4 16,3 0-6-1,-1 0 11-15,2 0-17 0,-1-3 20 16,-1 2-21-16,-6 0 25 15,1 1-26-15,-3 0 24 16,1 0-21-16,-4 0 11 16,3 0-2-16,1 0 0 15,1 0 3-15,4 0-8 16,2 0 14-16,1-2-17 16,-1-2 20-16,2 0-23 15,-1 0 23-15,-1 0-24 16,-3 1 21-16,0 0-15 15,-3 1 5-15,-2 0 1 16,1 2-2-16,-1-1 4 16,2-2-9-16,1 0 13 15,1 0-15-15,2 1 22 16,0-2-24-16,-3 1 23 16,2 0-23-16,-4 2 19 15,0-2-14-15,-3 3 5 16,1-1 2-16,-2 1-3 15,1-2 5-15,1 2-11 16,2-1 15-16,2 0-18 16,-1 0 24-16,4-2-17 15,1-1 16-15,1 1-23 16,3-1 18-16,-2 1-10 16,0 2 2-16,-1-1 0 0,-2 2-1 15,-2 0 6 1,0 0-13-16,-1 0 17 0,-2 0-20 15,2 0 24-15,-1 0-23 16,3 0 23-16,1 0-24 16,-1 0 18-16,5-1-10 15,2-2 6-15,3 1 19 16,3-1-16-16,0-1 3 16,1 2-14-16,0-1 22 15,2-1-29-15,0 0 27 16,-2 1-27-16,-1-1 25 15,-5 0-24-15,-1 0 15 16,-6 2-5-16,-5 0 1 16,0 2 2-16,-2-1-5 15,2 1 9-15,1 0-14 16,5 0 19-16,7 0-22 16,1-2 35-16,4 2-27 15,4-4 24-15,3 2-19 16,-4-2 3-16,-3 4 3 15,-3-2-8-15,-5 2 4 16,-5-1-9-16,-4 1 13 16,1 0-18-16,0 0 23 15,-1 0-26-15,3 0 29 16,0 0-28-16,4 0 23 16,0 0-19-16,0 0 10 15,2-3 0-15,-2 1-4 16,0-2 5-16,-3 0-10 15,-1 1 13-15,-2 2-17 16,-2-1 22-16,-5 1-24 16,3-1 28-16,-1 2-28 0,2-3 24 15,0 1-18-15,4-3 7 16,2 1 1-16,3-4-2 16,3 1 4-16,3 3-9 15,-3-3 14-15,-3 3-19 16,-4 3 23-16,-2 0-24 15,-5 1 27-15,-2 0-29 16,0 0 24-16,-4 0-15 16,4 0 5-16,-2 0 1 15,1 0-2-15,1 0 6 16,0 0-13-16,2 0 19 16,-3 0-18-16,-2 0 25 15,0 0-29-15,-3 0 27 16,-2 0-26-16,-1 0 18 15,-1 0-11-15,0 0 0 16,-3 0-11-16,-13 0-61 16,-8 1-77-16,-11 3-169 15,-8 2-342-15</inkml:trace>
  <inkml:trace contextRef="#ctx0" brushRef="#br0" timeOffset="58129.79">26266 16737 598 0,'0'0'166'16,"20"-3"-11"-16,-10-4-35 15,-1-1-33-15,0 0 6 0,-4 0-33 16,-2-2 10-16,-3 2-38 16,0-1 17-16,0-1-43 15,-7 1 12-15,-5-1-18 16,-2 1 1-16,-5 0 0 16,-1 4-8-16,-2 5 6 15,-2 0-19-15,-2 3 9 16,1 15-22-16,1 6 34 15,5 3-27-15,4 0 32 16,8 1-23-16,4-7 18 16,3-4-4-16,0-8 0 15,7-4 5-15,8-5-5 16,1 0 13-16,1-1-14 16,2-10 18-16,1-3-22 15,-1 1 27-15,-3 0-29 16,-2 0 23-16,-5 2-22 15,-3 3 13-15,-2 4-4 16,-3-2-2-16,1 4 5 16,-2 1-6-16,1 1 12 15,5 0-13-15,-2 1 20 16,4 11-22-16,2 7 38 16,1 7-38-16,1 4 27 15,0 6-10-15,-1 0 18 16,1 4 0-16,-4-2-3 15,1 1 10-15,-2-1 3 16,-1-3 18-16,0-2-19 16,-5-4 41-16,1-2-43 0,-2-6 8 15,0-1-39 1,-9-4 23-16,-4-3-29 16,-7-3 6-16,0-4-1 0,-2-5-4 15,0-1-7-15,-1-1-30 16,2-13-9-16,3-5-49 15,1-5-5-15,4-3-59 16,4-2-117-16,0-6-277 16</inkml:trace>
  <inkml:trace contextRef="#ctx0" brushRef="#br0" timeOffset="58543.36">26445 16531 1032 0,'0'0'74'0,"0"0"41"16,0 0 28-16,0 0-85 15,55 0-27-15,-39 2-5 16,-3 6-15-16,-5 5 5 16,-4 3-17-16,-4 4 23 15,0 2-23-15,0 0 26 16,0-1-32-16,-5-2 28 16,-2-3-31-16,5-3 17 15,2-7-8-15,0 0 0 0,0-5 3 16,12-1-3-1,7 0 11-15,2 0-16 0,4-8 19 16,-2-3-26-16,0 0 28 16,-3 1-62-16,-1 1-21 15,-8 3-132-15,0 0-205 16,-7 2-449-16</inkml:trace>
  <inkml:trace contextRef="#ctx0" brushRef="#br0" timeOffset="64666.69">29442 14221 406 0,'0'-1'39'0,"0"1"80"0,0 0-35 16,0 0-18-16,0 0-13 15,0-2 7-15,0 2-6 16,0 0 8-16,0 0 8 15,0 0-23-15,0 0-2 16,0 0-25-16,0 0 17 16,0 0-25-16,0 0 15 15,0 0-28-15,0 0 15 16,-5 0-11-16,-1 0 4 16,-1 3 1-16,0 6 3 15,-3 5 11-15,4 5-21 16,-2 0 22-16,2 4-14 15,4 2 19-15,2 1-31 16,0-2 24-16,3 0-20 16,13-5 18-16,0-1-13 15,4-6-1-15,3-2 3 16,1-4-2-16,3-3 12 16,2-3-16-16,1 0 22 15,-1 0-26-15,-3-3 25 16,-3-7-31-16,-4-2 25 15,-5-1-24-15,-5-3 17 16,-2-4-4-16,-1 1-3 16,-5-4 2-16,-1-2-8 15,0 1 11-15,0-2-16 0,-1 2 20 16,-11 1-24-16,-1 2 29 16,-1 3-30-16,-4 3 26 15,-2 5-23-15,-1 6 11 16,-1 1-3-16,-4 3-1 15,-2 0 1-15,1 3-9 16,1 6 7-16,0 2-18 16,6 0 5-16,4-3-47 15,3 2-1-15,3-4-88 16,4-1-75-16,3-1-127 16</inkml:trace>
  <inkml:trace contextRef="#ctx0" brushRef="#br0" timeOffset="66707.92">29905 14286 1184 0,'0'0'80'16,"0"0"72"-16,0 0-85 16,0 0-13-16,0 0-12 15,0-2-15-15,0 0-4 0,0 0-22 16,0-2 11 0,0 0-27-16,0-2-12 0,0 1-69 15,2-1-42-15,2 2-204 16,0 3-254-16</inkml:trace>
  <inkml:trace contextRef="#ctx0" brushRef="#br0" timeOffset="67720.98">30159 14066 516 0,'0'0'75'16,"0"0"42"-16,0 0 13 0,0 0 0 15,-46 88-31-15,32-51-13 16,5 2-25-16,0 0-4 16,3-1-32-16,6 0 14 15,0-4-25-15,3-2 25 16,15-6-21-16,2-1 8 15,4-5-17-15,-2-4-3 16,1-3-3-16,-3-7-4 16,-5-1 6-16,-1-3-29 15,-5-2-35-15,-6 0-76 16,-2-2-74-16,-1-7-130 16,0-3-215-16</inkml:trace>
  <inkml:trace contextRef="#ctx0" brushRef="#br0" timeOffset="68012.69">30263 14239 925 0,'0'0'149'15,"0"0"21"-15,0 0-71 16,0 0-37-16,100 63-24 16,-74-46-16-16,-4 1 4 0,-1-1-27 15,-2-3 18-15,-6-2-27 16,-4-3 24-1,-2-4-36-15,-3-1-1 0,-2-4-58 16,-2 0-40-16,0 0-72 16,0 0-91-16,0-11-224 15</inkml:trace>
  <inkml:trace contextRef="#ctx0" brushRef="#br0" timeOffset="68226.57">30435 14230 736 0,'0'0'124'0,"0"0"84"0,-49 72-95 16,33-47-29-16,0 0-63 16,2-2 1-16,1-3-19 15,0-1-3-15,1-4-17 16,2-1-59-16,-3-4-54 15,6-4-112-15,0-3-89 16</inkml:trace>
  <inkml:trace contextRef="#ctx0" brushRef="#br0" timeOffset="68849.61">30669 14276 829 0,'0'0'69'16,"0"0"40"-16,0 0 45 16,0 0-84-16,0 0-19 15,30-3-24-15,-18 3-7 16,2 0-14-16,1 0-4 0,-1-1 1 16,2 1-24-1,-2-3-6-15,1 3-43 0,-3-2-33 16,1 1-114-1,-5-2-79-15,1 1-248 0</inkml:trace>
  <inkml:trace contextRef="#ctx0" brushRef="#br0" timeOffset="69136.44">30923 14170 727 0,'0'0'122'0,"0"0"94"16,0 0-61-16,8 70-37 16,-5-43-59-16,1 1-11 15,0-2-17-15,-1-4-20 16,1-5-4-16,2-5-11 15,-3-2 10-15,0-5-35 16,0-3-26-16,1-2-85 16,-3 0-64-16,-1-14-150 15</inkml:trace>
  <inkml:trace contextRef="#ctx0" brushRef="#br0" timeOffset="69471.93">30987 14034 789 0,'0'0'134'15,"0"0"82"-15,0 0-43 16,95 90-95-16,-69-57-6 15,-3 1-36-15,-7 1 4 16,-6 1-4-16,-5-2 3 16,-5-1-1-16,0 0-18 15,-5-4 7-15,-8-2-33 16,-3-2 25-16,-1-6-30 16,-2-2 24-16,1-6-55 15,-1-4-14-15,4-5-52 16,-2-2-79-16,4-2-215 15,1-15-492-15</inkml:trace>
  <inkml:trace contextRef="#ctx0" brushRef="#br0" timeOffset="70598.72">31346 14245 412 0,'0'0'139'0,"0"0"-3"16,0 0 14-16,0 0-14 15,0 0-15-15,0 0-6 16,3 0-22-16,9 0-8 15,5 0-39-15,2 0 10 16,4 0-29-16,3 0 18 16,0 0-40-16,0 0 21 0,-4-4-26 15,-5 2 3 1,-7-1-1-16,-1 1-7 16,-8 0-6-16,2 2-22 0,-3 0 8 15,0 0-35-15,0 0-18 16,0-2-106-16,0 2-138 15,0-4-307-15</inkml:trace>
  <inkml:trace contextRef="#ctx0" brushRef="#br0" timeOffset="73850.7">31866 13928 693 0,'0'0'34'0,"-3"0"103"0,-8 13 8 16,-2 5-37-16,-6 5-52 15,0 6 7-15,-1 5-34 16,0 3 18-16,3 1-17 15,5 1 15-15,6 1-22 16,6-2 3-16,0-3-9 16,0-4-4-16,16-3 2 15,-1-5-14-15,0-6 11 16,-3-3-20-16,-2-5 21 16,-3-5-23-16,-1 0 23 15,-6-4-38-15,0 0-16 16,0 0-64-16,0 0-89 15,0-4-151-15,0-4-282 16</inkml:trace>
  <inkml:trace contextRef="#ctx0" brushRef="#br0" timeOffset="74195.45">31999 14105 900 0,'0'0'80'0,"0"0"52"0,0 0 35 15,0 0-88-15,17 77-17 16,-11-60-49-16,0 0 8 16,-1-3-11-16,0-4-6 15,-3 0 1-15,-1-5-11 16,-1-1-6-16,0-2-75 16,0-2-59-16,0 0-173 15,0-4-390-15</inkml:trace>
  <inkml:trace contextRef="#ctx0" brushRef="#br0" timeOffset="74507.53">32110 13872 862 0,'0'0'117'0,"0"0"27"16,81 72 11-16,-46-34-86 15,-2 3 9-15,-2 5-42 16,-7 3 10-16,-7-1-21 16,-8-2 15-16,-6-3 0 15,-3-2-19-15,0-7-5 0,-12-5-20 16,-6-6 15-16,-3-3-45 15,-2-6-32-15,-3-4-68 16,-3-6-121-16,-1-3-298 16</inkml:trace>
  <inkml:trace contextRef="#ctx0" brushRef="#br0" timeOffset="78270.06">32620 13853 580 0,'0'-4'113'0,"0"2"22"16,0 0-6-16,0 0-36 15,0 2-41-15,0 0 13 16,0 0-22-16,-10 4 8 15,-3 8-47-15,-1 9 27 16,-3 4-11-16,0 4 14 16,0 4-8-16,1 4-12 15,2 3 2-15,4 1-9 16,4 2 12-16,6-2-22 16,0-2 25-16,7-4-21 15,16-5 25-15,6-3-31 16,1-6 26-16,2-5-17 15,-3-5 0-15,-7-3-1 16,-5-5-12-16,-7 0-15 16,-7-3-62-16,-3 0-40 15,0 0-96-15,-6 0-148 16</inkml:trace>
  <inkml:trace contextRef="#ctx0" brushRef="#br0" timeOffset="78734.63">32739 14079 1019 0,'0'0'73'0,"0"0"27"16,0 0 27-16,0 0-73 15,0 0-30-15,52-42-2 16,-38 41-17-16,-2 1 7 16,-5 0-21-16,-3 14 21 15,-4 5-18-15,0 5 33 16,0 1-30-16,0 0 27 15,-7-2-23-15,0-3 13 16,3-2-6-16,2-4-4 16,2-4 0-16,0-2-6 15,0-3 13-15,9-2-17 16,5-3 24-16,3 0-24 16,2 0 25-16,0 0-30 15,-1-5 18-15,-1-4-39 16,-6 0-37-16,1 1-85 15,-6 0-153-15,-5 1-240 0</inkml:trace>
  <inkml:trace contextRef="#ctx0" brushRef="#br0" timeOffset="79162.16">32975 13750 848 0,'0'0'39'15,"0"0"142"-15,0 0-60 16,0 0-22-16,93 100-41 16,-60-64 3-16,2 2-11 15,-3 0-16-15,-4-2 3 16,-7-4-14-16,-10 0 27 16,-5-3-28-16,-6-2 17 15,0 0-36-15,-20-2 23 16,-2-1-32-16,-4-2 12 15,0-4-18-15,3-1-35 16,3-3-35-16,1-6-41 16,6-2-154-16,0-5-284 0</inkml:trace>
  <inkml:trace contextRef="#ctx0" brushRef="#br0" timeOffset="82132.08">29340 14639 369 0,'0'0'38'0,"0"0"59"16,-3 0 34-16,3 0-48 0,0 0 4 15,0 0 20-15,3 0-10 16,3 0-4 0,0 0-31-16,-3 0 7 0,3 0-37 15,1 0 17-15,1 0-33 16,1 0 15-16,4 0-20 16,3 0 16-16,3 0-12 15,0 0-3-15,1 0 2 16,0-2-8-16,0 2 16 15,0 0-23-15,-1 0 16 16,0-1-22-16,0-1 29 16,0 2-27-16,2-3 22 15,1 1-18-15,1-1 3 16,-1 0 0-16,1 1-2 16,1-1 3-16,-3 2-10 15,0 1 15-15,-1 0-18 16,-2 0 22-16,-1 0-22 15,-1 0 24-15,3 0-27 16,1 0 23-16,0 0-14 16,2 0 3-16,1 0 3 15,3 0-3-15,-3 0 5 16,2 0-12-16,-2-2 18 16,-3-2-21-16,-1 4 24 15,-2-2-25-15,-5 2 26 16,2 0-25-16,-4 0 17 15,5 0-8-15,1 0 1 16,2 0 3-16,3 0-4 16,3 0 7-16,-1 0-14 0,2 0 20 15,-5 0-23 1,2 0 26-16,-5 0-26 16,-3 0 25-16,-2 0-23 0,-2 0 14 15,0 0-6-15,-1 0 1 16,2 0 2-16,1 0-4 15,1 0 10-15,7 0-16 16,0 0 20-16,2 0-22 16,1 0 25-16,3 0-26 15,-3 0 25-15,-4-1-24 16,0 0 14-16,-5-1-2 16,-1 2-3-16,-4 0 4 15,-3 0-8-15,4 0 12 16,-2 0-15-16,1 0 20 15,4 0-24-15,2 0 30 16,0 0-30-16,1 0 26 16,3 0-22-16,0 0 10 15,1 0 0-15,-3 0-2 16,1 0 4-16,0 0-9 16,-1 0 13-16,0 0-17 15,-3 2 22-15,3-1-25 16,0-1 29-16,0 1-30 15,-3 1 26-15,2-2-19 16,1 0 7-16,-4 1 1 16,2-1-3-16,1 0 5 15,-3 0-11-15,4 0 17 16,-1 0-19-16,4 0 22 16,2 0-24-16,1 0 27 15,0-1-29-15,2-3 24 0,-1 0-17 16,1 1 7-16,-5 2 0 15,0 0-2-15,-3 1 5 16,-1 0-11-16,2 0 18 16,-1 0-22-16,2 0 25 15,1-3-25-15,3 1 27 16,0 0-28-16,0-1 21 16,-1 1-12-16,1 2 4 15,-3-1-1-15,-2 1-2 16,-1 0 8-16,-2 0-15 15,-1 0 21-15,-1 0-23 16,1 0 26-16,-1 0-25 16,3 0 25-16,3 0-26 15,3 0 17-15,2 0-8 16,5-3 3-16,4 1 0 16,-1-2-6-16,4 1 12 15,0-1-15-15,2 2 17 16,-2 0-21-16,-3 0 27 15,0 1-32-15,-4 0 30 16,-4 1-24-16,-5-2 16 16,0 1-5-16,-7 0 0 15,3 1 3-15,-1-2-6 16,2 0 11-16,0-1-17 16,3 1 20-16,6-1-21 15,2 1 25-15,1-1-27 16,2 2 26-16,1-2-23 15,4 1 11-15,-2 2-3 16,-3 0 2-16,4-2 0 16,-5 2-6-16,-1-2 12 15,-3 2-18-15,-6 0 23 0,-1 0-25 16,-3 0 30-16,-1 0-32 16,-1 0 27-16,-1 0-19 15,4 0 9-15,4 0-1 16,3 0-1-16,2 0 3 15,4 0-8-15,1 0 13 16,-1-5-18-16,-3 4 22 16,-5-2-24-16,-1 2 28 15,-6 1-29-15,-2 0 25 16,-4 0-17-16,0 0 6 16,-4 0 0-16,4 0-1 15,-1 0 5-15,1 0-11 16,2 0 17-16,0 0-19 15,1 0 22-15,-4 0-23 16,1 0 24-16,1 0-26 16,-1 0 23-16,0 0-15 15,-4 0 5-15,5 0 0 16,-2-2-2-16,-1 2 7 16,0 0-10-16,-1-1 16 15,-1 1-23-15,-2 0 26 16,-1-1-27-16,-2 1 27 15,0 0-28-15,0 0 20 16,0 0-24-16,-16-1-55 16,-6-1-156-16,-7 0-311 15</inkml:trace>
  <inkml:trace contextRef="#ctx0" brushRef="#br0" timeOffset="83358.09">30477 14779 375 0,'4'-4'78'0,"-2"2"47"0,-1 1-14 16,-1-1-27-16,0 2-16 15,0 0-7 1,0 0 10-16,0 0 2 0,0 0 16 16,-3 0-38-16,-5 5 2 15,-4 9-18-15,2 6 11 16,-6 5-22-16,2 6 14 16,-4 6-20-16,2-1 9 15,2 2-9-15,4-1-6 16,3-1 7-16,7-5-15 15,0-2 15-15,3-4-15 16,14-1 24-16,3-2-30 16,3-2 29-16,-1-2-30 15,0-1 17-15,-5-2-14 16,-4-2 0-16,-6-4 2 16,0-2-5-16,-5-3-6 15,-2-1-37-15,0-2 10 16,0-1-39-16,-3 0-43 15,-7 0-104-15,1 0-60 16,3-12-273-16</inkml:trace>
  <inkml:trace contextRef="#ctx0" brushRef="#br0" timeOffset="84042.65">30668 15016 569 0,'0'0'133'0,"0"0"-1"15,0 0 19-15,0 0-22 16,0 0-43-16,1 11 2 16,8 3-10-16,5 3-30 0,-1 2-9 15,4 1-16 1,2-1 16-16,0-3-29 16,0-3 17-16,1 0-27 0,-3-4 24 15,-4 0-32-15,-1-4 20 16,-2-1-18-16,-3 0 5 15,-1-1-1-15,-3 0-13 16,0-3-9-16,0 1-31 16,1-1-16-16,-4 0-74 15,1 0-26-15,-1 0-67 16,0-3-17-16,0-6-165 16</inkml:trace>
  <inkml:trace contextRef="#ctx0" brushRef="#br0" timeOffset="84316.81">30861 14989 620 0,'0'0'115'0,"0"0"30"16,0 0 17-16,0 0-90 15,0 0 22-15,-88 94-24 16,69-64-5-16,1 1-31 16,-1-2-9-16,4-4-15 15,1-5-11-15,7-5 3 16,1-5-18-16,3-5-32 16,3-3-74-16,0-2-49 15,0 0-104-15,0-15-152 16</inkml:trace>
  <inkml:trace contextRef="#ctx0" brushRef="#br0" timeOffset="84872.89">31101 15054 853 0,'0'0'116'0,"0"0"97"0,0 0-84 15,0 0-50 1,0 0-42-16,68 1 9 0,-51-1-37 16,-4 0 15-16,-3 0-36 15,2 0 22-15,-5 0-38 16,3 0-20-16,-1-1-44 15,-1-2-46-15,1-1-55 16,4-2-72-16,-4 0-190 16</inkml:trace>
  <inkml:trace contextRef="#ctx0" brushRef="#br0" timeOffset="85149.75">31388 14923 728 0,'0'0'119'0,"0"0"92"16,0 0-55-16,0 0-56 16,22 71-29-16,-18-47-8 15,-1-1-33-15,0 2 8 16,2-1-31-16,0-5 15 15,-2-3-32-15,0-4 27 16,0-2-36-16,0-6-3 16,0-4-54-16,-2 0-77 15,2-6-153-15,-3-10-291 16</inkml:trace>
  <inkml:trace contextRef="#ctx0" brushRef="#br0" timeOffset="85483.52">31460 14783 935 0,'0'0'188'0,"0"0"-27"15,80 67-65-15,-44-36-37 16,0 5-12-16,2 1-2 15,-7 2 3-15,-2 1 10 16,-8-3-30-16,-7 1 22 16,-5-6-34-16,-8 0 23 15,-1-5-37-15,0-1 20 16,-11-4-31-16,-7-3 16 16,-1-6-11-16,-2-3-11 15,1-8-24-15,2-2-33 16,2 0-18-16,3-15-61 15,1-9-131-15,3-6-258 16</inkml:trace>
  <inkml:trace contextRef="#ctx0" brushRef="#br0" timeOffset="85952.58">31760 14749 848 0,'0'0'108'0,"0"0"34"16,0 0-49-16,0 0-40 16,0 0 16-16,77-27-32 15,-62 25 19-15,-2 2-39 16,-4 0 15-16,-5 6-32 16,-4 7 14-16,0 3-4 15,0 4 6-15,0-2-3 16,-7 0-8-16,2-5 9 15,1-3-13-15,4-3 19 16,0-3-24-16,0-1 27 16,13-3-26-16,4 0 28 15,5 0-30-15,1-3 15 16,0-6-11-16,-2 1-1 16,-3 0-15-16,-5 3-43 15,-1 1-51-15,-6 2-158 16,-5 1-170-16</inkml:trace>
  <inkml:trace contextRef="#ctx0" brushRef="#br0" timeOffset="88806.88">29228 14502 125 0,'0'0'1'0,"4"0"39"15,2 0 8-15,-1 0-12 16,1 0-16-16,3-1-15 16,1-2 0-16,3-1-6 15,3-1 23-15,4-2-10 16,2-5 30-16,0 1-8 16,2-1 16-16,-1 0-3 15,-1 0-18-15,-2 3-20 16,-1 0-8-16,-3 3 4 15,1 1-10-15,-2 0 12 16,-1 1-11-16,-2-1 10 16,-1 1-11-16,2-1 13 15,-1 0-14-15,4-2 9 16,2-3-4-16,0 0 2 16,6-2-1-16,1-1-2 15,-2 1 6-15,0 1-9 16,0 1 10-16,-7 2-11 15,0 1 17-15,-3 0-15 16,0 2 30-16,0-2 0 16,4 0-11-16,2-1-7 15,4-2-3-15,2 3 2 16,1-4-8-16,0 1 4 16,1-2-8-16,-4 3 5 15,-1 2-12-15,-1-1 17 16,-3 1-15-16,-1 1 18 15,-4 2-13-15,3-2 5 0,-6 2-4 16,3-1-7-16,0 1 2 16,2-3-9-16,1 1 15 15,2-1-7-15,1 0 15 16,3-1-13-16,-1 0 18 16,1 0-19-16,1 0 16 15,-3 0-20-15,-4 1-11 16,2 0 6-16,-5 2-9 15,1-2 3-15,-4 1 6 16,2 1 21-16,1-1-8 16,-2 2 15-16,2-1-13 15,3 0 11-15,0-1-15 16,0 0 13-16,4 0-7 16,-1-1 0-16,4 0 2 15,-1 0 0-15,-1-1 0 16,-2 1-5-16,0-1 11 15,-3 2-14-15,1 0 15 16,-2 0-16-16,-1 2 17 16,-1-1-16-16,1 1 13 15,1 0-11-15,2-2 5 16,-2 1 2-16,2-3-2 16,-1 2 7-16,0-1-3 15,-2 0 11-15,-1 2-11 16,0-2 8-16,-1 4-18 0,2-3 15 15,-4 2-17 1,2-2 15-16,-2 1-9 16,0-1 2-16,3 2 15 0,-4-3 9 15,1 3 5 1,1 0-16-16,-3 1-1 0,-1-1-20 16,0 1 18-16,3 1-20 15,-3-1 21-15,2 0-20 16,-3 0 11-16,-1 2-5 15,-2 1 1-15,-3 0 4 16,0 0-6-16,0 0 10 16,0 0-13-16,-4 0 11 15,-6 0-13-15,4 0 3 16,2 0-24-16,-2 0 27 16,3 0-17-16,0 0 11 15,-2-3 8-15,-1 0 0 16,0 2 2-16,0-2-3 15,-1 1 4-15,-3 1-6 16,4-1 13-16,-1 1-11 16,1-2 25-16,2 2-12 15,1 0 26-15,2 1-21 16,1-2-6-16,0 1-7 16,0 1-3-16,0 0 2 15,0 0-5-15,0 0 11 16,4 0-1-16,4 0 14 15,1 0-11-15,0 0 12 16,2 0-26-16,0 0 24 16,-1 0 2-16,1 0 0 15,-4 4 8-15,2-1-13 0,-3-1 6 16,1 2-8 0,-3-1 12-16,-2 1-20 0,-1 0 24 15,-1 3-12-15,0 1 30 16,0 2-19-16,0 0 34 15,-3 4-25-15,-1-1-6 16,-3-1-10-16,1-2-13 16,2 0 1-16,-1-1-15 15,4-5 13-15,-2 3-26 16,0-5-7-16,0-2-88 16,-4 0-81-16,1 0-262 15</inkml:trace>
  <inkml:trace contextRef="#ctx0" brushRef="#br0" timeOffset="89451.52">31159 13669 434 0,'0'0'54'0,"0"0"7"15,0 19 23-15,0-7-28 16,1 0-26-16,2-1 9 16,1 0-22-16,2 0 30 15,4-3-30-15,-1 1 7 16,1-4-21-16,-1 0 7 15,2-2 2-15,1-2-2 16,-1-1 4-16,-2 0-10 16,1 0 6-16,-2 0-16 15,-2 0 18-15,-1-1-20 16,-4-5 23-16,2 0-19 16,-3-2 25-16,0-2-9 15,0-1 10-15,0 0-10 16,0-3-2-16,0 1-4 15,0 1-11-15,0-3 13 16,-3 5-17-16,2 1 20 16,-4 5-20-16,-1 1 23 15,-2 3-18-15,-2 0 28 16,-3 0-27-16,-3 10 0 16,-1 2-14-16,-1 2-72 15,-2 2-85-15,4 1-203 16</inkml:trace>
  <inkml:trace contextRef="#ctx0" brushRef="#br0" timeOffset="93174.99">28737 16400 771 0,'20'-11'46'0,"-1"-1"69"16,0 1-62-16,-5 2-47 16,0 2-4-16,-5 2 1 15,-4 4-33-15,-5 1-56 16,0 0-57-16,0 0-57 16,-12 0-279-16</inkml:trace>
  <inkml:trace contextRef="#ctx0" brushRef="#br0" timeOffset="93394.02">28682 16273 894 0,'0'0'119'0,"0"0"38"16,0 0-129-16,0 0-12 16,0 0-39-16,0 0-76 15,82-26-165-15,-70 20-220 16</inkml:trace>
  <inkml:trace contextRef="#ctx0" brushRef="#br0" timeOffset="94603.17">28649 16421 481 0,'0'0'129'0,"0"0"42"0,0 0-25 15,-9 0-18-15,9 0-29 16,6 0-43-16,8-2 39 15,2-1-25-15,3-1-16 16,-2 0-14-16,2 1-12 16,-6 2 2-16,3-1-23 15,-4-1 15-15,-1 1-29 16,-2 1 25-16,-2-2-29 16,2 0 25-16,1 1-34 15,0-2 2-15,0-1-26 16,1-3-40-16,-3 2-68 15,-4-2-145-15,-4-1-208 16</inkml:trace>
  <inkml:trace contextRef="#ctx0" brushRef="#br0" timeOffset="94992.41">28601 16286 812 0,'0'0'115'16,"0"0"43"-16,0 0 0 15,0 0-62-15,0 0-29 16,78-25-36-16,-53 17 12 16,-1 2-35-16,2-2 10 15,-3 3-29-15,0-2 15 16,2 2-45-16,-2-1-58 15,-1 2-97-15,-2 0-151 16,-2-1-371-16</inkml:trace>
  <inkml:trace contextRef="#ctx0" brushRef="#br0" timeOffset="97243.16">29381 16100 604 0,'0'0'137'15,"-3"2"0"-15,3-2 19 16,0 0-50-16,0 0-23 16,0 0-25-16,0 0 8 15,0 0-19-15,9 0 19 16,2 0-38-16,4 0 20 16,-2 0-44-16,4-3 20 15,-1 0-27-15,-2 2 6 16,2-1-4-16,-6 2-25 15,1 0-41-15,-4 0-57 16,1 0-91-16,-2 0-184 16</inkml:trace>
  <inkml:trace contextRef="#ctx0" brushRef="#br0" timeOffset="97745.2">29823 15941 721 0,'0'0'99'0,"0"0"76"16,0 0-54-16,0 0-18 15,0 0-45-15,0-6 4 16,0 2-30-16,14-2-5 16,5-1 5-16,4 0-19 15,0-1-1-15,0 7-13 16,-5-2 18-16,-3 3-24 16,-6 0 23-16,-3 12-26 15,-6 4 25-15,0 4-19 16,0 1 18-16,-13 4-10 15,0-2 1-15,0 0 1 16,0-4-7-16,6-2 8 16,1-6-14-16,5-2 18 15,1-4-23-15,0-2 28 16,0-2-27-16,14-1 27 16,5 0-21-16,5 0 15 15,4 0-9-15,-1-1-1 16,-1-5 0-16,-4 1-23 15,-2-1-25-15,-7 4-86 0,-3-1-123 16,-4 2-216 0</inkml:trace>
  <inkml:trace contextRef="#ctx0" brushRef="#br0" timeOffset="98428.71">29576 16336 395 0,'0'0'114'0,"0"0"63"0,0 0-74 15,0 0 12-15,-9 0-18 16,9 0 0-16,0 0-8 16,0 0-3-16,3-1-20 15,10-2-21 1,3 0 6-16,10-2-25 0,6 0 18 15,8-2-31-15,12-3 23 16,10-1-30 0,6 0 24-16,7 1-26 0,-1 1 11 15,1 1-7-15,-3 2-3 16,-4 0 1-16,-7 4-5 16,-8 1 13-16,-5 1-17 15,-8 0 19-15,-7-1-26 16,-5 1 30-16,-8-2-33 15,-4 1 28-15,-3 0-23 16,-7-2 12-16,-3 2-4 16,-3-1-6-16,0 0-15 15,0-1-37-15,-3 3-23 16,-15 0-76-16,-3 0-116 16,-8 0-258-16</inkml:trace>
  <inkml:trace contextRef="#ctx0" brushRef="#br0" timeOffset="99510.38">29733 16458 572 0,'0'0'91'16,"0"0"73"-16,0 0-50 16,0-4-1-16,0 4-43 15,-1 9 7-15,-9 11-40 16,-1 6 19-16,-1 6-13 15,-1 7-3-15,1 1-7 16,-1-1-8-16,7-2-2 16,2-2-19-16,4-6 20 15,0-3-25-15,7-4 28 16,10-8-29-16,4-1 26 16,-1-5-21-16,1 0 14 15,-3-5-10-15,-4 0-6 16,-2-2 3-16,-2 2-7 15,-3-2 1-15,-3 2-36 16,1-2-8-16,-4-1-58 16,-1 0-49-16,0 0-142 0,0 0-94 15</inkml:trace>
  <inkml:trace contextRef="#ctx0" brushRef="#br0" timeOffset="99890.65">29917 16613 849 0,'0'0'81'16,"0"0"95"-16,0 0-17 16,0 0-68-16,0 0-35 15,82 31 6-15,-59-17-32 16,3-1 14-16,-3-1-33 16,0 0 27-16,-3-1-39 15,-2-2 19-15,-4-2-20 16,-2 0 3-16,-2-1 1 15,-3-3-15-15,-2 2-18 16,-1-3-29-16,-3-2-15 16,-1 0-89-16,0 0-71 15,0 0-136-15</inkml:trace>
  <inkml:trace contextRef="#ctx0" brushRef="#br0" timeOffset="100137.45">30178 16584 805 0,'0'0'106'0,"0"0"63"16,0 0 1-16,-68 68-83 16,47-43-33-16,-1 0-35 15,0-4 2-15,2-3-29 16,4-5 25-16,6-4-28 15,1-2 14-15,5-6-56 16,4-1-26-16,0 0-75 16,0 0-145-16,7-11-202 15</inkml:trace>
  <inkml:trace contextRef="#ctx0" brushRef="#br0" timeOffset="100387.17">30387 16654 961 0,'0'0'98'0,"0"0"98"0,0 0-86 16,0 0-62-16,86-39-33 15,-72 33-3-15,-8 3-39 16,-2-1-47-16,-4 1-134 16,0-1-96-16,0 0-294 15</inkml:trace>
  <inkml:trace contextRef="#ctx0" brushRef="#br0" timeOffset="100610.52">30551 16516 896 0,'0'0'101'15,"0"0"94"-15,0 0-64 16,10 77-51-16,-7-53-45 16,-2-2 7-16,3-4-45 15,-1-5 20-15,0-3-33 16,-1-5 3-16,-1-5-83 15,2 0-56-15,0-4-138 16,0-11-211-16</inkml:trace>
  <inkml:trace contextRef="#ctx0" brushRef="#br0" timeOffset="100916.84">30688 16396 942 0,'0'0'111'15,"0"0"81"-15,0 0-86 0,81 90-22 16,-57-57-36 0,-1 1 1-16,-4 2-9 0,0-3-1 15,-7 2 12-15,-5-3-37 16,-3-2 12-16,-4-1-30 15,0-4 21-15,-14-3-29 16,-5-2 28-16,-3-8-49 16,-1-6-11-16,0-6-57 15,4 0-29-15,-1-8-124 16,8-14-175-16</inkml:trace>
  <inkml:trace contextRef="#ctx0" brushRef="#br0" timeOffset="101347.49">30910 16359 1046 0,'0'0'97'0,"0"0"85"15,0 0-124-15,0 0-8 16,0 0-30-16,55-2 19 16,-45 8-31-16,-5 6 19 15,-4-1-15-15,-1 3 6 0,0 1 3 16,0 0-8-1,0 0 7-15,0-4-19 0,0-1 17 16,0-4-27-16,3-2 28 16,1-1-30-16,6-3 32 15,2 0-32-15,3 0 20 16,3 0-8-16,1-7-2 16,-2-1-9-16,2-2-33 15,-1 3-36-15,-3-2-59 16,-3 1-79-16,-5 0-211 15</inkml:trace>
  <inkml:trace contextRef="#ctx0" brushRef="#br0" timeOffset="102507.14">31235 16143 667 0,'0'0'142'16,"0"0"25"-16,0 0-38 15,-4 1-56-15,4-1 4 16,14 0-34-16,2 0 35 16,7 0-24-16,0 0 0 15,-1 0-41-15,-2-4 6 0,-5-2-16 16,-4 2-3-16,-2-1-4 15,-3-1-29 1,-2 2-38-16,-4-4-79 0,0 1-72 16,-1 0-187-16</inkml:trace>
  <inkml:trace contextRef="#ctx0" brushRef="#br0" timeOffset="102682.5">31248 16036 936 0,'0'0'87'0,"0"0"85"0,0 0-92 15,0 0-66-15,80-19-12 16,-53 15-47-16,-2-4-125 16,-4 4-213-16</inkml:trace>
  <inkml:trace contextRef="#ctx0" brushRef="#br0" timeOffset="103716.54">32008 15968 293 0,'0'0'109'16,"0"0"31"-16,0 0 31 15,0 0-80-15,0 0-17 16,-3-17-6-16,3 13-2 16,-4-4-12-16,-1 3-9 15,-3 0 3-15,-4-2-27 16,1 3 7-16,-5 4-32 16,0 0 20-16,-3 0-28 15,0 3 23-15,-1 10-20 16,1 4 8-16,6 0 4 0,6 1-6 15,5-2 7-15,2-2-10 16,2-4 14 0,11-2-14-16,4-6 23 0,-1 0-16 15,3-2 28-15,0 0-36 16,0-4 19-16,-1-8-16 16,-3-1 6-16,-1 1-2 15,-4 1-3-15,-7 0 7 16,0 2-10-16,-3 3 17 15,0 2-19-15,0 1 36 16,0 3-1-16,0 0 14 16,0 7-39-16,0 12 13 15,6 7-12-15,7 9 13 16,3 6 16-16,5 4-6 16,5 4 16-16,-1 1-16 15,-3-3 21-15,-2-2-13 16,-7-4 28-16,-2-4-36 15,-8-9 28-15,-3-4-33 16,0-7 16-16,-7-5-20 16,-12-3-2-16,-7-7-5 15,-5-2-10-15,-6 0 4 16,0-1-25-16,-3-12 4 16,2-1-48-16,3-5 13 15,6-2-54-15,6-6-15 16,7-4-175-16,8-4-264 15</inkml:trace>
  <inkml:trace contextRef="#ctx0" brushRef="#br0" timeOffset="104248.48">32110 15680 830 0,'0'0'102'15,"0"0"56"-15,0 0-22 16,0 0-69-16,6-12 11 16,7 10-44-16,0-2 4 15,0 2-37-15,-4-1 15 16,1 0-19-16,-4 0-3 15,-2 1-43-15,1 0-77 0,-4-2-61 16,0 2-104-16,-1-2-155 16</inkml:trace>
  <inkml:trace contextRef="#ctx0" brushRef="#br0" timeOffset="104469.5">32269 15559 870 0,'0'0'145'0,"0"0"53"15,0 0-80-15,0 0-48 16,0 0-28-16,23 70-21 16,-21-54-17-16,-1-1 5 15,-1-2-26-15,3 0-22 16,-3-2-116-16,3-5-112 15,1 0-236-15</inkml:trace>
  <inkml:trace contextRef="#ctx0" brushRef="#br0" timeOffset="105316.07">32493 15793 820 0,'0'0'188'0,"0"0"-27"16,0 0-57-16,0 0-65 16,-29 57 22-16,19-28-8 15,0 5-22-15,2 0-1 16,3-1-15-16,5-4 10 15,0 0-23-15,0-5 16 16,0-3-29-16,12-4 28 16,1-2-30-16,1-5 24 15,0-4-32-15,1-3-25 16,-1-3-25-16,-5 0-56 16,-2 0-97-16,-1-7-137 15,-3-4-284-15</inkml:trace>
  <inkml:trace contextRef="#ctx0" brushRef="#br0" timeOffset="105569.14">32626 15918 920 0,'0'0'146'16,"0"0"27"-16,0 0-57 15,0 0-54-15,68 71-23 16,-51-55-6-16,0 1-16 0,0-1-5 16,-3-6-18-1,-2-1 17-15,-4-3-24 0,1-3 18 16,-2-3-58-16,0 0-9 16,-1 0-85-16,-1-8-93 15,-1-7-163-15</inkml:trace>
  <inkml:trace contextRef="#ctx0" brushRef="#br0" timeOffset="105749.76">32748 15939 735 0,'0'0'152'0,"0"0"56"15,0 0-101-15,-61 79-58 16,49-62-35-16,3-5 5 15,1-2-29-15,5-5 5 16,3-5-131-16,0 0-98 16,0 0-148-16</inkml:trace>
  <inkml:trace contextRef="#ctx0" brushRef="#br0" timeOffset="106105.38">32824 15737 809 0,'0'0'195'0,"0"0"-14"16,55 84-70-16,-35-49-21 15,0 0-27-15,-4 4-11 16,0-1-13-16,-6-3 22 16,-1 0-29-16,-6-4 21 15,-2-4-47-15,-1-5 18 16,0-3-35-16,-1-4 25 16,-11-3-25-16,1-4-8 15,-2-1-36-15,1-5-21 16,0-2-23-16,3 0-95 15,1-17-124-15,2-7-180 16</inkml:trace>
  <inkml:trace contextRef="#ctx0" brushRef="#br0" timeOffset="106852.8">33019 15554 773 0,'0'0'80'15,"0"0"96"-15,0 0-66 16,0 0-37-16,0 0-21 15,76-55-6-15,-57 49 10 16,-2 4-28-16,-2 2 18 16,-1 0-34-16,-1 5 19 15,0 14-24-15,0 7 19 16,-2 5-20-16,1 9 8 16,-1 3-3-16,-1 7-6 15,1 4 7-15,-1 2-11 16,3 1 22-16,0 2-19 15,1-4 24-15,1 2-24 16,-2-5 31-16,2 0-28 16,-1-6 24-16,0-4-22 15,1-2 5-15,-1-6-1 16,0-2-10-16,-3-6 10 16,1-4-15-16,-4-4 18 15,0-6 1-15,-3-4 4 16,-3-4-31-16,-2-1 35 15,0-3-22-15,-10 0 39 16,-8 3-20-16,-9 1-15 16,-8 2-3-16,-7 3-5 15,3 2 7-15,0-1-16 16,2 0 23-16,6-4-34 0,7-4 7 16,5-2-74-1,5 0 6-15,2-12-51 0,6-7-25 16,3-5-202-16,3-8-361 15</inkml:trace>
  <inkml:trace contextRef="#ctx0" brushRef="#br0" timeOffset="107479.58">33442 15470 1109 0,'0'0'189'0,"0"0"-41"15,0 0-55-15,33-72-64 16,-20 46 4-16,2 1-25 16,-4 0-3-16,-1 1-2 15,-3 6-11-15,-1 5-31 16,-3 4-42-16,-3 5-25 15,0 4-175-15,0 0-292 16</inkml:trace>
  <inkml:trace contextRef="#ctx0" brushRef="#br0" timeOffset="109388.14">31716 15563 442 0,'0'0'104'15,"0"0"27"-15,-20-11-47 16,8 7-32-16,-2 1-2 16,-2 2-12-16,-4 1-2 15,-2 0 7-15,2 0-14 16,-3 10 26-16,3 3-32 15,2 3 12-15,4 3-27 16,2 0 14-16,5 3-27 16,4 7 16-16,0 1-2 15,3 3 6-15,0 2-1 16,0 4 8-16,0 3 2 16,3-2-3-16,7 4 24 15,-1 2-25-15,5 2 17 0,2 2-31 16,3-2 35-1,-1 0-9-15,0 2-20 0,-1-5-9 16,-1-2 5 0,-3-2 3-16,-1-3-1 0,-2 0 10 15,-1-1-20-15,-1-1 24 16,-2-1-29-16,0-3 45 16,-2 1-43-16,-1-4 17 15,1-2-22-15,-4-2 16 16,3-2-6-16,0-3-3 15,0 0 4-15,3-3-10 16,-2 2 17-16,5-3-21 16,0-2 25-16,-1 0-22 15,-2-3 36-15,2-4-41 16,-2 0 27-16,0-5-21 16,-3 2 9-16,2-2-1 15,-3-1-2-15,1-1 5 16,0 0-12-16,3 0 19 15,0 0-21-15,1 0 25 16,0 0-23-16,5 0 27 16,-1 0-29-16,2 0 21 15,3 0-16-15,0 0 6 16,6 0 1-16,2 0 0 16,-1-3 9-16,2 1-15 15,-2-1 16-15,0 2-23 16,-1 0 28-16,-6-1-32 15,-2 0 32-15,-1 0-35 16,-7-2-1-16,-4 0-46 16,-2-3-45-16,0-1-150 15,-15-3-418-15</inkml:trace>
  <inkml:trace contextRef="#ctx0" brushRef="#br0" timeOffset="112123.67">29027 15473 300 0,'0'0'26'0,"0"0"-2"15,-7 10 42-15,5-4-13 16,2 4 15-16,0 0 7 15,0 4 8-15,0 1-29 16,0 6 6-16,0 3-19 16,0 4 6-16,0 2 6 15,2 5-1-15,-1 2-9 16,1 0-7-16,2-2 2 0,-4-1-27 16,1 1 8-16,1-2-22 15,-1-2 19 1,1 4-24-16,-1-2 21 0,2 2-20 15,0-1 13 1,3 3-2-16,0 0 11 0,2 2-6 16,-2 1-5-16,0 3 5 15,-3 1-10-15,-2 1 14 16,-1 1-15-16,0-1 31 16,0-1-36-16,0 0 23 15,0-3-20-15,-4-3 10 16,1-2-6-16,1-3 1 15,2-1 0-15,0-5-8 16,0-1 12-16,0-1-13 16,5 0 18-16,1-2-21 15,-2 1 26-15,-1 0-27 16,-2 2 24-16,2-1-21 16,-3 0 11-16,0 2-1 15,0 0-2-15,0 1 2 16,0 1-8-16,0 0 8 15,-3 0-15-15,2-2 24 16,1-2-21-16,0-2 23 16,0-4-23-16,0-2 19 15,0-3-15-15,0-2 8 16,4-1 2-16,-4 0-6 16,3 0 5-16,-3 1-7 15,0 0 9-15,0 2-18 16,0-2 24-16,0 2-24 15,0 0 7-15,3-1-20 16,-2-1 25-16,1-1-8 16,2-2 11-16,3-3-16 0,1-3-5 15,3-1 19-15,1-2-4 16,-1 0 11-16,1 0-15 16,0 0 19-16,0 0-18 15,1 0 20-15,2-3-23 16,-2-1 19-16,2 2-11 15,0-2 2-15,4 1 2 16,0-1-2-16,1 0 6 16,1-3-1-16,3 1 3 15,0-2-20-15,4-2 29 16,-1 1-24-16,2-1 21 16,0 1-23-16,1 1 16 15,-3 2-10-15,1 0 2 16,-2-2 6-16,3 3-8 15,0-2 10-15,0 1-12 16,0 0 22-16,1 0-28 16,-3 2 25-16,-1 0-23 15,0 1 22-15,2 0-22 16,-2-1 12-16,4 0-3 16,5 0 0-16,1-2 3 15,3 0-4-15,7-1 9 16,-1 0-13-16,1 2 31 15,3 2-19-15,0 1 11 16,-1 0-28-16,-2 2 23 16,-1 0-21-16,4 0 12 15,-1 0-2-15,2 0-2 16,2 0 3-16,2 0-5 16,2 0 14-16,2 0-12 0,0 0 16 15,-1-1-24 1,1-3 26-16,1 1-29 0,-2 0 25 15,2 0-21-15,0 1 9 16,-1 0-3-16,1 1 2 16,0 0-1-16,-1-1-4 15,1 2 12-15,0 0-16 16,1 0 20-16,0 0-22 16,2 0 25-16,0 0-26 15,2-1 23-15,-2 0-17 16,0-1 6-16,-1 1 2 15,-2 0-3-15,0 1 4 16,-1 0-8-16,-1 0 13 16,-3 0-15-16,1 0 19 15,1 0-22-15,-2 0 26 16,1 0-28-16,1 0 25 16,0 0-19-16,2 0 7 15,-6 0-1-15,3 0-1 16,-6 0 3-16,-1 0-8 15,0 0 16-15,-3 0-14 16,2 0 26-16,-1 0-29 16,0 0 25-16,2 0-29 15,-2 0 20-15,-4 0-12 16,3-5 4-16,-5 2 0 16,0 1-2-16,-2-1 7 15,-2 0-14-15,-4 0 20 16,-2 1-22-16,-4-1 23 15,-4 0-23-15,0 1 22 16,-3-1-23-16,-5 2 18 16,0-2-10-16,3 3 3 0,0-2 1 15,0 2-2-15,6-2 6 16,-1 0-14 0,-3 0 19-16,-4 2-20 0,-3-4 24 15,-4 4-26-15,-8-2 20 16,0 1-45-16,-2 0-16 15,-11-1-42-15,-6 1-87 16,-3-2-72-16,-4-1-278 16</inkml:trace>
  <inkml:trace contextRef="#ctx0" brushRef="#br0" timeOffset="115549.13">29102 15541 236 0,'6'-1'5'0,"3"-1"55"16,2-1 24-16,1 2-9 15,2 0-15-15,-1-1-6 16,3 1-8-16,-2 1-13 15,1 0-17-15,-2-1-19 16,0 1 11-16,1 0-14 16,1 0 14-16,2 0-12 15,2-2 33-15,0 2-23 16,1-1 17-16,-1 1-6 16,1 0-4-16,1-1-10 15,-3-1-2-15,2 1 2 16,-4 0-8-16,4-1 12 15,-1 1-14-15,-2-1 18 16,2 1-20-16,-3-2 21 16,3 0-21-16,-2 1 20 15,-1-1-11-15,1 1 1 16,2-1 0-16,1-1-1 16,3 1 16-16,2 0-6 0,4 0 72 15,4 1-79-15,3-2 10 16,2 1-20-16,-1 1 20 15,4-1-23-15,-2 0 15 16,-3 0-6-16,-3 2 1 16,-3-1 0-16,-1 2-3 15,-4 0 8-15,-2 0-12 16,0 0 16-16,3 0-17 16,-2-1 20-16,4-2-21 15,-1 1 20-15,1-4-19 16,1 2 18-16,-3-2-7 15,1 4-2-15,-1-1 1 16,0 1-5-16,3 0 8 16,-2 0-11-16,5 1 20 15,0 0-19-15,4-2 24 16,3 0-23-16,0-1 19 16,6-1-16-16,1-3 6 15,3 2 1-15,3 0 2 16,-3-1 4-16,3 1-4 15,2 1 11-15,-5 0-21 16,3 1 14-16,-6-1-22 16,3-1 23-16,-3 2-25 15,-4 2 22-15,0 0-19 16,-3-2 11-16,0 2-2 16,0 2-2-16,0-2 5 15,1 0-9-15,1 2 14 16,-2-3-17-16,4 0 20 15,-4 1-21-15,2-1 23 0,0-1-24 16,0 2 21 0,-2 0-12-16,-1 0 5 15,0-1 1-15,0-1-2 0,-2 0 4 16,3-2-6-16,0 0 15 16,2-1-14-16,-1 0 17 15,-1-1-26-15,1 3 28 16,-3-1-26-16,-1 4 21 15,-3-2-15-15,0 4 3 16,-1 0-2-16,-2 0-3 16,-1 0 9-16,3-2-14 15,-2 0 17-15,2-3-19 16,1 1 24-16,-1 0-24 16,0-2 21-16,-2 1-23 15,-1 0 18-15,-1 0-12 16,-4 1 6-16,-2 0-2 15,-3 1-1-15,-2 1 7 16,-4-2-15-16,1 1 21 16,-4 0-24-16,3-1 27 15,-3 0-23-15,-1 0 21 16,5 0-24-16,-2-1 18 16,3 0-7-16,2 1-2 15,2 0 5-15,3 0-6 16,2 0 9-16,0 1-14 15,-1 0 18-15,-1 1-21 16,1 0 26-16,-5 1-27 0,-2-2 26 16,-2 2-23-1,-2 1 13-15,3-2-2 0,1 0-2 16,4-1 3-16,2 0-7 16,3-2 11-16,1 1-13 15,1-2 16-15,-4 0-20 16,-2 0 25-16,-3 1-27 15,-3 1 25-15,-1 0-25 16,-4 1 15-16,0 2-6 16,-1-1-1-16,-2 1 2 15,1-2-8-15,0 2 12 16,-1-2-11-16,4 1 20 16,0 0-22-16,1 0 26 15,-1-2-26-15,1 1 22 16,-1 1-18-16,-2-1 9 15,-1 0-2-15,1 2-5 16,-3 0 4-16,1 1-4 16,3-2 12-16,-1 2-16 15,1 0 19-15,2-2-17 16,-1-2 19-16,0 4-23 16,-2 0 22-16,-3 0-16 15,-3-2 8-15,-1 2 2 16,-2 0-2-16,0 0 3 15,0 0-11-15,0 0 19 16,0 2-21-16,0 4 21 16,0-3-21-16,0 1 17 15,0 0-20-15,3-1 21 16,1 2-14-16,-1-1 6 16,0 1-1-16,-3 0-1 15,0 1 8-15,0 2-6 0,0 0 20 16,0-1-13-16,-2 0 24 15,-1-1-35-15,0 1 16 16,3 0-22-16,-1 0 15 16,0 3-8-16,-1 0 0 15,1 3 4-15,-4-1-3 16,2 0 3-16,0 3-11 16,0-1 19-16,-1 0-23 15,3 1 27-15,0 0-25 16,-2 2 29-16,1 1-24 15,-1 3 53-15,0 0-40 16,0 1-8-16,0-1 23 16,0 2 21-16,-1 2-33 15,0-1-18-15,4-1 18 16,0 1-15-16,0 2 33 16,0-1-40-16,0-2 24 15,0 0-21-15,3-1 12 16,1 1-5-16,0 2 2 15,2-1 0-15,-1 2-4 16,1 2 9-16,3 0-13 16,-1-1 17-16,3 2-22 15,1-3 28-15,-1 0-29 16,1 2 25-16,-1-2-21 16,-2 0 12-16,-4 4-2 15,0 2-2-15,1-1 4 16,-2 3-7-16,1-1 12 15,-1 1-15-15,3-3 19 16,-1 2-24-16,3-2 28 0,-1 0-27 16,-2 0 22-16,2 0-19 15,0 2 10-15,-2 0 0 16,0 0-3-16,-3 4 7 16,-1-1-12-16,4-1 15 15,-2-2-20-15,2 0 27 16,-1-4-28-16,0-3 24 15,1-2-24-15,-3-4 23 16,-3 1-17-16,2-1 8 16,-2-2-2-16,0 2-1 15,0-1 4-15,0 1-10 16,0 0 16-16,0-1-18 16,0 0 21-16,0-2-24 15,0-2 27-15,0-5-27 16,0 0 21-16,0-3-14 15,0-3 6-15,0 0 0 16,1-1-3-16,7-2 7 16,-8 2-13-16,0 0 18 15,0 4-21-15,0-1 25 16,0 4-25-16,0 2 27 16,0 0-29-16,-4-1 22 15,0-2-12-15,1-2 3 16,3-1 1-16,0-2-4 15,-1 0 9-15,1 0-15 16,0 3 19-16,-2 1-21 16,1-2 25-16,-2 0-25 15,0 3 26-15,-1-4-26 16,1 0 19-16,-2-1-9 0,2-4 1 16,-1 3 4-1,3-3-2-15,-1 0 13 0,1 0-17 16,-1 0 17-1,2 0-25-15,0 0 27 0,-1 0-31 16,1 0 29-16,-1 0-35 16,-1 0 11-16,1 0-9 15,1 0-18-15,-5-6-67 16,2-2-93-16,0-5-74 16,0 2-217-16</inkml:trace>
  <inkml:trace contextRef="#ctx0" brushRef="#br0" timeOffset="119098.49">19312 695 563 0,'7'0'90'0,"1"0"68"0,0 0-13 16,-1-4-28-16,-1-3-37 16,-3-1 19-16,-2 0-42 15,-1 1 5-15,0-1-33 16,0 0 8-16,-10 0-21 16,-10 1-13-16,-6 6-2 15,-9 1-10-15,-1 0 8 16,-3 6-13-16,-3 12 17 15,3 4-25-15,6 2 22 16,7 2-18-16,10 1 26 16,10-1-21-16,6-1 8 15,8-1-8-15,20 1 5 16,12 0 7-16,7-4-6 16,5 2 15-16,3 1-14 15,-5-1 16-15,-6 0-14 16,-14-1 24-16,-8 0-12 15,-12-1 29-15,-10-2-16 16,0 0 18-16,-16 0-4 16,-10-2-7-16,-3-2-6 15,-4-4-13-15,3-5 8 16,-1-1-22-16,7-5 17 16,2 0-33-16,9 0-5 15,7 0-51-15,6-5-23 16,0-1-129-16,0-2-175 15,12-3-347-15</inkml:trace>
  <inkml:trace contextRef="#ctx0" brushRef="#br0" timeOffset="119430.33">19530 930 692 0,'0'0'90'0,"0"0"3"15,0 0 12-15,0 0-7 16,0 0-17-16,1 63-37 16,-1-45 7-16,6-1-34 15,7-2 11-15,3-6-5 16,3-2 5-16,2-3 7 16,-2-4-3-16,1 0-9 15,-5 0-15-15,-4-4 14 16,-5-8-12-16,-3 0 27 15,-3-3-30-15,0-2 18 16,-3-1-30-16,-11-1 12 16,-2 1-15-16,-6 3-5 15,0 2-23-15,-4 6-32 16,-1 4-53-16,0 3-107 16,-2 0-176-16</inkml:trace>
  <inkml:trace contextRef="#ctx0" brushRef="#br0" timeOffset="119724.13">19686 527 982 0,'0'0'27'0,"0"0"89"16,30 77-4-16,-13-36-10 16,1 5-48-16,2 2 17 15,-3 0-51 1,-2-2 3-16,-4-4-22 0,-2-5 5 16,-3-7-5-16,-2-4-13 15,-2-7-40-15,-1-5-55 16,2-5-60-16,-2-4-102 15,2-5-114-15</inkml:trace>
  <inkml:trace contextRef="#ctx0" brushRef="#br0" timeOffset="120180.99">19966 830 847 0,'0'0'92'0,"0"0"35"16,0 0-21-16,0 0-29 15,0 0-32-15,13 63-23 16,-7-46 3-16,1-1-28 16,2-1 18-16,4-4-22 15,-3-6 22-15,4-1-24 16,-1-4 19-16,3 0-13 15,-1 0 3-15,0-9-1 16,-3-6 1-16,0-2-4 16,-3-2-4-16,-3-1 10 15,-1 4-14-15,-4-3 21 16,-1 6-23-16,0 5 22 16,0 0-18-16,0 4 17 0,0 3-4 15,0 1 0-15,0 0-3 16,6 3-7-16,-2 9 8 15,6 3-6-15,-1 1 18 16,1 3-21-16,3-5 24 16,0 1-27-16,1-4 24 15,1-4-31-15,2-5-36 16,-4-2-119-16,-1 0-159 16,-2-9-261-16</inkml:trace>
  <inkml:trace contextRef="#ctx0" brushRef="#br0" timeOffset="120429.75">20282 462 895 0,'0'0'127'16,"0"0"14"-16,13 113-34 15,-1-65-38-15,4-2-13 16,-2 0-23-16,3-5-24 16,-2-3-3-16,-1-6-11 15,-2-6 9-15,-1-5-37 16,-5-7-29-16,-4-3-92 16,-2-5-51-16,0-6-136 0</inkml:trace>
  <inkml:trace contextRef="#ctx0" brushRef="#br0" timeOffset="120722.2">20197 684 1010 0,'0'0'94'0,"0"0"20"0,85-32-93 16,-49 23-23-16,2 7 9 15,-2 2-19-15,-4 0 5 16,-5 14-34-16,-7 6 43 16,-5 6-13-16,-4 3 23 15,-2 2-4-15,-5-1 24 16,1-4 4-16,-1-1 7 16,-1-9 0-16,3-4-30 15,-5-5-3-15,-1-7-19 16,0 0-16-16,0-19-129 15,-17-8-301-15</inkml:trace>
  <inkml:trace contextRef="#ctx0" brushRef="#br0" timeOffset="120860.42">20474 511 917 0,'0'0'-9'0,"0"0"16"15,0 0-71-15,0 0-82 16,0 0-151-16</inkml:trace>
  <inkml:trace contextRef="#ctx0" brushRef="#br0" timeOffset="121466.3">20746 633 833 0,'0'0'123'0,"0"0"-8"16,0 0-37-16,0 0-42 15,0 0-2-15,-25 88-35 16,18-58 8-16,1-3-5 16,5 1-5-16,1-8 7 15,0-3-9-15,10-5 11 16,3-5-13-16,3-7 17 15,-2 0-19-15,2-1 27 16,-3-15-26-16,-1-4 16 16,-2-6-18-16,-4-3 2 15,-5-1-7-15,-1 2-18 16,0-1-3-16,0 4-1 16,0 8 30-16,0 2-1 15,0 10 17-15,0 4-18 16,0 1 13-16,3 1-37 15,6 13 52-15,2 3 5 16,-1 1 26-16,-1 3 20 16,-1-3-3-16,0-3-9 15,-2-3-23-15,-2-4-3 16,0-3-16-16,3-3 12 16,2-2-26-16,0-2 23 15,5-12-23-15,-1-6 10 16,3-5-16-16,0-1-6 15,0 3-6-15,-5 3 3 0,0 5 5 16,-2 9-5 0,0 4 17-16,0 2-20 0,-3 0 25 15,5 14-17-15,-2 4 23 16,4 7-21-16,1-1 14 16,4-1-9-16,5-1-6 15,4-6-54-15,2-7-88 16,0-7-88-16,-2-2-271 15</inkml:trace>
  <inkml:trace contextRef="#ctx0" brushRef="#br0" timeOffset="121865.54">21300 405 1147 0,'0'0'133'16,"0"0"-28"-16,0 0-53 16,0 0 4-16,84-44-33 15,-65 41 0-15,-2 3-32 16,-5 0 20-16,-3 7-21 15,-6 11 8-15,-3 5 1 16,0 6 1-16,0 3 0 16,-9 3-3-16,0-4 9 15,1-3-15-15,6-8 22 0,2-3-25 16,4-5 23 0,15-3-23-16,10-7 25 0,4-2-17 15,6 0 4-15,1-1-18 16,-2-11-41-16,-3-1-83 15,-9-1-204-15,-9 0-385 16</inkml:trace>
  <inkml:trace contextRef="#ctx0" brushRef="#br0" timeOffset="122716.54">19203 1419 707 0,'0'0'126'0,"0"0"-35"16,0 0-55-16,96-23 55 15,-27 1 2-15,25-5-3 16,24-6-31-16,24-3-6 16,19-5-41-16,19-3 6 15,13-1-22-15,5-1 22 16,0-1-25-16,-6 1 22 15,-7-1-13-15,-15 5 3 16,-18 0 11-16,-25 7-5 0,-25 5-4 16,-28 9-11-1,-26 6 12-15,-25 5-19 0,-17 8 24 16,-6 2-20-16,-9 0 27 16,-11 0-35-16,-2 2-20 15,1 5-41-15,2 0-23 16,2-3-104-16,5-4-202 15</inkml:trace>
  <inkml:trace contextRef="#ctx0" brushRef="#br0" timeOffset="123131.42">21745 313 1053 0,'0'0'62'16,"0"0"18"-16,0 0-20 15,0 0-58-15,0 0 4 16,-4 4-69-16,4-1-115 16,0 2-230-16</inkml:trace>
  <inkml:trace contextRef="#ctx0" brushRef="#br0" timeOffset="123267.83">21802 455 1030 0,'0'0'99'0,"0"0"50"0,0 0-71 16,0 0-53-16,0 0-37 16,0 0-47-16,-8 8-131 15,0-8-269-15</inkml:trace>
  <inkml:trace contextRef="#ctx0" brushRef="#br0" timeOffset="129114.36">17791 2023 672 0,'1'0'108'16,"-1"0"35"-16,0 0-41 15,0 12-23-15,3 9-26 16,0 6 11-16,3 6 0 16,3 6 6-16,1 0-31 15,-2-1 6-15,1-3-21 16,1-4-6-16,-1-4-1 16,-3-6-12-16,-3-8 1 15,1-3-12-15,-4-5 10 16,0-5-48-16,0 0-35 15,0-1-101-15,0-15-191 0,0-3-283 16</inkml:trace>
  <inkml:trace contextRef="#ctx0" brushRef="#br0" timeOffset="129505.41">18089 1935 754 0,'0'0'87'16,"0"0"65"-16,0 0-20 16,0 0-43-16,0 0-36 15,-50 43-7-15,42-33-32 16,5-2-10-16,3-2-2 15,0-1-3-15,1 0 5 16,15 0-11-16,0 1 18 16,4 0-19-16,-1 0 25 15,-2 2-32-15,-4 2 38 16,-4 3-18-16,-6 2 32 16,-3 2 8-16,0 1-5 15,-2-1-8-15,-8-4-21 16,0-2 1-16,2-6-18 15,-1-3 3-15,3-2-60 16,1 0-49-16,-1-11-148 16,3-7-172-16</inkml:trace>
  <inkml:trace contextRef="#ctx0" brushRef="#br0" timeOffset="129722.99">18262 1895 870 0,'0'0'59'15,"0"0"60"-15,17 71-20 16,-10-45-60-16,1-3-10 16,-1-1-28-16,0-4 11 15,0-3-30-15,-5-4-44 16,-2-7-108-16,0 0-98 15,0-4-190-15</inkml:trace>
  <inkml:trace contextRef="#ctx0" brushRef="#br0" timeOffset="129890.57">18180 1907 943 0,'0'0'106'15,"0"0"-13"-15,0 0-32 16,0 0-60-16,108-39 12 16,-75 27-93-16,-3-2-160 15,-1 2-334-15</inkml:trace>
  <inkml:trace contextRef="#ctx0" brushRef="#br0" timeOffset="130557.28">18845 2081 753 0,'0'0'114'0,"0"0"-3"16,0 0-31-16,23-79-55 15,-23 50-25-15,0-1 16 16,0-2-19-16,-4 2 12 15,-9 5-23-15,-3 2 22 0,-1 7-20 16,-2 11 21 0,3 5-19-16,-1 4 11 15,4 19-9-15,5 11 1 0,6 7 9 16,2 7 0 0,0 2 8-16,14 0-5 0,5 2 25 15,0-2-4-15,2-4 44 16,-2-4-30-16,-3-3 16 15,-3-7-40-15,-3-4 4 16,-4-6-15-16,-3-4 0 16,0-5-2-16,-3-3-11 15,0-4-2-15,0 0-64 16,-3-3-58-16,-9-3-130 16,-5 0-169-16</inkml:trace>
  <inkml:trace contextRef="#ctx0" brushRef="#br0" timeOffset="130973.09">18763 2227 884 0,'0'0'96'16,"0"0"30"-16,91-59-32 15,-55 40-50-15,1 5-9 16,-6 3-18-16,-8 4-13 15,-4 6 7-15,-8 1-16 16,-6 1 19-16,-5 15-21 16,0 3 35-16,0 0-30 15,0-1 21-15,0-1-20 16,0-4 5-16,4-5-3 16,8-5-2-16,2-3 3 0,3 0-3 15,2 0 7-15,-3-2-11 16,-3-7 15-1,-6-1-23-15,-4-1 26 0,-3 0-19 16,0-3 19-16,-7 1-19 16,-6-2 9-16,-3 1-4 15,0 0-7-15,0 3 9 16,0 2-14-16,2 3 1 16,-2 0-32-16,4 6-14 15,1 0-87-15,2 0-63 16,2 0-104-16,4 0-225 15</inkml:trace>
  <inkml:trace contextRef="#ctx0" brushRef="#br0" timeOffset="131424.98">19201 2061 828 0,'0'0'54'0,"0"0"111"16,0 0-79-16,0 0-7 15,0 0-49-15,53 68 6 16,-44-54-29-16,1 0 8 16,-3-3-13-16,0-3 3 15,3-1-4-15,-3-6 0 0,1-1 3 16,1 0-7-1,-1-5 13-15,-1-9-21 16,-1-3 19-16,-2-5-33 16,-2 0 19-16,-2 3-22 0,0 0 8 15,0 4-3 1,0 2 10-16,0 6 10 0,0 3 2 16,0 4 13-1,0 0-19-15,0 0 11 0,0 15-11 16,7-2 32-16,5 5-4 15,-2-2 13-15,4 0-11 16,-2-1 2-16,-2-4-19 16,1-3-2-16,-2-1-4 15,-3-4-17-15,0-3-48 16,-5 0-96-16,-1 0-140 16,0-3-217-16</inkml:trace>
  <inkml:trace contextRef="#ctx0" brushRef="#br0" timeOffset="132260.48">19508 2013 832 0,'0'0'171'0,"0"0"-7"16,0 0-44-16,0 0-49 15,0 0-11-15,57 60-23 16,-53-56-16-16,-3-2-4 15,3 0-21-15,-4-2 15 16,0 0-17-16,0 0 23 16,0-15-26-16,2 0-1 15,-1-5-25-15,1 0 10 16,1 3-29-16,-2 2 14 0,1 6 15 16,-1 4 10-1,2 3 15-15,0 2-7 0,-2 0 4 16,5 8-8-16,3 5 25 15,-1 1-21-15,4-1 21 16,2-1-23-16,4-2 13 16,2-5-6-16,4-1-35 15,2-4-57-15,-1 0-9 16,1 0-12-16,0-13-2 16,-4-1 67-16,-5 1 6 15,-1-4 53-15,-6 2-9 16,0-3 54-16,-6 2-3 15,-2 0 9-15,-2 1 2 16,0-2-9-16,0 4-27 16,-3 2-10-16,-7 3 7 15,1 1-9-15,-1 6 13 16,-4 1-32-16,2 0 11 16,-2 8-21-16,1 7 14 15,1 3-26-15,4 2 6 16,5-2 10-16,3-2 4 15,0-4 6-15,3-1-7 16,9-4 5-16,3-5-3 16,2-2 16-16,-1 0-15 15,3 0 32-15,-3-8-15 16,1-7 26-16,-1-4-23 16,-1-5-4-16,-4-6-6 15,2-4-5-15,-7-6 4 16,-2-4-5-16,-4-6 9 15,0-2-15-15,-1 0 15 16,-14 5-23-16,-2 4 17 0,-3 13-20 16,2 5 24-16,4 15-9 15,-1 10 10-15,5 0-5 16,2 25 0-16,5 8 2 16,3 13 36-16,0 4 25 15,3 5-29-15,15-1 27 16,4-2-42-16,0-3 18 15,2-8-47-15,1-3 14 16,-2-4-40-16,-7-4-57 16,-3-7-95-16,-10 1-203 15</inkml:trace>
  <inkml:trace contextRef="#ctx0" brushRef="#br0" timeOffset="133020.21">18986 2743 562 0,'0'0'145'16,"0"0"27"-16,5 40-17 15,-1-18-35-15,1 1-41 16,1-2-17-16,-1 0-26 15,2-6-9-15,-2-2-31 0,-1-5 19 16,-2-3-27-16,-2-5-23 16,0 0-98-16,0 0-92 15,-2-8-280-15</inkml:trace>
  <inkml:trace contextRef="#ctx0" brushRef="#br0" timeOffset="133175.17">18980 2610 938 0,'0'0'42'0,"0"0"12"15,0 0-50-15,0 0-42 16,0 0-114-16,0 0-38 16,-3 5-183-16</inkml:trace>
  <inkml:trace contextRef="#ctx0" brushRef="#br0" timeOffset="133558.52">19133 2734 680 0,'0'0'169'0,"0"0"32"16,0 0-34-16,0 0-72 16,0 0-16-16,0 0-34 15,46 53-10-15,-45-53-8 16,2 0-16-16,-3 0-3 15,3 0-9-15,0 0 7 16,1-7-19-16,2-5 14 16,1 0-33-16,0-5 16 0,-1 3-27 15,2 3 21 1,-4 3-6-16,0 3 15 0,-1 2 6 16,-2 3 4-16,4 0 6 15,-2 0-10-15,4 0 15 16,-1 7-14-16,4 4 27 15,0-2-17-15,-1 4 18 16,2-2-26-16,-2 1 16 16,0-2-14-16,-1-2-2 15,-4-3 2-15,1-1-30 16,-2-3-59-16,-2-1-111 16,-1 0-77-16,0-5-153 15</inkml:trace>
  <inkml:trace contextRef="#ctx0" brushRef="#br0" timeOffset="135178.17">19391 2588 710 0,'0'0'117'0,"0"0"52"16,0 0-74-16,0 0-40 15,39 72 4-15,-27-55-26 16,2-1-3-16,-2-4-28 16,2-1 12-16,-1-4-22 15,0-5 25-15,0 0-26 16,-1-2 21-16,-1 0-20 16,-2-3 9-16,-2-9-6 15,-4-2 0-15,0-3 4 16,-3 1-12-16,0-3 8 0,0 0-11 15,0 0 19-15,-6 5-25 16,0 1 30 0,2 6-20-16,2 2 22 0,1 3-17 15,1 2 6-15,0 0-4 16,0 0-14-16,0 3 21 16,9 5-7-16,3-1 14 15,0 2-10-15,1-5 22 16,3 4-17-16,-3-6 25 15,3 0-29-15,-3-2 24 16,3 0-13-16,-3 0 7 16,0 0 0-16,0-8-5 15,-3-3-1-15,-1-2-11 16,-4 0 17-16,0-1-23 16,-4-1 20-16,-1 2-22 15,0-3 23-15,0 6-30 16,0 1 29-16,-7 4-20 15,-3 5 3-15,0 0-2 16,-2 2-11-16,-1 15 8 16,-1 5-7-16,1 3 19 15,3 1-33-15,4 1 23 16,6-6-12-16,0-3 28 16,0-7-21-16,10-3 15 15,9-6-7-15,1-2 2 16,5 0 4-16,1 0 0 15,1-10 4-15,-1-1-15 16,-4-1 16-16,-2 0-16 16,-4 5 21-16,-5-1-26 15,-2 4 26-15,-3 4-31 16,-1 0 29-16,0 0-13 0,-2 0 9 16,-2 4 13-16,4 4 2 15,-4 1 6-15,1 1-11 16,-1-2 6-16,1 1-22 15,-1-6 21-15,-1 0-20 16,0-3 22-16,0 0-21 16,0 0 16-16,0-6 3 15,0-10-12-15,0-3-5 16,0-3-10-16,-3-1 14 16,0-1-22-16,-1 2 18 15,1 4-30-15,3 3 28 16,0 1-34-16,0 5 19 15,3 2-35-15,7-1 17 16,4 4-42-16,1-2-52 16,2 5-39-16,-4 0-23 15,0 1 43-15,-3 0 11 16,-1 0 57-16,-3 0 16 16,2 1 58-16,-1 0-3 15,2 1 31-15,1-2 22 16,-1 0 27-16,1 0 18 15,-1-4-1-15,-1-4 17 16,-2-2-27-16,-3 1-20 16,-3-1-30-16,0 2 25 15,0 1-19-15,-3 3 16 16,-9 4-51-16,-2 0 7 16,1 0-19-16,-1 11 6 15,2 1 1-15,2 4-3 16,4-2 5-16,5 1-9 0,1 0 13 15,0-3-17-15,10 1 21 16,3-1-19 0,7 0 26-16,-1 2-24 0,0-1 36 15,-2-1 12-15,-1 2 0 16,-3-2-2-16,-6-2-1 16,-4 0-1-16,-3-1-15 15,0 1 25-15,-11-2-25 16,-4-2 2-16,-4 0-25 15,2-4 16-15,1 0-42 16,4-2 11-16,5 0-28 16,0 0-5-16,7 0-15 15,0-8-28-15,0-4-11 16,13 1-15-16,3-4 96 16,6-2-14-16,1 1 38 15,0-2-11-15,0 1 21 16,-1-1-9-16,-1 1 20 15,-3 1 12-15,-4 0 19 16,-2-1-4-16,-5 1-17 16,-6-1 8-16,-1 0-17 15,0 1 10-15,0 1-23 16,0 6 17-16,-5 2-22 16,-3 4 22-16,2 3-23 15,-1 0 12-15,2 9-8 16,-3 9-8-16,4 5 3 15,1 3-6-15,3 2 21 0,0 0-13 16,0-2 20 0,13-4-25-16,6-3 25 15,5-8-33-15,5-4 20 0,1-7-42 16,2 0-42-16,-3-4-127 16,-8-12-309-16</inkml:trace>
  <inkml:trace contextRef="#ctx0" brushRef="#br0" timeOffset="136245.37">20621 2348 464 0,'0'0'97'0,"12"0"57"16,-6 0-43-16,1-2 11 15,0-2-14-15,-1 0-11 16,-3 0-34-16,-1-1-5 16,-1-1-13-16,-1-2-13 15,0 0-4-15,0-1-19 16,-1 0 8-16,-11-2-11 16,-4 4 12-16,-2 3-31 15,-3 3 25-15,-1 1-33 16,5 0 15-16,-2 9-3 15,5 5 5-15,4 3-1 16,4-2 2-16,4-1-6 16,2-1-3-16,0-2 17 15,0-1-20-15,12-5 19 16,1-2-16-16,3-3 11 16,1 0 3-16,2 0 10 15,1-4-19-15,0-7 9 16,-2 1-4-16,-2 0 2 15,-6-1 5-15,-3 3-14 16,-4 2 18-16,0 3-18 0,-2 0 21 16,-1 2-19-1,0 1 22-15,3 0-22 0,0 1 14 16,4 11-13-16,1 8 28 16,3 6 8-16,2 3-2 15,0 4 18-15,4 1-10 16,-2 0 17-16,2-1-23 15,0-3 30-15,-3-4-30 16,-4-3 21-16,-2-4-29 16,-6-3 21-16,-2 0-19 15,0-4 3-15,-3-1-6 16,-14 2-8-16,-5-3 2 16,-4-2-24-16,1-4 12 15,-4-4-47-15,2 0 23 16,2 0-54-16,4-10 2 15,3-9-56-15,4-6-10 16,2-6-155-16,5-2-237 16</inkml:trace>
  <inkml:trace contextRef="#ctx0" brushRef="#br0" timeOffset="136803.92">20736 2011 864 0,'0'0'155'0,"0"0"-5"16,0 0-58-16,11 0 4 15,-2 0-23-15,1 0-32 16,1 0-20-16,-2 0-16 16,0-1 2-16,-2-6-13 15,0 2-4-15,-1-2-71 16,-3 0-43-16,0 1-115 16,-2-5-129-16</inkml:trace>
  <inkml:trace contextRef="#ctx0" brushRef="#br0" timeOffset="137002.13">20933 1856 814 0,'0'0'151'16,"0"0"86"-16,0 0-94 15,0 0-72-15,45 71-31 16,-36-54-34-16,0 1 9 15,-5-2-22-15,0-2 15 16,-4 0-76-16,0-7-72 16,0-3-251-16</inkml:trace>
  <inkml:trace contextRef="#ctx0" brushRef="#br0" timeOffset="138660.33">19059 3296 594 0,'0'0'106'0,"0"0"17"16,23 57 17-16,-11-31-48 15,-2-3-11-15,1-1-34 16,-2 0-18-16,0-3-10 15,1-2-15-15,-3-1 5 0,-1-3-17 16,0-3 20 0,-2-1-23-16,-4-4 7 0,0-2-76 15,0-3-65-15,-9 0-145 16,-4 0-303-16</inkml:trace>
  <inkml:trace contextRef="#ctx0" brushRef="#br0" timeOffset="139780.04">18877 3349 740 0,'0'0'66'16,"0"0"72"-16,77-41-23 15,-47 26-44-15,2 0-32 16,-3-1-12-16,-2 0-17 16,-4 0-7-16,-4 3 3 15,-6-1-11-15,-3 5 14 16,0 2-14-16,-3 5 15 16,-1 2-19-16,4 0 18 15,3 13-11-15,2 4 22 16,2 6-10-16,3 4 16 15,-1-1 4-15,0 0 7 16,-2 0 8-16,0-1-18 16,-2-2 15-16,-2-5-27 0,-2 0 22 15,-2-7-32 1,0-5 16-16,-4-1-23 16,1-5 14-16,0 0-11 0,5-3 7 15,0-13-2-15,-1-4-5 16,4-2 2-16,-2-2-17 15,-1 3 10-15,-1 5-21 16,-2 3 27-16,-1 4-18 16,0 5 24-16,-1 3-21 15,3 1 15-15,-1 0-7 16,5 0 5-16,-3 1 3 16,6 8-6-16,-4-3 9 15,1-1-16-15,1-1 22 16,-4 1-21-16,3-4 21 15,-4-1-23-15,-2 0 24 16,-1 0-22-16,1 0 17 16,-3-3-10-16,1-8 5 15,1 0 0-15,-2-3-8 16,-1-1 13-16,0-2-17 16,-3 1 20-16,0 1-22 15,0-1 26-15,0 5-29 16,-7 3 21-16,-2 3-22 15,0 5 6-15,-1 0-14 16,3 9 11-16,1 6 8 16,3 2-3-16,0 3 13 15,3-1-17-15,0-3 20 16,0-5-18-16,0-2 22 16,9-2-26-16,0-5 23 0,5 0-13 15,-1-2 6 1,4 0 0-16,4 0-1 15,2-10 6-15,1 0-12 16,2-4 10-16,-4 1-14 0,1-4 21 16,-6 3-23-16,-2 3 22 15,-4 1-24-15,-2 6 17 16,-6 2-11-16,1 2 5 16,-2 0-3-16,-1 0 4 15,2 6 7-15,-1 4-11 16,-1-2 22-16,-1-1-25 15,0-3 23-15,0-1-26 16,0-2 26-16,2-1-24 16,-1 0 18-16,4 0-4 15,3-11-3-15,1-1 0 16,2-4-7-16,2 1 5 16,-3 1-14-16,3 6 20 15,-1 4-19-15,-2 4 22 16,0 0-23-16,-3 0 24 15,-1 5-21-15,0 5 15 16,1 0-6-16,-3-1-2 16,2-2-27-16,-2-3-58 15,4-2-78-15,-4-2-185 16,2 0-331-16</inkml:trace>
  <inkml:trace contextRef="#ctx0" brushRef="#br0" timeOffset="140702.08">18122 3684 750 0,'0'0'113'16,"0"0"-34"-16,36-24 51 15,-9 7-41-15,4-1 3 16,-1 3-58-16,-1 3 19 16,-5 5-41-16,-5 7-11 15,-7 0 3-15,-1 4-2 16,-8 13 9-16,-3 5-1 16,0 5 13-16,0 3-18 15,0-1 16-15,-7-3-24 16,4-3 23-16,3-5-26 15,0-3 24-15,0-6-21 16,10-3 13-16,3-2 1 16,7-4-3-16,-1 0 2 15,3 0-11-15,-5 0 11 16,-1-2-18-16,-3-7 12 16,-6-1-66-16,-1-1-20 15,-3 0-150-15,-3-4-117 16,3 0-235-16</inkml:trace>
  <inkml:trace contextRef="#ctx0" brushRef="#br0" timeOffset="141651.61">18507 3455 801 0,'0'0'100'16,"0"0"37"-16,0 0-3 15,0 0-62-15,0 0-12 16,9 52-42-16,-7-49 3 16,-1-3-15-16,2 0 5 15,1 0 16-15,-3-12-10 16,2-1-9-16,0-6-12 16,0 0 19-16,0 1-26 15,0 0 25-15,0 5-33 16,-2 0 33-16,2 6-28 15,4 1 3-15,1 3 1 16,-1 3 3-16,3 0 7 16,1 0-7-16,-2 0 14 15,0 3-18-15,-3 3 16 16,2-1-35-16,-1-4 7 16,1 2-37-16,2-3 5 15,-2 0-34-15,3 0 31 0,-1 0 23 16,3-8 11-16,-5-2 16 15,0 1 3-15,-1-2 9 16,-3 3-4-16,-4-2 37 16,0 3 3-16,0 0 19 15,0 2-28-15,0 1 3 16,-4 1-18-16,-3 2-2 16,-1 1-5-16,-2 0-2 15,1 4-4-15,-3 5-11 16,3 5 16-16,0 1-18 15,2-1 16-15,6-5-16 16,1 1 20-16,0-5-21 16,0-2 17-16,11-3-7 15,1 0 7-15,1 0 9 16,4-8 3-16,-1-7 10 16,-3-3-13-16,-4-3 8 15,1-3-23-15,-6-4 13 16,-3-4-20-16,-1-3 20 15,0-5-24-15,0-2 15 16,-11 0-9-16,-5 2-6 16,0 6-1-16,0 11 0 15,-1 9 15-15,1 14-9 16,-1 10 17-16,5 23-24 16,1 9 24-16,6 9-14 15,4 4 33-15,1-3-23 16,0-6 16-16,13-5-18 15,4-7-6-15,5-6 3 16,4-7-13-16,4-6-25 16,5-3-78-16,-2-3-116 15,-1-2-229-15</inkml:trace>
  <inkml:trace contextRef="#ctx0" brushRef="#br0" timeOffset="143265.96">20374 2823 740 0,'0'0'85'16,"2"13"24"-16,4 13 15 16,1 6-23-16,3 7-8 15,3 1-35-15,0-3-8 16,0-5-33-16,-1-5 11 15,-3-4-35-15,-4-6 16 16,-2-3-16-16,-3-3-40 16,0-5-89-16,-7 0-106 15,-11-3-180-15</inkml:trace>
  <inkml:trace contextRef="#ctx0" brushRef="#br0" timeOffset="143654.58">20282 3075 829 0,'0'0'86'15,"0"0"38"-15,92-58-92 16,-54 45-4-16,-2 4-21 16,-4 6-1-16,-3 3-5 15,-6 0-5-15,-7 14 4 16,-2 4-8-16,-5-1 12 15,-2 1-15-15,-1-4 24 16,1-2-21-16,0-2 22 16,5-6-23-16,5-4 15 15,2 0-7-15,7-7 2 16,-3-9 1-16,2 0 0 16,-8-5 2-16,-4 3-8 15,-9 2 19-15,-4 2 10 16,0 4 6-16,-14-1-22 15,-5 3 20-15,-7 3-31 16,-1 5 11-16,0 0-19 16,-1 0-16-16,2 12-45 15,4 0-91-15,5 0-99 16,2-1-204-16</inkml:trace>
  <inkml:trace contextRef="#ctx0" brushRef="#br0" timeOffset="143996.41">20854 2882 731 0,'0'0'128'0,"0"0"-40"0,0 0 5 15,0 0-23-15,9 71-28 16,-9-53-17-16,0-4-10 15,4-1 3-15,3-5-20 16,1-4 15-16,2-4-9 16,4 0 35-16,-1-2-23 15,0-10 22-15,-3-2-18 16,-1 1 7-16,-7-3-7 16,-2 4-7-16,0 1-4 15,-5 0-7-15,-12 3 0 16,-4 3-30-16,-3 1-21 15,0 0-51-15,2 1-72 16,0-1-168-16,5-3-341 16</inkml:trace>
  <inkml:trace contextRef="#ctx0" brushRef="#br0" timeOffset="144437.11">20890 2574 767 0,'0'0'73'0,"0"0"63"15,35 97 2-15,-12-51-27 16,5 3-27-16,0 1-7 16,3-7-42-16,-2-4 5 0,-2-7-39 15,-1-9 16-15,-6-6-18 16,0-9 7-1,-2-7-5-15,-2-1 2 0,-1-10-10 16,-3-13 13-16,0-6 2 16,-4-3-26-16,-2-1 20 15,-6 2-27-15,0 5 32 16,0 7-21-16,-10 5 17 16,-6 11-9-16,-5 3 8 15,-1 0-3-15,0 7-3 16,2 10 6-16,8-1-11 15,6 4 20-15,6-5-24 16,11-2 26-16,19-4-20 16,11-3 27-1,6-5-26-15,6-1 14 0,-2 0-15 16,-3-4-34-16,-14-8-121 16,-15 3-280-16</inkml:trace>
  <inkml:trace contextRef="#ctx0" brushRef="#br0" timeOffset="146072.74">19962 3702 676 0,'0'0'17'0,"0"0"2"16,0 0 42-16,0 0-52 15,-76 8 5-15,53 9-15 0,0 6 7 16,4 5 9-16,2 1-2 15,4 1 4-15,5-1 10 16,3-3 17-16,5-9 2 16,0-3 6-16,3-9-22 15,13-5 32-15,1 0-28 16,5-4 16-16,-2-14-23 16,-1-4-3-16,3-7-14 15,-5-1-9-15,-3-6 4 16,-5-1-9-16,-2-2 4 15,-7-2-14-15,0 0 13 16,-1-1-23-16,-15 3 23 16,0 6-22-16,-3 7 25 15,2 8-12-15,0 11 6 16,-1 7-1-16,7 12-4 16,3 16 7-16,4 7-2 15,4 8 15-15,0-2-10 16,15 0 38-16,6-2-11 15,3-6 15-15,3-8-14 16,3-3 16-16,-1-9-21 16,1-1 3-16,-1-8-1 15,-1-4-16-15,-4 0 2 16,-2 0-14-16,-5-12 13 16,-1-3-19-16,-4-2 19 15,-5-2-25-15,-3 0 23 16,-4 1-24-16,0 0 19 15,0 4-12-15,-4 1 1 16,-8 4-1-16,-2 6 4 16,-2 3 5-16,-1 0-24 15,-1 14 23-15,1 7-17 16,5 5 26-16,3-1-20 0,7 1 21 16,2-6-27-16,0-3 26 15,17-8-15-15,3-3 5 16,4-6 4-16,3 0-6 15,-1 0 20-15,-1-11-16 16,-1-6 12-16,-3-2-23 16,-3 0 26-16,-6-2-27 15,-4 2 26-15,-2 3-22 16,-6 0 12-16,0 2-7 16,0 4-4-16,0 3 3 15,0 1-10-15,-3 3 5 16,3 3-15-16,0 0 10 15,0 0-16-15,12 6 33 16,4 5-17-16,3 0 25 16,-1 0-23-16,-2-1 31 15,-2 0 7-15,-3-3 4 16,-4-2-3-16,-3-4-9 16,-3 2 7-16,-1-3-11 15,0 0 22-15,0 0-25 16,0-4 21-16,0-11-26 15,0-1 10-15,0-3-28 16,3-2 13-16,2-1-4 16,1 5-8-16,1-2-12 15,3 4-29-15,0 0-21 16,-1 4-66-16,2 2-45 16,1 4-32-16,-2 4 65 15,1 1 76-15,1 0 80 0,-2 0 9 16,0 8 57-16,0 3 22 15,-1 3 12-15,2 1 24 16,-2 1-26-16,0 0-4 16,-2 0-35-16,0 0 4 15,-1-4-47-15,-1-1 1 16,-4-4-32-16,-1-2 18 16,0-3-34-16,0-2-85 15,-6 0-107-15,-10-7-256 16</inkml:trace>
  <inkml:trace contextRef="#ctx0" brushRef="#br0" timeOffset="146221.49">20438 3414 1062 0,'0'0'14'0,"0"0"31"15,0 0-52-15,-7-5-22 16,7 5-119-16,0 4-40 15,0 3-249-15</inkml:trace>
  <inkml:trace contextRef="#ctx0" brushRef="#br0" timeOffset="146904.99">20661 3534 749 0,'0'0'178'16,"0"0"23"-16,0 0-82 0,0 0-28 15,0 0-31-15,63 75-23 16,-53-72-8 0,0-1-14-16,0-2 9 0,-1 0-13 15,3-8 18-15,-4-7-31 16,1-3 20-16,-4-5-27 16,-4 2 19-16,0-1-27 15,-1 3-4-15,0 2-9 16,-1 2-5-16,-5 3-9 15,3 2-47-15,3 0-16 16,0 0-59-16,6-1-7 16,13 3 25-16,4 1 95 15,0 3 17-15,2 2 37 16,-2 0-2-16,-3 2 15 16,-6 0 44-16,-2 0 21 15,-5 0 19-15,-4 0 5 16,-3 0 20-16,0 0-21 15,-2 9-24-15,-9 5-64 16,-4 7 5-16,0 1-26 16,0 2 19-16,2-2-17 15,5-4 7-15,3-3-3 16,5-5-1-16,0-4 5 16,0-6-15-16,12 0 18 15,4 0-14-15,-2-12 21 16,2-3-21-16,-3-1 18 15,-2 0-18-15,-5 1 13 16,-3 4-4-16,-3 4-6 16,0 2 8-16,0 1-8 15,0 4 3-15,0 0-5 16,0 0 12-16,0 3-18 16,6 5 22-16,3 4-22 0,4-5 27 15,3-2-22-15,4-1 14 16,1-4-8-16,0 0 5 15,0 0-3-15,-4-5-7 16,0-10-20-16,-5-4-72 16,-6-2-23-16,-3-7-99 15,-3-2-5-15,0-3-385 16</inkml:trace>
  <inkml:trace contextRef="#ctx0" brushRef="#br0" timeOffset="147095.84">21078 3101 654 0,'0'0'160'16,"29"77"-4"-16,-7-30 8 15,2 2-54-15,1 1-33 16,-2-3-11-16,-2-8-30 16,-2-3-19-16,-6-9-19 15,-7-7 10-15,-6-6-40 16,0-7-65-16,-9-7-160 15,-17 0-235-15</inkml:trace>
  <inkml:trace contextRef="#ctx0" brushRef="#br0" timeOffset="147339.46">21003 3316 934 0,'0'0'93'0,"0"0"105"16,0 0-78-1,111-27-79-15,-76 23-13 0,-4 0-19 16,1 4-9-16,-10 0 4 16,-2 1-23-16,-6 13 11 15,-2 4-15-15,-4 1 25 16,-1 1-11-16,-2 2 20 16,1-2-21-16,-4-5 16 15,-1-2-24-15,-1-9-54 16,0-4-104-16,0 0-212 15</inkml:trace>
  <inkml:trace contextRef="#ctx0" brushRef="#br0" timeOffset="147500.73">21277 3184 1147 0,'0'0'86'16,"0"0"-31"-16,0 0-39 15,0 0-46-15,0 0-48 16,0 0-94-16,3 22-139 16,3-13-262-16</inkml:trace>
  <inkml:trace contextRef="#ctx0" brushRef="#br0" timeOffset="148007.46">21423 3366 605 0,'0'0'195'15,"0"0"33"-15,0 0-95 16,0 0-15-16,0 0-32 16,0 0-33-16,75 29-23 15,-66-44-17-15,-2-2 2 0,0-3-21 16,-4-3 18-16,-1-2-24 16,-2 0 20-16,0 1-25 15,0 3 10-15,0 2-11 16,0 5 11-16,0 4 7 15,0 6-4-15,0 0 8 16,0 4-15-16,1 0 9 16,5 0-17-16,5 8 30 15,1 1-23-15,1-2 25 16,1 1-21-16,1-3 15 16,-1-1-5-16,1-4 4 15,-1 0 7-15,-2 0-3 16,0-1 5-16,0-11-18 15,-1-6 16-15,-4 0-22 16,-2-5 28-16,-2 1-25 16,-3 2 23-16,0 2-27 15,0 4 16-15,-3 6-5 16,-5 7 1-16,-1 1 8 16,0 13-7-16,2 13 1 15,0 5-14-15,0 6 21 16,5 2-24-16,2-3 26 15,0-1-26-15,3-4 8 16,12-8-58-16,-1-2-65 16,-5-7-185-16,1-2-471 15</inkml:trace>
  <inkml:trace contextRef="#ctx0" brushRef="#br0" timeOffset="148859.2">21134 3874 776 0,'0'0'88'16,"0"0"17"-16,0 0-49 16,0 0-7-16,-16 73-5 15,16-59-26-15,0-4 17 16,2-2-17-16,5-4 14 15,2-4-25-15,2 0 11 0,-1 0-11 16,1-10-2 0,0-6-4-16,-1-6-8 0,-4-1-6 15,1-5-46-15,-3-6 10 16,-2 1 3 0,-2-5 19-16,0 2-30 15,0 0 17-15,0 5 0 0,0 5 31 16,0 7 1-16,0 8 6 15,4 11 3-15,4 0-5 16,3 19 35-16,5 11 20 16,3 11 3-16,0 8 1 15,5 3 19-15,1 7-28 16,0 4 27-16,3-1-26 16,1 2 7-16,-1 0-2 15,-1-2-15-15,-1-8 2 16,-5-4 11-16,-4-5 20 15,-5-12-54-15,-10-7 17 16,-2-9-20-16,-5-6 31 16,-18-7-33-16,-6-4 20 15,-4-4-35-15,-4-15 8 16,-1-9-5-16,5-6-9 16,7-4 0-16,10-3-19 15,10 0-1-15,6 0-40 16,0 0 15-16,13 1-61 15,7 5-71-15,3-1-230 16,-2 1-337-16</inkml:trace>
  <inkml:trace contextRef="#ctx0" brushRef="#br0" timeOffset="149542.46">21744 3767 535 0,'0'0'147'0,"0"0"-27"16,0 0 0-16,0 0-15 16,18-21 7-16,-18 15-34 15,0 0 3-15,0 2-42 16,0-3 1-16,-8 2-19 16,-2 1-10-16,-3 4-6 15,-5 0-6-15,1 3 4 16,0 14-15-16,-2 2 19 15,6 2-23-15,4 0 24 16,5-2-24-16,4-4 23 16,0-7-26-16,7-4 2 15,9-4 2-15,4 0 9 16,-1-3 8-16,4-10-10 16,-1-2 3-16,-4 1-11 15,-1 3 22-15,-6 0-23 16,-1 7 28-16,-3 1-24 15,-1 3 24-15,2 2-18 16,0 13 18-16,2 6 12 0,2 5 6 16,7 6-3-1,1 2 5-15,2 3 24 0,2 1-13 16,-2-3 30 0,-5 1-23-16,-3-4 29 0,-8 0-46 15,-6-4 13-15,0-3-25 16,-11-3 7-16,-11-4-9 15,-5-6-10-15,-2-4 3 16,-4-7-15-16,-1-1-7 16,1-1-44-16,4-17-13 15,2-5-56-15,5-6 3 16,6-4-126-16,2-5-214 16</inkml:trace>
  <inkml:trace contextRef="#ctx0" brushRef="#br0" timeOffset="149811.99">21836 3550 1122 0,'0'0'72'16,"0"0"51"-16,0 0-26 16,0 0-53-16,0 0-21 15,73-25-8-15,-64 21-17 16,-6 0 5-16,0-2-54 0,0-2-48 16,-3-3-154-16,3-3-167 15</inkml:trace>
  <inkml:trace contextRef="#ctx0" brushRef="#br0" timeOffset="149992.42">21988 3405 851 0,'0'0'193'0,"0"0"0"0,0 0-113 15,0 0-42-15,55 86-30 16,-44-67-7-16,-2-2-6 15,-2-3-86-15,-3 0-125 16,-4-3-260-16</inkml:trace>
  <inkml:trace contextRef="#ctx0" brushRef="#br0" timeOffset="153328.11">3601 7095 390 0,'-4'5'125'15,"0"1"23"-15,2-2-20 16,-2-1-27-16,3-2 35 16,-1 2-34-16,2-3 2 15,0 0-38-15,0 0 2 16,0 0-35-16,0 0 6 16,0 0-18-16,9 0-6 15,2-3 2-15,8-2-10 16,3-2 4-16,2 2-18 15,2 5 18-15,-3 0-23 16,-2 0 26-16,-3 16-27 16,-4 7 25-16,-9 5-18 15,-2 5 15-15,-3 2-5 16,0 1-3-16,-2-1 4 16,-6-5-8-16,2-6 14 15,0-3-19-15,5-9 20 16,-1-3-22-16,2-2 24 15,0-4-27-15,0-3 28 16,12 0-13-16,7 0 13 16,2 0-6-16,4 0 2 0,1-4-5 15,-3-4-8 1,-4 4 8-16,-3-1-21 16,-2-1-22-16,-4 2-55 0,-4-4-39 15,0 3-162-15,-4-3-146 16</inkml:trace>
  <inkml:trace contextRef="#ctx0" brushRef="#br0" timeOffset="153557.41">4121 6972 1245 0,'0'0'28'0,"0"0"69"15,0 0-81-15,0 0-6 16,0 0-58-16,0 60-109 16,0-50-218-16,0-2-340 15</inkml:trace>
  <inkml:trace contextRef="#ctx0" brushRef="#br0" timeOffset="153677.32">4137 7156 1144 0,'0'0'88'15,"0"0"31"-15,0 0-73 16,0 0-42-16,0 0-42 16,0 0-141-16,-16 36-299 15</inkml:trace>
  <inkml:trace contextRef="#ctx0" brushRef="#br0" timeOffset="155580.67">1331 7718 549 0,'0'0'79'0,"0"0"4"16,0 0 5-16,0 0-29 15,22 0-19-15,-12 0 32 16,6 0-8-16,0 0-12 15,2 0-17-15,0 0 7 16,2 0-35-16,3 0 22 16,-1 0-20-16,2 0 0 15,4 0-5-15,2 0 1 16,2 0 1-16,1 0-11 16,-1 0 16-16,0 0-17 15,-2 0 18-15,-3-1-21 0,-1 1 19 16,-3 0-17-1,-1 0 16-15,-3 0-13 0,1 0 3 16,-1 0 5-16,3 0-5 16,-1 0 5-16,1 0-10 15,-3 0 14-15,2 1-17 16,1 3 20-16,-2-1-20 16,0 1 20-16,0 3-20 15,-1-3 16-15,0-2-10 16,0 1 3-16,0 1 2 15,-1-1-4-15,1-1 5 16,1 1-10-16,-2 0 16 16,5-2-19-16,1-1 22 15,4 0-21-15,-1 0 21 16,2 0-22-16,3-1 16 16,-2-3-8-16,2 0 2 15,-3 0 2-15,1 1-5 16,-2 3 8-16,-1 0-13 15,2 0 17-15,0 0-19 16,3 0 24-16,-2-1-25 16,5-2 23-16,-1-1-22 15,1 0 13-15,-2 0-5 16,-2 0 1-16,-1 3 2 16,-3-1-5-16,-2 1 10 15,1-1-15-15,-1 1 19 16,-1-3-21-16,0 3 25 15,-2-3-25-15,1 0 22 16,0-2-21-16,-1 2 13 16,-2 1-4-16,2 1 1 15,1-2 3-15,0 0-8 0,3 0 11 16,0 0-14-16,0 0 18 16,0-1-20-16,2-1 24 15,-6 1-26-15,1 1 22 16,0 1-17-16,-2-2 8 15,1 5 0-15,1-4-3 16,0 4 5-16,1-3-11 16,0 1 18-16,-1 0-20 15,1-1 22-15,-2 0-23 16,-2 0 25-16,0 0-25 16,1 2 19-16,-7 1-13 15,3 0 5-15,-2 0 1 16,-1 0-2-16,-2 0 5 15,0 0-12-15,2 0 17 16,-1 0-20-16,1-3 25 16,-1 2-25-16,2-2 26 15,-4 2-28-15,3-2 22 16,-3 1-13-16,-1 0 7 16,-1 2 1-16,-1-4-1 15,1 4 10-15,-2-3-8 16,-1 2 18-16,1-2-24 15,0 2 22-15,-2-2-30 16,-1 1 25-16,2-1-27 16,1 2 18-16,-3-2-8 15,2 3 0-15,0 0 3 16,1-1-4-16,3-1 7 16,-3 2-9-16,2-2 17 15,0 2-19-15,1-2 29 16,-4 0-29-16,0 2 27 0,-3-2-26 15,-2 2 9-15,0 0-3 16,1 0-3-16,1 0 4 16,-2 0-7-16,3 0 13 15,1 0-17-15,-2 0 21 16,0 0-24-16,-3 0 29 16,0 2-31-16,0-2 10 15,0 0-92-15,-15 0-131 16,-2 0-453-16</inkml:trace>
  <inkml:trace contextRef="#ctx0" brushRef="#br0" timeOffset="157097.53">2658 5981 643 0,'0'-12'55'0,"2"3"73"15,-1 3-20-15,-1 2-15 16,0 4-43-16,0 0 10 15,2 4-28-15,3 19-6 0,0 12-22 16,2 10 31-16,0 12 12 16,3 4-27-16,0 2-5 15,1-4-8-15,3-9 5 16,-1-10-18 0,6-13 16-16,-2-6-20 0,2-13 24 15,1-8-19-15,-3 0 16 16,2-8-17-16,-3-13 6 15,3-9-4-15,-6-3-2 16,-2-6 1-16,0-3-17 16,-9-3 19-16,-2-3-13 15,0 0 18-15,0 3-14 16,0 4 19-16,0 9-18 16,-2 7 18-16,-3 9-9 15,2 7 7-15,3 9 9 16,0 0-4-16,0 17-5 15,0 13-15-15,0 5 19 16,3 11-2-16,6 5 25 16,1 0-23-16,4-5 17 15,-2-4-19-15,2-5 11 16,1-6-14-16,-2-8-4 16,-2-6 3-16,-2-5-8 15,0-5-2-15,-4-4-69 16,1-3-55-16,-1 0-117 15,1-4-100-15</inkml:trace>
  <inkml:trace contextRef="#ctx0" brushRef="#br0" timeOffset="157764.37">3204 6175 670 0,'0'0'93'15,"0"0"50"-15,0 0 44 16,0 0-74-16,0 0-32 16,-37 22-69-16,18-6 2 15,3 0-14-15,3-4 27 16,9 1-24-16,4-6 12 16,0 1-29-16,18-4 23 15,4 0-14-15,7 0 6 16,-3 0 3-16,3 0-4 15,-5 4 1-15,-5 3-5 16,-9 1 19-16,-4 3 8 16,-6-1 20-16,0 2-19 15,-4-1 18-15,-9 0-36 16,-3-4 10-16,1-2-15 16,4-2 2-16,1-4-1 15,4-1-6-15,0-2 1 16,6 0-21-16,0-6 10 15,0-5-27-15,13-4 31 16,5-1-14-16,2 1 26 16,3-2-31-16,-2 4 16 15,0-1 1-15,-1 0 11 16,-2 1 2-16,-3 1-5 16,1-2 11-16,-3 1-16 15,-4 0 18-15,-2 1-16 0,-3-2 18 16,-4 1-17-16,0 0 21 15,0 2-22 1,0 0 29-16,0 7-5 16,-4-2-2-16,-2 6 2 0,2 0-1 15,-5 0 5-15,-1 8-23 16,-3 13 12-16,1 4-25 16,1 6 30-16,4 2-24 15,5 1 23-15,2-4-23 16,0-6 14-16,17-7-7 15,4-6-3-15,5-6-28 16,1-5-50-16,2 0-102 16,-1-9-258-16</inkml:trace>
  <inkml:trace contextRef="#ctx0" brushRef="#br0" timeOffset="159382.65">4110 5966 726 0,'0'0'-3'16,"-16"-41"84"-16,0 25-4 16,2-2-27-16,-4 4 18 15,2 4-25-15,1 2-28 16,-4 6-13-16,1 2 14 15,1 13-12-15,-2 16 7 16,6 8-22-16,2 9 24 16,6 7-14-16,5 3 31 15,0 0 5-15,6-1-2 16,10-1-3-16,0-5-7 16,1-4 6-16,-4-4-22 15,-3-8 9-15,-4-6-25 0,-5-4 24 16,-1-7-35-16,0-4-35 15,-1-4-109 1,-12-5-103-16,0-3-193 0</inkml:trace>
  <inkml:trace contextRef="#ctx0" brushRef="#br0" timeOffset="159984.59">3873 6308 797 0,'0'0'86'16,"0"0"54"-16,95-48-46 16,-57 38-45-16,-3 1 6 15,-4 5-44-15,-2 4 8 16,-6 0-23-16,-4 1 15 16,-6 11-17-16,-3 4 5 15,-4 1-1-15,-2 1-2 16,-1 1 6-16,0-1-13 15,0-2 8-15,3-2-13 16,2-3 21-16,5-3-24 16,0-4 13-16,3-4-16 15,-3 0 23-15,1 0-5 16,-3 0 3-16,-2-8-3 16,-7 0 1-16,0-3 3 15,-2-2-9-15,0 1 17 16,0-3-19-16,-10 2 22 0,-1-1-24 15,-1 2 8 1,3 1-18-16,0 1 22 0,2 2-10 16,4 4-5-16,2 0 0 15,1 1-9-15,0 3-2 16,8 0 9-16,5 0 26 16,7 0-6-16,2 9 30 15,1 1-9-15,-1 0 47 16,-3-1-30-16,0 0 17 15,-8-4 8-15,-2 0-5 16,-5-2-16-16,-1-3-5 16,-3 0 1-16,0 0-20 15,0 0 23-15,0-12-27 16,0-6 18-16,0-5-44 16,0-4 23-16,0-2-28 15,0 2-5-15,1 1-22 16,8 7-27-16,0 4-57 15,-1 8-98-15,0 7-84 16,-1 0-207-16</inkml:trace>
  <inkml:trace contextRef="#ctx0" brushRef="#br0" timeOffset="160533.39">4640 6292 905 0,'0'0'190'0,"0"0"-35"16,0 0-36-16,0 0-66 16,0 0-3-16,14 64-34 15,-14-61-4-15,3-2-7 16,-3-1-6-16,3 0 8 0,-1-10-14 16,1-8 12-16,1-5-21 15,-2-3 13-15,0-1-36 16,1 2 15-16,-2 3-36 15,1 4 33-15,1 6-7 16,-2 6 19-16,4 6 10 16,0 0-2-16,2 0 3 15,4 9 0-15,0 2 21 16,1 5-16-16,-1-4 27 16,1 1-26-16,-1-2 22 15,1-2-34-15,-1-6 19 16,1 0-10-16,3-3 2 15,-1 0 5-15,2-12-5 16,1-5 1-16,2-1-13 16,-5-2 5-16,2 5-24 15,-7 2 31-15,-2 5-13 16,-2 6 21-16,-3 2-20 16,1 0 15-16,3 12 0 15,0 3 10-15,1 5 7 16,0-1-12-16,3 0 9 15,-3-2-23-15,4-1 16 16,-2-2-21-16,-1-1 16 16,1-5-64-16,-2-4-14 15,0-4-113-15,3 0-100 16,-3 0-164-16</inkml:trace>
  <inkml:trace contextRef="#ctx0" brushRef="#br0" timeOffset="161457.05">5138 6144 715 0,'0'0'85'0,"0"0"58"0,0 0-28 16,7 71-45-16,-1-53-35 15,3-3 2-15,-2-3-27 16,2-2 6-16,-1-6-15 15,5-1 8-15,-3-3-3 16,5 0-4-16,-4-3 4 16,1-10-13-16,-1 2 12 15,-3-3-27-15,-2-1 29 16,-4 7-20-16,1-3 23 16,-3 6-21-16,0 3 19 15,0 2-6-15,2 0 9 16,1 0-8-16,4 7-5 15,-1 5 6-15,2 2-10 16,7 0 15-16,-2 0-19 16,5-4 23-16,0-1-23 15,3-3 22-15,2-6-21 16,2 0 17-16,0 0-2 16,1-17 2-16,-2-2-4 15,-1-5-5-15,-5-6 8 16,-1-4-15-16,-4-1 17 15,-6-4-22-15,-3-3 20 16,-4-2-36-16,0 1 31 16,-4 0-19-16,-7 3 16 15,-4 7-1-15,-1 8-2 16,3 8 7-16,-2 13 1 16,-2 4 15-16,2 26-23 0,-1 13 11 15,-3 10-19-15,3 12 25 16,5 3-26-16,5-4 25 15,4-4-21-15,2-8 10 16,3-10-4-16,13-10 2 16,9-8 3-16,1-8-7 15,0-9 13-15,0-3-16 16,-1 0 21-16,4-11-22 16,-4-8 24-16,0 1-25 15,-2-5 20-15,-2 4-15 16,-5 2 6-16,-3 3-1 15,-6 6-1-15,-1-2 6 16,-4 8-9-16,-2 2 15 16,0 0-12-16,0 0 33 15,0 0-21-15,-5 10 14 16,-2 2-34-16,0 0 19 16,3 1-15-16,1 2 4 15,3-3 2-15,0-3-3 16,0-1 7-16,6-2-15 15,4-4 20-15,1-2-21 16,-1 0 25-16,5 0-24 16,-4 0 29-16,1 0-20 15,-1 0 22-15,0 0-14 16,-2 0 2-16,2 0 4 16,-2 6-11-16,-1 3 5 15,-1-4-19-15,-1 0-15 16,-4-3-154-16,-2-2-278 15</inkml:trace>
  <inkml:trace contextRef="#ctx0" brushRef="#br0" timeOffset="162119.04">6389 6013 765 0,'0'0'63'0,"0"0"89"0,-6-72-26 16,-9 45-93-16,0-5 7 16,-6 3 19-16,-2 3-39 15,0 5 12-15,0 6-35 16,4 8 21-16,1 7-25 15,4 7 9-15,5 20-12 16,3 12 6-16,6 10 4 16,0 6-5-16,0 7 13 15,0-1-17-15,7 1 22 16,1-6-24-16,0-1 28 16,-4-7-27-16,1-6 23 15,-1-6-23-15,0-10 11 16,-1-8-29-16,-2-7-42 15,-1-6-19-15,0-5-52 16,0 0-76-16,0-5-189 16</inkml:trace>
  <inkml:trace contextRef="#ctx0" brushRef="#br0" timeOffset="162717.94">6201 6238 748 0,'0'0'115'0,"0"0"-12"16,0 0-31-16,94-21-13 16,-69 19-27-16,-2 2 0 15,-3 0-24-15,-4 3 1 16,-7 8-3-16,0 1-3 16,-4 3 6-16,-2 2-8 15,0-1 15-15,0 0-25 0,4-3 21 16,4-4-22-1,4-5 25-15,2-3-27 0,0-1 30 16,2 0-11-16,-4-1 2 16,-4-7-1-16,-5-2-6 15,-5 2 10 1,-1-1-13-16,0-4 15 0,0-1-25 16,-8-3 25-16,-2-1-25 15,-1 2 17-15,6 0-40 16,-1 3 13-16,3 6-8 15,0-1 11-15,3 8 11 16,0 0-14-16,0 0 6 16,4 8 4-16,9 5 21 15,8 2-17-15,-2-2 31 16,4 1-4-16,0 1 27 16,-2-3-8-16,-2-2 17 15,-3 1 5-15,-6-3 7 16,-1-4-15-16,-6 0-19 15,-2-1 1-15,-1-3-20 16,0 0 26-16,0-3-34 16,0-9 26-16,0-4-43 15,0-7 25-15,3 1-30 16,3-4 7-16,4 2-12 16,2 1-23-16,5 2-12 15,0-2-24-15,-2 3-70 16,-5 4-188-16,-2 4-426 15</inkml:trace>
  <inkml:trace contextRef="#ctx0" brushRef="#br0" timeOffset="164135.95">7332 6113 628 0,'0'0'133'0,"0"0"-5"16,0-10-25-16,0 6-38 15,-5-4 13-15,-5 3-29 16,-1-2 9-16,-2-2-44 15,-4 6 0-15,-1 0-11 16,-2 3-4-16,0 0 2 16,-2 9-11-16,0 13 10 15,2 2-11-15,4 4 19 16,3 0-19-16,8-1 26 16,5-8-27-16,0-3 21 15,0-8-18-15,12-3 11 16,3-5-2-16,4 0 0 15,0-8 3-15,4-6-8 16,-2-5 11-16,-3-2-13 16,-1 2 11-16,-7 1-17 15,-2 5 25-15,-3 3-23 16,-4 6 21-16,1 4-16 16,1 0 10-16,1 14 0 15,3 15 0-15,5 3 17 16,1 10 0-16,2 6 29 15,2 4-7-15,0 2 22 16,-2-1-23-16,0 1 28 16,-3 3-29-16,-6-7 27 15,-5 0-21-15,-1-9 15 16,0-3-21-16,-14-9-22 0,-9-7-1 16,-5-9-19-1,-2-5 15-15,-3-8-25 0,-2 0 10 16,-1-10-47-16,2-11 5 15,3-4-59-15,5-10-9 16,4-2-76-16,5-8-227 16,5-3-417-16</inkml:trace>
  <inkml:trace contextRef="#ctx0" brushRef="#br0" timeOffset="164468.34">7387 5754 1090 0,'0'0'43'15,"0"0"117"-15,0 0-85 16,0 0-20-16,65 3-28 16,-45-3-19-16,-4 0-1 15,0 0-20-15,-5 0-42 16,-3-6-86-16,0 0-110 15,-7-1-185-15</inkml:trace>
  <inkml:trace contextRef="#ctx0" brushRef="#br0" timeOffset="164653.58">7608 5638 901 0,'0'0'98'0,"0"0"96"15,0 0-69-15,6 89-86 16,-3-66-29-16,-2 0-14 16,0-4-33-16,-1-1-141 15,0-6-335-15</inkml:trace>
  <inkml:trace contextRef="#ctx0" brushRef="#br0" timeOffset="165538.4">7926 5610 750 0,'0'0'75'16,"0"0"81"-16,0 0-69 15,92-18-34-15,-65 18-1 16,1 0-21-16,-4 10 3 15,-1 13-13-15,-2 8 19 16,-4 10-20-16,-2 9 28 16,-4 9-30-16,-4 2 32 15,2 3-34-15,-1 1 6 16,4-2-16-16,0-7 3 16,3-1-2-16,3-4-3 15,2-8 9-15,-3-3-13 0,-1-5 18 16,0-6-19-16,-4-5 26 15,-2-2-26 1,-3-2 27-16,-4-6-19 0,-3 1 15 16,0-1 1-16,0-2-1 15,-7-2-3-15,-6 1-16 16,-6-4 9-16,0-3-16 16,-8 0 26-16,-2-4-30 15,-2 0 28-15,0 0-34 16,0 0 29-16,4 0-25 15,4 0 12-15,5 0-10 16,3 0-40-16,6 0-16 16,2 0-23-16,2-7-50 15,4-9-192-15,1-9-275 16</inkml:trace>
  <inkml:trace contextRef="#ctx0" brushRef="#br0" timeOffset="165842.51">8451 5449 845 0,'0'0'91'0,"0"0"80"16,0 0-20-16,-29 102-45 0,16-60-32 16,-1-1-50-16,-1-5-5 15,4-7-30-15,-1-8-3 16,-1-9-124-16,-4-5-215 15</inkml:trace>
  <inkml:trace contextRef="#ctx0" brushRef="#br0" timeOffset="166905.09">7052 5638 602 0,'0'0'45'16,"0"0"60"-16,0 0-11 15,-87-1-25-15,68 1-19 16,2 4-3-16,0 11-41 16,5 7 3-16,3 8-6 15,5 9 5-15,4 10 9 0,0 8 4 16,0 5 0 0,7 4 5-16,5 2 17 15,-1-2 1-15,1 1 7 0,-5-7-37 16,1-2 20-16,0-4-32 15,-7-5 15-15,1-5-12 16,-2-5 5-16,0-4 2 16,0-4-2-16,0-6 4 15,0-6-14-15,0-7 12 16,0-4-18-16,0-4 22 16,12-2-19-16,6-2 44 15,4 0-25-15,3 0 16 16,3 0-18-16,1-3-1 15,-3 0-2-15,-1 0-10 16,-2 2 6-16,-7 1-18 16,1-4-8-16,-7 1-85 15,-4-3-74-15,-3-1-289 16</inkml:trace>
  <inkml:trace contextRef="#ctx0" brushRef="#br0" timeOffset="168243.54">8698 6196 881 0,'0'0'76'16,"0"0"90"-16,65 0-57 15,-40 0-53-15,-2-3-33 16,-3-1-20-16,-5-3 1 15,-4 2-28-15,-7-2-75 16,-4 0-130-16,0 1-120 16</inkml:trace>
  <inkml:trace contextRef="#ctx0" brushRef="#br0" timeOffset="168440.42">8726 6053 875 0,'0'0'58'0,"0"0"115"16,0 0-67-1,0 0-83-15,0 0-17 16,85 0-6-16,-64 0-18 0,-2 0-122 16,1 0-174-16,-1-6-379 15</inkml:trace>
  <inkml:trace contextRef="#ctx0" brushRef="#br0" timeOffset="172732.43">14604 7754 208 0,'0'0'28'16,"-2"0"41"-16,-2 0-21 15,1 0-22-15,-2 0-7 16,0 0 29-16,1 0 4 16,-2 0-14-16,1 0 2 15,1 0 0-15,-2 0 19 16,-1 0-9-16,-2 0-15 15,1 0-29-15,-4 1 10 16,1 4-18-16,-4 3 12 16,1 1-18-16,-1 0 15 0,-1 2-11 15,-1 3 6-15,0-1-1 16,1 2-4-16,0 1 8 16,3 3-12-16,-1-2 15 15,2-1-16-15,3 4 17 16,-2-2-17-16,2 2 17 15,-3 1-18-15,0 7 14 16,0-1-7-16,-2 0 2 16,2 4 1-16,0-3-5 15,-1-2 10-15,5-5-14 16,0 0 15-16,1-5-16 16,3 2 21-16,0-5-22 15,-2 3 19-15,1 0-16 16,-2 3 8-16,-3 2-9 15,1 2-7-15,-1 0 4 16,0 2-10-16,2 0 20 16,2-3-6-16,1 0 14 15,2-4-15-15,3-2 18 16,0-1-19-16,0-3 17 16,0 4-13-16,0 0 10 15,0 2-2-15,0-1-1 16,0 4 1-16,0 1-6 15,0 1 10-15,0-1-13 16,0 1 14-16,0 0 6 16,0-3 3-16,0 1-25 15,0-4 17-15,2 2-10 16,5-2 2-16,-1-2 0 16,0 1-1-16,1-3 2 15,2 0-7-15,-4-3 12 0,3 3-15 16,1-3 16-1,-1 0-13-15,-1 2 16 16,5-1-19-16,1 0 13 0,3-3-8 16,2 1 2-16,5-2 26 15,1-1-15-15,3-1-9 16,1-2-7-16,1 0 12 16,-2 1-17-16,2 0 18 15,-2 0-17-15,-2 0 21 16,-2 0-19-16,-1 0 13 15,-2 2-7-15,-3-4 4 16,2 1 2-16,-2 1 5 16,3 1 17-16,2 1-20 15,1 1 6-15,-1-2-16 16,2 5 18-16,2 0-22 16,-1-3 21-16,-2 3-8 15,5-2 28-15,-5 3 12 16,3-7-5-16,-2 3-17 15,2-3-19-15,-3 0 3 16,0 0-13-16,-1-4 15 16,-2 0-18-16,1 0 23 15,-1 0-25-15,-3 0 22 16,2 0-20-16,1 0 12 16,-3 0-6-16,3 0 4 15,1 0 1-15,1 0-7 16,2-4 8-16,0 0-15 15,2-3 15-15,1 3-17 16,-3 0 27-16,1-2-24 16,-4 1 15-16,-5 0-16 15,1 2 10-15,-5 1 0 0,-1-2 0 16,0 2 4-16,-2 0-7 16,3 0 11-16,0 1-14 15,5-2 18-15,1-1-20 16,2 0 21-16,0-1-44 15,0 0 22-15,0 0 2 16,-3-1-4-16,-2 2 10 16,-2 0 1-16,2 0 4 15,-5 0-5-15,2 0 13 16,2 0-12-16,-4-1 21 16,6 1-24-16,-5-1 18 15,4 3-23-15,-5-4 16 16,0 2-8-16,1-2 2 15,0 0 1-15,-3-2-2 16,4 0 10-16,-2-1 7 16,2-3 21-16,0-2-28 15,2 2 17-15,-3-1-29 16,2 2 17-16,-1 1-21 16,-1 1 13-16,-2-1-4 15,0 3 1-15,-3 0 6 16,0-1 4-16,-1-2 9 15,-2-1-12-15,3 0 11 16,-2-1-25-16,2-1 18 16,4-1-24-16,-4 1 21 15,2 0-19-15,-2 0 11 16,1 3-3-16,-3-1 0 16,-1 0 3-16,2-1-6 15,-5-2 13-15,3-3-15 0,0-1 20 16,-2-3-22-1,2-1 21-15,0 0-24 0,1-2 18 16,0 0-13-16,-2 4 6 16,1-1-4-16,-3 2 1 15,0-2 0-15,0 2-2 16,0-3 11-16,0 2-17 16,-3-1 23-16,-3-1-22 15,0-2 22-15,5 0-23 16,0 1 17-16,1-6-12 15,0 2 5-15,0 0 0 16,-3 0-2-16,0-2 6 16,-3 4-10-16,-1-1 14 15,-3 1-17-15,2-2 21 16,1 4-21-16,1-1 23 16,-2 3-26-16,2 0 18 15,0 0-9-15,-1 2 3 16,-3-1 0-16,3 1-1 15,-4-2 5-15,1 1-11 16,-1 0 14-16,-2 1-15 16,-2-1 20-16,-1 1-21 15,-2 2 21-15,2 2-23 16,-4 1 17-16,1 3-8 16,1 0 1-16,1 4 3 15,0 1-5-15,0 0 11 16,-1 2-13-16,-1-1 15 15,-1 3-20-15,0-2 24 0,0-1-24 16,-3-1 23 0,1-1-20-16,-1 0 11 0,0 1-5 15,0 0 0-15,-2 0 3 16,-1 4-5-16,-3 2 9 16,0 0-15-16,-3 0 19 15,-1 0-22-15,0 0 26 16,-1 0-26-16,3 2 23 15,3 0-14-15,3-2 12 16,0 0-4-16,4 0-4 16,2 0 2-16,-2 0-7 15,3 0 10-15,2 0-15 16,-3 0 19-16,0 4-22 16,-2 0 28-16,-2 0-27 15,0 2 20-15,-2-1-14 16,0-1 15-16,1 3-1 15,2-3-6-15,2-1 1 16,3-1-10-16,0 0 14 16,3 0-15-16,3-2 18 15,-2 3-21-15,3-1 22 16,-1 1-22-16,-1 1 17 16,1-1-11-16,1 7 3 15,-3-4 4-15,3 1-5 16,-3 1 5-16,3 0-8 15,-2 1 12-15,1-1-16 16,4-2 20-16,-4 0-23 16,2 1 26-16,0-2-24 15,0 2 15-15,-4-2-9 16,2 0-3-16,0 1 1 16,3-2-5-16,2 0-2 15,2 1-14-15,4-3 10 0,0 0-48 16,3-2-11-1,4 0-46-15,4 0-33 16,-3 0-131-16</inkml:trace>
  <inkml:trace contextRef="#ctx0" brushRef="#br0" timeOffset="-149741.63">8425 7706 505 0,'0'0'56'16,"0"-1"37"-16,1-1-12 16,1 1-16-16,-1 1-1 0,-1-2 4 15,2 1 9-15,-1-1 9 16,1 2-29-16,-2-1 8 16,0 0-26-1,0 1 7-15,0 0-8 0,0-2 10 16,0 2-27-16,0 0 10 15,0-3-13-15,0-1-2 16,0 0 0-16,0-1-10 16,0-2 3-16,0-2-15 15,0 3 18-15,-2 1-22 16,-5 1 27-16,0 0-25 16,-3 2 26-16,0 2-26 15,-5 0 12-15,2 0-7 16,-1 10-2-16,1 9 2 15,0 2-3-15,1 3 6 16,4-1-19-16,2 0 20 16,3-1-23-16,3-5 28 15,0-4-23-15,0-3 20 16,0-4-27-16,0-3 13 16,10-3 1-16,-3 0 3 15,5 0 7-15,1-11-4 16,-2-1 12-16,1 0-17 15,-1-3 21-15,0 2-23 16,-4 4 26-16,0-1-28 16,-1 5 25-16,-3 1-20 15,0 0 8-15,3 3 0 16,0 1 0-16,2 0 0 16,2 3-13-16,4 13 34 15,2 0-19-15,4 7 21 16,-1 4-16-16,1 0 26 15,-1 0-14-15,-4 2 22 0,0-3-1 16,-6 0 11-16,-3-1 5 16,-3 0-11-16,-3-5-4 15,0 4-18-15,0-3 16 16,-10-2-31-16,-2-4 19 16,-2 0-35-16,-2-6 28 15,0-1-34-15,-4-1 20 16,2-4-34-16,1-2-24 15,0-1-23-15,2 0-37 16,4-4-29-16,-1-10-191 16,8-3-307-16</inkml:trace>
  <inkml:trace contextRef="#ctx0" brushRef="#br0" timeOffset="-148716.03">8562 7520 743 0,'0'0'123'0,"0"0"29"0,0 0-59 16,0-5-21-16,6 2-9 16,5-1-11-16,3-3-8 15,0 2 3-15,5-2-27 16,-2-1 13-16,-1 2-24 16,-2 1 23-16,-2 0-32 15,-5 3 18-15,-2 0-20 16,-1 1 5-16,-4 1-1 15,0 0 0-15,0 0 9 16,0 0-7-16,0 0 17 16,0 0-20-16,0 0 21 15,-7 0-25-15,-6 0 22 16,-1 0-32-16,-3 0 24 16,0 4-16-16,0 0 4 15,1 1 3-15,3 1-4 16,2-2 5-16,0 0-11 15,4 1 19-15,1-4-30 16,2 2 17-16,1-3-41 16,2 0 5-16,1 0-53 15,0 0-46-15,0 0-148 16,0 0-213-16</inkml:trace>
  <inkml:trace contextRef="#ctx0" brushRef="#br0" timeOffset="-148199.45">8785 7329 666 0,'0'0'91'16,"0"0"69"-16,0 0-36 15,0 0-49-15,0 0-1 16,6 4-17-16,2 13 7 15,-1 2-8-15,5 5 17 16,1 4-41-16,0 0 11 16,0-2-28-16,-2-4 25 15,0-4-34-15,0-5 19 16,-7-5-18-16,1-1 0 16,-2-5 0-16,-3-2-5 15,0 0 6-15,0 0-9 16,0-10 27-16,0-6-28 15,0-3 18-15,-2-6-29 16,-4 4 27-16,2-2-36 0,0 5 14 16,0 1-26-1,1 7-9-15,1 2-9 16,-1 3-40-16,-1 5-94 16,-5 0-250-16</inkml:trace>
  <inkml:trace contextRef="#ctx0" brushRef="#br0" timeOffset="-147166.5">8805 7593 696 0,'0'0'77'0,"0"0"74"16,0 0-69-1,-10 13 3-15,-2 6-34 0,2 7 7 16,0 9-32-16,0 3 24 15,3 3-24-15,2 2-7 16,5-5-2-16,0-2-8 16,0-7 5-16,12-5-17 15,5-6 15-15,1-4-23 16,3-8 24-16,-1-5-27 16,-1-1 7-16,0 0-64 15,-7-7-58-15,-1-9-77 16,-10 3-164-16</inkml:trace>
  <inkml:trace contextRef="#ctx0" brushRef="#br0" timeOffset="-146919.48">8936 7785 844 0,'0'0'89'0,"0"0"46"16,0 0 20-16,0 0-84 16,94 70-6-16,-75-58-36 15,-3-7-14-15,-2 1-11 16,-3-4-4-16,-4 1-4 16,0-3-41-16,-3 0-48 15,-1-4-126-15,-3-8-90 16,0-5-229-16</inkml:trace>
  <inkml:trace contextRef="#ctx0" brushRef="#br0" timeOffset="-146755.31">9036 7808 753 0,'0'0'73'0,"0"0"6"15,-56 95-77-15,41-73 7 16,5-5-11-16,0-5-55 15,4-5-122-15,-1-3-162 16</inkml:trace>
  <inkml:trace contextRef="#ctx0" brushRef="#br0" timeOffset="-146466.39">9111 7583 734 0,'0'0'128'16,"0"0"71"-16,0 0-57 16,70 87-42-16,-56-54-29 15,-5 1-15-15,-7 3-38 16,-2 0 25-16,0-2-35 15,-4-1 18-15,-12 1-35 16,-3 0 25-16,-2-3-29 16,-2 0-4-16,0-2-34 0,4-6-48 15,0-5-97 1,2-5-216-16</inkml:trace>
  <inkml:trace contextRef="#ctx0" brushRef="#br0" timeOffset="-60329.39">10732 4402 262 0,'-3'0'50'0,"0"4"39"16,3-4 13-16,0 1-8 15,0-1-2-15,0 0 25 16,0 0-54-16,0 0 21 16,0 0-33-16,0 0 27 15,0 0-24-15,0 0-6 16,0 0-8-16,0 0-9 15,0 0 4-15,0 0-17 16,0 0 25-16,8 0-32 16,-2 0 23-16,3 2-30 15,3-1 30-15,2 0-37 16,-1 1 27-16,3-1-20 0,1-1 6 16,-1 0-4-16,4 0 0 15,-1 0 4 1,1 0-12-16,-1 0 17 15,1 0-25-15,0 0 27 0,-4 0-32 16,3-1 34-16,-1-2-34 16,3 0 27-16,-1 2-18 15,1-3 6-15,0 0 2 16,2 4-4-16,-3-3 7 16,-1 1-18-16,0 2 27 15,-3-1-27-15,3 1 29 16,-2 0-29-16,-1 0 30 15,1 0-31-15,1-1 22 16,-1 1-11-16,-1 0 3 16,1 0 1-16,1 0-4 15,0 0 9-15,-2 0-16 16,3 0 22-16,1 0-26 16,-1 0 31-16,1 0-30 15,3-2 28-15,-2-2-27 16,2 1 17-16,-2-1-19 15,2 1 26-15,-1 2-10 16,0 1-7-16,-1 0 11 16,1 0-19-16,0 0 28 15,-2 0-28-15,0 0 31 16,3 0-33-16,-3 0 30 16,1 0-27-16,0 0 15 15,-2 0-2-15,0 0-2 16,3 0 3-16,-1 0-9 15,2 0 17-15,1 0-22 16,1 0 27-16,1-4-30 16,-1 1 34-16,-1 1-35 0,-3 0 30 15,-3 2-24-15,0 0 10 16,1 0-8-16,-2 0 15 16,0 0-4-16,0 4-11 15,1-1 18-15,5 1-22 16,-1-1 27-16,1-2-30 15,1 3 33-15,2-4-35 16,2 0 28-16,-1 0-18 16,2 0 7-16,-2 3 1 15,1-3-5-15,1 1 9 16,-3 2-16-16,1-1 22 16,2 0-27-16,2-2 32 15,-3 2-31-15,3-1 30 16,-1 1-32-16,0-2 25 15,-2 4-11-15,-1-4 2 16,1 4 0-16,-2-4-2 16,-2 1 8-16,1-1-19 15,1 0 26-15,1 0-27 16,-1 0 32-16,2 0-31 16,-1 0 30-16,-4-1-30 15,0-3 21-15,-3 4-8 16,-2 0-1-16,-1 0 2 15,-1 0-5-15,1 0 12 16,0 0-19-16,0 0 24 16,1 0-30-16,-2 0 33 0,4 0-35 15,-1 3 32 1,4-3-24-16,0 0 14 16,0 1-2-16,-1-1-1 0,3 0-1 15,-1 0 1-15,1 1 9 16,-3 2-20-16,2-2 26 15,-1 3-29-15,0-1 34 16,-1 0-35-16,0 1 28 16,1-2-21-16,-2 0 10 15,0 0-1-15,0 0-2 16,-1-2 6-16,-1 0-13 16,2 0 20-16,-4 0-24 15,-1 0 28-15,1 0-30 16,-2 0 33-16,-1 0-35 15,2 0 10-15,-1 1 15 16,0 2-10-16,4 1 0 16,-5-4-1-16,4 1 8 15,-2-1-16-15,2 0 24 16,1 0-28-16,0 0 32 16,2 0-32-16,-3 0 33 15,-1 0-34-15,-1 0 25 16,1 0-13-16,-2 0 3 15,1 0 2-15,-3 0-4 16,3 0 11-16,-2 0-20 16,0 0 25-16,0 0-29 15,1 0 35-15,-3 0-34 16,0 0 37-16,-1 0-32 16,-2 0 9-16,-2-1 18 15,3 1-11-15,-3-1 5 16,1-1-9-16,-1 2 14 15,0-1-24-15,-3 1 25 0,1 0-31 16,-2 0 37-16,-3 0-40 16,0 0 34-16,0-2-35 15,0-2-2-15,-9-2-33 16,-8-5-97-16,-5-5-258 16</inkml:trace>
  <inkml:trace contextRef="#ctx0" brushRef="#br0" timeOffset="-58945.56">11379 1510 558 0,'4'2'97'0,"-1"-2"27"0,1 0-20 16,-1 0-23-16,-2 0 2 16,1 0-23-16,1 0 8 15,-2 0-18-15,-1 0-5 16,0 0-7-16,0-4-5 16,0-4 1-16,0-5-31 15,-4 0 9-15,-8-3-22 16,-2 0 22-16,-1 0-39 15,-5 3 9-15,0 6-20 16,0 4 19-16,-3 3-4 16,-2 7 2-16,1 16 17 15,2 6-4-15,0 7 12 16,5 3-14-16,8-1 9 16,5-3-1-16,4-6 11 15,0-5-21-15,10-6 22 16,7-8-13-16,5-7 10 15,1-3 3-15,3 0-5 16,2-19 3-16,-1-4-8 16,-1-3 12-16,-3-1-17 15,-4 0 18-15,-5 4-20 16,-5 3 22-16,-2 5-22 16,-4 6 16-16,-1 4-10 15,-2 2 5-15,0 3 0 16,0 0 3-16,1 7 12 15,5 12-23-15,-1 10 18 16,4 8-7-16,3 9 32 16,4 6-3-16,-2 3 30 15,2 3-21-15,-4-1 14 0,-1 0-7 16,-2-4-9-16,-5-3-10 16,-2-8-8-16,-2-7 11 15,0-3-13-15,0-9 22 16,-11-4-37-16,-4-4 19 15,-6-3-34-15,-3-6 28 16,-4-4-35-16,-2-2-1 16,-3 0-37-16,2-11-28 15,5-9-43-15,6-9-51 16,7-6-187-16,6-7-395 16</inkml:trace>
  <inkml:trace contextRef="#ctx0" brushRef="#br0" timeOffset="-58493.47">11669 1003 805 0,'0'0'119'16,"0"0"36"-16,0 0-24 16,0 0-63-16,1 62 20 15,-11-25-58-15,-3 3 19 16,0 3-37-16,0-5 8 15,2-4-30-15,2-6-15 16,-1-7-84-16,3-7-104 16,-1-6-248-16</inkml:trace>
  <inkml:trace contextRef="#ctx0" brushRef="#br0" timeOffset="-55602.66">11936 1220 293 0,'0'-3'45'16,"0"3"45"-16,0 0-16 15,0 0 0-15,0 0 6 16,0 0-2-16,0 0-14 16,0-1-10-16,0 1 15 15,0 0-20-15,0 0 10 16,0 0-25-16,0 0 14 16,0 0-31-16,0 0 8 15,0 0-14-15,0 0 9 16,0 0 5-16,-4 13-6 15,-8 11-7-15,-2 10-15 16,-4 12 23-16,1 12-18 16,3 3 29-16,2 3-21 15,4-4 24-15,6-6-22 16,2-7 9-16,3-7-12 16,17-6 5-16,3-8 3 15,0-6 17-15,2-4-12 16,-2-5-26-16,-3-4 14 0,-7-1-19 15,-4-2 13-15,-4-2-44 16,-5 0-4 0,0-1-51-16,0 1-47 0,-6-2-178 15,-5 0-326-15</inkml:trace>
  <inkml:trace contextRef="#ctx0" brushRef="#br0" timeOffset="-55024.33">12082 1442 589 0,'0'0'145'0,"0"0"25"0,0 0-27 15,0 0-33-15,26 29-26 16,-10-8 4-16,1 3-51 15,3-1 13-15,3 0-24 16,-1-1 8-16,0-4-5 16,-1-1-9-16,-3-4-9 15,-1-2-8-15,-4-3 4 16,-3 0-13-16,-4-5 14 16,-2 0-36-16,-4-2-1 15,0-1-65-15,0 0-32 16,0 0-94-16,0 0-112 15,-6-14-306-15</inkml:trace>
  <inkml:trace contextRef="#ctx0" brushRef="#br0" timeOffset="-54802.39">12286 1359 810 0,'0'0'121'15,"0"0"23"-15,0 0-26 16,-52 92-50-16,31-54-1 16,-2 4-37-16,0 1-4 15,2-3-33-15,2-3 15 16,1-7-24-16,7-5-23 16,3-8-45-16,0-6-56 15,5-8-110-15,3-3-127 0</inkml:trace>
  <inkml:trace contextRef="#ctx0" brushRef="#br0" timeOffset="-54433">12257 1115 841 0,'0'0'103'15,"0"0"57"-15,91 76-69 16,-52-36-15-16,-2 9 13 16,1 6-52-16,-7 4 22 15,-3 0-33-15,-6 0 4 16,-4 0 0-16,-7-7-9 15,-3-5 2-15,-4-7-13 16,-4-4 9-16,0-9-22 16,0-4 18-16,0-3-24 15,-4-5 23-15,-4-3-52 16,-1-2 5-16,0-6-29 16,-1-4-34-16,1 0-95 15,1-5-237-15</inkml:trace>
  <inkml:trace contextRef="#ctx0" brushRef="#br0" timeOffset="-54219.11">12819 1524 939 0,'0'0'53'15,"0"0"121"-15,0 0-94 16,0 0-59-16,86-32-21 16,-74 25 10-16,-5 0-61 15,-7-1-105-15,0 0-203 16</inkml:trace>
  <inkml:trace contextRef="#ctx0" brushRef="#br0" timeOffset="-54022.65">12723 1391 1051 0,'0'0'51'16,"0"0"21"-16,0 0-40 15,0 0-25-15,82-32-3 16,-54 21-41-16,-2-1-122 15,-3-1-171-15</inkml:trace>
  <inkml:trace contextRef="#ctx0" brushRef="#br0" timeOffset="-53689.86">13083 1098 1095 0,'0'0'105'16,"0"0"8"-16,0 0-39 16,97-36-35-16,-67 29 6 15,0 4-35-15,-2 2 10 16,-4 1-30-16,-6 0 21 15,-4 16-12-15,-8 5 0 16,-6 4-2-16,0 5-2 16,-5 4 1-16,-12-1-21 15,2 0-9-15,-3-1-64 16,3-4-79-16,4-2-162 16,5-4-316-16</inkml:trace>
  <inkml:trace contextRef="#ctx0" brushRef="#br0" timeOffset="-53535.72">13336 1619 1177 0,'0'0'158'16,"0"0"-80"-16,0 0-39 16,0 0-25-16,0 0-9 15,42 51-15-15,-40-51-79 0,-2 0-207 16,0 0-519-1</inkml:trace>
  <inkml:trace contextRef="#ctx0" brushRef="#br0" timeOffset="-46028.36">1334 3156 278 0,'0'0'5'16,"0"0"-6"-16,0 0 11 15,0 0-36-15,0 0 6 16,0 0 13-16,0 0 9 16,-1 0-2-16,-1 0 1 15,1 0 4-15,-1 0 2 16,-1 0-6-16,-1 0-71 15,1 0-77-15</inkml:trace>
  <inkml:trace contextRef="#ctx0" brushRef="#br0" timeOffset="-43842.44">1308 3146 358 0,'0'0'44'0,"0"0"31"16,0 0 0-16,0 0 2 0,0 0-46 15,0 0 4-15,0-3-12 16,0 3 5-16,0 0-7 16,4 0 0-16,2 0 19 15,0-1-22-15,3 1 8 16,2-2-13-16,1 1 31 16,3-2-33-16,0 1 8 15,2 2-24-15,2-2 14 16,1 0-10-16,3 2 2 15,-1 0 2-15,1 0-5 16,3 0 5-16,-1 0-14 16,-1 0 14-16,1 0-19 15,1 0 24-15,0 0-28 16,-3 0 15-16,0 0-17 16,3 0 17-16,0 0-1 15,0 0 5-15,1 0 2 16,2 0-6-16,0-1 9 15,0-1-14-15,1-2 17 16,-1 1-18-16,0 2 24 16,-1-2-27-16,-1 1 22 15,1 2-16-15,-1 0 9 16,-3 0-11-16,2 0-25 16,-1 0-11-16,-2 0 3 15,2 0 26-15,-1 0-5 16,-1 6 21-16,-1 1-14 15,3-2 21-15,-1 2-20 16,2-2 19-16,1 0-9 16,2-1 9-16,3 2-5 15,1-6 0-15,1 3 3 0,2-2-8 16,1-1 11-16,1 2-13 16,2-2 16-16,-1 0-16 15,0 0 20-15,-4 0-25 16,2 0 18-16,-5 0-9 15,-2 0 3-15,-1 0 0 16,-2 2-1-16,0 2 4 16,-1 0-9-16,0 0 13 15,-2 2-15-15,-1 0 18 16,1-2-19-16,2 3 18 16,-2-3-17-16,2 1 13 15,3-1-7-15,1 0 2 16,-1-2 0-16,4 0-1 15,-1 0 7-15,0 0-13 16,-2-2 15-16,-1 2-17 16,2-1 22-16,-4 2-24 15,-1-1 22-15,3 0-20 16,0 0 13-16,0 0-4 16,1-2 0-16,1 0 1 15,0 1-5-15,1 1 10 16,-2 0-13-16,-1 1 15 15,2 1-17-15,-3 2 21 16,1 0-22-16,2-2 17 16,-1 0-11-16,2 0 6 15,1-4-1-15,-1 1-3 16,1 0 4-16,-1 1-8 16,0-1 13-16,-1 2-14 15,3-3 16-15,-3 6-18 0,1-4 21 16,1 2-21-16,0 0 17 15,1-1-12-15,-1-1 4 16,1 0 1-16,3 0-2 16,-3 0 4-16,1 0-9 15,-2 0 13-15,3-1-15 16,-3 2 18-16,1-2-19 16,0 2 20-16,1-3-21 15,1 0 16-15,0 1-8 16,2-1 3-16,-2 0 0 15,0 0-4-15,-1 2 7 16,-1 1-10-16,1 1 13 16,0 1-15-16,1-1 18 15,0 0-18-15,1-2 19 16,4-2-20-16,2 0 14 16,1 0-7-16,2 0 2 15,0-2 4-15,0-2 1 16,-1 0 3-16,-2 4-11 15,1 0 14-15,-2-1-19 16,1 0 22-16,-1-2-24 16,1-1 22-16,3-2-20 15,-1 2 11-15,0 0-2 16,0 0-2-16,-2 0 3 16,-3 0-7-16,-1 1 11 15,3 2-13-15,-1-3 19 16,-1 1-18-16,3-1 24 15,1 0-26-15,2 0 20 16,2-2-17-16,1 1 14 0,3 1 5 16,0-2-11-1,0 1 1-15,0-1-8 0,1 1 11 16,-2-1-13-16,2 2 16 16,-1-1-23-16,0 1 29 15,3 0-26-15,-1 0 19 16,2 2-15-16,-1 1 5 15,1 0 5-15,0-1-7 16,2 2 6-16,-1-1-9 16,0 1 15-16,1-3-18 15,-2 2 22-15,0 1-24 16,-1-2 23-16,-2 2-25 16,-2-1 21-16,1 1-13 15,-4 0 4-15,0 0 2 16,1 0-3-16,-2 0 7 15,0 0-13-15,0 0 17 16,1 0-19-16,-3 3 21 16,0 1-23-16,-1 0 27 15,0-1-26-15,0 1 18 16,0 2-12-16,2-2 6 16,-1 2 1-16,4-2-5 15,1 1 9-15,4-1-15 16,1 1 18-16,1-3-20 15,4 3 26-15,4-2-27 16,1-2 25-16,0 3-23 16,3-1 15-16,0 1-5 15,0 0-1-15,0 0 1 16,0-1-5-16,2 0 11 0,2-2-15 16,1 0 19-1,2-1-17-15,1 0 22 0,0 0-26 16,0 0 23-1,1 0-20-15,-1 0 11 0,-2-1-2 16,-1-2-3-16,3-1 4 16,-4 0-6-16,4 0 11 15,0-4-14-15,-2-1 16 16,0-1-18-16,-4 2 26 16,-1 0-21-16,-7 1 20 15,-9 1-19-15,-2 2 8 16,-9 2-3-16,-5 1-3 15,-9 0 6-15,-4 1-10 16,-5 0 9-16,-6 0-8 16,-2 0 15-16,-3 0-19 15,-4 0 26-15,1-2-25 16,-2 2 29-16,1 0-12 16,1 0 3-16,-2 0-5 15,2 0-6-15,-1 0 4 16,-1 0-10-16,0 0 15 15,0 0-21-15,-2 0 24 16,-1 0-24-16,2 0 25 16,-2 0-26-16,0 0 20 15,0 0-56-15,-6 0-70 16,-3 0-248-16</inkml:trace>
  <inkml:trace contextRef="#ctx0" brushRef="#br0" timeOffset="16073.07">13322 4295 742 0,'0'0'113'16,"0"0"24"-16,0-3-19 15,0 3-32-15,0 0-16 16,0 0-6-16,0 0-36 15,0 0 12-15,0 6-27 16,0 10 21-16,-8 4-36 16,-2 9 21-16,-2 1-20 15,-2 4 22-15,1-2-10 16,-2-2-5-16,5-3-1 0,1-4-6 16,2-5 9-16,0-7-17 15,6-3 20-15,1-5-24 16,0-3 28-16,0 0-32 15,0-4 25 1,6-15-15-16,8-9 17 0,0-8-3 16,5-4-4-16,-3-2 1 15,1 3-7-15,-4 8 11 16,-3 8-17-16,-4 8 21 16,0 8-25-16,-3 4 29 15,-2 3-29-15,4 6 31 16,2 14-25-16,1 5 14 15,4 6 1-15,5 1 3 16,2 0 5-16,1-4-4 16,3-5 16-16,-4-4-26 15,0-7 22-15,-3-5-35 16,-5-6 29-16,0-1-48 16,-5-7-11-16,0-13-54 15,-6-3-84-15,0 0-274 16</inkml:trace>
  <inkml:trace contextRef="#ctx0" brushRef="#br0" timeOffset="16621.56">12485 2847 868 0,'0'0'51'15,"0"0"87"-15,0 0-19 16,0 0-19-16,50 64-37 16,-36-34-7-16,-2 0-24 15,-4-1-20-15,-4-2-5 16,-2-2-14-16,-2-5-14 15,0-4-62-15,-2-3-75 16,-10-7-211-16,0-6-364 16</inkml:trace>
  <inkml:trace contextRef="#ctx0" brushRef="#br0" timeOffset="16763.58">12450 2666 911 0,'0'0'55'0,"0"0"-19"0,0 0-75 16,0 0-151-16,0 0-285 15</inkml:trace>
  <inkml:trace contextRef="#ctx0" brushRef="#br0" timeOffset="17208.64">12648 2866 1021 0,'0'0'163'0,"0"0"-19"15,0 0-80-15,0 0-7 16,0 0-36-16,0 0 16 16,75 53-34-16,-70-49 7 15,-1-2-9-15,-3 0-2 16,3-2-6-16,-4 0-11 15,0-10 11-15,0-9-20 16,0-5 19-16,0-7-27 16,0-3 14-16,2 1-47 15,-1 4 22-15,1 5 7 16,-1 6 20-16,1 8 18 16,-1 6 1-16,-1 2 3 15,3 2 12-15,-1 2 16 16,3 12-33-16,3 5 28 15,3 6-8-15,2 5 25 0,4-2-26 16,1-1 16-16,-1-2-19 16,2-6-1-1,-5-5-10-15,-2-4-3 0,-1-8-6 16,-2-2-40-16,-2 0-31 16,-2-10-59-16,0-10-77 15,-5-3-156-15</inkml:trace>
  <inkml:trace contextRef="#ctx0" brushRef="#br0" timeOffset="18590.56">12901 2551 710 0,'0'0'125'0,"0"0"67"16,0 0-59-16,43 78-74 15,-29-51-29-15,0-2-4 16,-2-2-23-16,0-3 8 16,1-7-20-16,-1-4 21 15,-2-6-24-15,-3-3 15 16,4 0-17-16,-2-3 19 16,0-12-3-16,-2-4 2 15,-3-4-1-15,-2-1-3 16,-2-2 6-16,0 1-12 15,0 3 16-15,-3 3-20 0,-4 5 23 16,1 3-23 0,2 6 21-16,1 2-19 15,1 2 10-15,2 1-1 0,0 0-3 16,0 0-5 0,0 0-10-16,5 8 20 0,6 0-11 15,5 0 21-15,0-2-21 16,3-4 30-16,-1-2-20 15,1 0 16-15,-3 0-19 16,0-5 11 0,-2-8 3-16,-2-1-3 0,-1-5 2 15,-2-4-10-15,-3-3 9 16,-3 0-16-16,-3-2 17 16,0 4-21-16,0 4 22 15,-6 2-22-15,-4 9 20 16,-3 1-3-16,1 8 8 15,-2 1-5-15,3 20-16 16,-1 8 2-16,2 5-6 16,4 5 14-16,6 1-19 15,0-3 18-15,0-6-20 16,7-6 26-16,5-7-25 16,1-8 20-16,1-4-17 15,1-6 8-15,2 0 5 16,0-4 0-16,4-11 7 15,-1-1-9-15,0-4 12 16,0 1-20-16,-4 4 21 16,-1 4-27-16,-4 5 21 15,-3 2-23-15,0 4 16 16,-4 0-11-16,-1 0 12 16,-1 1 7-16,-1 6 2 15,-1-4 8-15,0 3-15 0,0-4 16 16,0-1-15-1,0-1 34-15,0 0-17 0,0-3 25 16,-1-10-31-16,-7-9-1 16,1-4-12-16,5-4 0 15,2-1-1-15,0-2-15 16,0 3-2-16,11 2-38 16,3 3-19-16,5 5-46 15,-1 1 4-15,0 3-3 16,-3 3 32-16,-1 3 18 15,-5 1 50-15,-3 4 21 16,-2 2 8-16,-4 2 61 16,0 1 57-16,-4 0-33 15,-6 1-45-15,-5 12 5 16,2-1-38-16,3 3 11 16,4 1-30-16,6 0 15 15,0-2-25-15,9 0 12 16,11 0 1-16,3-1-1 15,2 3 4-15,-1 0-8 16,-4 1 26-16,-4 1 13 16,-5 2 21-16,-7 0-27 15,-4-1 17-15,0-3-24 16,-6-3 9-16,-6-3-28 16,2-2 4-16,0-4-1 15,3-4-3-15,1 0 4 16,5 0-11-16,1-13 8 15,0-9-30-15,4-4 24 16,13-6-20-16,5-5 30 16,4-3-23-16,0 1 22 15,0 3-15-15,-4 1 6 0,-5 3 4 16,-4 5-3 0,-6 2 6-16,-5 5-11 0,-2 5 18 15,0 4-18-15,-8 5 32 16,-6 6-22-16,0 0 20 15,-4 5-33-15,4 13 19 16,4 7-15-16,4 4 4 16,5 4 3-16,1 1-1 15,4-6 6-15,13 0-14 16,8-5 20-16,0-4-26 16,6-9 17-16,3-4-52 15,3-6-12-15,-3 0-128 16,0-3-93-16,-5-12-151 15</inkml:trace>
  <inkml:trace contextRef="#ctx0" brushRef="#br0" timeOffset="19190.4">14137 2013 849 0,'0'0'134'0,"0"0"42"15,0-15-26-15,-12 15-76 16,-5 12-27-16,0 11-53 16,-3 1 21-16,0 7-25 15,5-3 16-15,8-2-35 0,3-7 7 16,4-5-13 0,0-6-6-16,0-7 2 0,11-1-8 15,1-5 29 1,0-15 11-16,1-9 20 0,-1-7-21 15,1-7 22 1,-4-6-24-16,-3-5 20 0,-3-5-12 16,-3-3 2-1,0 2 0-15,0 3-42 0,0 9-12 16,0 10 23-16,1 15 17 16,2 14-21-16,1 9 36 15,-1 25-35-15,0 19 69 16,3 12-2-16,-1 14 55 15,4 7 15-15,5 2 0 16,8 1-17-16,7-6-12 16,6-5-14-16,5-5-12 15,4-9 15-15,-3-7-18 16,-3-8 2-16,-9-11-30 16,-9-7 25-16,-11-5-35 15,-9-5 24-15,0-4-14 16,-23-4 1-16,-11-4-3 15,-5 0-10-15,-5-12 2 16,6-7-23-16,5-3 9 16,7-5-29-16,14-3 24 15,12-2-44-15,0 0-13 16,12 0-42-16,9 0-7 16,1 0-76-16,-7 5-197 15,-8 8-514-15</inkml:trace>
  <inkml:trace contextRef="#ctx0" brushRef="#br0" timeOffset="19841.34">12681 3428 361 0,'0'0'151'0,"0"0"12"15,0 0-23-15,0 0 23 16,21-25-20-16,29-18 13 0,20-20-60 16,20-17-24-1,24-16-13-15,18-9-20 0,17-5 7 16,5-1-26-1,2 8 14-15,-7 9-28 0,-15 12 17 16,-20 13-35-16,-26 14 16 16,-23 14-12-16,-24 13 5 15,-19 11 0-15,-18 9-10 16,-4 8 8-16,-19 0-25 16,-11 5-27-16,-6 13-38 15,-2 3-43-15,0 3-117 16,5 1-146-16</inkml:trace>
  <inkml:trace contextRef="#ctx0" brushRef="#br0" timeOffset="21942.25">13395 4273 565 0,'0'0'141'16,"0"0"4"-16,0 0-57 0,0-2-5 15,0 2-28-15,0 0 1 16,-3 0-31-16,-3 0 20 16,-2 13-34-16,-3 6 4 15,0 6-7-15,-2 7-4 16,1 6 13-16,-2 5 6 16,1 1 4-16,0 4-22 15,-2-2 13-15,5-5-23 16,0-6 25-16,4-7-24 15,3-9 19-15,1-6-15 16,2-7 4-16,0-6 8 16,0 0-2-16,0-11 10 15,10-14-4-15,3-9 7 16,1-10-24-16,5-6 16 16,1-3-23-16,-1-1 22 15,2 0-25-15,-2 5 28 16,0 5-11-16,-5 7 0 15,-3 5 3-15,-6 3-5 16,-5 6 7-16,0 6-7 16,0 2 13-16,0 3-22 15,0 7 36-15,0 1-24 16,-3 4 26-16,1 0-30 16,0 0 17-16,-1 0-16 15,3 8-2-15,0 8 1 16,0 8-7-16,0 5 12 15,0 8-16-15,0 3 26 16,3 1-25-16,6 1 26 16,4-2-19-16,1-2 26 15,1-5-28-15,4-4 22 16,-1-4-11-16,0-4-3 16,-1-7 6-16,-3-3-5 0,-1-4 11 15,-3-2-21 1,-4-2 20-16,-3-3-28 0,-1 3 31 15,-2-3-31-15,0 0 28 16,0 1-23-16,0-1 14 16,0 2-4-16,0-2-5 15,0 0 1-15,0 0-9 16,0 0 17-16,-3 0-21 16,0 0 21-16,-2-10-25 15,-3-6 29-15,-4-4-31 16,-1-7 30-16,-2-1-20 15,0 1 10-15,-2-1-1 16,2 4-1-16,-1 1 6 16,2 2-12-16,2 0 15 15,1 0-21-15,2 0 20 16,2 1-27-16,2 2 33 16,0 4-30-16,3 1 27 15,-1 4-17-15,3 5 7 16,0 1-1-16,0 1-1 15,0 2 4-15,0 0-14 16,-1 0 18-16,1 0-23 16,0 2 22-16,0 11-18 15,-1 10 30-15,-4 9-29 16,1 4 23-16,-4 8-14 16,-1 3 3-16,-2-3 1 15,-3-4-2-15,2-2 6 16,-1-2-13-16,-4-6 20 0,2-4-25 15,0-4 29-15,2-5-28 16,0-2 28 0,4-6-32-16,0-1 10 0,3-7-34 15,0-1-20-15,-2 0-24 16,4-4-39-16,-1-10-90 16,1-5-131-16,1-2-169 15</inkml:trace>
  <inkml:trace contextRef="#ctx0" brushRef="#br0" timeOffset="30033.41">1041 7299 330 0,'1'0'5'16,"-1"0"49"-16,0 0 26 15,0 0-2-15,0 0-12 16,0 11 6-16,0 3-30 16,0 4 8-16,0 5-12 15,0 5-13-15,0 4 1 16,0 7-15-16,0 5-1 16,0 8-15-16,2 3 14 15,2 8-18-15,2 0 18 16,0 4-18-16,2-3 14 15,2-1-13-15,2-1-3 16,-1 1 1-16,0 1-3 16,0 2 0-16,-1-2 5 15,-1 4 13-15,-2 5-12 16,0 0 14-16,-2 1-26 16,-1-1 15-16,-1 1-11 15,0-3 21-15,0-5-10 16,0-2 7-16,0-6 2 15,1-2 6-15,0 0-1 16,0-1-9-16,1 1 17 16,-1 1-20-16,2 4 13 15,0 1-14-15,2 2 14 16,1 3-18-16,-2 3 13 16,1 1-6-16,0 0 3 0,-1 0 5 15,1 1-9-15,-3 3 4 16,4-1-8-16,-2-3 10 15,2-1-12-15,1-1 19 16,0-4-22-16,0 0 20 16,-1 1-17-16,2 0 9 15,-2 0-6-15,-4 5 1 16,2 2 2-16,0 1-2 16,-1 4 9-16,1-1-11 15,2 1 17-15,0-1-21 16,2 2 19-16,-1 0-19 15,0 1 18-15,0 1-16 16,0 2 8-16,0 2-2 16,0-1-7-16,-1 4-8 15,1 0 3-15,-1 5 12 16,-3 4-13-16,-3 4 23 16,0 1-16-16,-2 6 20 15,-1 3-13-15,0 1 14 16,0 2-16-16,0 2 7 15,0-1 4-15,-1-1-3 16,-1 0-1-16,-1-2-9 16,2 1 10-16,-1 2-8 15,1-1 20-15,-2 5-15 16,0 2 26-16,-3 5-18 16,-1 1 20-16,1 2-15 15,-4 3-2-15,-3-2-3 16,0-5-7-16,3-5 2 15,-3-4-10-15,6-7 13 16,2-4-17-16,-1-3 24 0,4-5-15 16,0 3 21-16,2-3-18 15,-1 1 13-15,-2 1-15 16,2-4 3-16,-1-2-2 16,-1-4-2-16,0-4 6 15,2-6-5-15,-2-6 13 16,0-3-13-16,3-5 19 15,-1-3-22-15,1-6 22 16,0-3-19-16,0-7 9 16,0-5-10-16,0-5-2 15,0-9 4-15,0-6-4 16,0-8 6-16,4-3-12 16,0-6 14-16,-2-4-20 15,2 0 23-15,2 0-20 16,-2 0 21-16,3 0-19 15,2 0 11-15,5 0-6 16,2 0 0-16,6 0 2 16,4 0-4-16,6 0 3 15,5 0-13-15,8 0 18 16,7-4-14 0,7 0 24-16,8 0-22 0,9-2 20 15,5 2-9-15,9-1 18 16,7 1-13-16,6-1-6 15,3 2 6-15,-2 1-8 16,-5-1 9-16,-8 1-13 16,-15 2 15-16,-16 0-56 15,-18 0-34-15,-14 2-163 16,-17 2-287-16</inkml:trace>
  <inkml:trace contextRef="#ctx0" brushRef="#br0" timeOffset="31519.6">1067 7186 96 0,'-10'3'-96'0,"4"1"103"16,2 0 26 0,1-1 28-16,1 1 20 0,1-3 45 15,1 0-6-15,-2 1-9 16,2-1 11-16,-1 1-38 15,1-1-11-15,0-1-13 16,0 0 28-16,10 0-28 16,10-8 54-16,6-7-37 15,7-6-6-15,5-3-37 16,7-7-10-16,5-1-10 16,5-3-13-16,3 0 5 15,2 3-14-15,4 2 17 16,1 1-20-16,2 2 18 15,-1 2-32-15,-4 1 14 16,-6 2-52-16,-12 2-65 16,-12 4-159-16,-12 5-236 15</inkml:trace>
  <inkml:trace contextRef="#ctx0" brushRef="#br0" timeOffset="33285.86">306 8815 781 0,'0'0'12'0,"0"0"56"0,-5 67 66 16,1-40-71-1,1-4-11-15,3-3-31 0,-3-5 8 16,3-7-24 0,0-4 13-16,0-4-16 0,-1 0 6 15,0-1 2-15,-2-16 6 16,-3-4 0-16,0-9-23 15,-3-6 15-15,-2-5-16 16,1-1 21-16,-2 1-22 16,-5-1 16-16,1 5-14 15,3 3 5-15,3 7-11 16,1 3 14-16,8 3-1 16,1 3-4-16,0 0 2 15,11-1-6-15,8 0 20 16,1 0-6-16,2 1 21 15,-3 3-28-15,-2 4 14 16,-4 5-25-16,0 4-21 16,-3 2-74-16,-4 0-106 15,-3 12-65-15,0 6-199 16</inkml:trace>
  <inkml:trace contextRef="#ctx0" brushRef="#br0" timeOffset="33603.47">287 8822 980 0,'0'0'69'16,"0"0"-9"-16,0 0 19 0,0 0-60 16,0 0 3-1,59-83-23-15,-39 60 3 16,0 4-17-16,-2 4-62 0,1 8-64 15,-6 5-32 1,1 2 76-16,-5 4 39 0,-2 12 65 16,-1 3 32-16,2 0 42 15,-2 0 7-15,0-5 21 16,0-2-11-16,1-2-37 16,0-5-34-16,-3 0-19 15,1 0-3-15,-5 0-19 16,0-1-80-16,0-1-174 15,-12-3-342-15</inkml:trace>
  <inkml:trace contextRef="#ctx0" brushRef="#br0" timeOffset="34637.72">462 8497 1137 0,'0'0'25'0,"0"0"54"15,0 0-87-15,0 0-92 16,0 0-42-16,20 58-16 16,-6-37-77-16,5-4-67 15,3-1 103-15,4-6 151 16,-3 0 40-16,0-2 100 16,-4-3 125-16,-3 2 24 15,-6-4-21-15,-3-1-21 16,-1-1-45-16,-5-1-68 15,1 0-15-15,-2 0-16 16,0-1-17-16,0-12 0 16,0-3-32-16,0 1 4 15,0-2-33-15,0 1 7 16,0 4-33-16,1 5 17 0,5 3-14 16,4 4 9-1,1 0-2-15,1 4 22 0,4 9 15 16,-3-2-2-16,2-3 11 15,0-1-15-15,0-7 14 16,2 0-54-16,0-7-36 16,-1-10-38-16,0-6-4 15,0-5 1-15,-2-4 9 16,-2 0 53-16,-5 2 59 16,-1 3 25-16,-4 5 58 15,-2 3 36-15,0 8-26 16,0 3 20-16,-12 7-19 15,-3 1-27-15,-2 5-38 16,-3 14-17-16,1 6-11 16,-4 9 2-16,3 0-2 15,2 0-13-15,3-2-24 16,6-4 8-16,3-8 33 16,6-9-17-16,0-7 7 15,12-4-11-15,8 0 36 16,3-12-8-16,2-12 21 15,2-11-7-15,-1-4 4 16,-4-6 0-16,-5-5-9 16,-4-2-2-16,-10 5-17 15,-3 0 13-15,0-1-17 16,-16 3 20-16,-4 3-21 16,-5 3 14-16,-1 11-15 15,5 8 11-15,3 7 1 16,3 13 22-16,6 5 1 0,3 27-22 15,4 12-15-15,2 10 1 16,0 6 22 0,15 0-4-16,8-5 30 0,2-11-27 15,2-11 31-15,0-10-31 16,-2-9-4-16,0-7-7 16,-2-7-3-16,-2 0-11 15,-2-11-20-15,1-8-26 16,-4-1-52-16,0-2-39 15,-4 3-13-15,-2 4 55 16,-5 4 6-16,0 6 95 16,-2 2 26-16,-2 3 117 15,2 3-1-15,2 10-1 16,0 2 5-16,-1 2-58 16,2 0-16-16,-1-2-49 15,1-1-9-15,-2-6-17 16,3 0 9-16,-3-4-75 15,-1-1-15-15,0-3-65 16,-3 0-34-16,0-13-78 16,0-5-203-16</inkml:trace>
  <inkml:trace contextRef="#ctx0" brushRef="#br0" timeOffset="34767.42">1033 8104 732 0,'0'0'73'15,"0"0"61"-15,0 0-87 16,-4 18-50-16,10 1-29 16,6 1-107-16,5 1-162 15,2-4-58-15</inkml:trace>
  <inkml:trace contextRef="#ctx0" brushRef="#br0" timeOffset="35320.63">1227 8282 505 0,'0'0'172'0,"0"0"13"0,0 0-51 15,0 0-48-15,0 0-37 16,0 0 32-16,27 8-25 16,-24-23-7-16,-3-2-41 15,3-3-16-15,2-4 5 16,2 5-21-16,3 3 7 16,0 5 1-16,2 7 7 15,1 4-25-15,0 0 15 16,-1 0 4-16,2 7 31 15,-3 1-23-15,2-4 17 16,0-1-17-16,1-3 11 16,0 0 13-16,-2-3 5 15,-1-9 0-15,-4-6-8 16,-4-3 1-16,-3-3-18 16,0-3 15-16,0-2-24 15,-9-2 14-15,-8 0-38 16,-5 2-7-16,-1 6-51 15,0 7 29-15,4 8-21 16,3 8 52-16,3 13 30 16,6 17-33-16,7 13 34 15,0 12-6-15,9 9 40 16,14 4 25-16,13 3 17 16,6 3 41-16,3-2 14 15,5 2-30-15,-1-3-8 16,-1-1-13-16,-5-3-8 15,-7-6 2-15,-7-5-13 0,-10-8 2 16,-9-6-52-16,-10-9 12 16,0-3-24-16,-20-1 11 15,-16-1-61-15,-9 1-16 16,-10 3-63-16,-7 3-42 16,-10 3-179-16,1 5-402 15</inkml:trace>
  <inkml:trace contextRef="#ctx0" brushRef="#br0" timeOffset="36338.26">545 9818 717 0,'0'0'75'16,"0"0"86"-16,0 0-21 15,0-36-74-15,-8 25-18 16,-2-2-12-16,-2 1-5 16,-5 5-20-16,2 1 6 15,-2 5-31-15,-1 1 9 16,1 10-29-16,4 13 10 15,2 8-17-15,6 2 24 16,4 1 14-16,1-6-3 16,0-7 10-16,10-6-1 15,6-7 18-15,0-7-6 16,4-1 13-16,-1-1-17 16,0-18 21-16,-2-3-20 0,-2-1 4 15,-4 0-9 1,-2 4-5-16,-5 4 5 15,-4 5-5-15,0 6 7 16,0 1-11-16,0 3 24 0,0 0 7 16,0 2 8-1,3 13-37-15,4 4 12 0,6 8-12 16,6 2 14-16,7 6 11 16,6 3 6-16,5 3 12 15,1-2 9-15,-1 5 10 16,-2-1-19-16,-6-4 5 15,-6 0-28-15,-10-7 21 16,-2-6-25-16,-5-4 13 16,-6-6-20-16,0-6 1 15,0-2-3-15,-17-3 1 16,-7-5-19-16,-7 0-44 16,-5 0-22-16,-3-12-46 15,1-11-14-15,-3-7-133 16,3-7-237-16</inkml:trace>
  <inkml:trace contextRef="#ctx0" brushRef="#br0" timeOffset="36563.68">610 9185 1247 0,'0'0'18'16,"0"0"6"-16,-11 111 26 15,4-60-18-15,1 9-34 16,3-6 13-16,0-4-42 0,3-5-78 16,0-8-166-16,0-8-303 15</inkml:trace>
  <inkml:trace contextRef="#ctx0" brushRef="#br0" timeOffset="36916.34">837 9458 1070 0,'0'0'63'0,"-1"82"56"16,-1-33-24-16,2 3-74 15,0-2 2-15,3-2-24 16,13-5 11-16,0-4-13 15,6-9 5-15,2-6-1 16,-1-8-7-16,3-6 1 16,0-7-20-16,-1-3-17 15,-2-1-55-15,-6-17-62 16,-2-4-119-16,-8-4-109 16</inkml:trace>
  <inkml:trace contextRef="#ctx0" brushRef="#br0" timeOffset="37140.4">1027 9665 851 0,'0'0'87'0,"0"0"77"15,0 0-52-15,0 0-9 16,92 42-20-16,-62-32-20 16,-1-5-34-16,-1-1-15 15,-3-4-5-15,-2 0-11 16,-5 0 5-16,-4 0-43 15,-5-9-9-15,-5-3-63 16,-4-2-61-16,0 1-95 16,-7-4-91-16,-9 2-156 15</inkml:trace>
  <inkml:trace contextRef="#ctx0" brushRef="#br0" timeOffset="37277.33">1181 9620 707 0,'0'0'86'16,"0"0"48"-16,-22 97 17 15,14-56-78-15,2-2-34 16,0-3-35-16,2-11-9 16,1-6-33-16,1-13-79 15,-1-6-86-15,2-12-133 16</inkml:trace>
  <inkml:trace contextRef="#ctx0" brushRef="#br0" timeOffset="37540.11">1077 9275 1033 0,'0'0'6'16,"0"0"88"-16,118 97 23 16,-56-62-9-16,5-3-17 15,1 1-28-15,0-4-4 16,-8 3-25-16,-9-4-3 15,-15 1-23-15,-13 0 13 16,-16 2-28-16,-7 3 21 16,-8 4-33-16,-21 1-28 15,-9 3-69-15,-8 0-74 16,-6-2-216-16</inkml:trace>
  <inkml:trace contextRef="#ctx0" brushRef="#br0" timeOffset="38810.25">307 11053 496 0,'0'0'124'16,"75"-81"87"-16,-11 18-24 15,17-18-81-15,17-11-28 16,19-14-36-16,11-4-27 15,8-3 11-15,-3 3-15 16,-4 6 10-16,-14 12-34 16,-15 13 21-16,-20 15-22 15,-19 18-4-15,-22 16-15 16,-20 16-27-16,-19 14-56 16,-10 3-12-16,-25 26 42 15,-18 14-54-15,-12 17-67 16,-15 13 0-16,-14 15 68 15,-12 19 3-15,-13 12 120 16,-3 7 82-16,-4 0 90 16,6-5 120-16,13-13-52 15,15-21-76-15,21-19-16 16,22-26-31-16,20-23-51 16,26-19 1-16,15-27 2 15,45-39-33-15,33-25-20 16,30-21 17-16,24-14-17 15,15 0 2-15,0 4 0 16,-9 18-7-16,-21 19-30 16,-31 26-21-16,-29 27 33 15,-33 24-40-15,-36 12-41 0,-16 38 13 16,-40 19 101 0,-22 16-16-16,-16 13 14 0,-7 11 17 15,-7 2 19 1,4-2-5-16,11-13-7 0,21-20 24 15,20-21 16-15,25-34 23 16,27-26-48-16,39-51-27 16,36-25-26-16,32-30 23 15,21-19-9-15,17-5 4 16,-5 9-26-16,-12 20-69 16,-24 23-132-16,-34 31-220 15</inkml:trace>
  <inkml:trace contextRef="#ctx0" brushRef="#br0" timeOffset="41095.28">421 11655 512 0,'0'0'44'15,"0"0"87"-15,0 0-30 16,0 0-23-16,0 0-18 16,0 0 4-16,0 0-10 15,0 0-19-15,0 0-2 16,0 0-1-16,0 0 6 16,0 0-5-16,0 0 4 15,0 0-19-15,0 0 19 16,0 0-12-16,0 0 13 15,0 0-16-15,0 0 2 16,0 0-1-16,0 0-8 16,0 0-4-16,0 0-10 15,0 0 9-15,0 0-12 16,0 0 15-16,0 0-17 16,0 0 17-16,0 0-20 0,0 0 14 15,0 0-11-15,0 0 5 16,0 0-1-1,0 0-1-15,0 0 3 0,0 0-7 16,0 0 11-16,0 0-14 16,0 0 17-16,0 0-17 15,0 0 19-15,0 0-20 16,0 0 17-16,0 0-12 16,0 0 7-16,0 0-1 15,0 0-1-15,0 0 4 16,0 3-8-16,4 10 13 15,7 9-16-15,3 5 19 16,2 8-19-16,3 3 20 16,0 1-18-16,-2-2 11 15,-1-2-7-15,-3-7 0 16,-3-8 1-16,-4-4-11 16,-3-8-5-16,-3-3-27 15,0-5-14-15,0 0-48 16,-5-5-97-16,-6-7-190 15,-8-3-152-15</inkml:trace>
  <inkml:trace contextRef="#ctx0" brushRef="#br0" timeOffset="41612.55">223 11763 692 0,'0'0'79'0,"0"0"62"0,74-103-38 15,-35 61-54-15,4 2-3 16,2 11-3-16,-3 6-1 15,-6 15-7-15,-5 8-36 16,-8 4 4-16,-12 23-16 16,-2 5 24-16,-8 5-15 15,-1-3 14-15,0-5-10 16,0-6 1-16,0-8 0 16,0-10-6-16,3-5 0 15,10 0 3-15,7-10 12 16,3-4-8-16,2-4 13 15,3 3-17-15,-4 6 17 16,-4 7-22-16,-4 2 37 16,-3 9 9-16,-6 16-3 15,-5 5 5-15,-2 1 1 16,0 4-7-16,-6-7-20 16,-5-3 8-16,-1-6-26 15,3-8 16-15,-1 0-29 16,3-6-10-16,1 0-60 15,2-3-46-15,1-2-110 16,1 0-187-16</inkml:trace>
  <inkml:trace contextRef="#ctx0" brushRef="#br0" timeOffset="42147.54">934 11652 660 0,'0'0'92'0,"0"0"50"16,0 0 52-16,0 0-93 15,0 0-43-15,8 59-20 16,-8-59 4-16,0 0 8 16,0-6-6-16,-8-12-19 15,-2-9-28-15,-6-8 13 16,1-8-15-16,-2-3 15 15,3-1-19-15,1 1 10 16,1 10-17-16,3 5 10 16,5 13 2-16,4 5-3 15,0 12 4-15,0 1-14 16,9 1 8-16,8 16 8 16,8 4 26-16,4 4-17 15,1 3 21-15,5-2-24 16,-5-1 15-16,0-5-16 15,-4-3-2-15,-4-5 1 16,-9-3-4-16,-5-4-8 16,-6-1-42-16,-2 1-21 0,-10 1-92 15,-10 7-213-15</inkml:trace>
  <inkml:trace contextRef="#ctx0" brushRef="#br0" timeOffset="42222.69">934 11652 964 0</inkml:trace>
  <inkml:trace contextRef="#ctx0" brushRef="#br0" timeOffset="42309.96">934 11652 964 0,'-43'-30'90'0,"63"5"85"0,3-3-51 0,2-2-89 0,-1-2-13 0,-4 3-27 0,-5 5-16 16,-6 6-79-16,-8 6-126 16,-1 6-188-16</inkml:trace>
  <inkml:trace contextRef="#ctx0" brushRef="#br0" timeOffset="42526.45">1107 11265 869 0,'0'0'134'0,"0"0"42"15,0 0-70-15,0 0-28 16,81 86-52-16,-66-59 5 15,-1-1-29-15,-4-6 1 16,0-1-3-16,-4-7-28 16,-6-5-48-16,0-4-87 15,0-3-109-15,-10 0-174 0</inkml:trace>
  <inkml:trace contextRef="#ctx0" brushRef="#br0" timeOffset="42827.59">990 11264 925 0,'0'0'91'0,"0"0"67"15,0 0-51-15,81-67-49 16,-42 52 2-16,3 4-32 16,3 2-8-16,-3 5-4 15,-1 4-3-15,-2 0 10 16,-4 14-12-16,-6 9 21 15,-6 4-15-15,-8 5 21 16,-11 3-22-16,-4 1 15 16,0-1-32-16,-16-2 13 15,-7-3-27-15,0-6-16 16,1-3-30-16,2-9-30 16,3-6-63-16,2-6-142 15,6-4-200-15</inkml:trace>
  <inkml:trace contextRef="#ctx0" brushRef="#br0" timeOffset="43797.26">1616 11001 757 0,'0'0'163'16,"0"0"38"-16,0 0-98 15,0 0-53-15,0 0 7 16,46-62-26-16,-46 49 8 15,0-2-21-15,0 3 7 16,0 2-28-16,-8-1 15 16,3 5-8-16,-2 2 10 15,2 3 4-15,-1 1-6 16,1 0-3-16,-1 0-13 16,-4 0 9-16,0 4-16 15,-2 7 17-15,-2 4-21 16,-1 5 22-16,-1 0-19 15,5 2 15-15,-2 0-6 16,6-3 3-16,4-2-2 0,1-5-3 16,2-1 3-1,0-3-10-15,2-4 13 16,8-4-18-16,4 0 25 0,2 0-18 16,0-8 22-16,2-7-19 15,-1-4 13-15,-3 1-12 16,-1-2 4-16,-3 1 0 15,-4 1-1-15,-3 5 8 16,0 4-11-16,-2 3 13 16,-1 0-15-1,0 6 21-15,0 0-22 0,4 0 21 16,2 16-25-16,0 3 15 16,3 7 0-16,1 4-1 15,0 4-1-15,6 4-4 16,0 3 9-16,7 1-13 15,1-2 19-15,5-1-13 16,-1-6 21-16,1-6-22 16,-3-8 23-16,-2-6-13 15,-2-9 8-15,-5-4-2 16,-1-4 5-16,-3-20 12 16,-2-5-10-16,-5-6 2 15,-4 0-22-15,-2-2 19 16,-2 2-12-16,-18 5 15 15,-12 5-25-15,-4 9 15 16,-4 5-17-16,-5 7 4 16,-1 4-12-16,3 0-23 15,5 16-30-15,6 2-38 16,6 0-137-16,5-4-322 16</inkml:trace>
  <inkml:trace contextRef="#ctx0" brushRef="#br0" timeOffset="44696.39">1741 10783 848 0,'0'0'68'15,"0"0"102"-15,0 0-66 16,0 0-46-16,67 18 4 15,-48-5-34-15,1-3-3 16,0 1-23-16,-4-3 12 16,-2-2-21-16,-4-4 17 15,-1-2-17-15,-3 0 11 16,1-1 10-16,-4-10 6 16,-2-5-2-16,-1-3-12 15,0 0 1-15,0-2-11 16,0 1 12-16,0 2-15 15,0 3 17-15,-1 4-19 16,-1 3 18-16,2 6-15 16,0 2 7-16,0 0-10 15,0 0-20-15,0 7 11 16,9 3 14-16,3 0 9 16,2-2-12-16,1-4 14 15,3-4-17-15,0 0 22 16,2-4-19-16,0-13 25 15,-1-5-9-15,-2-2 3 16,-4 1-2-16,-4-2 0 16,-5 2 6-16,-4 3-5 15,0 0 5-15,0 1-18 16,-10 5 15-16,-3 0-21 0,1 4 20 16,-2 5-23-16,1 5 8 15,-1 0-20-15,2 11-16 16,3 9-19-16,1 7-4 15,6 4-1-15,2-2-45 16,0-3 32-16,5-4 45 16,11-5 16-16,1-7 0 15,0-6 28-15,3-4-13 16,1 0 29-16,-1-13 18 16,0-9 8-16,-2-3-10 15,-3-7-13-15,-2-3 0 16,-3 3-7-16,-4-2 3 15,-2 1-22-15,-4 5 10 16,2 1-23-16,-2 8 18 16,1 5-20-16,-1 3 13 15,5 8-7-15,-1 3-2 16,7 0 5-16,1 0 20 16,3 13 18-16,2 1 3 15,-1 5 22-15,-3 2-30 16,-3-1 40-16,-3 2-32 15,-6-2 14-15,-1 0-26 16,0-4 10-16,-11 0-16 16,-4-5-10-16,-3 1-13 15,-4 0 5-15,2-3-27 16,-3-2-59-16,0-6-12 0,-2-1-43 16,5 0-199-16,-3-16-422 15</inkml:trace>
  <inkml:trace contextRef="#ctx0" brushRef="#br0" timeOffset="44898.2">2224 10086 1244 0,'0'0'72'15,"60"72"40"-15,-25-27-50 16,0-2-22-16,-5-1-30 15,0-4 3-15,-4-3-29 16,-3-6-14-16,-6-6-70 16,-11-7-93-16,-6-8-219 15,0-4-362-15</inkml:trace>
  <inkml:trace contextRef="#ctx0" brushRef="#br0" timeOffset="45188.77">2147 10309 1215 0,'0'0'33'0,"0"0"57"15,45-83 8-15,-12 50-57 16,5 1-14-16,2 4-25 16,-4 8 9-16,-3 4-22 15,-2 13 2-15,-7 3-26 16,-1 5 20-16,-5 18-16 15,-3 7 33-15,-3 3-6 16,1 4 4-16,-1-4 4 16,-1-1-4-16,2-9 11 15,-3-7-11-15,-1-6 8 0,-2-9-34 16,-3-1-42-16,-4-8-153 16,0-11-328-16</inkml:trace>
  <inkml:trace contextRef="#ctx0" brushRef="#br0" timeOffset="45333.87">2427 9987 1272 0,'0'0'22'16,"0"0"14"-16,0 0 20 16,0 0-48-16,0 0-53 15,-11-7-121-15,9 22-145 16,1 0-469-16</inkml:trace>
  <inkml:trace contextRef="#ctx0" brushRef="#br0" timeOffset="45908.11">2654 10149 1226 0,'0'0'-1'0,"0"0"80"15,0 0-11-15,0 0-41 16,0 0-29-16,0 0 4 16,75 64-10-16,-66-61-15 15,0-3-9-15,-1 0-22 16,-1-4 7-16,-4-11-5 16,-3-4 25-16,0-4-7 15,0-3 30-15,0-3-18 0,-11-2 10 16,-1 1 3-1,3 1 7-15,-2 5 3 0,5 5 4 16,2 3 22-16,2 8 1 16,2 5 1-16,0 3-4 15,0 0 14-15,6 6-32 16,7 6 39-16,-1 1-19 16,1-1 12-16,-2-1-21 15,1-2 2-15,-1-3-1 16,-2-4-13-16,1-2 5 15,-1 0-12-15,-1-8 24 16,1-9-19-16,0-7 16 16,-1-3-29-16,2-1 17 15,-1-1-20-15,4 4 13 16,-3 7-7-16,2 2 2 16,2 7 1-16,-1 6-4 15,5 3 9-15,-4 0-8 16,3 7 21-16,1 11-18 15,-1-1 23-15,-1 2-30 16,0 0 19-16,-3-2-39 16,-2-3-33-16,0-6-55 15,-4-6-72-15,-3-2-114 16,-4 0-182-16</inkml:trace>
  <inkml:trace contextRef="#ctx0" brushRef="#br0" timeOffset="46049.51">3107 9792 935 0,'0'0'145'16,"0"0"40"-16,0 0-51 16,0 0-60-16,0 0-31 15,15-27-46 1,-15 27-18-16,-22 8-136 0,-8 13-486 16</inkml:trace>
  <inkml:trace contextRef="#ctx0" brushRef="#br0" timeOffset="47170.55">469 12626 807 0,'0'0'91'16,"0"0"89"-16,38 88-94 15,-23-56-27-15,-3 1-45 16,-1-8 6-16,-2-4-26 16,-3-6 13-16,-3-6-32 15,-3-3-46-15,0-5-72 16,0-1-46-16,-3 0-192 16</inkml:trace>
  <inkml:trace contextRef="#ctx0" brushRef="#br0" timeOffset="47834.69">343 12668 731 0,'0'0'73'0,"0"0"21"15,6-77 29-15,11 51-106 16,5 6-7-16,-2 8 4 0,5 6-9 15,-2 6-19-15,0 4-32 16,-6 17 8-16,-1 3-2 16,-3 5 16-16,-3-3 2 15,-1-3 23-15,-2-4-8 16,2-5 12-16,4-6-15 16,0-4 12-16,7-2 15 15,0-2 3-15,2 0 14 16,0 4-3-16,-5 2 11 15,-3 5 0-15,-8 4 39 16,-4 3-35-16,-2 4 11 16,0-1-50-16,0 0 10 15,-5-3-14-15,-2-6 1 16,4-2-2-16,-1-6-1 16,3-4-1-16,1 0-18 15,0-1-3-15,0-15 3 16,1-4 25-16,7-6-13 15,1-5 17-15,0-2-19 16,2-2 16-16,-2-1-12 16,0 1 5-16,-2 0 0 15,0 5-1-15,-4 4 2 16,-3 4-6-16,0 3 11 16,0 6-12-16,-3 7 16 15,-8 3-17-15,-1 3 19 16,2 0-16-16,0 13 6 0,3 6-10 15,1 3 4 1,4 1 2-16,2-1 3 0,0-2 12 16,5-1-9-16,8-6 13 15,7-4-6-15,1-2 13 16,3-3-18-16,2-4 8 16,1 0-33-16,1 0-7 15,-4 0-69-15,-2-10-132 16,-5-1-144-16</inkml:trace>
  <inkml:trace contextRef="#ctx0" brushRef="#br0" timeOffset="48232.61">1024 12281 750 0,'0'0'80'0,"0"0"13"16,0 0 19-16,0 0-55 0,-35 73-3 16,26-45-13-16,3 3-27 15,5-1-1 1,1-4-18-16,0-4 14 16,3-5-18-16,13-6 14 15,5-7-26-15,2-4 15 0,5 0-27 16,-2-12-19-16,1-7-42 15,-2-4-104-15,-5-2-158 16</inkml:trace>
  <inkml:trace contextRef="#ctx0" brushRef="#br0" timeOffset="49617.53">1213 12144 757 0,'0'0'91'16,"0"0"-3"-16,0 0-16 16,-44 85-14-16,33-49-19 15,2 2-35-15,2-4 5 16,4-5-16-16,3-5 16 15,0-7-16-15,0-8 5 16,12-7-26-16,3-2 27 16,3 0-2-16,1-15 2 15,-1-6 5-15,-3 1-4 16,-2-7 1-16,-3 3-21 16,-4 0 28-16,-3 5-16 15,-2 6 20-15,-1 3-17 16,0 5 16-16,0 2-16 0,0 3 10 15,0 0-4-15,0 0-4 16,0 3-4-16,0 6-12 16,0 2 13-16,3 1-3 15,5 1 16-15,4-5-17 16,-2-3 15-16,3-2-7 16,2-3 22-16,-1 0-8 15,1-4 9-15,-1-11-4 16,-1-2-2-16,-3 0 3 15,-1-2-17-15,-5 1 7 16,-1 1-9-16,-3 3 11 16,0-1-23-16,0 3 21 15,0 2-15-15,0 2 13 16,0 3-10-16,-2 1 4 16,2 4-7-16,0 0-16 15,0 0-9-15,0 0-2 16,3 10 33-16,5 0-2 15,2 2 12-15,1-1-14 16,-1 0 15-16,3-3-17 16,-4-4 15-16,3-2-5 15,-1-2 10-15,1 0 1 16,-2-10-2-16,1-9 2 16,-2 0-9-16,0-1 8 15,-5-5-17-15,0 2 13 16,-2 0-22-16,-2 7 6 15,0-1-30-15,0 6 15 16,0 3 0-16,0 5-2 16,0 3-7-16,0 0 4 0,0 3 12 15,0 6 1-15,1 5 15 16,6-1-13-16,4-3 18 16,0-1-15-16,1-2 18 15,1-1-5-15,1-5 12 16,-2-1-8-16,-1 0 7 15,-1 0 3-15,-1-10 1 16,2-6-1-16,-3-2-14 16,-1-2 6-16,-1-3-16 15,0-3 15-15,-1 0-25 16,0 1 20-16,-1 1-12 16,2 2-10-16,0 5-5 15,-2 2 15-15,4 7 5 16,1 4-1-16,0 4 7 15,2 0 11-15,1 8 36 16,3 9-5-16,-1 2 39 16,-2 4 12-16,-1 2 4 15,-7-2-25-15,-2-3-16 16,-2-1-26-16,0 0-9 16,-5-3-2-16,-9-3-13 15,2-2 1-15,-2 1-14 16,2-8 7-16,5 2-26 15,1-4 14-15,6-2-30 16,0 0 4-16,3-9-33 16,13-11 34-16,9-6 27 15,2-6 4-15,2-4 0 16,0-2-9-16,-3 1 15 16,-4 0-11-16,-5 4 16 0,-7 1-16 15,-4 4 20 1,-6 4-12-16,0 0 29 15,0 5-12-15,-10 3-4 0,-2 4-6 16,4 2-3-16,2 5 13 16,0 5-9-16,6 0 6 15,0 18-22-15,0 6 9 16,0 4-10-16,12 4 22 16,3-2-20-16,4-6 16 15,0-3-12-15,4-8 1 16,0-6-25-16,-2-6-72 15,-3-1-110-15,-8-4-211 16</inkml:trace>
  <inkml:trace contextRef="#ctx0" brushRef="#br0" timeOffset="50053.51">2221 11482 922 0,'0'0'67'0,"0"0"114"16,27 46-65-16,-14-24-50 16,3-3-9-16,0 2-17 15,4-6-8-15,-3 2-28 16,1-2 24-16,-1 1-23 15,-4 2 12-15,1 1-15 16,-6-1 20-16,-2 2-7 16,-2-2-7-16,-1-5 1 15,-2-1-8-15,1-5 8 0,-2-3-15 16,0-1 16-16,0-2-20 16,0 0 22-16,0 2-23 15,0 1 20-15,0-1-18 16,-6 5 4-16,0-2-1 15,0 0 0-15,2-1 0 16,0-1-6-16,-2 0 9 16,3-4-16-16,2 0 8 15,-2 0-35-15,-2 0-9 16,1 0-91-16,-2 0-98 16,-2-4-236-16</inkml:trace>
  <inkml:trace contextRef="#ctx0" brushRef="#br0" timeOffset="50786.15">2457 11265 997 0,'0'0'95'0,"0"0"-60"15,0 0-18-15,0 76-6 16,0-53 27-16,5-5-29 16,5-5 3-16,4-4-20 15,2-5 9-15,3-4 2 16,0 0 1-16,3-13 1 15,-1-7-2-15,-1-6 8 16,-7 0-20-16,-4 0 17 16,-4 2-20-16,-5 4 18 15,0 4-20-15,0 7 22 16,0 3-12-16,-2 5 6 16,-1 1 9-16,3 3 2 15,0 15-5-15,0 5-8 16,13 6 46-16,9 9 23 15,8 2 16-15,9 4-26 16,4-5 41-16,5-1-45 16,-3-7 37-16,-5-5-41 15,-8-7-22-15,-9-4-8 16,-9-3-9-16,-14 2 5 16,0 5-4-16,-17 1 16 15,-12 3-32-15,-4 3 8 16,0-1-27-16,-2-5 18 15,3-6-34-15,5-9 9 16,3-5-38-16,2 0-14 16,6-22-25-16,0-10-24 15,5-8-88-15,3-7-133 0,4-6-133 16</inkml:trace>
  <inkml:trace contextRef="#ctx0" brushRef="#br0" timeOffset="51452.74">2735 11032 666 0,'0'0'113'15,"0"0"65"-15,0 0-19 16,0 0-37-16,0 0-91 16,-3 47-24-16,0-18-2 15,3 3-2-15,0-1-2 16,0-7-6-16,3-6 9 15,7-7-12-15,2-5 11 16,-1-6-9-16,2 0 17 16,1 0-20-16,-2-16 14 15,0-1-21-15,-2 0 11 16,-6-1 6-16,-2-1 2 16,-2 2 0-16,0 1-3 15,-2 1 9-15,-11 1-15 16,3 1 18-16,-2 3-20 15,3 0 18-15,3 1-26 16,1-1 16-16,5 2-21 16,0-3-8-16,2-2 14 15,12 2 8-15,1-2 9 16,5 2-8-16,-1 2 12 16,-1 6-2-16,1 3 26 0,-3 0-11 15,1 7 30-15,-4 7-18 16,-1 3 7-16,-1-1-21 15,-2-1-4-15,-1-5-5 16,0-2-6-16,-4-2 2 16,4-5-10-16,-1-1 16 15,3 0-19-15,-1-7 25 16,-1-7-18-16,1-2 15 16,-2-1-27-16,-1 3 12 15,-3 3-6-15,-2 3 3 16,-1 2 5-16,2 1-4 15,-1 5 8-15,2 0-15 16,3 0 13-16,4 0-17 16,2 0 30-16,3 8-20 15,4 2 20-15,4-1-23 16,0-1 8-16,5-1-21 16,-3-1-44-16,-1 0-53 15,-4-1-132-15,-7 1-197 16</inkml:trace>
  <inkml:trace contextRef="#ctx0" brushRef="#br0" timeOffset="53070.18">758 13772 867 0,'0'0'12'15,"19"21"51"-15,-4-7 7 16,3 1-37-16,2 0 23 16,3-3 4-16,-4-2-29 15,1-3-25-15,0-4 1 16,-4-3-2-16,0 0 3 16,-3-3-2-16,-3-9-6 15,-1-1 12-15,-5-2-21 16,-2 0-3-16,-2 2 20 15,0 1-2-15,0 5-21 16,0 1 20-16,2 4-16 16,6 2 5-16,3 0-9 0,2 0 17 15,4 0 3 1,2 0-10-16,3 0 12 0,1 0-13 16,-4 0 33-16,1-2-4 15,-5-7 31-15,-1-2-7 16,-5-1 6-16,-5-3-10 15,-2-2-8-15,-2 0-9 16,0-2-11-16,-9 0-3 16,-10-1-14-16,-3 3 13 15,-2 3-28-15,-2 4-26 16,0 3 6-16,3 6-45 16,4 1-104-16,3 0-155 15,4 0-361-15</inkml:trace>
  <inkml:trace contextRef="#ctx0" brushRef="#br0" timeOffset="53404.85">1151 13522 714 0,'0'0'71'0,"0"0"17"15,0 0-9-15,0 0-32 16,56 91-32-16,-39-68-3 15,1-4-18-15,3-5 12 16,1-7-6-16,-2-7 29 16,2 0-16-16,-2-7 20 15,-4-9 12-15,-3-3 18 16,-6 1 4-16,-4-1-25 16,-3-1 7-16,0 5-22 0,-17 0 8 15,-5 2-25-15,-4 3 15 16,-1 4-32-16,-1 2 10 15,2 4-26-15,6 0-9 16,1 2-23 0,2 10-57-16,7 1-88 0,1 1-152 15,3-3-315-15</inkml:trace>
  <inkml:trace contextRef="#ctx0" brushRef="#br0" timeOffset="54422.35">1396 13379 781 0,'0'0'87'0,"0"0"44"16,0 0-51-16,0 0-25 16,74 71-5-16,-54-54-11 15,3-5-8-15,-1-6-8 16,-1-4-1-16,-3-2-24 15,0 0 38-15,-3-11-31 16,-4-5 17-16,-5-3-23 16,-3-3 12-16,-3 1-7 15,0-1 0-15,-3 4-5 16,-5 1-1-16,-1 6-4 16,2 3-3-16,2 6 1 15,2 0-16-15,3 2 6 16,0 0-23-16,0 10 16 15,12 2 8-15,2 2 25 16,1 0-14-16,5-5 8 16,-1-2 0-16,4-6 4 0,2-1 11 15,2 0-4-15,-1-13 3 16,-4-8-36-16,-4-4 47 16,-6-4-40-16,-6-5 1 15,-6-1-26-15,0 0-8 16,-12-1-25-16,-9-2 16 15,-7 1 16-15,-3-1 21 16,-3 3 13-16,-2 2-4 16,4 6 6-16,5 8-25 15,5 7 26-15,6 12-11 16,9 0 7-16,7 25-23 16,0 7 19-16,12 6 0 15,11 4 11-15,7 1 1 16,6-4 16-16,3-7 14 15,3-7-24-15,1-8 8 16,3-10-25-16,-2-7 24 16,-2 0-21-16,-2-10 9 15,-4-11-29-15,-7 0 13 16,-6-4-3-16,-5-1 11 16,-9-1 1-16,-4 1 1 15,-5 1 6-15,0 1-5 16,-7 5 26-16,-9 3 8 15,-1 6 32-15,-2 5-3 16,-3 5 11-16,2 0-50 16,1 19-16-16,3 6-19 15,0 5-5-15,5 2-14 16,5-1-6-16,6-1-8 16,0-5 17-16,6-5 29 15,11-6-15-15,2-5 30 0,4-6-21 16,0-3 27-1,3 0 5-15,-3-15 27 0,1-8 10 16,-4-7 2-16,-3-5-12 16,-7-6-23-16,-6-3-10 15,-4-3-20-15,0 1 11 16,-11-2-17-16,-12 2 18 16,-8 0-26-16,-5 0 12 15,-4 6-26-15,1 8 1 16,3 7 4-16,7 14 15 15,7 11-12-15,12 4 35 16,10 28-28-16,0 9-3 16,20 11 36-16,11 5-14 15,8 0 6-15,10-4-26 16,3-13-40-16,4-11-281 16</inkml:trace>
  <inkml:trace contextRef="#ctx0" brushRef="#br0" timeOffset="55341.02">2603 12736 864 0,'0'0'60'0,"0"0"30"0,-26 33-58 16,15-14 12-16,2 1-19 16,2-1-6-16,5-5-24 15,2-2 13-15,0-5-20 16,12-4 17-16,10-3-15 16,5 0 23-16,5 0-19 15,-2-7 15-15,-1 0-5 16,-5 3 11-16,-6 3 18 15,-6 1 19-15,-8 1 13 16,-4 16-19-16,0 2 6 16,-9 3-31-16,-4 1 5 15,-4 0-31-15,5-6 18 16,2-4-23-16,2-5 1 16,3-6-28-16,5-2-50 15,0-17-65-15,0-12-114 16,9-7-79-16,5-8-203 15</inkml:trace>
  <inkml:trace contextRef="#ctx0" brushRef="#br0" timeOffset="55509.01">2824 12651 853 0,'0'0'106'0,"0"0"65"16,0 0-56-16,0 0-31 15,38 85-41-15,-31-66-8 0,1-2-38 16,-2-3 18-1,0-2-60-15,-1-6 15 16,-1-5-112-16,-4-1-90 0,0-4-132 16,0-12-217-1</inkml:trace>
  <inkml:trace contextRef="#ctx0" brushRef="#br0" timeOffset="55609.07">2824 12651 349 0,'-14'-57'52'0,"-8"42"16"0,4 4-36 16,3 7-47-16,5 4-37 15,7 0-149-15</inkml:trace>
  <inkml:trace contextRef="#ctx0" brushRef="#br0" timeOffset="56094.75">2996 12641 848 0,'0'0'205'0,"0"0"-39"16,0 0-70-16,0 0-25 15,0 0-30-15,0 0 5 16,48 13-24-16,-48-16 22 16,0-9-31-16,-7-4 3 15,-3-4-36-15,1-4 1 16,0 2-13-16,5 4-11 16,0 2-10-16,4 4 9 15,0 5 4-15,0 6-10 16,5 1 40-16,4 0-7 15,3 2 32-15,0 7-16 16,0 0 33-16,0-2-24 16,-1-1 18-16,-1-5-5 15,-2-1-5-15,0 0-6 16,-1 0-6-16,-1-6 11 0,-1-7-21 16,-2-4 14-16,-2 0-34 15,1-2 7-15,-1 4-32 16,1 2 25-1,0 2-23-15,-1 6 35 16,2 1 15-16,3 4-2 0,0 0 12 16,4 0 4-16,5 1 15 15,-1 11-9-15,3-1-20 16,3 2 30-16,-1-2-17 16,3 3-25-16,-3-5 5 15,-2 1-70-15,-1-5-61 16,-4-1-177-16,-2-4-257 15</inkml:trace>
  <inkml:trace contextRef="#ctx0" brushRef="#br0" timeOffset="56524.64">3493 12430 700 0,'0'0'50'0,"0"0"158"15,72 97-35-15,-44-64-74 16,-6-3 13-16,-4-2-35 16,-1-5-40-16,-6-6-5 15,-9-3-22-15,-2-7-6 16,0-5 3-16,-8-2 3 16,-14-2 3-16,-4-19-30 15,-4-5 14-15,-5-9-22 16,-1-9 20-16,0-4-38 15,1-3 6-15,9-2-24 16,6 3 19-16,14 4 14 0,6 5 9 16,0 9 16-1,18 8 1-15,3 10 34 16,2 9-7-16,-4 5 25 0,1 3-18 16,-4 16 9-16,-7 5 5 15,-2 3-2-15,-7 1-29 16,0 2 4-16,0-3-7 15,-11-2-9-15,-8-3-5 16,-3-9-44-16,-1-3-26 16,-3-10-107-16,-3 0-197 15,2-18-387-15</inkml:trace>
  <inkml:trace contextRef="#ctx0" brushRef="#br0" timeOffset="56923.86">3357 11901 1053 0,'0'0'104'0,"67"71"28"16,-29-29-32-16,-1-1-41 16,-1-2-30-16,-4-7-14 15,-3-8-20-15,-5-5 15 16,-5-8-31-16,-2-10 11 15,-5-1-35-15,-2-1-2 16,-3-17-37-16,-4-3-21 16,-3-3-27-16,0-2 16 15,0 4 49-15,0 4 39 16,0 6 34-16,0 5 21 0,0 7 93 16,0 0 2-16,1 4-15 15,11 11-65-15,2 3 33 16,5 0-13-16,1 2-6 15,2-9-23-15,-3-1-19 16,1-8-6-16,-5-2-7 16,-3 0 2-16,-6-4-41 15,-3-8-30-15,-3-3-110 16,0-2-155-16,-11-2-420 16</inkml:trace>
  <inkml:trace contextRef="#ctx0" brushRef="#br0" timeOffset="57307.26">3840 11981 965 0,'0'0'162'0,"49"78"28"15,-16-32-69-15,4 3-35 16,1-2-5-16,3 2 2 16,-4-1-27-16,2-3 15 15,-9-6-54-15,-3 0 49 0,-10-5-49 16,-7-3 14-1,-10-3-40-15,0-5 24 16,-9-4-18-16,-17-4-2 0,-3-5-18 16,-5-4-42-16,-4-2-31 15,-4-2-33 1,-2-2-36-16,-1 0-221 0,0 0-572 16</inkml:trace>
  <inkml:trace contextRef="#ctx0" brushRef="#br0" timeOffset="58858.27">842 14629 742 0,'0'0'37'0,"0"0"59"16,0 0 19-16,53 94 7 16,-34-70-70-16,-2-5-17 15,2-5 7-15,-5-8-31 16,2-1 14-16,-4-5-30 15,2 0 15-15,-4-2-16 0,2-14-16 16,-4-3 48-16,0-2-32 16,-4-3 4-16,-3 2-12 15,-1 3 6-15,0 5-11 16,0 3 21-16,0 4-20 16,-1 2 18-16,0 5-14 15,1 0 20-15,0 0-14 16,0 9-9-16,7 5 16 15,7 0 1-15,-1 1 3 16,3 0-8-16,-3-5 11 16,0-3-12-16,2-4 18 15,-4-3-15-15,1 0 23 16,-2 0-18-16,-3-13 12 16,3-3-10-16,-3-4-11 15,-1-5 22-15,1-4-16 16,-1-2 3-16,3-2-11 15,-5 0 12-15,2 4-13 16,-2 6 20-16,1 4-20 16,-1 7 19-16,3 6-18 15,0 6 13-15,5 0 0 16,2 0 11-16,4 8 7 16,2 9-2-16,0-1 16 15,2 4 4-15,-3 1 19 16,-5-2-17-16,0 4 12 15,-8-4-29-15,-3 0 21 16,-3-2-29-16,0-2 14 16,0-1-13-16,-7-2-21 0,-5-3 21 15,-1-3-23-15,2-2-9 16,-2-4-25 0,3 0 13-16,2 0-25 0,4-1 22 15,4-10-27-15,0-1 13 16,3-5-12-16,10-2 26 15,7-3 12-15,2-3 8 16,1-4 11-16,2-4-6 16,-1 0 13-16,-1-3-10 15,-7 1 17-15,-2 3-17 16,-8 2 20-16,-4 2-45 16,-2 5 78-16,0 2-39 15,-15 4 3-15,-1 3-6 16,-1 4-16-16,-2 5 28 15,2 5-25-15,5 0 13 16,0 6-18-16,7 13 14 16,5 2-19-16,0 3 23 15,9-1-22-15,14-1 21 16,7-3-9-16,5-4 6 16,2-3-4-16,-1-5-2 15,1-1 1-15,-1-4-21 16,-3-2-36-16,-6 0-158 15,-2 0-378-15</inkml:trace>
  <inkml:trace contextRef="#ctx0" brushRef="#br0" timeOffset="60011.87">2193 13908 597 0,'0'0'134'16,"0"0"-3"-16,0-13-35 15,-4 7-5-15,-5-1-34 16,2 1-9-16,-4 1-28 16,0 3-5-16,-1 2-5 15,0 0-2-15,0 7-20 16,1 8 3-16,2 6-3 16,2-1 2-16,4-2 6 15,3-3-4-15,0-3 5 16,0-7-25-16,6-3 3 15,5-2 1-15,7 0 31 16,-1 0-16-16,3-2 17 16,3 2-10-16,2 0 3 15,1 10 3-15,1 13 6 16,1 10 9-16,-1 6-25 16,1 5 63-16,-2 1-38 0,1-3 18 15,-1-3-24-15,0-11-1 16,2-8-4-16,0-10 9 15,-2-8-2-15,-1-2-5 16,-4-8 0-16,-4-10-2 16,-7-6 14-16,-6-2-16 15,-4 0 15-15,-2-3-1 16,-18 1 20-16,-7 3-30 16,-8 1 7-16,-6 5-22 15,-5 4 11-15,0 7-10 16,2 4-3-16,4 4-9 15,4 0-22-15,10 0-27 16,6 6-90-16,7 0-25 16,7-2-155-16,6-3-297 15</inkml:trace>
  <inkml:trace contextRef="#ctx0" brushRef="#br0" timeOffset="60844.03">2354 13785 719 0,'0'0'71'0,"0"0"7"15,0 0-3-15,0 0 23 16,0 0-35-16,53 33-3 0,-33-29-40 15,3-3 9 1,-1-1-17-16,0 0 3 0,-2 0-7 16,-3-7 2-16,-2-4 0 15,-5 0-12-15,-6-1 11 16,-1-2-18-16,-3-1 18 16,0 1-20-16,0-3 20 15,-9 0-19-15,1 3 16 16,-1 2-14-16,3 2 4 15,2 6 3-15,2 1 0 16,2 3 4-16,0 0-14 16,0 0 3-16,3 0-25 15,8 7 58-15,3 0-32 16,-1 1 19-16,4-1-18 16,-2-2 12-16,-1-2-7 15,2-2 1-15,-2-1 3 16,-2 0-6-16,-3 0 8 15,1-2-13-15,-3-7 15 16,-3-1-18-16,-1-4 22 16,-1 0-17-16,-2-1 17 15,0 0-18-15,0 3 12 16,0 1-6-16,0 3 1 16,0 3-36-16,0 2 72 15,0 2-32-15,0 1-13 16,0 0 13-16,0 0-36 15,7 0 43-15,3 1-24 16,2 3 23-16,2-4-18 16,1 0 9-16,0 0-1 15,0 0 3-15,0-7 5 16,-3-6-3-16,0 2 6 0,-2 1-16 16,-6-1 19-1,-4 1-5-15,0 2 22 0,0 0-20 16,0-1 22-1,-10 3-19-15,-6-1 10 0,0 3-11 16,-2 3-10-16,-3 1-27 16,2 0 44-16,-1 0-22 15,0 12-18-15,6 7 16 16,1 3-36-16,4 1 17 16,5-1-25-16,2-4-1 15,2-3-57-15,0-10-61 16,6-5-43-16,7 0-171 15</inkml:trace>
  <inkml:trace contextRef="#ctx0" brushRef="#br0" timeOffset="61088.65">2764 13194 751 0,'0'0'46'0,"0"0"129"16,50 84-9-16,-21-51-43 15,2-3-49-15,2 1-36 16,-3-5-23-16,-1-3-14 16,-4-5 5-16,-5-4-32 15,-7-1-23-15,-9-7-97 16,-4-2-127-16,0-4-210 0</inkml:trace>
  <inkml:trace contextRef="#ctx0" brushRef="#br0" timeOffset="61349.18">2733 13412 870 0,'0'0'76'15,"0"0"31"-15,0 0 1 16,0 0-25-16,62-73-30 15,-30 51-22-15,4 3-19 16,1 3-12-16,-3 10 8 16,-2 5-14-16,-3 1 14 15,-3 4-19-15,-3 11 25 16,-6 4-18-16,-1 1 17 16,-4 0-11-16,-4-4-33 15,-2-4 61-15,-4-6-76 16,-2-6-73-16,0 0-168 15,-5-10-264-15</inkml:trace>
  <inkml:trace contextRef="#ctx0" brushRef="#br0" timeOffset="61489.18">2970 13164 934 0,'0'0'40'15,"0"0"28"-15,0 0-26 16,0 0-54-16,0 0-10 15,0 0-60-15,16 17-73 16,-4-7-169-16</inkml:trace>
  <inkml:trace contextRef="#ctx0" brushRef="#br0" timeOffset="62351.71">3210 13226 636 0,'0'0'126'0,"0"0"35"15,0 0-32-15,0 0-50 16,0 0-11-16,0 0-28 16,17-51-8-16,-17 39-30 15,0 2 9-15,-6 2-17 16,0 4 18-16,-2 3-51 16,1 1 77-16,1 6-54 15,3 15-8-15,-1 5 9 16,4 3-16-16,0 0 37 15,0-2-14-15,10-6 9 16,3-6-11-16,1-7 20 16,2-4-12-16,3-4 32 15,-3 0-19-15,4-6 22 16,-1-11-22-16,-3-1-5 16,-2-5-3-16,-1 2-7 15,-1-2-11-15,-2 3-8 16,0 1 15-16,-1 4-15 15,-1 4 18-15,3 4-10 16,-3 5 23-16,4 2-42 16,-2 0 81-16,2 0-35 15,-3 0 7-15,-3 1 5 16,2 0 0-16,-7 1 13 16,2-2-8-16,-3 0 11 15,0 0-13-15,0-3 14 16,0-9-32-16,0-2 8 0,0-4-35 15,0 1 6-15,0-2-21 16,0 4-4-16,0 4 4 16,0 2 1-16,0 9 16 15,0 0-5-15,3 0 8 16,1 11 5-16,8 3 27 16,-4 0-22-16,4-2 16 15,4-5-49-15,2-7 71 16,4 0-24-16,1-7-9 15,2-12-7-15,-4-3-22 16,-5-4-28-16,-4-1-110 16,-6 2-34-16,-6 0 61 15,0 4 2-15,0-2-11 16,-16 1 127-16,-2-1 31 16,-3 0 23-16,-1-2 12 15,2 4 1-15,6 4 7 16,2 4 22-16,3 4 19 15,8 9-43-15,1 0-10 16,0 6-15-16,17 16 52 16,8 6 2-16,3 5 15 15,4 2-42-15,3 5 25 16,-2-3-31-16,-1-2-14 16,-3-6-20-16,-9-4-15 15,-2-4 5-15,-10-10-34 16,-5-5-17-16,-3-6-117 15,-9 0-165-15,-18-6-500 16</inkml:trace>
  <inkml:trace contextRef="#ctx0" brushRef="#br0" timeOffset="62508.77">3490 12875 1036 0,'0'0'81'0,"0"0"53"0,45-72-66 16,-16 45-44-16,4-3-31 15,0 0 17-15,-1 3-98 16,-6 4-228-16,-6 4-412 16</inkml:trace>
  <inkml:trace contextRef="#ctx0" brushRef="#br0" timeOffset="64162.68">4144 12780 822 0,'0'0'146'0,"0"0"20"15,0 0-55-15,0 0-42 16,0 0 3-16,68 61-37 16,-63-56 8-16,-5-3-40 15,0-2 11-15,0 0-5 16,0 0 12-16,-9-3-8 15,-5-9-14-15,-1-3 5 16,-1-5-12-16,2-1 16 16,2-1-19-16,8-1 23 15,4 2-23-15,0-3 21 16,7 2-24-16,13 2 19 16,6 1-9-16,5 1-4 15,-4 4-15-15,-1 3-12 16,-6 4 5-16,-2 6-22 15,-8 1 19-15,-4 0-4 16,-1 8 36-16,-3 7-8 16,1 3 23-16,-1-1-21 15,1-1 15-15,3-3-2 16,3-4-2-16,-1-5 7 16,3-4 6-16,0 0 2 15,2 0-20-15,-3 0 17 16,-1-12-17-16,-1 0 21 15,-5-3-26-15,-1 1 27 16,-2-1-20-16,0-1 12 16,0 1-3-16,-7 3-4 0,0 1 0 15,-1 2-11-15,4 2 12 16,2 1-17 0,2 2 19-16,0 0-23 0,0 3 23 15,0 1-32-15,6 0 14 16,5 0-11-16,0 0 2 15,1 4 5-15,0 3 9 16,2 0 7-16,-3-2-9 16,1-2 14-16,-4-3-16 15,4 0 19-15,-1 0-15 16,0-7 28-16,-1-9-22 16,1-4 10-16,-2-4-14 15,-3-2 4-15,-2-3 0 16,-1 2-2-16,-3 0 6 15,0 1-10-15,0 6 18 16,-3 2-18-16,-3 8 23 16,3 2-23-16,0 5 18 15,0 2-23-15,1 1 14 16,0 0-14-16,1 0-5 16,-2 0-1-16,-2 0-2 15,1 0 13-15,1 0-12 16,0 0 19-16,2 0-20 15,0 1 26-15,1-1-20 16,-2 0 22-16,1 0-20 16,-4 0 16-16,2 0-4 15,0 0-3-15,0 0 2 16,1 0-6-16,-1 0 10 16,3 0-14-16,-1 0 18 15,-1-2-16-15,1-5 29 0,-4 0-28 16,-1-4 19-1,1 0-22-15,-1-1 12 0,-6 1-1 16,4 0 0 0,-3 1 4-16,0 3-9 0,1 3 9 15,0 1-15-15,1 1 23 16,2 2-25-16,2 0 26 16,4 7-25-16,1 11 21 15,0 4-24-15,9 4 14 16,9 2 1-16,8 0 8 15,5-3 12-15,-2-6-12 16,2 0 8-16,1-6-14 16,1-4 15-16,-1-5-21 15,-2-4 24-15,-1 0-30 16,-1 0 22-16,-5-12-16 16,-1-1 5-16,-8-4-1 15,-2-1-3-15,-7 1 2 16,-2-2-11-16,-3-3 18 15,0 1-17-15,-4 1 20 16,-12-1-22-16,2 4 24 16,-5-1-24-16,0 4 18 15,0 1-17-15,3 9 3 16,2 1 2-16,2 3-9 16,7 0 9-16,1 3-11 15,4 12 16-15,0 1-19 16,9 2 27-16,10 1-20 15,6 0 28-15,4-4-17 16,3-3 13-16,-1-6-14 16,4-4 0-16,-2-2-5 15,-4 0-48-15,-4-5-89 0,-10-6-301 16</inkml:trace>
  <inkml:trace contextRef="#ctx0" brushRef="#br0" timeOffset="65132.38">954 15243 708 0,'20'36'105'0,"5"3"52"0,11 3-20 16,3-4-35-16,0-7-32 15,-1-3-59-15,-4-9-2 16,-2-4-10-16,-10-4-14 15,-5-4-24-15,-10 0-40 16,-7-1-93-16,0-2-87 16,-13 0-166-16</inkml:trace>
  <inkml:trace contextRef="#ctx0" brushRef="#br0" timeOffset="65539.43">892 15522 658 0,'0'0'96'16,"0"0"68"-16,0 0-32 15,101-93-94-15,-65 65 11 16,3 0-20-16,-3 8-23 16,-1 4-3-16,-5 9-31 15,-4 6 43-15,-1 1-32 16,-5 0 18-16,-1 2-16 15,-2 4 26-15,1-2-23 16,-4-2 20-16,-1-2-17 16,0 0 11-16,-3-2 2 15,-1-6-15-15,-3-5 25 16,-3 1-16-16,-2-1 16 0,-1 3-7 16,0 0 12-16,0 3 12 15,-10 2 10-15,-2 0-22 16,-2 1 10-16,-1 4-8 15,-1 0-3-15,2 0-9 16,0 0-7-16,0 12 0 16,2 5-24-1,1 4-19-15,4 2-82 0,1 1-136 16,2-3-247-16</inkml:trace>
  <inkml:trace contextRef="#ctx0" brushRef="#br0" timeOffset="66114.57">1770 14853 837 0,'0'0'-5'0,"0"0"61"15,-81-58-8-15,54 49-24 16,1 9-25-16,3 0 17 16,7 8-32-16,7 14-18 15,9 6 0-15,0 8 21 16,19 5 11-16,19 4 4 16,11 1 17-16,8 0 0 15,7-2 43-15,-2-3 11 16,-1-5 36-16,-7-6-21 15,-10-2 5-15,-9-5-39 16,-9 0 6-16,-11-4-15 16,-10-1-17-16,-5-1 4 15,-2 0-8-15,-18-3-6 16,-7-3-19-16,-4-4 12 0,-5-7-29 16,0 0 16-16,0-4-33 15,0-16 17-15,4-3-25 16,10-7 30-1,7-4-22-15,10-3-8 0,5-2 5 16,5-2-2-16,18 0 25 16,4 4-9-16,3 7 23 15,1 7-9-15,-1 8 18 16,-1 8-19-16,-3 7 17 16,-6 0-3-16,-1 13 4 15,-4 6 0-15,-4 1-10 16,-5-1-5-16,-6-2-99 15,0-5-198-15,0-5-315 16</inkml:trace>
  <inkml:trace contextRef="#ctx0" brushRef="#br0" timeOffset="66271.87">1946 14862 1036 0,'0'0'46'0,"0"0"14"16,0 0-90-16,0 0-83 16,0 0-71-16,13 17-22 15,6-7-253-15</inkml:trace>
  <inkml:trace contextRef="#ctx0" brushRef="#br0" timeOffset="67002.21">2193 14938 591 0,'0'0'175'0,"0"0"1"15,0 0-41-15,0 0-38 16,0 0-10-16,0 0-23 16,35 6-11-16,-35-10-32 15,0-7-2-15,0-1-34 16,0-2 9-16,0 2-36 16,0 2 3-16,0 2-18 15,3 7-12-15,2 1 3 16,3 0 3-16,-1 0 20 15,3 1 16-15,3 5 21 16,2-2-19-16,5-4 1 16,6 0-30-16,1-6 4 15,8-10 45-15,-2-6-26 16,3 0-31-16,-4-1-85 16,-2 4 113-16,-7 1 42 15,-5 2 13-15,-7 2 35 16,-5 1 40-16,-6 1-26 15,0 0 15-15,0 1-20 16,0 0-1-16,-10 3-28 16,-3 2 4-16,1 0-31 15,-2 3-9-15,1 3-16 16,-3 0 0-16,3 3 4 16,1 11-31-16,1 3 9 15,5 6-14-15,2 1 33 16,4-1-23-16,0 0-25 15,0-4 50-15,0-5 7 16,10-7-3-16,6-7 2 0,1 0 6 16,5-8 0-16,2-11 10 15,1-8 0-15,-2-2 25 16,2-6-12-16,-5-1 20 16,-4-4-4-16,-5 1 40 15,-9-4-28-15,-2 4 0 16,-5 0-18-16,-19 3-25 15,-8 3-1-15,-7 4-9 16,-6 6 7-16,0 5-21 16,-1 7 9-16,4 10-31 15,6 1 38-15,9 8-5 16,11 14-2-16,12 8 45 16,4 2-1-16,15 4 33 15,17-2 6-15,7-2-14 16,6-7-41-16,3-3-4 15,-2-5-22-15,-1-6-18 16,-9-3-192-16,-6-4-376 16</inkml:trace>
  <inkml:trace contextRef="#ctx0" brushRef="#br0" timeOffset="68553.43">3250 14166 395 0,'0'0'107'0,"0"0"0"0,3 0 15 15,-3 0-28-15,0-3 8 16,0 1-8-16,0-4-19 15,0 0-22 1,0-2-16-16,-5-3-6 0,-4-1-25 16,-1 5 5-16,-3 0-18 15,1 2 16-15,2 5-17 16,-3 0 16-16,6 5-21 16,-2 15 10-16,5 6-8 15,2 3 2-15,2 4 10 16,0-4-5-16,0-4 9 15,3-7-10-15,7-7 2 16,2-7 11-16,1-4 13 16,-1 0-15-16,0-13 18 15,0-7-18-15,-2-5 7 16,-1 0-7-16,-5-2-4 16,1 1 2-16,-5 8-11 15,0 3 11-15,0 7-10 16,0 2 16-16,0 4-15 15,0 2 51-15,0 0-14 16,0 0-1-16,11 12-38 16,8 7 13-16,5 5 8 15,4 6 14-15,3 5 20 16,1 0-16-16,0 0 15 16,-6 0-12-16,-1-2 7 15,-7 0 3-15,-6-1 8 0,-7-1-37 16,-5-2 19-1,0-1-20-15,-5-3 1 0,-9-3-3 16,-8-3-8-16,-2-6 0 16,-5-2-24-16,-2-9-12 15,-2-2-41 1,3 0-11-16,-1-18-58 0,1-5-69 16,5-9-263-16</inkml:trace>
  <inkml:trace contextRef="#ctx0" brushRef="#br0" timeOffset="68801.15">3230 13684 1091 0,'0'0'46'16,"13"69"87"-16,-3-28-58 16,0-1-70-16,-1-1 1 15,3-3-14-15,-4-4-59 16,0-4-90-16,0-6-189 16,2-8-406-16</inkml:trace>
  <inkml:trace contextRef="#ctx0" brushRef="#br0" timeOffset="69155.74">3577 13866 888 0,'0'0'38'0,"4"75"54"16,5-35 11-16,-1-3-44 16,4-3-42-16,2-6 0 15,3-3-3-15,-2-6-9 16,4-6-1-16,-3-3-9 15,-1-6 1-15,-4-4-31 16,-1 0-3-16,-4 0-56 16,0-8-6-16,-2-11-61 15,-3-3-107-15,-1-4-231 16</inkml:trace>
  <inkml:trace contextRef="#ctx0" brushRef="#br0" timeOffset="69361.13">3729 13894 735 0,'0'0'100'0,"0"0"84"0,0 0-45 15,0 0-36-15,92 60-12 16,-72-49-60 0,-1-3-5-16,0-2-27 15,-5-4 20-15,-1 1-34 16,-3-3-11-16,-4 0-65 0,1-3-59 15,-4-11-123-15,-2 0-63 16</inkml:trace>
  <inkml:trace contextRef="#ctx0" brushRef="#br0" timeOffset="69534.28">3890 13845 775 0,'0'0'71'0,"0"0"78"16,-23 85-6-16,16-50-44 15,3 1-44-15,-1-3-25 16,2-7-34-16,2-7 7 16,-2-7-65-16,0-10-63 15,0-2-151-15,-4-17-180 16</inkml:trace>
  <inkml:trace contextRef="#ctx0" brushRef="#br0" timeOffset="69826.26">3704 13672 738 0,'0'0'64'0,"0"0"136"15,101 47-40-15,-56-26-37 16,5 1-42-16,0 1 2 15,-6 3-29-15,-5 2 3 0,-6 2-6 16,-10 2-18 0,-9-1-23-16,-7 2 8 0,-7-2-7 15,0-1-17-15,0-4 5 16,-13-3-57-16,-6 0-21 16,2-9-87-16,-6-4-195 15,1-9-486-15</inkml:trace>
  <inkml:trace contextRef="#ctx0" brushRef="#br0" timeOffset="72122.54">4422 13830 647 0,'14'5'128'0,"3"3"13"0,4 0 13 15,0 3-48-15,2-1-22 16,-4 4-52-16,-1 1 57 16,-4 4-50-16,-3 1 6 15,-3 2-31-15,-5 2 14 16,-3 1-29-16,0 0 12 16,-2-2-11-16,-12-3-5 15,-5-5-22-15,-4-4-31 16,-3-7-39-16,-3-4-112 15,-1 0-128-15,-2-11-312 16</inkml:trace>
  <inkml:trace contextRef="#ctx0" brushRef="#br0" timeOffset="72345.08">4247 13622 1222 0,'0'0'44'0,"0"0"43"0,0 0-8 16,0 0-60 0,0 0-3-16,0 0-27 0,1 0-6 15,2 0-83 1,0 4-82-16,0 4-135 0,6 1-276 15</inkml:trace>
  <inkml:trace contextRef="#ctx0" brushRef="#br0" timeOffset="73639.74">4526 13463 682 0,'0'0'77'0,"0"0"13"0,0 0-2 16,0 0-27-16,34 42 17 15,-18-24-41-15,2-4-2 16,-1-1-26-16,0-4 19 16,1-2-7-16,-5-5-4 15,1-2 5-15,-4 0-15 16,-3 0 4-16,-1 0-14 15,-2-6 7-15,-2-6-19 16,-2 1 11-16,0-2-23 16,0-1 8-16,0 3-18 15,0 0 20-15,-2 4-5 16,2 3 15-16,0 0 6 16,0 4-4-16,0 0 5 15,5 0-8-15,6 0 19 16,7 0-11-16,-1 4 14 15,2-1-46-15,-5-2 93 16,4-1-30-16,-8 0 28 16,0 0-12-16,-6 0-12 15,-4 0 18-15,0-4-10 16,0-8 6-16,-1-3-28 16,-11-3-2-16,-1-1-24 15,-6 0 18-15,0-1-26 16,-4 3 11-16,0 4-37 15,0 1-14-15,4 4-45 0,2 3-61 16,6 1-87 0,-1 1-179-16</inkml:trace>
  <inkml:trace contextRef="#ctx0" brushRef="#br0" timeOffset="73816.95">4764 13201 759 0,'0'0'98'0,"0"0"37"16,0 0 17-16,83 44-42 16,-63-27-37-16,0 2-24 15,-6-3-48-15,-1-1 11 16,-6-2-26-16,-1-1-39 16,-6-2-76-16,0-3-113 15,-6-4-233-15</inkml:trace>
  <inkml:trace contextRef="#ctx0" brushRef="#br0" timeOffset="73962.44">4646 13109 1024 0,'0'0'28'0,"0"0"30"15,0 0-64-15,0 0-30 16,0 0-110-16,0 0-146 15</inkml:trace>
  <inkml:trace contextRef="#ctx0" brushRef="#br0" timeOffset="74226.72">4797 12831 941 0,'0'0'137'16,"56"70"5"-16,-22-30-56 15,0-3-28-15,0-1-47 16,-3-1 6-16,-2-7-22 16,-4-5 7-16,-9-4-23 15,-1-5-35-15,-9-3-56 16,-3-5-97-16,-3-1-99 15,0-5-271-15</inkml:trace>
  <inkml:trace contextRef="#ctx0" brushRef="#br0" timeOffset="74739.01">4706 13058 714 0,'0'0'128'0,"0"0"36"16,44-80-59-16,-20 45-59 15,2-5-25-15,-1 1-12 16,-2 4-11-16,-2 5 10 16,0 8-15-16,-5 7-16 15,2 10 47-15,2 5 1 16,2 1-15-16,3 17 24 15,2 2-7-15,-1 5 4 0,0-1-2 16,-4-1-5-16,0-2-1 16,-4-5-15-1,-5-3 7-15,-1-5-21 0,-2-4 20 16,-3-3-23-16,-2-1 22 16,0 0-15-16,-2-9 18 15,6-8-10-15,-5-1-4 16,1-1-5-16,0-1-12 15,-2 3 3-15,3 5-16 16,0 4 19-16,-2 6-6 16,3 2 12-16,-1 3-2 15,1 11 20-15,3 3-16 16,-1-1 10-16,1-3-4 16,2-2-3-16,-4-4-2 15,6-6-6-15,-2-1 6 16,3 0-33-16,-2-5-76 15,-3-6-169-15,-1-1-232 16</inkml:trace>
  <inkml:trace contextRef="#ctx0" brushRef="#br0" timeOffset="75375.48">5577 12662 711 0,'0'0'150'0,"0"0"50"16,0 0-90-16,0 0-44 15,0 0-15-15,-27-76-16 16,15 62-61-16,1 4 77 16,-2 1-57-16,-1 8 19 15,3 1-23-15,2 0 9 16,-1 13-31-16,2 5 14 16,2 3-7-16,1 1 1 15,5-5-5-15,0-1-8 16,0-4-1-16,0-5-11 15,6-6 15-15,7-1-6 16,-1 0 43-16,1-8-9 16,1-6 17-16,-2 2-16 15,2-1 9-15,-2 4 7 16,1 2 10-16,0 5 3 16,0 2 6-16,6 0 16 15,-1 9-24-15,6 11 43 16,4 5-22-16,3 5 23 15,2 4-28-15,3 3 34 16,-2 1-12-16,-3-2 8 16,-6-3-5-16,-5-1-4 15,-8-3-16-15,-9 0-19 16,-3-4 8-16,0-2-22 16,-14-4 16-16,-10-2-30 15,-7-5 23-15,-2-2-47 16,-4-6-6-16,-3-4-45 0,3 0-17 15,0-4-24-15,3-14-129 16,5-6-115-16,7-8-495 16</inkml:trace>
  <inkml:trace contextRef="#ctx0" brushRef="#br0" timeOffset="75676.64">5570 12215 1092 0,'0'0'51'16,"14"68"61"-16,1-19 21 15,-1 6-61-15,6-1-45 16,3-1 6-16,5-10-32 15,4-5 19-15,1-10-27 16,2-8 20-16,-1-10-23 16,-2-6 3-16,-3-4-23 15,-6 0-36-15,-8-7-64 16,-7-9-70-16,-6-1-90 16,-2-5-208-16</inkml:trace>
  <inkml:trace contextRef="#ctx0" brushRef="#br0" timeOffset="75899.41">5784 12414 761 0,'0'0'73'0,"0"0"124"16,0 0-48-16,105 45-30 15,-73-39-48-15,-2 1-22 16,-4-7-24-16,-3 0-22 15,-5 0-3-15,-4 0-26 16,-4-7-16-16,-5-5-83 16,-4-5-83-16,-1-2-164 15,0-4-170-15</inkml:trace>
  <inkml:trace contextRef="#ctx0" brushRef="#br0" timeOffset="76051.49">5971 12293 801 0,'0'0'110'15,"0"0"73"-15,-29 106-59 16,21-59-66-16,-2-4-9 16,3-3-52-16,-1-9 1 15,2-6-41-15,3-12-42 16,-2-8-53-16,1-5-119 16,-2-12-298-16</inkml:trace>
  <inkml:trace contextRef="#ctx0" brushRef="#br0" timeOffset="76336.64">5789 12098 902 0,'0'0'107'16,"0"0"68"-16,119 67-53 15,-71-31-8-15,1 4-34 0,0 1-9 16,-6 1-12-16,-4 0 6 16,-9-1-36-16,-4-7 5 15,-8 0-36-15,-8-8 23 16,-6-2-33-16,-4-8 5 16,0-2-50-16,-1-7-39 15,-12-5-60-15,-5-2-179 16,4 0-317-16</inkml:trace>
  <inkml:trace contextRef="#ctx0" brushRef="#br0" timeOffset="76535.02">6364 12222 1142 0,'0'0'79'0,"0"0"101"16,0 0-127-16,0 0-30 16,47-78-17-16,-47 70-15 15,-8 2-78-15,-12 4-171 16,-6 2-248-16</inkml:trace>
  <inkml:trace contextRef="#ctx0" brushRef="#br0" timeOffset="76690.62">6250 12153 987 0,'0'0'136'15,"0"0"51"-15,0 0-91 16,0 0-69-16,0 0-6 16,81-36-62-16,-81 22-124 0,0-2-448 15</inkml:trace>
  <inkml:trace contextRef="#ctx0" brushRef="#br0" timeOffset="78180.02">6579 11782 843 0,'0'0'76'0,"0"0"76"16,53 0-14-16,-25 0-54 15,1 8-16-15,-1-1-49 16,-2-1 0-16,-2 0-26 16,-3-2 12-16,-4-3-40 15,-4-1-37-15,-3 0-45 16,-4 0-65-16,-2-5-60 16,-3-7-176-16</inkml:trace>
  <inkml:trace contextRef="#ctx0" brushRef="#br0" timeOffset="78383.63">6725 11652 655 0,'0'0'66'16,"0"0"74"-16,0 0-42 15,-8 99-4-15,6-63-39 16,2-1-23-16,-1-3-30 15,1-5-3-15,-2-5-34 16,2-6-74-16,-1-6-81 16,1-6-120-16,0-4-185 0</inkml:trace>
  <inkml:trace contextRef="#ctx0" brushRef="#br0" timeOffset="78622.9">6867 11558 806 0,'0'0'81'16,"0"0"63"-16,49 71-46 15,-32-48-46-15,2-3-42 16,-4-3 1-16,0-3-26 15,-5-6-36-15,-2-3-95 16,-7-1-75-16,-1-2-221 16</inkml:trace>
  <inkml:trace contextRef="#ctx0" brushRef="#br0" timeOffset="78809.44">6873 11720 986 0,'0'0'92'0,"0"0"16"16,0 0-23-16,0 0-49 15,0 0-16-15,68-83-26 16,-45 59-13-16,-3-1-104 16,-6 2-124-16,-2 0-222 15</inkml:trace>
  <inkml:trace contextRef="#ctx0" brushRef="#br0" timeOffset="79128.42">6961 11364 863 0,'0'0'69'0,"0"0"98"0,0 0-70 16,0 0-61-16,91-46 5 15,-67 46-39-15,-5 1 12 16,0 19-24-16,-8 6 15 16,-1 7-19-16,-5 4 10 15,-2 3 1-15,-2-2-5 16,1-5 7-16,0-7-4 16,7-9 10-16,3-9-13 15,1-8 15-15,5 0-11 16,1-8 19-16,3-12-29 15,1 0-8-15,-5-3-56 16,0 2-43-16,-2 3-103 16,-7 6-171-16</inkml:trace>
  <inkml:trace contextRef="#ctx0" brushRef="#br0" timeOffset="79436.88">6959 12065 848 0,'0'0'144'0,"94"-89"38"0,-36 38-74 15,2-2-26-15,-2 2-40 16,-5 5-3-16,-6 4-42 16,-11 10 16-16,-6 6-40 15,-9 6-30-15,-10 8-80 16,-5 6-57-16,-6 6-35 16,0 0-44-16,-1 9-133 15</inkml:trace>
  <inkml:trace contextRef="#ctx0" brushRef="#br0" timeOffset="79767.08">7293 12122 780 0,'0'0'100'0,"0"0"103"16,0 0-68-16,102-33-27 0,-74 33-40 15,1 0 1 1,-2 0-45-16,2 6 12 0,-3 4-34 16,-3-1 13-16,0-1-20 15,-3 0 7-15,-6-1-3 16,-2-3-13-16,-4-2-9 15,-5-2-29-15,0 0-20 16,-3-7-49-16,0-11-36 16,0-5-103-16,0-3-88 15</inkml:trace>
  <inkml:trace contextRef="#ctx0" brushRef="#br0" timeOffset="79927.61">7572 11925 852 0,'0'0'128'0,"0"0"33"16,-46 108-56-16,31-63-62 16,-2-5-16-16,1-5-25 15,0-6-10-15,1-4-51 16,1-7-120-16,1-7-141 16,1-8-283-16</inkml:trace>
  <inkml:trace contextRef="#ctx0" brushRef="#br0" timeOffset="82112.6">1592 15822 316 0,'0'0'-3'15,"12"0"82"-15,4 0-3 16,1-1-6-16,6-8-34 16,6-3 3-16,6-4-36 0,7-7 40 15,10-6 3 1,8-8-14-16,13-7-20 0,10-9 28 15,16-8-1-15,15-9-29 16,16-8 14-16,18-12-7 16,19-7 19-16,16-10-29 15,16-9 9-15,9-9-20 16,7-11 10-16,6-9-7 16,5-5 0-16,5-8 0 15,1-5-5-15,5-5 8 16,-6 2-17-16,3-1 24 15,-5 0-21-15,-10 4 27 16,-13 1-21-16,-4 6 34 16,-12 8-24-16,-14 9 5 15,-23 10-8-15,-17 16-1 16,-21 16 1-16,-21 15-14 16,-21 19-7-16,-22 17-26 15,-16 17 16-15,-15 13-24 16,-15 12-8-16,-5 4-76 15,-16 4-10-15,-17 16-229 16</inkml:trace>
  <inkml:trace contextRef="#ctx0" brushRef="#br0" timeOffset="85198.26">1669 17194 1003 0,'-4'0'94'0,"-18"12"32"16,-7 10-83-16,-4 5-30 15,-3 6-15-15,-2 2 17 16,5 2-22-16,9-6 18 15,5-3-21-15,9-8-2 16,8-5-31-16,2-5-47 16,12-6 85-16,15-2-21 15,12-2 32-15,6 0-7 16,5 0 2-16,0 4 55 16,-6 3-8-16,-8 5-17 15,-10 4 22-15,-11 4-14 16,-12 3 9-16,-3 2-9 15,0 1-11-15,-12-4-13 16,-5-2-47-16,4-5 75 16,1-5-48-16,2-6 14 15,6-4-28-15,4-7 10 16,0-18-39-16,9-10 23 0,14-11-8 16,7-10-2-1,6-8-42-15,-1 0-52 0,1-2 94 16,-11 3-16-16,-7 6 2 15,-10 5-19 1,-8 6 11-16,-5 5 43 0,-18 4 24 16,-9 1-15-16,-4 2 21 15,-3 4 0-15,4 4 10 16,4 7 4-16,6 5 11 16,8 10 7-16,8 4-15 15,9 10-11-15,0 21-26 16,6 11 12-16,20 8 9 15,6 8 46-15,4 2-5 16,3-2 24-16,0-4-24 16,-6-7-15-16,-1-6-2 15,-9-10-21-15,-4-7 37 16,-5-8-32-16,-5-5 6 16,-3-7-30-16,-2-4 17 15,0 0-22-15,0 0 27 16,1-18-21-16,2-6 14 15,-1-8-12-15,5-2-4 16,0-2-8-16,0 7-9 16,-1 6 5-16,0 9-20 15,-1 7 17-15,2 7-18 16,-2 0 16-16,3 11-12 0,-1 7 38 16,2 3-19-1,0 0 18-15,2-1-11 0,-4-6 3 16,4-3 2-16,-2-7-22 15,1-4 41-15,-1 0-26 16,1-3 15-16,0-12-17 16,-1-4 22-16,-2-1-23 15,-1-2 19-15,-4 0-22 16,1 1 12-16,-5 4-3 16,-1 3 1-16,-1 4 2 15,0 3-5-15,0 4 9 16,0 3-15-16,4 0 12 15,1 6-25-15,1 4 26 16,2 2-18-16,4 1 10 16,-1-3-46-16,2-4 83 15,2-2-36-15,-1-4 2 16,1 0 4-16,-4 0-5 16,2-6 16-16,-3-6-12 15,-1 1 15-15,-3-2-20 16,-5 2 23-16,-1 3-16 15,0 0 20-15,-10 3-14 16,-6 1 1-16,-4 0-2 16,-3 3-11-16,1 1 2 15,-2 0-15-15,2 1 1 16,3 10-39-16,3 2-42 16,3 0-132-16,3-3-111 15,6-1-341-15</inkml:trace>
  <inkml:trace contextRef="#ctx0" brushRef="#br0" timeOffset="86349.87">2485 16999 877 0,'0'0'28'0,"0"0"86"0,0 0-27 15,40 67-27-15,-25-56-34 16,1-1 3-16,-2-3-31 16,2-4 16-16,1-3-18 15,-2 0 11-15,-2-2-18 16,1-10 28-16,-2-7-11 16,-4-1-8-16,-3-2 9 15,-5-1-14-15,0 3 17 16,0 0-16-16,-2 6 21 15,-5 4-24-15,2 3 20 16,2 4-14-16,3 3 7 16,0 0-4-16,1 0-13 15,15 3 6-15,0 5 3 16,5 1 11-16,1 1-14 16,-3-3 16-16,3-3-18 15,-6-4 0-15,2 0 20 16,-2-3-4-16,-3-12-21 15,0-5-5-15,-3-5 12 16,-6-5-7-16,-4-2 13 16,0-3-7-16,-1-3 14 15,-18 1-18-15,-1 1 18 16,-8 0-14-16,-2 2 20 16,0 6-19-16,1 4 13 15,3 8-9-15,6 6 3 16,5 10 10-16,8 0-8 15,6 18-9-15,1 11-11 16,1 6 22-16,15 5-14 0,7-2 20 16,2-2-21-16,1-7-8 15,4-6 20-15,3-7-40 16,-4-8-59-16,4-8-12 16,0 0 27-16,-1-13-7 15,-3-8-40-15,-3-2 63 16,-4-4 44-16,-5 1 5 15,-7 3 33-15,-5 3 27 16,-5 2 59-16,0 5 5 16,0 2-11-16,-3 3-12 15,-6 1-37-15,-1 7-6 16,4-1-24-16,-1 1-8 16,1 0-21-16,0 0 7 15,-1 1-15-15,0 7 20 16,0 0-20-16,0 1 13 15,2-2-9-15,-2 3 12 16,6 1 5-16,-1-3 0 16,2-1 1-16,0 1-11 15,0 0 4-15,0 2-21 16,0-1 27-16,0 4-8 16,2-1 19-16,2 2-19 15,5-2 17-15,-1-3-10 16,5 0 12-16,0-4 7 15,3-4 5-15,0-1 17 16,-1 0-14-16,-1 0 5 16,-4-6-37-16,-1-8 83 15,-4-5-42-15,-5-7 8 16,0-4-38-16,0-4-9 16,-7-5 20-16,-6-6-15 0,-7-2-1 15,-2-4 0-15,-5 0 5 16,-3-1-12-16,-2 3 16 15,1 8-18-15,1 9 23 16,7 11-13-16,2 13 47 16,9 8-18-16,4 15-5 15,8 18-26-15,0 12 0 16,15 6 11-16,8 5-5 16,7-2 10-16,2-1-18 15,3-10 13-15,1-6-71 16,-1-10-14-16,-2-9-221 15,3-9-408-15</inkml:trace>
  <inkml:trace contextRef="#ctx0" brushRef="#br0" timeOffset="87234.27">3298 16183 955 0,'0'0'73'0,"0"0"44"16,0 0-15-16,41 68-4 15,-17-30-38-15,2 1 10 16,-1-1-41-16,-4-5 5 15,-5-7-48-15,0-7 48 16,-6-9-44-16,0-5 16 16,2-5-11-16,-1 0-2 15,1-14-1-15,2-6-3 16,4-5-3-16,1 0-17 16,1 0 20-16,-3 3-16 15,6 7 28-15,0 7-16 16,2 5 24-16,-5 3-15 15,5 1 14-15,-5 13 3 16,-4 3 5-16,-3 2 7 16,-8-2-9-16,-3 2-35 15,-2-3 66-15,0 0-26 16,-11-4-23-16,-4-1 21 16,-2-6-31-16,-1 0 12 15,4-5-23-15,-1 0 11 16,5 0-1-16,0-3-9 15,7-8 7-15,3-2-2 16,0-2 10-16,3-2-14 16,16-3 12-16,2-2-4 15,4-3 27-15,4 0-23 16,0-1 19-16,-4 0-13 0,-3 1 6 16,-4 1 0-16,-7 5 1 15,-5-2 14-15,-6 4-7 16,0 2-17-16,0 3 65 15,-10 1-25-15,-4 4-20 16,2 4 19-16,-2 3-25 16,4 0 17-16,-1 6-16 15,4 13-6-15,5 3-3 16,2 4-2-16,0-2 7 16,8 0-10-16,11-5 15 15,7-5-21-15,4-8 23 16,3-6-44-16,4 0-45 15,-7 0-229-15,-3-10-675 16</inkml:trace>
  <inkml:trace contextRef="#ctx0" brushRef="#br0" timeOffset="87508.48">4153 16148 1031 0,'0'0'75'0,"0"0"142"16,33 108-98-16,-22-65-44 15,-3-1-54-15,-4-3-22 16,-4-4-4-16,0-2-84 16,0-6-295-16</inkml:trace>
  <inkml:trace contextRef="#ctx0" brushRef="#br0" timeOffset="88435.04">2630 17786 775 0,'0'0'86'16,"0"0"38"-16,0 0 13 15,-60-84-101-15,30 63-7 16,2 3 9-16,-2 4-32 16,4 4 24-16,3 6-23 15,4 4 10-15,8 3-30 16,6 17 8-16,5 11-20 15,6 6 22-15,20 9-4 16,13 4 10-16,10 2 6 16,6 0 16-16,-3-1 7 15,2-2-6-15,-11-5 25 16,-6-5-25-16,-10-4 27 16,-9-5-29-16,-9-4 12 15,-8-4-27-15,-1-5 11 16,0-2-45-16,-1-6 61 15,-11-5-28-15,-5-4-9 16,0-1-4-16,-2-17-21 16,1-10 18-16,1-5-21 15,8-7 21-15,5-4-33 0,4 1 32 16,0-1-22-16,12 5 13 16,9 4 3-1,5 9 8-15,1 9 6 0,1 6-2 16,0 10 17-1,-1 1-9-15,-4 1 31 0,-1 14-20 16,-5 1 25-16,-2 0-39 16,-5 1 14-16,-3-2-20 15,-2-3-3-15,-3-1-31 16,-2-3-2-16,0-3-85 16,-7-5-217-16,-6 0-453 15</inkml:trace>
  <inkml:trace contextRef="#ctx0" brushRef="#br0" timeOffset="88594.63">2821 17717 964 0,'0'0'-4'16,"0"0"67"-16,0 0-65 15,0 0-92-15,0 0-10 16,29 14-150-16,-11-4-115 15</inkml:trace>
  <inkml:trace contextRef="#ctx0" brushRef="#br0" timeOffset="89319.04">3059 17780 659 0,'0'0'180'0,"0"0"2"16,0 0-52-16,0 0-14 15,0 0-32-15,0 0-32 0,23 7-10 16,-23-13-24-1,0-5-5-15,0-3-21 16,0-3 9-16,0 3-31 16,0 2 17-16,1 1-33 15,5 6-5-15,2 3 22 0,0 2-10 16,2 0 12-16,2 2 18 16,0 7 11-16,3-2-5 15,1 2 10-15,-5-5-12 16,5 0 16-16,-4-3-20 15,3-1 20-15,-1 0-34 16,1-5-27-16,0-4-40 16,2-2-21-16,-2-2-32 15,0-1 9-15,-4-1 31 16,-3-1 67-16,-3-2 43 16,-4 0 20-16,-1 1 58 15,0 2-17-15,0 0 3 16,-6 4 5-16,-2 1-3 15,-3 4-21-15,0 3-16 16,-1 3-9-16,2 0-10 16,-1 4-14-16,2 12-24 15,0 6 5-15,4 3-13 16,3 0 22-16,2 0-41 16,0-3 41-16,4-5-9 15,9-2 15-15,2-8-2 16,2-5 3-16,2-2 17 15,-3 0 6-15,3-12 27 16,-3-6 4-16,1-9 5 16,-4-2-12-16,-6-8 24 15,-3-3-56-15,-4-3 12 0,0 0-28 16,-12-1-4 0,-14-3 20-16,-5 1-21 15,-2 2-10-15,-5 3-17 0,2 9-18 16,4 6-15-16,6 10 37 15,8 10 10-15,8 6 31 16,10 13-14-16,0 18 20 16,8 9 5-16,15 9 13 15,6 2 9-15,9-1-7 16,4-5-18-16,2-8-23 16,2-11-59-16,-1-10-227 15,-2-9-486-15</inkml:trace>
  <inkml:trace contextRef="#ctx0" brushRef="#br0" timeOffset="90469.94">4106 17130 625 0,'0'0'109'0,"0"0"8"16,0 0 41-16,0-11-60 15,0 7-25-15,-5-2-18 16,-1-1 4-16,-4 2-32 16,-3-3 12-16,-1 2-31 15,-3 0 15-15,-1 6-20 16,-2 0 10-16,1 0-15 0,5 4-2 16,2 10-2-16,4 7-2 15,3 1 2-15,5 1-9 16,0-3-26-16,0 0 61 15,9-6-18-15,2-7-18 16,2-4 16-16,3-3-15 16,-4 0 15-16,0 0-14 15,0-12 4-15,-1-3 5 16,-3-4 1-16,1-2 7 16,-2 0-10-16,-4-1 15 15,0 2-18-15,-2 4 21 16,1 5-21-16,-2 6 20 15,0 2-17-15,0 3 10 16,4 0 4-16,3 7-5 16,3 11-2-16,5 6-3 15,7 6 25-15,2 1-11 16,3 5 2-16,5-2 22 16,-3-3 11-16,1 1-10 15,-4-5 30-15,-2-1-23 16,-6-1 5-16,-6 0-5 15,-5-1-7-15,-7 0 2 16,0-1-21-16,0-1 7 16,-16-2-19-16,0-4 15 15,-5-3-26-15,-4-3 28 16,-1-3-48-16,0-3 5 16,1-3-28-16,1-1-23 0,4-3-35 15,2-15-52 1,6-7-168-16,1-8-345 0</inkml:trace>
  <inkml:trace contextRef="#ctx0" brushRef="#br0" timeOffset="91122.05">4045 16822 777 0,'0'0'97'15,"0"0"93"-15,0 0-69 16,23 0-29-16,-16-3-46 16,3-4 13-16,-1 1-56 15,-2-2 14-15,4 1-25 16,-3-1 5-16,1-2-52 15,-2 3-42-15,0-3-89 16,-1-1-92-16,-3 0-210 16</inkml:trace>
  <inkml:trace contextRef="#ctx0" brushRef="#br0" timeOffset="91356.04">4195 16606 934 0,'0'0'150'0,"0"0"-5"16,0 0-48-16,0 0-58 16,0 0 0-16,0 0-25 0,76 78-14 15,-62-66-7-15,-2-4-36 16,0-1-64-1,0-3-116-15,1-4-130 0</inkml:trace>
  <inkml:trace contextRef="#ctx0" brushRef="#br0" timeOffset="92096.01">4529 16568 735 0,'0'0'146'16,"0"0"45"-16,0 0-83 15,15 84 19-15,-6-44-55 16,0 2-17-16,1-1-21 16,1-3-3-16,4-4-22 15,-1-7 12-15,2-7-28 16,2-5 22-16,-2-7-25 16,1-5 16-16,-3-3-29 15,-1 0-5-15,-3-5-45 16,2-11-54-16,-8-3-102 15,-1-3-183-15</inkml:trace>
  <inkml:trace contextRef="#ctx0" brushRef="#br0" timeOffset="92335">4683 16676 837 0,'0'0'149'0,"0"0"42"0,0 0-37 16,96 43-85-16,-69-33-7 16,-3-2-30-16,-1-2-7 15,-4-2-14-15,-3-3-9 16,-6-1-3-16,1 0-30 16,-3 0-11-16,-4 0-66 15,-1-10-77-15,-3-1-146 16,0-1-117-16</inkml:trace>
  <inkml:trace contextRef="#ctx0" brushRef="#br0" timeOffset="92517.22">4849 16612 806 0,'0'0'94'15,"0"0"97"-15,-14 74-58 16,11-41-64-16,1-3-40 15,-1-2-23-15,3-3-7 16,-1-5-9-16,1-9-64 16,0-6-58-16,0-5-177 15,0-3-234-15</inkml:trace>
  <inkml:trace contextRef="#ctx0" brushRef="#br0" timeOffset="92853.9">4815 16434 852 0,'0'0'127'0,"0"0"123"16,114 81-131-16,-74-51-99 16,-3-1 125-16,-2-1-89 15,-5-2-58-15,-8-3 101 16,-4-4-73-16,-7-4-30 16,-4-1 21-16,-7-4-37 15,0 0 1-15,-2-6-72 16,-13-2-32-16,-4-2-143 15,-1 0-238-15</inkml:trace>
  <inkml:trace contextRef="#ctx0" brushRef="#br0" timeOffset="93455.5">4844 16147 881 0,'0'0'70'0,"0"0"92"15,0 0-42-15,0 0-58 16,88-75-2-16,-62 64-53 16,-1 4 14-16,1 6-14 15,-4 1-3-15,3 0 6 16,-2 12-7-16,1 8 12 16,0 4-18-16,0 8 20 15,2 4-18-15,-1 2 23 16,2 1-22-16,0 0 22 15,1-3-15-15,2-2 0 16,0-4 0-16,2-2-1 16,-2-5 9-16,4 0-9 15,-5-3 14-15,-2-1-15 16,-1 1-12-16,-3-1 41 16,-3-2-12-16,-3 0-22 15,-3-2 19-15,-5 0-3 16,-4-2 14-16,-2 1 1 15,-3-1-1-15,0 0 7 16,0 1-15-16,-6-1 10 16,-4 2-33-16,-5 0 19 15,-2 0-29-15,0-1 23 16,-2 1-34-16,-1-5-8 16,0-2-39-16,1-6-31 15,-4-2-28-15,0-2-102 16,-3-17-262-16</inkml:trace>
  <inkml:trace contextRef="#ctx0" brushRef="#br0" timeOffset="94076.25">5142 15786 388 0,'0'0'65'0,"0"0"108"15,0 0 5-15,0 0-25 16,5-35-7-16,-5 34-11 15,1 1-58-15,1 0 45 16,-2 12-74-16,3 11 4 16,-2 7-31-16,2 5 29 15,0 2-28-15,-2-2 13 16,0-4-16-16,2-7-5 0,0-7 0 16,-3-8-11-16,5-4 4 15,-5-4-14-15,0-1 17 16,1 0-28-16,-1-14 20 15,0-8-25-15,0-4 29 16,0-8-27-16,0 0 1 16,0 3-3-16,0 4 3 15,-6 6 7-15,3 7-3 16,0 5 3-16,2 5-65 16,0 4 41-16,-3 0-134 15,2 0-190-15,-1 12-492 16</inkml:trace>
  <inkml:trace contextRef="#ctx0" brushRef="#br0" timeOffset="95107.35">3653 16894 701 0,'0'0'129'0,"0"0"50"16,0 0 0-16,0 0-113 15,-29 8-24-15,12 5-30 0,3 1 3 16,-4 4-3-16,5 1-8 16,2 3 3-16,5 5-12 15,6 2 12-15,0 4-21 16,9 5 21-16,15 1-17 15,8 4 19-15,8-1-16 16,2-1 18-16,2-2-2 16,0-4 3-16,-2 1 3 15,-2-1 5-15,-5 0 11 16,-4 0-21-16,-5 2 19 16,-2 1-20-16,-4-1 23 15,-2-2-25-15,-2-3 18 16,-3-4-23-16,-2-5 7 15,-2-7-3-15,0-4-5 16,-1-7 2-16,-1-2-8 16,2-3 11-16,2 0-14 15,3 0 24-15,2-10-15 16,5-3 25-16,1 1-31 16,2-2 19-16,-2 0-20 15,1 3 8-15,-3-3-10 16,2-1-34-16,-3-4-32 15,-3 2-104-15,-8 1-272 16</inkml:trace>
  <inkml:trace contextRef="#ctx0" brushRef="#br0" timeOffset="108923.84">19355 1417 405 0,'4'-2'169'15,"-4"-1"7"-15,0 3-56 16,0 0-15-16,0 0-13 15,0 0-5-15,0 0-21 16,0 0 14-16,0 0-36 16,0 0 4-16,0 0-26 15,-7 0 1-15,0 1-11 16,-6 5 1-16,-3-2 6 16,1 0-5-16,-2 0 10 15,3-1-25-15,-2 1 16 0,1-3-19 16,3 2 26-1,0-3-31-15,0 4 27 0,1-4-21 16,1 2 7-16,-3 1-2 16,4-2-3-16,-3 2 4 15,0-2-9-15,3 1 15 16,0-1-18 0,-1 1 22-16,3-2-13 15,-3 0 29-15,1 0-26 0,-1 0 17 16,0 0-17-16,1-2 5 15,-4-2-2-15,5 1-4 16,-1 0 5-16,0 0-13 16,2 3 16-16,1-4-18 15,0-1 28-15,0-3-17 16,0-4 25-16,-2 1-38 16,1-6 27-16,-2-2-17 15,-1-2 0-15,3 2 3 16,-3 0-4-16,0 3 6 15,0 0-12-15,1 2 18 16,-1-2-23-16,3 2 28 16,-2-2-28-16,3-3 26 15,-1-3-25-15,0-5 18 16,1-5-9-16,-1-3 5 16,1-4-1-16,-4-1-5 15,3-1 10-15,-2 3-18 16,0 1 14-16,-1 3-9 15,3 2 22-15,-2 5-28 16,1 1 25-16,1-1-27 16,-1 3 21-16,1-2-8 15,1-1-1-15,-2 0 1 16,2 0-10-16,0 0 10 0,3 3-13 16,-1 0 24-1,2 6-24-15,2 1 29 0,0 2-30 16,0 2 26-16,0 4-19 15,0 0 8-15,0 4 0 16,0-1-1-16,0 3 3 16,0 1-8-16,0 1 13 15,0 1-17-15,0-2 11 16,0 1-4-16,2-2 16 16,5 1-27-16,3-5 20 15,7-1-14-15,4-2 8 16,3-1-2-16,5-3 2 15,4 1 4-15,1-2-11 16,3 1 13-16,-1 1-14 16,2-1 18-16,-1 2-21 15,0 1 23-15,0-1-24 16,-1 5 19-16,0-1-11 16,0 1 4-16,3-1 1 15,2 0-4-15,-1 2 7 16,-1-2-13-16,3-1 19 15,-2 1-21-15,1 2 22 16,1-2-18-16,-2 1 19 16,1 0-23-16,-2 1 16 15,0 1-9-15,-8 1 4 16,1 2 0-16,-2 1-3 16,1 0 7-16,-1 1-14 15,2-2 21-15,4-1-22 16,-1 2 26-16,1-3-28 15,4 0 26-15,-5 0-22 16,1 0 13-16,0 0-4 16,-4 0-4-16,-3-1 5 0,-2 3-14 15,-4-2 26-15,-1 0-22 16,-2 0 20-16,-1 1-24 16,1 0 24-16,0-1-19 15,3 1 20-15,1 1-21 16,3-2 10-16,2 1-3 15,-1-2 1-15,3 1 3 16,-2 0-6-16,1 1 9 16,-2-3-12-16,-1 2 18 15,-4 0-22-15,1 0 24 16,-3 0-27-16,2 1 26 16,-4-1-18-16,3 4 5 15,-1-1 1-15,1-2-3 16,1 1 6-16,3 0-18 15,3-1 33-15,1-2-29 16,5-1 24-16,1 2-24 16,1 0 26-16,-2-1-28 15,-2 3 21-15,-1 0-11 16,-3 2 2-16,-1 0 1 16,-7 0-2-16,1 0 8 15,-3 0-15-15,-2 0 19 16,-3 0-22-16,1 0 26 15,2 0-27-15,1 0 26 16,3 0-25-16,5 0 17 16,3 0-7-16,4 0 3 15,-1 0 1-15,-2 0-5 16,-1 0 9-16,-3 0-20 0,-4 0 27 16,-2 0-26-16,0 0 27 15,-4 0-28-15,5 0 28 16,-4 0-25-16,3 0 15 15,0 0-6-15,1 0 2 16,0 0 1-16,-1 0-7 16,-4 0 13-16,3 0-17 15,-4 0 21-15,-1 0-25 16,-2 0 30-16,0 0-30 16,-3 0 26-16,1 0-24 15,3 0 12-15,-3 0-2 16,2 0-1-16,-1 0 5 15,1 0-9-15,-2 0 14 16,3 0-23-16,-3 2 31 16,-1 10-26-16,0 3 28 15,-1 3-30-15,-2 3 25 16,-1 0-18-16,-1 1 7 16,-2 3 1-16,0-2-3 15,-2 0 5-15,0-3-9 16,0 1 16-16,0-2-21 15,0-1 25-15,0-1-27 16,0 2 28-16,0 1-29 16,0 0 22-16,0 2-13 15,0-1 4-15,0 0-5 16,0-1 9-16,0-1 0 16,0 1-11-16,0-2 17 15,0-2-22-15,0 0 26 16,0-2-26-16,0-1 26 15,0-3-26-15,0-1 19 16,0-3-10-16,0-2 2 0,0 0 3 16,0-1-5-16,0 0 9 15,0-1-15-15,0 2 22 16,0 0-15-16,0-1 29 16,-10 3-24-16,-2 0 22 15,-5 4-30-15,-2-3 12 16,-4 3-6-16,-6-1 1 15,-1 2-9-15,-2 0 14 16,-1 1-1-16,-2 3-14 16,1 1 20-16,0 2-24 15,1-1 28-15,0 0-29 16,7-1 24-16,-2-1-21 16,7-5 11-16,1-2-1 15,2 0 0-15,1-1 3 16,3-4-8-16,-1 1 14 15,4 0-19-15,0-1 22 16,2-2-24-16,1-1 24 16,5 0-42-16,-1 0 3 15,2 0-34-15,2 0-15 16,0-7-33-16,0-3-116 16,6-4-186-16</inkml:trace>
  <inkml:trace contextRef="#ctx0" brushRef="#br0" timeOffset="111732.39">22534 455 747 0,'4'0'52'0,"2"0"64"15,0 10 2-15,1 3-4 16,3 5-43-16,-3 2-26 16,-2-1-8-16,-2 1-4 15,-3-2 0-15,0-4-22 16,0 0 5-16,0-3-17 15,0-3 13-15,-3-5-18 16,-5-3 21-16,1 0-21 16,-4-7 12-16,2-12-23 15,-3-5 0-15,1-7 5 16,-1-3 0-16,3 0 6 16,-2 4-7-16,2 2 17 15,3 5-10-15,1 5 16 16,-1 5-16-16,5 4 16 15,-1 1-15-15,2 2 20 16,0 0-4-16,5-2-7 0,12-1-1 16,6-1 3-1,6-1 15-15,5-1-8 0,1 2 11 16,4-1-22-16,-3 0 18 16,-2 2-26-16,-4-2 17 15,-6 3-20-15,-4 1-12 16,-8 2-60-16,-7 2-71 15,-5 3-110-15,0 0-150 16</inkml:trace>
  <inkml:trace contextRef="#ctx0" brushRef="#br0" timeOffset="111995.89">22496 425 978 0,'0'0'68'0,"0"0"107"16,98-12-76-16,-56 2-54 16,0 1-44-16,-1 3 15 15,-7 5-21-15,-6 1 6 16,-9 4-12-16,-5 15-6 16,-7 6 10-16,-2 2-1 15,-5 2 17-15,0-1-15 16,0-2 15-16,0-1-18 15,0-4 2-15,-5-4-90 16,-4-5-105-16,-5-6-223 16</inkml:trace>
  <inkml:trace contextRef="#ctx0" brushRef="#br0" timeOffset="112179.47">22750 357 1219 0,'0'0'59'16,"0"0"-4"-16,0 0-30 15,0 0-37-15,0 0-15 16,32-9-119-16,-16 9-40 16,7 10-158-16</inkml:trace>
  <inkml:trace contextRef="#ctx0" brushRef="#br0" timeOffset="112991.91">23045 542 824 0,'0'0'188'15,"0"0"3"-15,0 0-78 16,0 0-34-16,0 0-22 16,0 0-20-16,9 9-10 15,-7-9-15-15,3-9 5 16,1-6-33-16,1-1 0 15,4-3-34-15,2 0 15 16,1 2-32-16,1 4 12 16,-1 3 1-16,0 5 27 15,-3 2 11-15,-1 3 3 16,-2 0 3-16,-3 0 1 16,1 10 12-16,-3 2-8 15,2 3 13-15,2 1-19 16,-2 0 3-16,3 0-40 0,5-3 18 15,4-3-7 1,3-4-19-16,4-3-3 0,1-3 0 16,1 0 22-1,-3 0-4-15,-1-5 10 0,-4-5 1 16,-4-1 38-16,-4 1-9 16,-3-4 46-16,-2 2 15 15,-4-2 27-15,-1 0-25 16,0 1 5-16,0-1-12 15,0 1-23-15,-6 0-10 16,-4 4-16-16,-3 0 3 16,2 4-21-16,-7 3 20 15,5 2-25-15,-5 0 12 16,2 2-13-16,-2 10 5 16,5 5-14-16,4 1 6 15,3-1 2-15,3-1-5 16,3 2 12-16,0-4-8 15,0-3 24-15,9-3-23 16,2-3 8-16,3-5-2 16,2 0 24-16,1-2-10 15,-1-12 18-15,3-8 5 16,-3-3 3-16,0-4 23 16,-2-4-29-16,-2-5 23 15,-4-3-9-15,-3-1 4 16,-4-4-24-16,-1 1 12 15,0 5-31-15,-1 2 15 16,-8 7-8-16,-2 9 10 16,2 8-3-16,-3 13 8 15,-1 1-1-15,-1 23-27 16,1 15 7-16,3 10-5 0,2 4 18 16,6 6-15-1,2-4 24-15,1-3-22 0,14-6 13 16,6-7-14-16,4-5 2 15,3-8-40-15,-3-8-126 16,-2-8-256-16</inkml:trace>
  <inkml:trace contextRef="#ctx0" brushRef="#br0" timeOffset="114126.59">24239 444 526 0,'0'0'130'0,"0"0"34"16,15-12-18-16,-12 3-56 15,-2-2-3-15,1-2-21 16,-2-1 0-16,0 1-37 15,0 2 9-15,-13-1-34 16,0 5 1-16,-5 4-6 16,-4 3-6-16,-1 0-5 0,-2 10-5 15,2 10 10 1,2 2-21-16,4 0 8 0,7 0-18 16,1-2 30-1,9-6-17-15,0-2 16 0,0-2-17 16,7-7 18-16,6 1 9 15,7-4 0-15,0 0 5 16,1 0-4-16,1-6 6 16,1-3-11-16,-7 0 13 15,-1 2-18-15,-3 3 19 16,-5 2-21-16,1 2 18 16,-1 0-15-16,1 5 20 15,1 14 25-15,2 4 6 16,3 7 7-16,-1 5 10 15,1 2-1-15,-4 2-13 16,2-1 17-16,-7-2-20 16,-2-3 20-16,-3-2-29 15,0-7 18-15,-3-2-26 16,-11-3-5-16,0-4-8 16,-6-5-5-16,-2-2-3 15,-1-4-20-15,0-2-1 16,0-2-35-16,1 0-3 15,3-12-53-15,5-9-9 16,3-4-130-16,9-8-165 16,2-5-398-16</inkml:trace>
  <inkml:trace contextRef="#ctx0" brushRef="#br0" timeOffset="114397.33">24421 300 1110 0,'0'0'133'0,"0"0"18"16,0 0-77-16,0 0-34 15,71-6-25-15,-57 3-3 16,0 1-18-16,0-4-23 16,-4-2-110-16,-3-1-142 15,-2-4-263-15</inkml:trace>
  <inkml:trace contextRef="#ctx0" brushRef="#br0" timeOffset="114591.42">24688 175 1036 0,'0'0'89'15,"0"0"81"-15,0 0-77 16,0 0-45-16,0 0-25 16,51 81-23-16,-45-62 7 15,0-3-50-15,-6-1-58 16,0-6-172-16,0-5-282 15</inkml:trace>
  <inkml:trace contextRef="#ctx0" brushRef="#br0" timeOffset="115134.36">25068 256 863 0,'0'0'132'16,"0"0"21"-16,0 0-62 16,0 0-45-16,0 0-13 15,-86 59 4-15,60-26-6 16,4 6-23-16,2 2 3 16,7 1-17-16,4 0 17 15,8-1-19-15,1-5 23 0,0-5-24 16,7-6 13-16,7-5-25 15,3-6-18-15,3-9-29 16,3-5-46-16,-4 0-43 16,1-8-188-16</inkml:trace>
  <inkml:trace contextRef="#ctx0" brushRef="#br0" timeOffset="115409.73">25091 484 1030 0,'0'0'95'16,"0"0"69"-16,0 0-71 15,0 0-40-15,85 71-6 16,-65-52-36-16,0-2 5 15,-4-2-22-15,-4-4 23 16,2-2-34-16,-6-5-9 16,2-1-57-16,-4-3-35 15,-1 0-82-15,-4-13-136 16,-1-5-244-16</inkml:trace>
  <inkml:trace contextRef="#ctx0" brushRef="#br0" timeOffset="115570">25272 455 876 0,'0'0'84'16,"0"0"76"-16,0 0-41 15,-85 90-68-15,63-64-20 16,5-4-35-16,2-3 2 16,7-5-78-16,5-7-87 0,3-7-165 15,0 0-339-15</inkml:trace>
  <inkml:trace contextRef="#ctx0" brushRef="#br0" timeOffset="116008.33">25372 207 728 0,'0'0'41'0,"0"0"86"16,0 0-27-16,0 0 5 15,85-8-19-15,-66 11-6 16,4 11-29-16,-5 8 16 15,0 2-35-15,-4 7 16 16,-4 5-33-16,1 3 17 16,-3 2-2-16,-2 2-10 15,0 3 5-15,-3-2 6 16,0-5 15-16,-3 1-26 16,0-4 13-16,0-3-32 15,-5-6 24-15,-7-2-33 0,-3-6 25 16,-1-5-45-16,-4-2-28 15,-3-8-41 1,1-4-42-16,-1 0-196 0,0-18-455 16</inkml:trace>
  <inkml:trace contextRef="#ctx0" brushRef="#br0" timeOffset="117012.39">25655 187 545 0,'0'0'144'0,"0"0"-2"15,0 0 11-15,0 0-27 16,10-12-70-16,12 8 22 16,5-1-4-16,8 0-9 15,4-4-25-15,-2 4-19 16,1 0-11-16,-5 1-8 16,-6 2 1-16,-6 2-7 15,-4 0 10-15,-4 0-15 16,-5 3 19-16,0 6-17 15,-4 5 22-15,1 5-20 16,-2 4 19-16,-2 4-12 16,3 8-1-16,2 1 5 15,0 7-6-15,1 3 5 16,2 3-5-16,1 2 19 0,-3 0-30 16,2-2 46-1,-3-3-35-15,2-3 22 0,-2-4-20 16,0-6 12-1,-3-2 1-15,-2-6 0 0,0-2 3 16,-1-1 5-16,0-1 13 16,0-2-17-16,-5-2 14 15,-6-1-30-15,-1-1 24 16,-2 0-26-16,-1-5 23 16,-1 2-26-16,-4-5 12 15,1 1-8-15,-3-6 0 16,2-2 2-16,2 0-14 15,0 0-4-15,3-10-40 16,2-6-13-16,8-4-72 16,-1-5-34-16,3-5-266 15</inkml:trace>
  <inkml:trace contextRef="#ctx0" brushRef="#br0" timeOffset="117389.69">26266 231 991 0,'0'0'228'0,"0"0"-33"0,0 0-99 15,0 0-14-15,51-62-32 16,-30 41-27-16,-2 1-13 15,0-2-8-15,1 1-18 16,-3 4-52-16,-4-2-35 16,-1 5-132-16,-7 4-206 15</inkml:trace>
  <inkml:trace contextRef="#ctx0" brushRef="#br0" timeOffset="118345.78">23969 156 655 0,'0'0'57'16,"0"0"2"-16,0 0 26 16,-102-14-34-16,76 14 1 15,1 7-15-15,6 13-4 16,4 5-36-16,4 4 12 15,4 8-4-15,2 4 1 0,2 7 10 16,3 1-4-16,0 4 30 16,0 3-3-16,0 2 15 15,7-2-10-15,-1-1 9 16,-1-1-25-16,0-6 12 16,-1-5-26-16,1-8 11 15,-4-4-14-15,2-8 6 16,-2-4-6-16,0-6-3 15,-1-3 0-15,0-5-10 16,3-2 11-16,-1-3-16 16,4 0 18-16,4 0-5 15,6-2 16-15,3-7-24 16,7-2 12-16,5-1-13 16,6 2-9-16,3 0-28 15,3 1-56-15,5 3-66 16,-2 0-193-16,-1 2-307 15</inkml:trace>
  <inkml:trace contextRef="#ctx0" brushRef="#br0" timeOffset="130392.86">14534 5973 716 0,'0'0'99'15,"0"0"-2"-15,2 10 13 16,-1 12-26-16,2 8 7 16,0 8-9-16,-2 3-33 15,2 0-20-15,0-3 2 16,0-2-27-16,-2-6 9 15,1-8-21-15,1-7 23 16,-3-3-48-16,0-8-33 16,0-4-98-16,0 0-84 15,0 0-160-15</inkml:trace>
  <inkml:trace contextRef="#ctx0" brushRef="#br0" timeOffset="130906.51">14351 6016 698 0,'0'0'115'15,"0"0"16"-15,0 0-8 16,0 0-51-16,32-70 4 16,1 45-28-16,6-1-1 15,4 1-29-15,2 7 18 16,-3 8-35-16,-8 6 8 16,-3 4-13-16,-11 10 2 15,-7 16-1-15,-9 6-4 16,-4 6 3-16,0 0-10 15,-1-2 11-15,-7-5-19 16,2-5 27-16,6-9-17 16,0-3 21-16,6-6-20 15,14-3 16-15,4 0-7 16,3-1 3-16,-1-1 1 16,-1 0-3-16,-6 6 6 15,-8 3-8-15,-9 7 40 16,-2 4-8-16,-12 5 16 15,-11 1-38-15,-2-6 11 16,-2 0-25-16,1-8 12 0,2-6-27 16,5-5-43-1,3-4-72-15,3 0-127 0,3-1-148 16</inkml:trace>
  <inkml:trace contextRef="#ctx0" brushRef="#br0" timeOffset="131339.39">14895 6179 793 0,'0'0'67'15,"0"0"103"-15,0 0-73 16,0 0-57-16,93-45-8 15,-82 32-14-15,0-1 2 16,-6 2-21-16,-2 1 16 16,-3 0-20-16,0 2 23 15,-3-1-22-15,-8 3 19 16,-5 1-17-16,-5 4 2 16,1 2-1-16,0 3-1 15,-2 15 1-15,2 8-9 16,9 2 16-16,2 5-18 15,7 2 24-15,2-3-22 16,2-4 23-16,15-3-21 0,8-7 20 16,4-6-10-1,5-9 1-15,6-3-2 0,3-8-5 16,-1-18-1-16,2-7-41 16,-3-7-46-16,-8-6-81 15,-4-2-24-15,-6-6-79 16,-11-2-32-16</inkml:trace>
  <inkml:trace contextRef="#ctx0" brushRef="#br0" timeOffset="131589.17">15228 5653 309 0,'0'0'130'0,"0"0"55"16,0 0-18-16,0 0-94 16,0 0-17-16,-42 115 22 15,46-58-21-15,16 1-1 16,5 1 14-16,-1-1-4 15,4-5-12-15,-2-7-28 16,0-5-6-16,-6-8-24 16,-3-10 15-16,-1-8-22 15,-3-12 7-15,-2-3-56 16,0-15 9-16,-4-15-46 16,-3-11-41-16,-1-11-57 15,-3-11 13-15,0-5-30 16,0-3 4-16,-4 3 40 15</inkml:trace>
  <inkml:trace contextRef="#ctx0" brushRef="#br0" timeOffset="131760.89">15398 5661 526 0,'0'0'119'0,"-3"93"51"16,3-29-42-16,0 4-9 16,10 0-26-16,7-9-51 15,1-4-7-15,0-9-28 16,1-10 11-16,-4-9-25 0,-6-8 10 15,-5-5-71-15,-4-6-36 16,0-8-102-16,-3 0-92 16,-18 0-218-16</inkml:trace>
  <inkml:trace contextRef="#ctx0" brushRef="#br0" timeOffset="131934.46">15063 5978 892 0,'0'0'88'0,"0"0"80"16,126-76-90-16,-69 52-45 15,1 3-34-15,-2 7 13 16,-9 5-81-16,-10 9-91 16,-12 0-192-16,-11 14-337 15</inkml:trace>
  <inkml:trace contextRef="#ctx0" brushRef="#br0" timeOffset="132541.15">15620 6140 865 0,'0'0'107'15,"0"0"32"-15,0 0-63 16,0 0-30-16,80-31-7 15,-75 21-38-15,-2-1 19 16,-3-2-25-16,0-2 18 0,0-3-17 16,-1 0 6-16,-9 2-2 15,-3 1-2-15,0 7 4 16,-1 4-10-16,-1 4 13 16,2 2-14-16,1 19 12 15,4 6-17-15,-1 9 24 16,3 3-22-16,5 2 20 15,1-2-14-15,0-4-9 16,4-6 7-16,15-10 4 16,5-11 3-16,10-8-10 15,3 0 9-15,8-16-8 16,3-8 21-16,2-3-21 16,-5 3 20-16,-5 1-18 15,-9 8 15-15,-11 5-7 16,-7 6 10-16,-7 4 3 15,-6 0 9-15,0 4 13 16,0 9 2-16,-16-1 2 16,1 2-32-16,-2-5 19 15,0 0-11-15,1-7 22 16,3-2-31-16,0-2 11 16,3-15-8-16,1-7-3 15,1-2-2-15,5-3-6 16,3-1 8-16,0 2-17 15,1 3 24-15,13 1-26 16,5 1 27-16,3 2-26 16,1 2 20-16,3 0-45 15,0 2-9-15,3 2-62 16,-6 0-144-16,5 2-279 16</inkml:trace>
  <inkml:trace contextRef="#ctx0" brushRef="#br0" timeOffset="133710.57">16296 5897 1059 0,'0'0'83'16,"0"0"-10"-16,0 0-51 16,0 9-28-16,0-1-5 15,0 3-92-15,0-2-163 16,0 3-208-16</inkml:trace>
  <inkml:trace contextRef="#ctx0" brushRef="#br0" timeOffset="133859.32">16383 6091 946 0,'0'0'100'0,"0"0"31"15,0 0-55-15,0 0-48 16,0 0-28-16,0 0 5 15,0 1-135-15,-13-9-254 16</inkml:trace>
  <inkml:trace contextRef="#ctx0" brushRef="#br0" timeOffset="135075.36">16787 6027 669 0,'0'0'103'0,"0"0"33"15,0 0-45-15,0 0-9 16,5-46-35-16,-5 34 1 16,0-3-31-16,-3 1 10 15,-8-1-27-15,-3 4 17 16,-2-1-13-16,-1 6-2 16,1 2-5-16,-3 4 2 15,3 0-1-15,1 7-12 16,3 12 15-16,2 4-16 0,4 6 23 15,2 1-19 1,2-2 22-16,2-3-21 0,0-3 13 16,0-6-6-16,6-5 0 15,8-7 4 1,0-4-3-16,1 0 9 0,0 0-13 16,2-11 16-1,-2-6-20-15,-1 2 24 0,-2 1-24 16,-5 2 20-16,0 3-18 15,-3 6 11-15,1 3-3 16,-3 0-4-16,6 3-1 16,1 12 18-16,2 6 18 15,4 3-10-15,0 6 24 16,3 6-9-16,-3 1 18 16,-1 1-16-16,0 2 17 15,-5-1-23-15,-5 0 8 16,-3-2-2-16,-1-2-7 15,0 0 2-15,-8-8-15 16,-8-2 8-16,-2-6-26 16,-5-3 22-16,-2-7-30 15,-1-5 29-15,1-4-35 16,-3 0-8-16,4-6-22 16,1-11-38-16,7-4-32 15,0-3-105-15,9-5-211 16</inkml:trace>
  <inkml:trace contextRef="#ctx0" brushRef="#br0" timeOffset="135864.79">17050 5567 843 0,'0'0'144'16,"0"0"39"-16,0 0-112 16,-29 81 26-16,18-48-69 15,2-1-8-15,-1 1-19 16,0-3-10-16,3-3-62 15,1-3-95-15,3-5-178 16,0-6-306-16</inkml:trace>
  <inkml:trace contextRef="#ctx0" brushRef="#br0" timeOffset="136288.03">17291 6000 1070 0,'0'0'185'15,"0"0"-61"-15,0 0-80 16,0 0-16-16,78-30-27 16,-73 26 6-16,-4 1-53 15,-1-3-41-15,0 3-134 16,-15-5-306-16</inkml:trace>
  <inkml:trace contextRef="#ctx0" brushRef="#br0" timeOffset="136460.35">17242 5882 1075 0,'0'0'106'0,"0"0"-1"16,0 0-80-16,0 0-22 16,0 0-6-16,0 0-83 15,77-36-127-15,-69 28-280 16</inkml:trace>
  <inkml:trace contextRef="#ctx0" brushRef="#br0" timeOffset="136877.55">17726 5449 892 0,'0'0'168'0,"0"0"-22"16,-40 94-54-16,25-41-16 15,-2 11-12-15,4 8-36 16,4 6 7-16,2 1-26 16,7 1 11-16,0-8-9 15,19-7 17-15,8-8-27 16,9-10 19-16,3-12-16 16,3-6 6-16,-4-10-5 15,-5-4-4-15,-6-7-2 16,-8-1-43-16,-6-6-3 15,-10-1-54-15,-3 0-113 16,-3 0-158-16,-17-4-370 16</inkml:trace>
  <inkml:trace contextRef="#ctx0" brushRef="#br0" timeOffset="138109.95">17974 5618 518 0,'0'0'114'16,"0"0"29"-16,0 0-60 16,0-1 12-16,0 1 6 15,0 1-16-15,0 14-7 16,0 4-68-16,-3 2 16 16,3 1-10-16,0-1 10 15,0-5-30-15,2-3 21 16,11-5-13-16,3-5 15 15,3-3 2-15,1 0-8 16,-1-5 1-16,-1-7-9 16,-2-3 9-16,-6 0-19 15,-2-1 20-15,-4 0-21 16,-4-2 23-16,0 1-25 16,0 4 17-16,0-2-16 15,-3 3-9-15,-3 2-35 16,2 1-17-16,1 4-57 15,1 1-77-15,2 4-36 16,0 0-195-16</inkml:trace>
  <inkml:trace contextRef="#ctx0" brushRef="#br0" timeOffset="138512.69">17869 5997 624 0,'0'0'158'15,"0"0"61"-15,78-28-40 16,-38 15-54-16,8-1-24 16,1 1-57-16,3-1-12 15,1 1-1-15,-5 0-19 16,-6 3-7-16,-6 1-6 15,-7 2-18-15,-10-1-48 16,-6 4-28-16,-9 3-84 16,-4 1-103-16,0 0-178 15</inkml:trace>
  <inkml:trace contextRef="#ctx0" brushRef="#br0" timeOffset="139034.33">18039 6211 757 0,'0'0'149'0,"0"0"3"16,0 0-28-16,0 0-39 16,0 0 3-16,55 31-53 15,-43-16 17-15,-1 2-35 16,1 1-1-16,1-2 11 15,-3-4-14-15,3-1 4 16,-3-3-3-16,-1-4 7 16,2-4-16-16,-2 0 19 15,1 0-25-15,0-5 36 16,-1-10-25-16,0-4 25 16,-1-3-29-16,-2 0 8 15,-3-1-5-15,-3 3-5 16,0 0 0-16,0 1-8 15,0 4 2-15,0-1-47 16,0 3 4-16,0 1-50 16,0 3 51-16,0 1-90 15,0 2-84-15,0-1-166 0</inkml:trace>
  <inkml:trace contextRef="#ctx0" brushRef="#br0" timeOffset="139614.54">18360 5432 644 0,'0'0'132'15,"0"0"6"-15,0 0-4 16,0 0-61-16,0 0 32 16,75 95-19-16,-37-55-24 15,2 4-9-15,1 5-16 0,-3 3 11 16,-4 4-15-1,-4 1 13-15,-8 1-20 0,-5 0 20 16,-7 0-33 0,-3-4 22-16,-7-1-34 0,0-4 13 15,-1-2-8-15,-13-8-5 16,-1-3 5-16,-2-11-13 16,4-7-14-16,-2-7-3 15,4-11-28-15,1 0-51 16,2-12-15-16,4-14-152 15,-2-8-188-15</inkml:trace>
  <inkml:trace contextRef="#ctx0" brushRef="#br0" timeOffset="139922.84">18763 5329 929 0,'0'0'178'0,"0"0"-10"15,0 0-80-15,0 0-20 16,0 0-23-16,-16 71 7 16,6-44-48-16,-2-1 14 15,1 0-33-15,-1 1-27 16,-2 1-71-16,-2 1-185 16,-3-1-368-16</inkml:trace>
  <inkml:trace contextRef="#ctx0" brushRef="#br0" timeOffset="140572.02">18981 6039 774 0,'0'0'68'0,"0"0"125"16,0 0-74-16,0 0-14 15,0 0-33-15,62-7-8 16,-45 7-24-16,1 0-10 16,-2 0-14-16,-5 0-18 15,2-1 11-15,-4-2-25 16,-5-1-36-16,-1 0-71 16,-3-4-78-16,0 2-175 15,-1 0-282-15</inkml:trace>
  <inkml:trace contextRef="#ctx0" brushRef="#br0" timeOffset="140750.65">18988 5893 930 0,'0'0'88'0,"0"0"14"16,0 0-73-16,0 0-35 15,75-30 20-15,-52 22-64 16,-1 0-87-16,-2 1-134 16,0-1-296-16</inkml:trace>
  <inkml:trace contextRef="#ctx0" brushRef="#br0" timeOffset="141275.22">19436 5563 779 0,'0'0'107'0,"0"0"33"16,0 0-50-16,0 0-11 15,10 74-37-15,-6-42-9 16,-1-2-10-16,3-1-14 16,0-4-1-16,1-3-14 15,3-6 14-15,0-4-16 16,2-6 20-16,2-5-27 16,-2-1 10-16,2 0-19 15,-2-15 22-15,0-1-10 16,-3-6 7-16,0-1 1 15,-6-2-7-15,0 4 11 16,-3-1-8-16,0 4 17 16,0 4-18-16,0 5 22 15,0 3-15-15,0 5 32 16,0 1-22-16,0 0 11 16,0 13-13-16,0 6-4 15,0 2 19-15,7 3-2 0,3 0 2 16,-1-4-21-16,1 0 12 15,1-7-21 1,0-5 14-16,-1-1-32 0,0-7-42 16,-1 0-123-16,-4-4-149 15,1-10-399 1</inkml:trace>
  <inkml:trace contextRef="#ctx0" brushRef="#br0" timeOffset="141488.48">19832 5412 1220 0,'0'0'47'15,"0"0"45"-15,-48 87-58 16,32-52-37-16,-1 1-26 15,-1-4-124-15,1-3-282 16</inkml:trace>
  <inkml:trace contextRef="#ctx0" brushRef="#br0" timeOffset="142187.29">19936 5567 729 0,'0'0'168'16,"0"0"32"-16,0 0-69 15,0 0-33-15,0 0-47 16,70 58 10-16,-52-38-37 16,-1 2 42-16,1 0-45 15,-3-2 22-15,-2-1-39 16,0-4 16-16,-6-2-12 16,2-5-3-16,-6-3-1 15,0-4-4-15,0-1 7 16,0 0-4-16,-1-10 27 0,0-8-25 15,-1-6 15-15,-1-5-30 16,0 0 29-16,0 0-34 16,0 3 7-1,0 0-36-15,0 6-4 0,0 4-13 16,0 2-43-16,6 3-87 16,2 3-165-16,-1 4-101 15</inkml:trace>
  <inkml:trace contextRef="#ctx0" brushRef="#br0" timeOffset="142810.19">20353 5640 936 0,'0'0'63'0,"0"0"128"15,0 0-63-15,0 0-35 16,80 0-23-16,-56 0-30 16,-2-3-23-16,-2-1-10 15,-4 0 5-15,-2 0-50 16,-4 4-24-16,-1-6-105 16,-2 1-124-16,0 0-346 15</inkml:trace>
  <inkml:trace contextRef="#ctx0" brushRef="#br0" timeOffset="143517.99">20727 5524 948 0,'0'0'151'0,"0"0"-18"15,0 0-69-15,0 0-21 16,0 0-6-16,2-1-15 16,-2 1 5-16,0 0-22 15,0 0 20-15,1 0-24 16,-1 2 27-16,0 0-32 15,0 2 27-15,0-3-18 16,0 1 9-16,0 2 1 16,0 2-6-16,0 2 2 15,1 3-14-15,2 0 4 16,2 6 0-16,0 2 13 16,1 0-26-16,1 2 27 15,2 2-26-15,0-4 23 16,-2-3-19-16,3-1 7 15,-1-6 1-15,1-2-3 16,-1-4 6-16,-1-3-12 16,2 0 18-16,-1 0-20 15,0-11 28-15,-1-4-29 16,4-5 29-16,-5-3-30 16,0-4 23-16,3 2-15 15,-4-1-7-15,-2 2 22 16,-1 6-14-16,0 5 5 15,-3 4-11-15,0 6 19 16,0 3-22-16,0 3 28 16,0 12-28-16,0 6 27 0,0 1-31 15,0 3 27-15,0-1-15 16,0-2 3 0,8-1 1-16,1-2-1 0,3-1 4 15,2-5-12-15,3-3 17 16,-2-2-41-16,3-4 7 15,-1-4-36-15,-1 0-1 16,1 0-62-16,-5-4-85 16,-1-8-131-16,-6-1-276 15</inkml:trace>
  <inkml:trace contextRef="#ctx0" brushRef="#br0" timeOffset="144180.71">21126 5519 820 0,'0'0'107'0,"0"0"38"16,0 0-52-16,0 0-37 16,3 0 19-16,0 0-24 15,-1 0 0-15,1 5-36 16,0-2 21-16,1 1-21 16,-2-1 10-16,-1-3-2 15,2 4-2-15,-3-4 7 0,2 4-19 16,-2-4 13-16,1 1-21 15,-1-1 24-15,0 0-23 16,0 0 25-16,0 1-40 16,2 1 39-16,-2-2-22 15,1 1 6-15,2 3 5 16,0 2-12-16,1 0 14 16,5 5-21-16,-2 1 18 15,3 4-25-15,-3 1 30 16,5 1-27-16,-5-1 30 15,2 0-31-15,-2-3 22 16,0-3-12-16,0-3 2 16,-1-4 0-16,2-3-6 15,1-1 10-15,0 0-10 16,0-8 21-16,2-7-25 16,-2-4 29-16,1-4-33 15,0-3 30-15,-3-3-42 16,1 3 45-16,-4-3-24 15,1 5 2-15,-4 2 2 16,2 6-5-16,-1 4 8 16,-2 3-20-16,0 5 16 15,0 0-50-15,0 2-1 16,0 2-75-16,0 0-9 16,0 0-223-16,-3 0-273 15</inkml:trace>
  <inkml:trace contextRef="#ctx0" brushRef="#br0" timeOffset="144522.76">21495 5236 796 0,'0'0'189'16,"0"0"-28"-16,0 0-44 16,0 0-52-16,0-7-2 15,0 20-19-15,0 6 16 16,-10 6-39-16,-3 6 1 15,-1 2-32-15,-3-2 16 16,0-3-33-16,3 1-39 16,-2-3-47-16,0-3-119 15,0-3-159-15</inkml:trace>
  <inkml:trace contextRef="#ctx0" brushRef="#br0" timeOffset="145518.33">19536 6100 488 0,'0'0'140'15,"0"0"0"-15,0 0-60 16,0 0 20-16,49-14 13 16,-13 7-1-16,11 0-39 15,14 2 7-15,8 1-48 16,15-2 7-16,8 2-27 15,13-2 5-15,9 0-3 16,7-4 4-16,5-3-9 16,2 0-9-16,-7 0 11 15,-11-2-23-15,-10 4 42 16,-21 2-26-16,-14 2 24 16,-16 2-32-16,-12 1 24 15,-14 1-26-15,-9 2 12 16,-4-2-4-16,-7 2-2 15,-3 1 2-15,0 0-25 16,0 0-15-16,-3 0-56 16,-7 0-31-16,-4 0-138 15,-4 1-152-15</inkml:trace>
  <inkml:trace contextRef="#ctx0" brushRef="#br0" timeOffset="146053.97">20213 6353 845 0,'0'0'94'16,"0"0"81"-16,0 0-47 15,0 0-33-15,0 0-24 16,40 81-17-16,-34-54-12 16,1-2-28-16,2 2 9 15,-2-7-29-15,2-3 28 16,-2-7-26-16,1-1 26 0,0-5-25 16,-1-4 21-1,0 0-3-15,-1 0 3 16,4-14-8-16,-3-7 11 0,1 0-1 15,-1-7-23-15,0 2 21 16,-1-2-30 0,-2 2 31-16,-1 3-34 0,0 1 5 15,0 1-62-15,3 3-4 16,2 2-49-16,0 3-132 16,-1 0-162-16</inkml:trace>
  <inkml:trace contextRef="#ctx0" brushRef="#br0" timeOffset="146402.41">20525 6233 942 0,'0'0'170'15,"0"0"-18"-15,0 0-59 16,0 0-43-16,0 0-4 15,88-4-35-15,-75 4-3 16,-4 0-3-16,-5 9-4 16,-2 5 8-16,-2 0-11 15,0 3 16-15,0 0-22 16,0-1 23-16,0-1-25 16,0-3 24-16,0-4-26 15,0 1 13-15,0-5 1 16,11-1-1-16,1-3 3 15,2 0-4-15,3 0-3 16,0-8-14-16,1-4-13 16,2 2-88-16,-2 1-95 15,-3 1-135-15,-1 1-185 16</inkml:trace>
  <inkml:trace contextRef="#ctx0" brushRef="#br0" timeOffset="147528.31">17268 7329 735 0,'0'0'112'0,"0"0"65"16,0 0-84-16,77-19-6 15,-57 12-41-15,-3 3-16 16,1-4-31-16,-5 4-3 16,-3-1-48-16,-3 1-63 15,-7 0-76-15,0-1-117 16</inkml:trace>
  <inkml:trace contextRef="#ctx0" brushRef="#br0" timeOffset="147719.74">17275 7205 867 0,'0'0'99'16,"0"0"55"-16,0 0-74 16,0 0-75-16,0 0 10 15,103-28-25-15,-73 14-88 16,1 1-136-16,2-4-351 0</inkml:trace>
  <inkml:trace contextRef="#ctx0" brushRef="#br0" timeOffset="153942.32">14924 3664 539 0,'0'0'63'0,"0"0"18"16,0 0-19-16,0 0-36 16,0 11-10-16,0 3 4 15,0 7 29-15,0 1-13 16,0-1-28-16,1 0 22 16,2-3-22-16,0-4 24 15,3-6-29-15,0-3 20 0,1-3-14 16,5-2 18-1,-2 0-15-15,3 0-6 0,-3-10-1 16,2-3-7-16,-3 2 4 16,0-5-13-16,-3 4 19 15,-2-4-16-15,-1 1 21 16,0 1-23-16,1 1 21 16,-2 3-18-16,-1 2 10 15,1 3 2-15,-1 2 4 16,1 3-2-16,-2 0 0 15,3 0 7-15,-1 4-11 16,3 8 32-16,2 6-24 16,2 1 23-16,-1 4-35 15,3 0 16-15,0-4-21 16,2-1 8-16,-1-4-34 16,2-5-70-16,1-3-65 15,-6-5-144-15</inkml:trace>
  <inkml:trace contextRef="#ctx0" brushRef="#br0" timeOffset="154679.29">14888 4385 661 0,'0'0'91'16,"0"0"43"-16,0 0-33 15,0 0-11-15,46 88-2 16,-34-69-27-16,1-5-23 0,-2 0 7 16,0-6-15-1,0-3 16-15,-2-4-26 16,0-1 18-16,-3 0-26 15,-1 0 4-15,1-13 12 0,-3-3-12 16,-3-4-3-16,1-4-15 16,-1 0 3-16,0-2-53 15,0 0 19 1,0 4-100-16,2 3-129 0,-1 3-259 16</inkml:trace>
  <inkml:trace contextRef="#ctx0" brushRef="#br0" timeOffset="156466.62">17868 6837 490 0,'0'0'57'0,"0"0"71"16,3-6-16-16,-3 6-30 15,0 0 32-15,0 0-6 16,-2 13-36-16,-7 8-40 16,-2 10 23-16,-2 8-14 0,0 2 15 15,1 2-29 1,5 1 15-16,1-2-31 0,6-6 9 15,0-4-9-15,0-5 0 16,0-4 0 0,10-5-8-16,2-4 13 0,1-4-18 15,-3-3 18-15,0 0-23 16,-4-6 24-16,-2 1-32 16,-2-2 8-16,-2 0-33 15,0 1-27-15,0-1-54 16,0 1-95-16,0 2-154 15</inkml:trace>
  <inkml:trace contextRef="#ctx0" brushRef="#br0" timeOffset="158852.24">18071 6988 558 0,'0'0'97'0,"0"4"32"16,0 11-13-16,0 7 9 16,3 4-48-16,-2 1 9 15,1 4-55-15,1-4 0 16,-2-3-14-16,2-5-12 16,-1-2-1-16,-2-5-8 15,0-4-9-15,0-6-70 16,0-2-58-16,0-2-129 15,0-14-256-15</inkml:trace>
  <inkml:trace contextRef="#ctx0" brushRef="#br0" timeOffset="159181.59">18152 6795 844 0,'0'0'109'0,"0"0"23"0,90 51-17 16,-50-22-38-16,-3 4 5 16,0 4-48-16,-4 2 14 15,-9 4-17-15,-8-3-6 16,-7-1-3-16,-9 3-7 15,0-3 0-15,-20-2-15 16,-6 0 9-16,-3-5-17 16,-4-3 0-16,4-9-47 15,1-5-6-15,8-7-91 16,3-8-134-16,8 0-244 16</inkml:trace>
  <inkml:trace contextRef="#ctx0" brushRef="#br0" timeOffset="159461.54">18597 6797 950 0,'0'0'144'0,"-3"80"-6"16,-6-32-51-16,1 6-34 16,0 1-15-16,4-3-23 15,3-5 1-15,1-3-22 16,0-6 17-16,0-8-22 16,11-7 16-16,5-7-69 15,3-5-29-15,1-10-128 16,0-1-133-16</inkml:trace>
  <inkml:trace contextRef="#ctx0" brushRef="#br0" timeOffset="160690.68">18766 7011 785 0,'0'0'101'0,"0"0"87"15,0 0-47-15,59 36-64 16,-36-22 1-16,3 2-38 15,0-4 8-15,-4 1-31 16,-1-5 13-16,-2 0-32 0,-6-4 5 16,-4-1 0-1,-2-3-21-15,-4 4-21 0,-2-4-42 16,-1 0-19-16,0 0-77 16,0 0-82-16,-3 0-153 15</inkml:trace>
  <inkml:trace contextRef="#ctx0" brushRef="#br0" timeOffset="160916.72">18964 6989 660 0,'0'0'149'15,"0"0"28"-15,-52 78-74 16,33-52-58-16,2-1-9 15,-2-1-5-15,3-2-29 16,-1-5 8-16,5-2-32 16,-1-7-31-16,6-3-76 15,-2-2-59-15,5-3-114 16,-2 0-206-16</inkml:trace>
  <inkml:trace contextRef="#ctx0" brushRef="#br0" timeOffset="161269.29">19018 6757 828 0,'0'0'117'0,"0"0"54"16,77 83-63-16,-45-44-47 15,3 4 22-15,-4 2-24 16,-2-1-1-16,-6 0-30 16,-8-2 22-16,-5-2-39 15,-10-2 11-15,0-1-17 16,-5-6 4-16,-15-2-5 15,-1-6-11-15,-2-4-25 16,1-6-31-16,0-7-21 16,2-4-97-16,5-2-108 15,4-3-211-15</inkml:trace>
  <inkml:trace contextRef="#ctx0" brushRef="#br0" timeOffset="161556.66">19527 7024 1081 0,'0'0'123'0,"0"0"29"16,0 0-86-16,0 0-43 15,94-2-20-15,-74-6-5 16,-3-1-87-16,-4-3-151 16,-4 1-367-16</inkml:trace>
  <inkml:trace contextRef="#ctx0" brushRef="#br0" timeOffset="163684.49">19969 6844 336 0,'0'0'98'16,"4"-4"59"-16,-4 1-42 15,1 3-16-15,1 0-18 16,-2 0-6-16,0 0-2 15,0 0-16-15,0 0 5 16,0 0-13-16,0 9 0 16,-3 8-39-16,-8 5 32 15,0 6-24-15,-1 4 31 16,0 6-38-16,0 1 10 16,2 0-11-16,6 0-5 15,3-2-2-15,1-1-3 16,0-8 6-16,7-2-12 15,10-7 18-15,-1-5-21 16,1-4 27-16,0-6-28 16,0 0 14-16,-3-4-44 15,-4 0-7-15,-6 0-44 16,-1 0-56-16,-3-2-72 0,0-4-164 16</inkml:trace>
  <inkml:trace contextRef="#ctx0" brushRef="#br0" timeOffset="163959.33">20102 6995 950 0,'0'0'115'15,"0"0"44"-15,0 0-60 16,0 0-30-16,95 74-26 16,-76-57-4-16,-2-1-33 15,-4-1 15-15,-3-3-27 16,-3 0 21-16,-4-3-40 16,-1-2-6-16,-2-4-51 15,0-2-57-15,0-1-81 16,0 0-143-16</inkml:trace>
  <inkml:trace contextRef="#ctx0" brushRef="#br0" timeOffset="164162.46">20224 6993 717 0,'0'0'105'16,"0"0"105"-16,-56 85-107 0,36-50-19 15,4-6-52-15,0-3-6 16,6-2-32-16,4-8 11 16,-1-5-44-16,7-3-69 15,0-7-74-15,0-1-76 16,0 0-132-16</inkml:trace>
  <inkml:trace contextRef="#ctx0" brushRef="#br0" timeOffset="164495.72">20460 7007 906 0,'0'0'126'0,"0"0"36"16,20 74-69-16,-14-52-38 15,0 0-28-15,-1-6-13 16,-2-1-18-16,0-6 12 15,-3-1-57-15,0-6-61 16,0-2-104-16,0 0-154 16</inkml:trace>
  <inkml:trace contextRef="#ctx0" brushRef="#br0" timeOffset="164670.54">20427 7089 830 0,'0'0'158'0,"0"0"26"0,0 0-101 16,88-7-54-16,-67 3-25 15,-3-3 1-15,-4-3-74 16,-5 0-121-16,-8-3-303 16</inkml:trace>
  <inkml:trace contextRef="#ctx0" brushRef="#br0" timeOffset="165009.33">20656 6881 959 0,'0'0'101'15,"0"0"65"-15,0 0-100 16,0 0-20-16,0 0-20 15,78 24-9-15,-72-9-19 16,-6 3 17-16,0 1-23 16,0 2 25-16,0 0-28 15,-7-2 23-15,1-3-20 16,5-1 10-16,1-5-2 16,0-2-2-16,0-2 3 0,7-2-6 15,6-3 11-15,0-1-25 16,3 0 22-16,1 0-21 15,-1-9 17-15,-3-3-54 16,-1-2-33-16,-5 0-90 16,-6-4-146-16</inkml:trace>
  <inkml:trace contextRef="#ctx0" brushRef="#br0" timeOffset="165289.76">20812 6692 891 0,'0'0'218'0,"0"0"-72"16,71 90-27-16,-46-48-54 15,0 2 7-15,-4 1-19 16,-4 1-10-16,-4-6-15 15,-6-1-14-15,-4-3-2 16,-3-4-17-16,-3-1 19 16,-14-5-46-16,-6-2-22 15,-9-2-75-15,-4-3-83 16,-5-8-302-16</inkml:trace>
  <inkml:trace contextRef="#ctx0" brushRef="#br0" timeOffset="167406.21">21233 6743 483 0,'0'0'138'0,"0"0"0"15,0 0 10-15,-3 11-41 16,-7 5-37-16,-4 3-12 16,0 9-11-16,2 0-3 15,4 4-18-15,1 0 8 16,2 2-16-16,5 2 21 16,0-5-36-16,0-3 17 15,11 1-30-15,0-8 23 16,2-3-22-16,1-2 12 15,-3-3-12-15,0-7-23 16,-1-2-12-16,-1-4-53 16,-2 0-34-16,-2 0-68 15,-1-3-62-15,-3-7-276 16</inkml:trace>
  <inkml:trace contextRef="#ctx0" brushRef="#br0" timeOffset="167672.17">21433 6889 972 0,'0'0'129'15,"0"0"-21"-15,0 0-39 16,20 78-60-16,-14-62 3 16,-3-3-14-16,0-2-11 15,0-4-48-15,-3-3-74 16,0-4-107-16,0 0-154 16</inkml:trace>
  <inkml:trace contextRef="#ctx0" brushRef="#br0" timeOffset="167988.32">21498 6604 782 0,'0'0'168'0,"0"0"24"16,87 68-69-16,-52-34-38 16,1 3-2-16,-4 6-46 15,-4-4 18-15,-5 6-34 16,-6-4 15-16,-8-2-28 16,-9-2 1-16,0-2-1 15,-8-3-6-15,-14-4-11 0,-10 0-47 16,-8-1-14-16,-6-4-92 15,-9-4-190 1,-6-5-396-16</inkml:trace>
  <inkml:trace contextRef="#ctx0" brushRef="#br0" timeOffset="170089.52">17901 7493 170 0,'0'0'57'16,"0"0"34"-16,0 0-2 0,-3 0 2 15,3 0-9 1,0 0 1-16,0 0-3 0,0 0 22 16,6 0-26-16,4 0 23 15,0 0-26-15,2 0-13 16,2 0-13-16,2 0-22 16,2 0 4-16,4 0-16 15,0 0 5-15,2 0-12 16,4 0 24-16,-2 0-30 15,1 0 25-15,2 0-24 16,-3 0 18-16,-1-3-13 16,2 2 1-16,-1-1 1 15,-1 1-6-15,2 0 8 16,-1 1-14-16,-1-2 20 16,-1 1-23-16,4 0 26 15,-1-1-30-15,2 0 23 16,0 2-18-16,1 0 9 15,-1 0-4-15,-2 0-1 16,1 0 0-16,-3 0-1 16,-1 0 10-16,-1 0-18 15,0 0 24-15,-1 0-26 16,0 0 30-16,-1 0-31 16,2 0 27-16,2 0-21 15,0-2 10-15,0 0-2 16,3-1-1-16,1 1 3 15,1-1-9-15,0 2 15 16,1 1-17-16,-1-3 21 16,-1 2-24-16,0-2 28 0,0 2-30 15,-3 1 23 1,0-2-14-16,0 2 7 0,-2 0-2 16,-1 0-4-16,-2 0 4 15,0 0-8-15,-1 0 16 16,1 0-17-16,2 0 21 15,1 0-24 1,5-8 27-16,0 2-28 0,3-1 25 16,0-1-19-16,-1 4 7 15,-2 1 3-15,3-1-6 16,-5 1 7-16,4 1-13 16,-1-1 20-16,-1-1-23 15,4-1 25-15,-1 1-24 16,1 1 20-16,0-1-24 15,2 0 19-15,-3 1-10 16,0 2 1-16,1 1 4 16,-1 0-3-16,3-1 8 15,-1 1-13-15,5-3 18 16,0 2-21-16,0-3 23 16,4 0-22-16,-2 0 23 15,-1 0-25-15,2 2 19 16,-3 1-9-16,0 1 1 15,-4 0 3-15,-2 0-7 16,-1 0 10-16,1 0-14 16,-2 0 20-16,0 0-23 15,2 0 30-15,2 0-29 16,1 0 25-16,0 0-24 16,-1-4 15-16,1-4-2 15,-1 4-3-15,-2-3 4 16,-3 0-7-16,-4 1 12 0,2 2-16 15,-4 1 21-15,1 2-24 16,-1-2 28-16,-2 3-28 16,3-1 24-16,-1 0-20 15,0-1 14-15,2-1-2 16,-1 2-6-16,-2-5 6 16,3 2-8-16,0-2 14 15,0 2-18-15,-2-3 21 16,1 3-26-16,1 0 32 15,0 1-33-15,-1 2 25 16,-1-1-20-16,-3 2 10 16,0 0-2-16,-1 0-1 15,-4 0 4-15,2 0-8 16,-4 0 14-16,3 0-18 16,-6-3 24-16,0 3-23 15,1-1 35-15,-4 0-33 16,0-1 24-16,0 2-21 15,1 0 8-15,0-1 0 16,-1 0 1-16,5-1 9 16,-4 2-12-16,1 0 16 15,-3-2-24-15,-1 2 25 16,-2-2-33-16,-1 2 33 16,-3-2-33-16,0 0 11 15,0 0-49-15,-11 0-46 16,-8-2-163-16,-4 0-270 15</inkml:trace>
  <inkml:trace contextRef="#ctx0" brushRef="#br0" timeOffset="171365.18">19599 7659 702 0,'4'0'108'0,"2"0"8"15,0 0 44-15,1 0-66 16,6 12 5-16,0 7-35 15,2 2-5-15,2 5-25 16,0 1-7-16,2 1-1 16,-2-4-7-16,1 2 6 15,-1-4-13-15,-4-3 13 16,-1 1-27-16,-5-8 20 16,-1 2-29-16,-5-3 27 15,-1-4-40-15,0 0-12 16,0-6-31-16,0-1-39 15,0 0-81-15,-4-5-144 16,-2-10-149-16</inkml:trace>
  <inkml:trace contextRef="#ctx0" brushRef="#br0" timeOffset="171638.69">19837 7633 749 0,'0'0'132'15,"0"0"14"-15,0 0-47 16,-62 80-20-16,41-45-11 16,2 2-26-16,0 1-2 15,3-6-33-15,2-1 8 16,5-8-25-16,3-5 24 15,5-7-50-15,1-7-12 16,0-1-73-16,0-3-72 16,0-3-59-16,9-12-217 15</inkml:trace>
  <inkml:trace contextRef="#ctx0" brushRef="#br0" timeOffset="172076.12">19980 7527 951 0,'0'0'110'0,"0"0"38"16,0 0-78-16,0 0 2 15,0 0-47-15,59 18 2 16,-53-6-21-16,-3 3 9 16,-3 4 3-16,0 1-9 15,0 4 0-15,-3-4-15 16,-4-1 18-16,0-5-23 15,4-5 26-15,3-4-27 16,0-1 24-16,0-4-25 16,10 0 18-16,5 0-4 15,3 0-1-15,-2-9 1 16,3 0-21-16,-6 1-27 16,-2 1-69-16,-2 1-77 15,-3 2-112-15,-3 0-129 16</inkml:trace>
  <inkml:trace contextRef="#ctx0" brushRef="#br0" timeOffset="175660.46">17528 9003 742 0,'6'0'50'0,"5"0"102"15,1 0-60-15,2-6-24 16,1 0-36-16,1 1 3 15,-3 0-27-15,0 1 1 16,-2 0-7-16,-3 2-3 16,-4-1-10-16,-1 2-62 15,-3-2-50-15,0 2-69 16,0-1-108-16</inkml:trace>
  <inkml:trace contextRef="#ctx0" brushRef="#br0" timeOffset="175861.37">17553 8874 688 0,'0'0'80'0,"0"0"39"16,0 0 4-16,0 0-59 0,0 0-52 15,0 0-13-15,60-3-20 16,-45-1-100-16,1 0-134 15,-2-1-389-15</inkml:trace>
  <inkml:trace contextRef="#ctx0" brushRef="#br0" timeOffset="176902.31">17907 8925 762 0,'0'0'112'0,"0"0"53"16,0 0-55-16,0 0-7 15,46 0-29-15,-28 0-9 16,0-3-40-16,-1 2 8 15,-2-3-39-15,0 1 18 16,-3-1-34-16,1 3-27 16,0-4-47-16,-1 1-76 15,2 0-117-15,-4-2-170 16</inkml:trace>
  <inkml:trace contextRef="#ctx0" brushRef="#br0" timeOffset="178173.85">18259 9103 758 0,'0'0'179'15,"0"0"-3"-15,115-25-47 16,-65 19-61-16,3 1-2 15,-1 1-42-15,-6-1 16 16,-5 2-43-16,-4 2 16 16,-10-2-22-16,-6 3-36 15,-4-4-45-15,-5 2-71 16,-1-4-119-16,-5 2-196 16</inkml:trace>
  <inkml:trace contextRef="#ctx0" brushRef="#br0" timeOffset="195248.62">18376 8703 423 0,'0'0'108'15,"-13"3"-33"-15,9-1 9 16,-1-1-8-16,4-1 25 16,-1 0-22-16,2 0 11 15,0 0-29-15,0 0-9 16,0 0-5-16,0 0-8 15,0 0-5-15,0 0-17 16,9-8 3-16,5-3-15 16,4-2 16-16,5-1-17 15,-2 3 20-15,0 3-23 16,-1 4 13-16,-7 3-18 16,0 1 4-16,-7 2 0 15,-6 13-4-15,0 6 15 16,0 6-5-16,-8 0 6 15,-6 3-21-15,1-1 20 16,-1-4-21-16,4-1 19 16,2-5-20-16,2-4 17 15,5-6-8-15,-3-1-1 16,4-1 5-16,0-4-8 16,0-2 11-16,7 1-13 15,6-2 20-15,1 1-20 16,4-1 21-16,2 0-23 0,-1 0 21 15,4 0-36-15,-2 0-49 16,1-4-113-16,-4-3-196 16</inkml:trace>
  <inkml:trace contextRef="#ctx0" brushRef="#br0" timeOffset="196079.3">18406 9332 728 0,'0'0'87'0,"0"0"19"16,0 0-46-16,0 0 12 16,6 0 6-16,6 0 6 15,0 0-39-15,2 4 11 16,0 5-20-16,2 4 0 16,0 0-6-16,-2 3-4 15,2 4-1-15,-4-1-15 16,-1 1 8-16,2-1-21 15,-4-2 14-15,0-2-20 16,2 1 23-16,-4-7-28 16,-1 1 20-16,0-5-25 15,-3-1-2-15,-3-1-13 16,0-3-21-16,0 0-12 16,0 0-26-16,0-7-50 15,0-4-79-15,0-2-10 16,-5-4-176-16</inkml:trace>
  <inkml:trace contextRef="#ctx0" brushRef="#br0" timeOffset="196353.26">18633 9255 658 0,'0'0'79'0,"0"0"64"16,0 0-31-16,-67 104-14 16,46-60-14-16,2 0-36 15,-1-1-3-15,3-7-38 16,3-4 15-16,6-9-31 16,1-7 14-16,4-5-28 15,3-7-37-15,0-4-41 16,0 0-78-16,0-9-58 15,7-9-295-15</inkml:trace>
  <inkml:trace contextRef="#ctx0" brushRef="#br0" timeOffset="196783.26">18741 9228 779 0,'0'0'36'0,"0"0"113"16,0 0-59-16,0 0-35 15,0 0 12-15,71-24-27 16,-65 24-24-16,-3 6 12 16,-3 6-6-16,0 6 13 15,0-2-8-15,0 2 4 16,-6-3-30-16,3 0 18 16,0-6-24-16,3 0 14 15,0-4-17-15,0-1 7 16,7-4 1-16,8 0 1 15,4 0 4-15,2-3-10 16,-2-8 13-16,3-1-24 16,-2 0-22-16,-6 0-94 15,-5 2-116-15,-3 2-254 16</inkml:trace>
  <inkml:trace contextRef="#ctx0" brushRef="#br0" timeOffset="200316.63">18136 8474 302 0,'0'0'98'0,"0"0"-18"16,0 0-17-16,-1-4 1 15,-5 4-18-15,0 0-19 16,0 0 6-16,-1 4-9 15,0 5 13-15,-4 1 12 16,-1 3 7-16,0-1-6 16,-1 2-16-16,0 1-7 15,0-1-11-15,0-1 10 16,0 3-14-16,-1 4 17 16,1-1-27-16,-2 1 10 15,1 2-19-15,0 0 13 16,0 1-7-16,0 0 0 15,4-2 3-15,-2 1-3 16,1-3 2-16,2-1-4 16,3 1 10-16,0-3-15 15,1-1 19-15,2 1-17 16,0-1 21-16,3 2-10 16,0-1 15-16,0 2-5 15,0-1 0-15,0 2 4 16,0-1-7-16,0 1 6 15,0 0-15-15,0 1 13 16,0-1-20-16,0 0 22 16,3 2-21-16,4-4 24 15,-4 2-22-15,0 1 11 16,0-1-1-16,0 2-3 16,0-2 1-16,0-2-8 15,1-3 4-15,-1 0-5 0,1-2 13 16,0-1-22-16,1 0 26 15,-2 1-23 1,4 1 23-16,-3 0-17 0,1 1 7 16,0 1-2-16,-1-3-4 15,1 0 4-15,-1 0-7 16,1 0 15-16,1-4-19 16,0 0 20-16,-1 2-20 15,1-2 22-15,0 1-26 16,-2 1 24-16,2-1-18 15,1 2 6-15,-1-2 4 16,-1-1-7-16,3 0 8 16,-1-1-14-16,1-2 16 15,1 2-15-15,0-2 20 16,2 0-21-16,-2 0 19 16,0 0-18-16,2 1 13 15,-2-1-8-15,-2 1 6 16,3-2-2-16,-1 1-1 15,-2-2 6-15,2 3-10 16,1-2 16-16,0-1-21 16,0 2 21-16,3 0-21 15,-3-1 21-15,2 0-21 16,1 0 14-16,-3 0-7 16,1-1-2-16,1 0 11 15,0-2-7-15,0-1 13 16,0 0-8-16,1 0 13 15,-1 0-13-15,-1 0 23 16,2 0-32-16,-4 0 17 0,0 0-20 16,-1 0 13-1,1 0-9-15,-2 0 3 16,2 0 2-16,-1 0-5 16,1 0 10-16,-2 0-16 0,1 0 20 15,3 0-23-15,-4 0 26 16,5 0-23-16,-1-4 20 15,1 0-21-15,2 0 14 16,-1 1-5-16,2-1-10 16,-2 3 24-16,0-2-20 15,-2 0 15-15,1 2-20 16,-3 0 23-16,1-2-21 16,-3 1 23-16,0 2-24 15,-2 0 20-15,3-1-16 16,-2 1 8-16,0 0-1 15,-2 0-3-15,2 0 6 16,0-1-10-16,-1 1 14 16,1 0-16-16,0-1 20 15,-2-2-21-15,4 2 23 16,0-2-24-16,1 0 19 16,1 0-12-16,3 0 4 15,-1-1 1-15,-2 2-7 16,3-2 13-16,-3 1-13 15,-3 2 13-15,3-1-17 16,-6 1 21-16,2 1-22 16,-1 0 23-16,-1 0-21 15,3 0 13-15,-1 0-6 16,1-2 1-16,3 1 3 16,3-3-4-16,2-2 6 15,2 1-11-15,-1 0 15 16,1-2-18-16,-1 2 22 0,0-1-23 15,-4 2 22-15,-3 1-29 16,-1-1 30-16,-1 1-13 16,-1 1 0-16,1-2 2 15,3-2-9-15,-1 0 19 16,1-2-20-16,3 1 19 16,0-1-20-16,1 1 22 15,1-3-23-15,2 2 21 16,2-3-17-16,-3-2 9 15,0 1-3-15,1 0 0 16,-5-1 3-16,0 3-6 16,-4-1 12-16,-1-1-15 15,-1 3 19-15,-1-2-19 16,0-1 25-16,1-2-27 16,-1 1 22-16,1-2-22 15,3-2 18-15,-5 3-4 16,2-3 1-16,-3 2 2 15,1-1-5-15,-4 2 15 16,0 0-16-16,0-3 18 16,0 5-22-16,0-4 24 15,0 0-28-15,-3-2 17 16,2 1-17-16,1-2 8 16,0-1-2-16,-2 0-1 15,1-2 5-15,-1 2-9 16,-2-3 15-16,1 2-17 15,-5 1 19-15,0 0-21 16,1 4 23-16,1 2-22 16,-2 0 19-16,1 2-25 0,-1 0 28 15,2 0-11 1,-3 1-5-16,-2-2 7 0,1 2-11 16,-4-4 16-1,1-1-20-15,-3 1 22 0,1-1-22 16,0 0 21-16,2 1-21 15,-1 1 17-15,3 0-11 16,-1 5 4-16,1 1 2 16,-1 0-5-16,2 1 9 15,-4 3-12-15,1 1 20 16,-1-1-19-16,-1 0 25 16,-1 0-28-16,3 0 20 15,-4 2-22-15,4-3 15 16,1-1-10-16,-2 3 8 15,2-1-1-15,-1-1-5 16,2 1 9-16,-1 0-15 16,-1 0 22-16,1 0-27 15,1 0 29-15,-1 0-27 16,1 1 25-16,1-1-22 16,-2 0 11-16,2 0-2 15,-4 0 0-15,0 1 1 16,-1-1-6-16,0 1 12 15,-1 1-17-15,2-1 23 16,-2 2-26-16,3-3 19 16,-1 1-6-16,2-2 10 15,0 2-13-15,1-1 3 16,-2-2-2-16,0 2 5 16,0 3-2-16,-3 1-8 0,0 0 13 15,-2 0-16-15,0 0 20 16,-2 0-22-16,1 4 28 15,5-1-28-15,-1 1 23 16,2-4-17-16,3 0 6 16,0 2 1-16,3-1-2 15,-2 0 4-15,2-1-10 16,1 2 15-16,-7 0-18 16,3 2 22-16,-6 3-24 15,2-3 12-15,-4 3 0 16,2 1 9-16,2-3-13 15,4-1 3-15,1 0 3 16,4-3-4-16,2 1 7 16,3-2-13-16,0 0 17 15,0 0-20-15,0 0 23 16,0 0-22-16,-2 0 22 16,1 0-22-16,-2 0 15 15,1 0-8-15,1 0 0 16,-1 0 5-16,1 0-4 15,1 0 1-15,0 0-14 16,0 0 17-16,0 0-25 16,0 0 21-16,0 0-25 15,0 0 20-15,0 0-17 16,0 0-12-16,0 0-58 16,-1 0-89-16,-5 0-167 15,-3 0-445-15</inkml:trace>
  <inkml:trace contextRef="#ctx0" brushRef="#br0" timeOffset="205846.53">16730 289 650 0,'0'0'40'0,"0"0"-30"16,0 19 21-16,0-5-25 15,0-1 7-15,0 5-10 16,0 1 18-16,0 2-3 16,0 3-11-16,0 2-5 15,0 2-12-15,2 3-40 16,3-2-84-16,-3 1-53 15,0-4-138-15</inkml:trace>
  <inkml:trace contextRef="#ctx0" brushRef="#br0" timeOffset="206007.38">16793 896 378 0,'0'0'64'0,"0"0"0"15,0 69-5-15,0-46-26 16,0-1-30-16,0-2-68 16,0-2-209-16</inkml:trace>
  <inkml:trace contextRef="#ctx0" brushRef="#br0" timeOffset="206189.71">16841 1305 469 0,'0'0'23'16,"0"0"18"-16,0 0-9 15,0 82-36-15,0-67 3 16,0-4-64-16,0 2-78 16,5-2-71-16,3 1 76 15</inkml:trace>
  <inkml:trace contextRef="#ctx0" brushRef="#br0" timeOffset="206329.82">16878 1633 312 0,'0'0'85'0,"0"0"15"15,0 73-27-15,0-54-41 0,0-2-15 16,0-1-8 0,2-1-11-16,-1 1-6 0,-1 3-76 15,0 2-76-15,0 2-115 16</inkml:trace>
  <inkml:trace contextRef="#ctx0" brushRef="#br0" timeOffset="206988.62">16907 2142 177 0,'0'0'31'15,"0"0"18"-15,2 100 14 16,-2-61-39-16,0-1-12 15,0-2-10-15,0-6-7 16,0-1 0-16,0-5-6 16,0-2-30-16,0-3-21 15,0-3 10-15,0 0 16 16,2 0 25-16,0 0 8 16,1 3 8-16,-3-2 6 15,0 6 16-15,0 0 0 16,0 3 21-16,0 0-31 15,0-5 19-15,1 1 20 16,1-3-12-16,-2-2 13 16,0-2-9-16,3-2 8 15,-3 0-46-15,0 0 1 16,2 5-13-16,-2 1 3 16,0 4-5-16,0 1-11 15,0 1-14-15,2 2-17 16,-1-2-25-16,-1-1-31 15,2-3-50-15,1 1 66 16,-3-3 89-16,2 0 49 16,0 2 36-16,-2-1-6 15,0 2-58-15,0 1-19 0,0-1-1 16,0 0 0-16,0-5-3 16,0-1 3-16,0 0-14 15,0-1-6-15,0 0 1 16,0 0 3-16,1 5-1 15,-1 3 16-15,0 2-1 16,0 2 12-16,0-2 27 16,0-3 26-16,0-4 7 15,0-4-17-15,2-4-4 16,-2-3-30-16,3 0 3 16,-2 0-8-16,2-1 26 15,0 4-17-15,-1-1-19 16,-1 2 8-16,2-6-16 15,-3-1-8-15,0-2-80 16,0-2-194-16</inkml:trace>
  <inkml:trace contextRef="#ctx0" brushRef="#br0" timeOffset="208102.62">17044 3612 375 0,'0'0'0'0,"0"0"-26"16,16 21-6-16,-9-13-16 15,2 0-58-15</inkml:trace>
  <inkml:trace contextRef="#ctx0" brushRef="#br0" timeOffset="208278.84">17254 3793 485 0,'0'0'61'0,"0"0"12"0,0 0-51 16,0 0-27-16,0 0-95 15,0 0-80-15,26 53-176 16</inkml:trace>
  <inkml:trace contextRef="#ctx0" brushRef="#br0" timeOffset="208915.84">17886 4421 598 0,'0'0'6'0,"0"0"35"0,0 0-37 16,0 0 2-1,0 0-41-15,26 17-68 16,-22-15-180-16</inkml:trace>
  <inkml:trace contextRef="#ctx0" brushRef="#br0" timeOffset="209075.16">18149 4441 247 0,'0'0'-45'0,"0"0"-5"15,0 0-14-15</inkml:trace>
  <inkml:trace contextRef="#ctx0" brushRef="#br0" timeOffset="209276.19">18660 4498 185 0,'0'0'10'0,"0"0"28"15,0 0-46-15,0 0-152 16</inkml:trace>
  <inkml:trace contextRef="#ctx0" brushRef="#br0" timeOffset="209438.43">19023 4505 355 0,'0'0'13'15,"0"0"70"-15,0 0-29 16,92-8-56-16,-73 7-4 16,-3 1-73-16,-3-1-62 15</inkml:trace>
  <inkml:trace contextRef="#ctx0" brushRef="#br0" timeOffset="209643.33">19466 4477 336 0,'0'0'63'0,"0"0"29"15,94-8-65-15,-65 8-29 16,-2 0-2-16,1 0-26 15,-1 0-28-15,2 0-8 16,-4 4-26-16,4-4-28 16,1 0-26-16</inkml:trace>
  <inkml:trace contextRef="#ctx0" brushRef="#br0" timeOffset="209800.15">19950 4474 162 0,'0'0'86'0,"0"0"-12"15,94 11-22-15,-65-7-41 16,-2-4-5-16,-3 4-10 15,-1-1 2-15,1-1-36 0,-1 1 1 16,-2 1-23 0,0 3 61-16,2-3-3 0,0 1 2 15,-1 1-15 1,1-2-38-16,1 0 0 0,2-4-24 16</inkml:trace>
  <inkml:trace contextRef="#ctx0" brushRef="#br0" timeOffset="210058.59">20547 4546 45 0,'0'0'32'0,"0"0"18"16,77 19 11-16,-53-12-42 16,2-3-25-16,-2 2-31 15,2-1-40-15,0-1-3 16,-1 1 73-16,-2 2 7 16,0-1 20-16,0-1 17 15,-3 2-31-15,2-1-4 16,0-5-3-16,-1 1 34 15,-2-1 47-15,1-1-3 16,-2 0-35-16,-1 0-25 16,0 0 11-16,-1 0-33 15,-4 0 13-15,-1 5-15 16,-4 2 11-16,2 0-25 16,-4-1-21-16,-1 1-129 15</inkml:trace>
  <inkml:trace contextRef="#ctx0" brushRef="#br0" timeOffset="210235.03">21192 4659 310 0,'0'0'109'16,"0"0"8"-16,0 0-53 16,0 0-41-16,0 0-11 0,0 0-7 15,22 7-11 1,-16-7 0-16,-1 0-69 0,4 0-24 15,1-3-24-15,0-5-71 16</inkml:trace>
  <inkml:trace contextRef="#ctx0" brushRef="#br0" timeOffset="210401.82">21381 4685 200 0,'0'0'55'0,"0"0"17"16,0 0-24-16,0 0 20 15,0 0-30-15,80 17-39 16,-70-17-11-16,1 0-16 16,-2 0-44-16,1 0 9 15,-2 0 19-15,0 0-165 16</inkml:trace>
  <inkml:trace contextRef="#ctx0" brushRef="#br0" timeOffset="210475.59">21579 4769 124 0</inkml:trace>
  <inkml:trace contextRef="#ctx0" brushRef="#br0" timeOffset="210675.75">21696 4930 254 0,'0'0'-38'0,"0"0"52"0,0 0 9 16,0 0 11-1,87-27-30-15,-71 16-13 0,-6 6-33 16,-3 5-44 0</inkml:trace>
  <inkml:trace contextRef="#ctx0" brushRef="#br0" timeOffset="210758.09">21833 5124 31 0</inkml:trace>
  <inkml:trace contextRef="#ctx0" brushRef="#br0" timeOffset="210959.05">21932 5385 398 0,'0'0'-37'16,"0"0"36"-16,86-35 12 16,-58 19-22-16,-7 3-25 15,-8 10 22-15,-7 3-180 16</inkml:trace>
  <inkml:trace contextRef="#ctx0" brushRef="#br0" timeOffset="211417.56">22264 5708 485 0,'0'0'8'16,"0"0"-36"-16,0 0-26 15,0 0-68-15,-51 80 18 16,29-39-17-16</inkml:trace>
  <inkml:trace contextRef="#ctx0" brushRef="#br0" timeOffset="211469">22154 5906 154 0,'-9'28'116'15,"3"-6"-125"-15,6-12-53 16,0-10-136-16</inkml:trace>
  <inkml:trace contextRef="#ctx0" brushRef="#br0" timeOffset="211654.92">22459 5979 110 0</inkml:trace>
  <inkml:trace contextRef="#ctx0" brushRef="#br0" timeOffset="213037.74">22121 5745 278 0,'0'0'32'16,"0"0"29"-16,0 0-35 15,-9 11 8-15,6-6 2 16,0 4-22-16,-3 1-6 16,1 2 1-16,-1 2-16 15,3-2-11-15,-1-2-87 16,2 0-50-16</inkml:trace>
  <inkml:trace contextRef="#ctx0" brushRef="#br0" timeOffset="213234.15">22096 6001 358 0,'0'0'59'16,"0"0"19"-16,0 0-42 16,0 0-30-16,0 0-5 15,-3 81 0-15,3-68-4 16,0-2 0-16,0 1-42 0,0-1-46 15,0-2-56 1,0-1-84-16</inkml:trace>
  <inkml:trace contextRef="#ctx0" brushRef="#br0" timeOffset="213397.68">22083 6383 375 0,'0'0'28'0,"0"0"23"15,0 0-29-15,0 0-19 16,0 84-13-16,0-70-20 16,0 2-12-16,-1 4-34 15,-1-2-83-15</inkml:trace>
  <inkml:trace contextRef="#ctx0" brushRef="#br0" timeOffset="213711.65">22060 6751 103 0,'0'0'41'16,"0"0"11"-16,0 0-21 15,0 0-11-15,0 0-20 16,9 85 7-16,-9-67-24 16,0 2-62-16,-4-1 10 15,-1 0 34-15,4-3 16 16,-1 1 19-16,2-3 3 15,0-5-2-15,0 1 8 16,0-4 4-16,0 1 24 0,3-3-21 16,4 4 17-1,-3 3-7-15,-1 6 23 16,-1-1-9-16,-2 4-26 0,0 2 8 16,0 2-15-16,0-2-1 15,0 0-12-15,-3-4 1 16,0-1-117-16</inkml:trace>
  <inkml:trace contextRef="#ctx0" brushRef="#br0" timeOffset="213934.56">22122 7355 417 0,'0'0'85'15,"0"0"-26"-15,0 0-24 16,17 80 21-16,-8-69-33 16,-3 3-31-16,0-4-4 15,-1 1-37-15,-2 0 35 16,0 0-63-16,-3-2-63 16,2-1 35-16,-1-1-31 15</inkml:trace>
  <inkml:trace contextRef="#ctx0" brushRef="#br0" timeOffset="214095.35">22219 7590 99 0,'0'0'-59'16,"0"0"122"-16,0 0 32 15,23 96-99-15,-18-65-38 16,0-3 84-16,-1 0 22 0,2-4-37 16,2-6-14-1,0-6 5-15,2-4-31 16,-1-2-103-16,-2-4-56 0</inkml:trace>
  <inkml:trace contextRef="#ctx0" brushRef="#br0" timeOffset="214288.71">22512 8065 264 0,'0'0'21'0,"0"0"61"15,22 71-35-15,-19-44 1 16,-2-3-19-16,1-1-24 16,-2-2-2-16,1-3-10 15,0 0-59-15,1-3-49 16,-1 3-69-16</inkml:trace>
  <inkml:trace contextRef="#ctx0" brushRef="#br0" timeOffset="214713.67">22594 8522 258 0,'0'0'110'16,"0"0"-12"-16,0 93-40 16,0-62-12-16,0-2-19 15,0-5-21-15,0-3-8 16,0-2-7-16,0-3-51 15,0 3 7-15,2 2-6 16,2 2 4-16,1 4-27 0,-1-1 36 16,-1-1 24-1,-2-2 40-15,1-1-1 0,-1-2 8 16,-1 0 23-16,2-1-5 16,-1 1 7-16,3 1-17 15,-1 1-3-15,1-2-27 16,1 0 0-16,-1 3-60 15,-1-3 11-15,-3-1 15 16,2 6 1-16,-2-1-16 16,0 2-17-16,0-2 14 15,0 2 33-15,0 0 21 16,0-3-7-16,0-3-2 16,0-1-64-16,0 0 32 15,0-2 14-15,4 0 2 16</inkml:trace>
  <inkml:trace contextRef="#ctx0" brushRef="#br0" timeOffset="-214566.46">22662 9542 74 0,'0'0'143'16,"0"0"-21"-16,0 93-41 15,0-64 6-15,0-2-42 16,0-4 9-16,0 2-33 16,0-5-9-16,0-1-19 15,0 4-6-15,0-2-36 16,0 3-30-16,0 2-5 15,0 2-7-15,0 0-10 16,0 5 13-16,0 3 40 16,0 3 40-16,0 2 16 15,-3 0-10-15,0 2 12 16,2-1-9-16,1-3 8 16,0-5 1-16,0-1-31 15</inkml:trace>
  <inkml:trace contextRef="#ctx0" brushRef="#br0" timeOffset="-214250.25">22719 10721 394 0,'0'0'92'16,"0"0"6"-16,13 87-66 15,-10-63-7-15,3-3-30 16,-4-3 12-16,5-3-57 15,-2-2-41-15,-1 2-27 16,0 1 23-16,-1 4 50 16,0 1-10-16,0 4 25 15,1 5 16-15,-4 3 25 16,2 1 2-16,-2 4 16 16,0 4 26-16,0 2-3 15,0-2-24-15,0 0 11 16,0-2-26-16,0-5-21 15,0-3-40-15,0-1-53 16,0-5-121-16</inkml:trace>
  <inkml:trace contextRef="#ctx0" brushRef="#br0" timeOffset="-214095.33">22789 11726 148 0,'0'0'56'0,"0"100"60"15,0-50-33-15,0-1-24 16,0-2-5-16,0-3-19 15,0-5-34-15,3 0 8 16,3-5-15-16,0-3 10 0,2 1-35 16,-2-1-57-16,-1-1-52 15,-1 1-16-15</inkml:trace>
  <inkml:trace contextRef="#ctx0" brushRef="#br0" timeOffset="-213832.23">22879 12799 71 0,'0'0'-31'15,"12"69"18"-15,-6-36 35 16,3-2-12-16,-3 0 7 16,2 3-15-16,-3-1-47 15,2 3 15-15,-1 2 68 16,-2 4-7-16,-1 3-26 15,0 3 33-15,0 2 58 16,0-2 17-16,-1 0-66 16,2-3-49-16,-3-4-7 15,-1-4-58-15,0-2-40 16</inkml:trace>
  <inkml:trace contextRef="#ctx0" brushRef="#br0" timeOffset="-213686.57">22991 14029 437 0,'0'0'58'0,"0"93"-20"15,0-56-24-15,0-6-23 16,0-9 0-16,0-9-64 16,0-6-46-16,3-3-109 0</inkml:trace>
  <inkml:trace contextRef="#ctx0" brushRef="#br0" timeOffset="-213514.22">22947 14634 451 0,'0'0'37'16,"-20"71"5"-16,15-49 28 16,5-12-51-16,0-8-6 15,0-2-32-15,10-2-3 16,0-9-54-16,-1 1-48 15,0 6-20-15,-6 4-81 16</inkml:trace>
  <inkml:trace contextRef="#ctx0" brushRef="#br0" timeOffset="-212532.09">22869 15022 517 0,'0'0'114'16,"-43"83"-23"-16,34-63-57 15,4-13-26-15,2-7-7 16,3 0-7-16,0-11-13 15,0 3 0-15,9 6 13 16,-1 2-17-16,0 15-54 16,-4 24 47-16,-4 22 36 15,0 15-28-15,-14 12 41 16,-9 5 56-16,-4-1-9 16,-1-6-1-16,3-18 20 15,5-17-33-15,7-16-32 16,5-17-10-16,6-11-9 15,2-7 11-15,0 0-34 16,3-3-5-16,9-1-42 16,-4 4-11-16,1 8-21 15,-2 26 23-15,-7 17 16 0,0 12 30 16,-5 6 38-16,-11 6 3 16,-5-5 25-16,2-5 28 15,5-14 22-15,2-13-31 16,7-14-9-16,3-9-40 15,2-11 11-15,0-4-16 16,12 0 4-16,3 0-6 16,2 0-11-16,-3 12-22 15,2 17-22-15,-7 15 25 16,-5 12-12-16,-2 8 51 16,-2 5-11-16,0 1 19 15,0-5 2-15,0-9 22 16,0-12-18-16,0-10 2 15,0-14-8-15,12-10-13 16,0-9-2-16,5-1-9 16,-2 0 9-16,-2 0-24 15,-2 0 7-15,-3 6-28 16,-1 20-85-16,-5 15-28 16,-2 14 87-16,0 11-1 15,-6 6 97-15,-5 3 12 16,1-5 0-16,-1-10-11 15,6-14-19-15,5-13 0 16,0-13-7-16,0-13 43 16,10-7-12-16,3 0-23 15,-2 0-28-15,1 0-9 16,-6 0-3-16,-1 14 24 0,-1 17 5 16,-4 15-41-1,0 15-18-15,0 10 53 16,-6 6 88-16,-6 5-53 15,-2-2 52-15,1-10-27 16,3-15-36-16,6-14-25 0,4-17 10 16,0-14 8-16,1-10 6 15,9 0-12-15,0-1-9 16,-1 1 10-16,-3 0-36 16,-1 18-38-16,-5 18 52 15,0 8-38-15,0 10-53 16,0-1 79-16,-5-3 33 15,-1-10 53-15,3-9 28 16,2-13-17-16,1-10-27 16,0-8-24-16,0 0 16 15,1 0 12-15,4-8 22 16,-2 3-19-16,-2 2-6 16,-1 3-8-16,0 0 34 15,0 10-58-15,-10 9-54 16,-6 2-147-16</inkml:trace>
  <inkml:trace contextRef="#ctx0" brushRef="#br0" timeOffset="-207996.56">14765 5278 386 0,'-10'0'-1'16,"-1"4"1"-16,-1 3-4 0,1 2 8 16,-3-1 18-1,0 3 30-15,-1-1-35 0,0 0 0 16,0 1-19-16,-1-2 10 15,2 3-16-15,-3-4-37 16,4 0-99-16,-3 0-158 16</inkml:trace>
  <inkml:trace contextRef="#ctx0" brushRef="#br0" timeOffset="-207828.47">14476 5521 571 0,'0'0'30'0,"0"0"14"16,0 0-29-16,-66 77-2 15,53-64-25-15,3-1-37 16,0 1-86-16,2-1-93 16</inkml:trace>
  <inkml:trace contextRef="#ctx0" brushRef="#br0" timeOffset="-207377.98">14352 5857 480 0,'0'0'86'15,"0"0"-26"-15,-17 72-11 16,10-56-20-16,1-1-25 16,-1-2-2-16,-1 2-4 15,0-2-35-15,4 2-29 0,-1 4-35 16,1-1 4-16,2 4 4 15,1-2 25-15,1 0 31 16,-2 3 31-16,1-4 10 16,1-1 33-16,0-4 8 15,0-1-12-15,0-5 9 16,0 0-12-16,0-1 1 16,0 1-12-16,0 4 4 15,0-1-25-15,0 4 10 16,0 1-16-16,0 1-1 15,0 2-46-15,0 1-77 16,0 1-18-16,0 2 40 16,0-1 137-16,4-2 41 15,1-1 42-15,1 0 7 16,-1-8-15-16,5-1-30 16,-2-1-11-16,0-1-52 15,4 0 0-15,-4-2-16 16,3 4-52-16,-3-2-28 15,1 3 38-15,-3 1-11 16,0 5-171-16</inkml:trace>
  <inkml:trace contextRef="#ctx0" brushRef="#br0" timeOffset="-207191.08">14516 6724 198 0,'0'0'37'16,"0"0"26"-16,80 0-14 15,-52-2-16-15,-2-2-34 16,-4 4 12-16,-4 0-20 16,-3 0 16-16,1 1-11 0,-8 9 7 15,2 1-4 1,-1 0 2-16,0 1-2 0,-2-6-93 16,4-1-101-16</inkml:trace>
  <inkml:trace contextRef="#ctx0" brushRef="#br0" timeOffset="-207084.07">14996 6848 140 0</inkml:trace>
  <inkml:trace contextRef="#ctx0" brushRef="#br0" timeOffset="-206093.49">15319 6901 89 0,'0'0'-2'16,"0"0"54"-16,0 0 61 15,80 58-18-15,-55-47-12 16,2 1-34-16,1-3-17 16,2-4-34-16,2 1 12 0,-1-3-19 15,3-1 4 1,-1 4-12-16,2 0 8 16,-4 4 9-16,0-1-8 15,-2 6-4-15,-2-1 0 0,0-3 16 16,1 0-16-16,-3-1-1 15,2 0-24-15,2-5 7 16,0-1 6 0,3 0 25-16,-4-2 7 0,3-1 20 15,-2 2 11 1,-3 0-22-16,0 1 6 0,-4 2-5 16,-2 1-1-16,0-1-25 15,-3 3 8-15,2-1-42 16,-3 0 5-16,1 0 11 15,2-2 24-15,-2 1 0 16,2-3 4-16,-2 1 3 16,1-2-4-16,-2 1 9 15,-1 0-15-15,-1 3 11 16,0-2-18-16,-3 5 15 16,1 2-17-16,-1 1 18 15,1 0-7-15,1 3-1 16,0-1 8-16,1 1 3 15,-1-5 21-15,5 1-6 16,-2-5-11-16,1-1-16 16,0-2 12-16,4-1-20 15,-4 1 1-15,2 0-13 16,-2 0 13-16,-2 4-10 16,-1 1 7-16,-4 1-19 15,2-1 10-15,-3-2 21 16,2 1 1-16,-1-4 17 15,3 0-6-15,0-1 15 16,4-1 29-16,-2 1-5 16,0 0-31-16,-1-1 2 0,0 3 1 15,-2 0-8-15,-2 1-5 16,0 3 11-16,-2 4-4 16,-2 3-18-16,0 3 13 15,-2 3-14-15,5 1 14 16,-5 4-16-16,2-2 19 15,0 0-3-15,3-3 18 16,-2-1-17-16,0 0-10 16,2-5 2-16,1 1-16 15,-2 1-14-15,0 3-14 16,0 0 25-16,-1 4-14 16,-1 2 9-16,-1 2-34 15,-1 2 23-15,-1 0-54 16,0-3-42-16,0 0 37 15,1-4 97-15,2-4 10 16,1-1-24-16,0-2 20 16,2-2 10-16,1 0-5 15,-1-1-35-15</inkml:trace>
  <inkml:trace contextRef="#ctx0" brushRef="#br0" timeOffset="-204204.16">17133 8368 270 0,'0'0'6'16,"0"0"29"-16,0 0-10 15,0 0-17-15,46 79-51 16,-38-62-44-16,-2-3 20 16,0 0 42-16,1 1 34 15,-1 0-6-15,-2 1 2 0,1 1 3 16,-1 2 8-16,0-1-8 15,0 3 25-15,-1-5-10 16,0 3 38-16,0-4-6 16,0-1-19-16,3-2-27 15,-2-1-9-15,1-3-1 16,2 0-23-16,-3 0-10 16,2 0-18-16,-3 1 21 15,-2 3-15-15,1 0 41 16,-2 2 25-16,0-2 30 15,0 0-50-15,0-1 1 16,3-3 25-16,0-5 13 16,5 3-35-16,-1-2-8 15,1 0 8-15,0 3-13 16,2 1 33-16,-3-1-22 16,1 6 6-16,-4-1-8 15,3 2 4-15,-1 0-2 16,0 1 10-16,1-2-5 15,2 1-11-15,-1-1 14 16,1 1 3-16,0 0 19 16,1 4-18-16,0-1 14 15,-1 1-26-15,2 1 14 16,-2 2-8-16,0-4 1 16,2 2-5-16,-2-3-4 15,1 0 1-15,1-1-4 16,-1 0 7-16,1 1-11 15,0 2 15-15,-2 4-15 16,-2-2 17-16,2 5-17 16,-2-2 12-16,-1 1-7 0,1-1 2 15,-1-4-3 1,1 0 2-16,3-2 3 0,0-2-9 16,3-2 13-16,0-1-13 15,2-1 15-15,-1 2-15 16,1-1 16-16,-1 4-18 15,-4-1 7-15,0 1-29 16,0 0-1-16,-1 3 25 16,-3-2-10-16,2 1 13 15,-1-2-2-15,2 0-2 16,1-4-5-16,2 1 20 16,1-3-13-16,0 2 14 15,0-1-15-15,-1-1 10 16,2 5-4-16,-1-4 4 15,0 2 6-15,0-1-2 16,-3 1-1-16,4-2-11 16,-2-1 10-16,2-1-11 15,-1 0 9-15,3-1-7 16,-1 2 11-16,0-2-12 16,2-2 6-16,1 0-1 15,0-2-12-15,0-3 3 16,1 1 0-16,0-1 10 15,0-1-6-15,-2 0 17 16,2 0-14-16,1 0 13 16,-3 0-12-16,5 0 29 15,-1 0-6-15,0 0-16 16,2-7-7-16,0-3-12 16,1-3 9-16,0 1-7 15,0-1 11-15,2 2-5 0,-1-2 13 16,-1 1-14-16,-2 5 14 15,1-1-14 1,-3 0 12-16,-2 1-10 0,0-2 4 16,-3 1 2-16,1 0-2 15,0 1 6-15,-2-2-10 16,1 2 23-16,-1 0 7 16,1 3-14-16,-1 0-27 15,-1 0 7-15,3-2-9 16,-2-1 10-16,2-1-5 15,3-3 10-15,-2-1 3 16,2 0 7-16,1-1 4 16,2 1-16-16,-3 2 30 15,1 1-4-15,-1 2 32 16,-2 2-25-16,3 1 4 16,-2-3-32-16,3 1 5 15,-1-4-13-15,3 2-9 16,-2-3 1-16,0 0-17 15,2-2 2-15,-2 1 14 16,-1 1-5-16,-4 1-35 16,1-2 56-16,0-1-9 15,-2 2 13-15,2 1-10 16,-5-4 8-16,4 3 1 16,-2-3 0-16,-1 0 1 15,3 1-8-15,-3 0 14 16,1 2-12-16,1 2 11 15,-4 5-16-15,1 0 15 16,-3 4-16-16,4 0 16 16,-2 0-3-16,2-3 23 0,0-1-7 15,2 0-19-15,4-3-3 16,-1-1-1-16,1 1 7 16,0 1-10-16,2 3 18 15,-2-1-10-15,3 2 14 16,1-1-24-16,-1-2 13 15,1 0-11-15,3-1-13 16,-2 1-49-16,2-1 25 16,-1 5 34-16,1 1 4 15,0 0 17-15,0 0-7 16,0 0 18-16,1 0-18 16,1 0 4-16,-1 0-18 15,2 0 13-15,2 0-8 16,-1 0 2-16,0 0 2 15,1 0 0-15,-3 0 2 16,1 0-11-16,0 0 16 16,0 0-16-16,0 0 17 15,0 0-18-15,1 0 12 16,-1 0-17-16,1 0 17 16,0 0-5-16,2 0 2 15,0 0 1-15,-2 0-3 16,4 0-1-16,-1 0-14 15,0 0 19-15,0 1-11 16,2 2 21-16,0-3-8 16,2 0 38-16,-1 0-28 15,0 0-10-15,1-6-25 16,0-4-48-16,-1-3-96 16</inkml:trace>
  <inkml:trace contextRef="#ctx0" brushRef="#br0" timeOffset="-204065.69">21092 9133 204 0,'0'0'43'0,"52"-5"21"16,-30 3 23-16,1-2-18 16,0 0-29-16,2 0-32 15,-2-1-21-15,0-1-46 16,0 4-45-16,0-2 23 16,-4 4-36-16</inkml:trace>
  <inkml:trace contextRef="#ctx0" brushRef="#br0" timeOffset="-203461.6">21560 9058 126 0,'0'0'8'0,"0"0"17"16,0 0 24-16,88-38 23 16,-66 30-38-16,-3 2-1 15,-2 0-28-15,-2 0-4 16,-2 2-1-16,0 1 15 15,1-1-7-15,-1 0 0 16,3-1-16-16,-2-1-16 16,4 2-11-16,-1-1-58 15,-3 2 14-15,0 2-18 16,-1 1 62-16,-2 0 128 16,-1 0-13-16,-2 0-42 15,1 0 47-15,-3 0-46 0,-1 1-27 16,1 2-14-1,1-2 32-15,3-1-21 16,1 0 74-16,5 0-26 16,2 0-12-16,2 0-24 0,1 0 14 15,-2-2-9-15,1-1 20 16,-1 2-10-16,0-2-10 16,1 1-4-16,-2-2-25 15,2 0 21-15,0 0-28 16,0-4 22-16,0 1-22 15,0 0 7-15,-2 2 0 16,-2 1 0-16,-2 2 2 16,-1 2-3-16,-3 0 13 15,2 0-3-15,2 0 27 16,-3 0-27-16,0 0 22 16,3-1-34-16,-2-1 17 15,1 1-18-15,-3 1 13 16,2-3 13-16,-2 3-15 15,-2 0-2-15,0 0-13 16,-4 0 6-16,2 0-11 16,-6 0 15-16,0 4-16 15,0 5 4-15,0-4-108 16,-15 1-150-16</inkml:trace>
  <inkml:trace contextRef="#ctx0" brushRef="#br0" timeOffset="-202477.5">14729 5274 677 0,'0'0'44'15,"0"0"34"-15,10-19-7 16,-5 14-6-16,-1-2-23 15,-1 2 6-15,3 1-45 16,-2 1 13-16,3-1-33 16,0-3-28-16,1-2-112 0,3-1-179 15</inkml:trace>
  <inkml:trace contextRef="#ctx0" brushRef="#br0" timeOffset="-202322.69">15066 5066 697 0,'0'0'56'0,"0"0"48"0,0 0-53 16,0 0-38-16,78-20-7 15,-58 15-36-15,6-3-63 16,3-4-123-16,4 2-214 16</inkml:trace>
  <inkml:trace contextRef="#ctx0" brushRef="#br0" timeOffset="-202209.87">15655 4899 486 0,'0'0'-94'16,"0"0"5"-16</inkml:trace>
  <inkml:trace contextRef="#ctx0" brushRef="#br0" timeOffset="-202080.05">16042 4774 54 0</inkml:trace>
  <inkml:trace contextRef="#ctx0" brushRef="#br0" timeOffset="-201706.34">16813 4446 418 0,'0'0'11'0,"0"0"56"16,109-35-21-16,-72 25-33 15,-4-2 33-15,3 0-53 16,1-2-34-16,-1 1-100 15,1 1 17-15,2-1 26 16,0 1 85-16,0 1 21 16,0 4 16-16,-1 0 22 15,-2 2-11-15,-4 1-7 16,1 0-4-16,-3 0 57 16,2-3 42-16,-2-1-49 15,2-5-44-15,3 0-24 16,-2-1-6-16,-3-1-10 15,-2 3-10-15,-4 4 8 16,-4 4 19-16,-8 4-14 16,-6 0 32-16,-6 4-35 15,0 10-14-15,-13-1-62 16,-10-2-64-16</inkml:trace>
  <inkml:trace contextRef="#ctx0" brushRef="#br0" timeOffset="-200708.92">17368 459 1050 0,'0'0'74'16,"0"0"38"-16,0 0-6 16,33 70-16-16,-24-22-25 15,1 5-4-15,-3 7-20 16,-1-5-5-16,-2-6-41 15,2-12 23-15,-4-6-33 0,3-10-2 16,-5-6-42 0,0-7-5-16,0-6-38 0,-4-2-89 15,-8-2-178-15,-4-13-250 16</inkml:trace>
  <inkml:trace contextRef="#ctx0" brushRef="#br0" timeOffset="-200429.2">16997 537 1145 0,'0'0'152'15,"91"-49"-16"-15,-29 19-69 16,4 0-7-16,2 3-36 16,-3 1 2-16,-6 3-36 15,-8 5 19-15,-12 3-67 16,-9 6-18-16,-10 7-73 16,-10 2-115-16,-10 0-116 15,0 15-168-15</inkml:trace>
  <inkml:trace contextRef="#ctx0" brushRef="#br0" timeOffset="-200162.79">17104 993 863 0,'0'0'164'0,"0"0"76"16,118-13-91-16,-56-6-58 16,5-3-20-16,2-1-22 15,-7-2-18-15,-8 4-35 16,-10 2 17-16,-8 3-23 16,-5 2-12-16,-7 1-77 15,-1 1-28-15,-8-1-175 16,-4-3-129-16</inkml:trace>
  <inkml:trace contextRef="#ctx0" brushRef="#br0" timeOffset="-199619.36">17001 376 826 0,'0'0'151'16,"-95"56"1"-16,54-8-41 15,9 14-82-15,8 16 4 16,10 9-21-16,14 9 17 0,3-1-20 16,31-3-4-16,15-12 1 15,21-15-8-15,15-15 11 16,16-19-16-16,11-18 18 16,10-13-21-16,5-13 24 15,-4-22-25-15,-5-15 22 16,-7-10-29-16,-17-9 10 15,-16-7-5-15,-19-4 5 16,-23-1 8-16,-23-4-5 16,-13 0 24-16,-32 2-7 15,-27 3 24-15,-20 4-16 16,-18 7 27-16,-14 15-20 16,-8 15 26-16,-3 19-11 15,3 17 1-15,5 3-25 16,12 29-12-16,8 13-1 15,10 11-39-15,10 9-58 16,8 5-84-16,14-1-193 16</inkml:trace>
  <inkml:trace contextRef="#ctx0" brushRef="#br0" timeOffset="-198457.44">16312 4783 776 0,'0'0'103'0,"0"0"55"0,0 0-16 15,35 68-75-15,-27-39-10 16,0 2-45-16,-1 0 7 15,-4-3-17-15,-1 0-1 16,0-8 1-16,-1-5-26 16,-1-3-36-16,2-9-74 15,1-3-86-15,1-3-87 16,1-15-212-16</inkml:trace>
  <inkml:trace contextRef="#ctx0" brushRef="#br0" timeOffset="-198235.47">16488 4702 792 0,'0'0'124'16,"0"0"75"-16,31 77-64 16,-16-45-44-16,0-2-36 15,4-2-12-15,-6-2-33 16,1-7 3-16,-4-2-20 15,-2-5 17-15,-3-4-56 16,-5-2-13-16,0 0-88 16,0-6-87-16,-8 0-141 15</inkml:trace>
  <inkml:trace contextRef="#ctx0" brushRef="#br0" timeOffset="-197937.51">16077 4868 968 0,'0'0'179'0,"105"-53"-9"15,-36 23-91-15,4 1-33 16,-2 2-21-16,-2 5-28 16,-11 4 17-16,-6 3-29 15,-9 4-3-15,-7 3-60 16,-9 3 2-16,-3 2-76 16,-7 0-96-16,-6 2-139 15</inkml:trace>
  <inkml:trace contextRef="#ctx0" brushRef="#br0" timeOffset="-197612.41">16269 5183 811 0,'0'0'225'0,"0"0"-34"15,88-13-68 1,-41-4-39-16,6-5-10 0,9-3-23 16,4-3 8-16,-1-4-52 15,0 3 14-15,-6 1-36 16,-8 2 30-16,-5 6-47 15,-13 4-33-15,-8 3-26 16,-14 5-94-16,-11 5-191 16,0 3-475-16</inkml:trace>
  <inkml:trace contextRef="#ctx0" brushRef="#br0" timeOffset="-197032.32">16154 4702 754 0,'0'0'107'16,"0"0"-2"-16,-96 38-26 15,63-1-14-15,1 10-6 16,2 12-15-16,8 8-20 16,8 10 3-16,12-2-19 0,2-2 30 15,20-10-20-15,21-9 19 16,15-13-35-16,15-18 23 15,14-15-16-15,15-8 16 16,8-14-1-16,8-19-4 16,5-13-3-16,-1-7-17 15,-9-8 11-15,-11-3-21 16,-15-4 20-16,-17-1-26 16,-21 4 29-16,-20 2-26 15,-19 4 23-15,-8 4 0 16,-28 4 25-16,-20 1-6 15,-18 5-13-15,-10 5 16 16,-15 8-18-16,-8 9 17 16,-7 13-40-16,-1 10 20 15,-1 11-20-15,3 23 23 16,7 10-34-16,9 10 4 16,8 3-26-16,17-3-23 15,18-2-12-15,16-9-59 16,17-6-87-16,13-10-169 15</inkml:trace>
  <inkml:trace contextRef="#ctx0" brushRef="#br0" timeOffset="-195230.24">527 6521 861 0,'0'0'85'0,"4"7"46"16,-1 9-29-16,5 5 0 16,1 7-22-16,0 4-44 15,0-1-1-15,-1-3-30 16,1-5 8-16,-5-3-22 15,-1-9 19-15,0-2-47 16,-1-6-16-16,-2-3-96 16,0 0-96-16,0-7-180 15</inkml:trace>
  <inkml:trace contextRef="#ctx0" brushRef="#br0" timeOffset="-194997.09">684 6407 899 0,'0'0'169'0,"0"0"-1"15,32 92-69-15,-15-60-30 16,-2-4-40-16,2-4 7 16,-1-3-38-16,-2-5 21 15,-4-4-27-15,-2-5 1 16,-3-3-33-16,-5-2-39 15,0 0-52-15,0-2-105 16,-14 0-230-16</inkml:trace>
  <inkml:trace contextRef="#ctx0" brushRef="#br0" timeOffset="-194505.36">915 6206 811 0,'0'0'143'0,"0"0"86"16,0 0-100-16,64 96-30 15,-45-63-43-15,4-1 2 16,0-4-46-16,-2-2 14 16,-3-4-27-16,-1-8 7 15,-5-1-4-15,-5-4-14 16,0-2-39-16,-7 0-48 15,0-3-65-15,-3-1-177 16,-11-1-299-16</inkml:trace>
  <inkml:trace contextRef="#ctx0" brushRef="#br0" timeOffset="-193897.99">272 6606 844 0,'0'0'102'0,"0"0"70"0,0 0-55 16,0 0-14-16,0 0-42 15,0-1-13-15,0 1-18 16,0 0-9-16,0 0 2 15,0 0-10-15,0 0 7 16,0 0-18-16,0 0 16 16,0 0-23-16,0 0 27 15,0 0-28-15,0 0 22 16,0 0-19-16,6-4 10 16,11-10 3-16,14-13-2 15,14-12 12-15,20-12-8 16,17-13 8-16,15-8-21 15,7-2 14-15,1 3-21 16,-1 6 24-16,-10 9-26 16,-15 9 22-16,-15 11-17 15,-19 11 0-15,-13 7-9 16,-15 9-21-16,-14 9-5 16,-3 0-21-16,-5 1 18 15,-13 15-88-15,-3 0-87 16,-5 6-76-16,-1 1-61 15</inkml:trace>
  <inkml:trace contextRef="#ctx0" brushRef="#br0" timeOffset="-193439.46">378 7075 574 0,'0'0'149'0,"0"0"22"16,0 0-24-16,0 0-28 15,0 0-28-15,-29 24-5 16,36-27-41-16,12-11 26 16,10-7-13-16,10-5 11 15,10-10-23-15,12-4-1 16,7-8-6-16,12-3-8 16,3-3-5-16,6-3-16 15,1 0 9-15,-5 6-24 16,-7 3 19-16,-15 9-25 15,-12 8 21-15,-16 10-25 16,-12 7 24-16,-9 4-15 16,-7 6-2-16,-5 3-27 15,-2-1-21-15,0 1-22 16,-3-2-52-16,-10 3-90 16,-4-4-317-16</inkml:trace>
  <inkml:trace contextRef="#ctx0" brushRef="#br0" timeOffset="-192696.75">717 5956 465 0,'0'0'107'15,"0"0"21"-15,-91 19-1 16,51 3 13-16,-9 10-48 16,1 11-8-16,-5 10-46 15,1 13 6-15,1 13-26 16,4 15 11-16,6 12-26 15,6 11 8-15,11 3-12 16,15-2 0-16,9-8-10 16,3-13-6-16,29-18 12 0,14-20-7 15,12-20 18-15,14-17-13 16,10-22 22-16,14-8-19 16,9-33 21-16,12-17-12 15,6-17 8-15,1-11 3 16,0-9-5-16,-8-3-1 15,-11-2-8-15,-14 5 9 16,-16 6-20-16,-18 2 25 16,-17 11-17-16,-15 5 34 15,-18 5-10-15,-7 4 29 16,-15 1-30-16,-24-2 0 16,-17 1-13-16,-13 2-1 15,-14 1 1-15,-11 10-4 16,-4 14 11-16,-7 13-20 15,-4 21 20-15,-3 7-27 16,1 36 33-16,1 16-37 16,10 10 10-16,9 12-28 15,16 7-15-15,15 2-77 16,15-2-161-16,10-3-299 16</inkml:trace>
  <inkml:trace contextRef="#ctx0" brushRef="#br0" timeOffset="-171423.21">4592 3314 275 0,'0'3'0'0,"0"0"4"0,0-2 1 16,-1 1 23-16,1-2 50 15,0 0-22-15,0 0-43 16,0 0 14-16,0 0-7 15,0 0 2-15,0 0-11 16,0 0-6-16,0 0-1 16,0 0-2-16,0 0 17 15,0 0 4-15,0 0 14 16,0 0-2-16,0 0 23 16,0 0-29-16,0 0 13 15,0-3-6-15,0-5-8 16,0-3 13-16,0-5-10 15,0-3 0-15,0-1-11 16,0-9 7-16,0-3-3 16,-2-4 4-16,-1-2-29 15,0-1 16-15,0 2-13 16,1 0 16-16,-1 4-3 16,0 1-1-16,2 1-6 15,-4 0-3-15,2 2 0 16,2-2-7-16,-2-1 10 15,0-4-15-15,0-3 19 16,-1-5-20-16,-3 1 19 16,1-4-19-16,-1 1 14 15,-1 1-9-15,2 4-5 0,0 4 14 16,-2 7-10-16,5 5 8 16,0 6-11-1,0 6 11-15,1 5-13 0,0 0 19 16,1-1-19-16,-1 2 17 15,2-2-18-15,0-2 13 16,0-3-6-16,0 2 3 16,0 1 0-16,0-1-3 15,0 0 7-15,0 2-10 16,0 3 14-16,2 1-18 16,-1 1 22-16,-1 3-38 15,0 0 47-15,2 2-35 16,-1 0 1-16,2 0-6 15,1 0 4-15,2 0 7 16,4 0 2-16,0 0 9 16,6 0-8-16,1 0 11 15,5 0-14-15,-1 0 19 16,3 0-18-16,2 0 18 16,1 2-17-16,1 2 8 15,1 0-3-15,-1 1 1 16,1-1 3-16,2 0-7 15,-4 1 8-15,6-1-9 16,-2-2 13-16,0 0-17 16,0-1 21-16,0-1-32 15,3 0 37-15,-1 0-23 16,0 0 7-16,3 0-2 16,1-4 0-16,-3-1 3 15,2-1-7-15,2 2 8 16,-4 1-11-16,1 3 16 15,-2 0-25-15,2 0 18 16,0 0-18-16,1 4 17 16,3 0-4-16,-2-1 2 0,2-3-3 15,4 0 0 1,2 0 4-16,7-4-5 0,1-4 14 16,1-2-16-16,6 2 22 15,-1 3-27-15,-2-2 25 16,4 2-26-16,-2-1 22 15,2 1-10-15,0-1 1 16,-1-1-2-16,1-1 2 16,-3 2 6-16,0-3-11 15,-2 0 14-15,0 2-18 16,-4 0 23-16,-1 2-24 16,-1 1 19-16,-1 1-14 15,1 2 5-15,-1-2-1 16,1 3 1-16,2-1 2 15,2-3-3-15,-3 2 6 16,0-2-11-16,1-1 7 16,0 2 0-16,-1-1 12 15,-2 0-23-15,0 0 21 16,0 0-27-16,0 0 27 16,-4-2-12-16,1 2 2 15,-3 1 1-15,-1-1-6 16,1 1 10-16,1 2-12 15,-1-3 16-15,2 4-18 16,1-6 19-16,0 1-20 0,3-3 18 16,-2 2-13-1,2-1 6-15,-4 0-1 16,1 0 0-16,-1 3 2 16,-2 0-8-16,0 0 12 15,-1 1-16-15,1 1-2 0,-1-4 21 16,-1 4 2-16,-1-4-22 15,-5 2 19-15,-2 1-11 16,-4 0 3-16,-3 2 0 16,-4 1-2-16,-4 0 5 15,-3 0-11-15,-2 0 2 16,-3 0-22-16,-4 0 21 16,-1 0-11-16,0 0 21 15,-2 0-20-15,3 0 19 16,-2 0-4-16,0 0 2 15,2 1 0-15,1 1-2 16,-1-1 5-16,0 1-9 16,1-1 12-16,-1 1-16 15,1-1 19-15,-1-1-16 16,0 0 18-16,-2 1-19 16,2 1 11-16,-1-2-5 15,1 0 3-15,1 2 0 16,1 0-4-16,2 0 8 15,0 1-11-15,0 0 13 16,3-1-16-16,1 1 21 16,5 0-21-16,2 1 18 15,2-2-8-15,1 4 1 16,5-2-2-16,-2-4 0 16,4 3 2-16,-1-3-13 15,3 0 22-15,2 0-19 16,0 0 17-16,-1 0-14 0,1 0 20 15,-3-6-12 1,1 2 15-16,-3 1-14 0,3 1 13 16,0-1-10-16,2 2-3 15,1 0-1 1,2-1-7-16,-2 2 13 0,0 0-17 16,2 0 19-16,-4 0-21 15,0 0 19-15,-1 0-16 16,0 2 16-16,-1 3-10 15,0-1 6-15,-2 1-7 16,0 0 7-16,2 0 0 16,-2-1-21-16,1 1 33 15,-2-1-26-15,1 1 20 16,0-2-21-16,-2 1 24 16,0-3-26-16,0 1 18 15,-2 0-8-15,-3 0 3 16,2 0-1-16,-4 0-3 15,-2-1 9-15,0 2-15 16,-1-2 17-16,-3 0-17 16,-1 1 25-16,0-1-42 15,-3-1 35-15,2 1-17 16,-3 0 27-16,-1 1-22 16,-2 0 4-16,2 0 0 15,-3 2-26-15,-1-4 50 16,4 4-34-16,-2-4 21 15,0 3-24-15,2 0 28 16,0-2-29-16,1 2 25 16,-1 2-20-16,0-5 10 0,2 4-2 15,-3-1 0 1,1 0 3-16,-2 0-9 0,0-1 13 16,-4 0-17-16,2 0 22 15,-1-2-24-15,1 1 27 16,-2-1-27-16,2 0 22 15,2 0-17-15,-1 0 7 16,0 3 1-16,4-3-2 16,-1 1 5-16,2-1-13 15,2 3 18-15,2 1-24 16,3-2 31-16,0 4-28 16,2-2 27-16,0 2-29 15,0-1 24-15,1 0-15 16,-3-1 6-16,0 1-1 15,-4-1-2-15,2-1 7 16,-2 0-14-16,1 1 20 16,-1 2-24-16,-1-1 27 15,0 1-25-15,0-2 25 16,-1 0-26-16,-1 3 20 16,-1-3-12-16,-1 2 3 15,0 3-1-15,-1 0 1 16,3 2 7-16,-1-1-17 15,1 2 22-15,1-2-23 16,1-1 31-16,-3-1-31 16,3-1 25-16,-2-2-23 15,3-1 14-15,-2-1-4 16,1 0 0-16,-1-2 2 16,4 2-5-16,-3-3 11 15,1 1-17-15,-2 2 20 0,4-2-22 16,-2 2 26-16,2-3-27 15,0 1 23 1,3-1-18-16,-2 2 8 0,2-1-1 16,-3 1-1-16,0 1-3 15,-5 2 4-15,1 1 6 16,-5 2-17-16,0 0 21 16,-2 5-23-16,-1-3 27 15,2 2-27-15,-2 1 22 16,0 2-19-16,-1-3 2 15,0 1 2-15,0 5-2 16,0 5 6-16,-1 9-14 16,-2 4 2-16,0 5 1 15,0 2 56-15,0 1-35 16,0-2 7-16,0-3-28 16,1-3 23-16,0-1-14 15,3 1 5-15,-4-4 0 16,2 0-2-16,-1-2 4 15,-1-5-9-15,0 2 15 16,2-7-20-16,-1 1 25 16,-1-2-25-16,0-5 26 15,0 0-25-15,0-4 31 16,0-1-16-16,0-5-3 16,0 0 1-16,0 0-3 15,0-1 6-15,0 1-14 16,-6-2 15-16,0 3-19 15,0 0 27-15,-2 3-28 16,1-3 26-16,-3 1-23 16,0 2 10-16,0-3 3 0,-3-1-4 15,-2 1 5 1,-5 2-9-16,-1-3 8 0,-3 3-8 16,-5 1 15-16,2 1-21 15,-2 0 27-15,0-2-22 16,2 0 24-16,-1-2-21 15,3-1 9-15,3-2 2 16,-1 0-2-16,3 0 1 16,2 0-8-16,5-2 9 15,1 2-17-15,4-2 18 16,2 0-21-16,2 0-9 16,2 0-91-16,2 0-54 15,0 0-119-15,0 0-150 16</inkml:trace>
  <inkml:trace contextRef="#ctx0" brushRef="#br0" timeOffset="-163555.57">17151 1510 230 0,'-24'19'128'16,"6"-5"-17"-16,4-1 25 15,5-8-3-15,6-2-33 16,3-3 5-16,0 0-43 16,15-3-22-16,17-16-32 15,17-10 37-15,17-11 4 16,15-10-16-16,11-4-17 15,5-5-20-15,-3 2 12 16,0 4-17-16,-9 4 17 16,-7 5-20-16,-8 7 19 15,-11 6-21-15,-12 7 8 16,-14 7-22-16,-13 7 11 16,-15 7 12-16,-5 3-4 15,-20 6 16-15,-19 16-15 16,-13 8 10-16,-13 10-44 15,-9 7 0-15,-13 8 24 16,-4 5 22-16,-2 5-16 16,-1 5 15-16,0 1-3 15,6 1-2-15,10-6 4 16,14-8-4-16,16-13 8 0,17-14-11 16,21-16 27-16,10-15-27 15,30-9 14-15,28-31-15 16,21-14 34-16,21-13 0 15,12-8 0-15,6-5-19 16,0 7-7-16,-11 11 0 16,-16 13-5-16,-22 13 9 15,-20 16-13-15,-23 14 8 16,-24 6-36-16,-5 20-8 16,-38 16 33-16,-16 12 18 15,-17 9-13-15,-13 9 6 16,-2 1 2-16,7-7 1 15,15-10 0-15,19-14-5 16,25-17 11-16,23-19-7 16,29-15 1-16,35-29-16 15,19-15 19-15,20-11-15 16,11-5 13-16,-1 5-67 16,-8 7-188-16,-17 11-375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6:27:08.74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17359 4731 249 0,'0'-2'56'0,"0"2"27"15,0 0-5-15,0-2-16 16,0 2-5-16,0 0 1 16,0 0-5-16,0 0-2 15,0 0-27-15,0 0 11 16,0 0-21-16,0 0 24 15,0 0-23-15,0 0 6 16,0 0-16-16,0 7 4 16,0 5 4-16,0-1 7 15,0 5 2-15,0 0-11 16,0 1 14-16,0 2-23 16,0 3 25-16,3 4-21 15,0 2 23-15,0 2-20 16,0 0 12-16,-2 0-9 15,1 0 1-15,-2 1 0 16,1-1-9-16,1 0 12 16,-2 0-11-16,1 0 37 15,-1 1-24-15,1-2 5 16,1-2-30-16,-2 0 21 16,0 1-21-16,0-5 10 15,0 0-1-15,0-2-4 16,0-1 4-16,0 0-6 0,0 0 10 15,0 2-14 1,0-3 21-16,0 2-20 0,0-1 27 16,0 0-29-16,0 0 24 15,0-1-19-15,0-3 9 16,0 1-3-16,0 0-3 16,0-1 4-16,0 0-9 15,0 1 16-15,0-1-13 16,0 0 17-16,0 0-24 15,0 0 26-15,0 2-27 16,0-2 26-16,0 0-15 16,0 3 0-16,0-2 2 15,0-2-3-15,0 0 8 16,0-2-14-16,0-1 14 16,0-5-16-16,0 2 24 15,0 0-26-15,1-1 24 16,1 1-26-16,-2-3 23 15,4 1-10-15,-4-3 0 16,1 1 0-16,1-1-3 16,-2-2 8-16,1-1-14 15,1 2 20-15,-1-2-25 16,1 2 28-16,2-3-29 16,-1 0 26-16,3 0-19 15,1 0 19-15,3 0-8 16,-3 0-3-16,4 0 4 15,1-1-6-15,-1-2 10 16,3 0-18-16,-3 2 22 16,0-1-25-16,1 2 30 0,0 0-45 15,1 0 56 1,2 0-38-16,2-2 14 0,0 0-4 16,5 0 10-16,1-4-6 15,0 2-8-15,3-1 13 16,0 1-13-16,3-4 22 15,-3 6-28-15,0-2 30 16,-3 2-29-16,0-1 23 16,-3-1-22-16,-2 4 9 15,-2-4 1-15,-3 4-3 16,-2 0 5-16,-2-1-12 16,-2-1 18-16,-1 2-21 15,1-2 24-15,0 2-26 16,1 0 29-16,-1 0-30 15,4 0 24-15,4 0-15 16,-1 0 5-16,4 0 1 16,0-1-2-16,4 1 5 15,-2-1-13-15,2 1 20 16,1 0-23-16,0 0 26 16,6 0-25-16,3 0 27 15,1 0-20-15,6 0 36 16,1 0-21-16,4 0-6 15,2 0-3-15,-1 0-4 16,1 0 10-16,0 0-19 16,2 0 22-16,-2 0-26 15,3 0 31-15,0 0-31 16,-3 0 31-16,0 0-29 0,-1 0 19 16,0 0-8-1,-3 0 1-15,-1 0 4 16,-1 0-8-16,-3-2 14 15,1 2-20-15,-2-1 24 0,-3 1-27 16,2 0 32-16,-3 0-32 16,1 0 27-16,0 0-23 15,-1 0 13-15,1 0-2 16,-1 0-2-16,2 0 3 16,1 0-8-16,1 0 16 15,2-3-20-15,-1 2 24 16,2-1-28-16,0 2 32 15,4 0-32-15,1 0 27 16,1-3-21-16,5 2 10 16,2-2 0-16,-1 1-1 15,1-1 3-15,1-1-11 16,0 1 19-16,0-1-26 16,0 4 28-16,3-6-28 15,2 2 30-15,-1 1-32 16,2-3 28-16,-3 2-16 15,1-2 4-15,-6 3 3 16,0 0-5-16,-5 2 8 16,-4-1-15-16,-3 1 20 15,-1 1-24-15,-4-2 30 16,0 2-30-16,-3-3 29 16,0 2-30-16,-4-3 22 15,-3 1-11-15,-3 2 3 16,-4-3 1-16,-4 1-4 15,0 2 11-15,-6 0-19 16,2-1 24-16,-1 2-27 16,1-4 32-16,0 4-34 15,0 0 32-15,2-3-29 16,-2 2 18-16,3-3-6 0,-1 3 0 16,-1-2 3-16,0 0-8 15,0-1 14 1,-1 1-18-16,0-2 23 0,-2-2-27 15,0-3 33-15,-1 0-35 16,1-7 33-16,-2-2-25 16,-1-5 16-16,1-4-1 15,-2-4-2-15,0 0 5 16,-3-2-11-16,0-3 15 16,0-1-22-16,0-1 24 15,-6-2-29-15,0-3 33 16,-2-2-36-16,4-1 30 15,-1 2-21-15,5 2 6 16,-1-1 1-16,1 5-3 16,0-3 7-16,0 2-13 15,0 0 20-15,0 1-24 16,0 0 28-16,-3 3-28 16,-4 0 31-16,4 4-34 15,-3 1 28-15,1 8-17 16,0 3 5-16,-1 4 2 15,-1 3-4-15,2 2 8 16,0 4-16-16,2 3 24 16,-1 0-29-16,-1 1 33 15,3 0-33-15,-1 2 32 16,-3 0-33-16,2 0 23 0,-2 1-10 16,0 0 2-1,-3 0 3-15,-2 0-6 16,-2 0 12-16,-4 0-19 15,-6 0 24-15,-4 0-28 0,-3 0 34 16,-6 0-35-16,-3 2 33 16,-3 1-31-16,-7-1 17 15,-2 4-3-15,-2-3-1 16,-2 1 4-16,-4 0-9 16,0 1 15-16,3 1-21 15,-4-3 26-15,5 1-29 16,-3 0 35-16,2 1-36 15,1-4 30-15,1 4-24 16,0 2 12-16,1-3 0 16,-1 1-4-16,3 1 3 15,1-1-10-15,1-1 19 16,3 0-23-16,1 0 27 16,2 0-29-16,2-1 34 15,-2-1-37-15,5-1 31 16,1 2-20-16,-1-3 8 15,2 1 1-15,2-1-5 16,-3 0 9-16,3 0-16 16,-1 0 22-16,-1 1-26 15,-3 2 30-15,-1-3-30 16,-2 2 31-16,-3 1-32 16,0-3 26-16,-1 1-15 15,0-1 2-15,-2 0 5 16,0 0-6-16,1 0 10 15,2 0-18-15,0 0 24 0,2 0-28 16,2 0 33 0,0 0-33-16,1 0 32 0,1 0-31 15,1 0 22-15,0 0-10 16,-1 0 0-16,1 0 3 16,2 0-6-16,-1 0 12 15,1 0-19-15,1 0 24 16,-1 0-28-16,0 7 35 15,-2-3-36-15,2 0 33 16,-1 0-28-16,-1-4 16 16,2 3-3-16,0-3-3 15,1 0 3-15,1 0-5 16,0 0 13-16,3 0-21 16,-1 0 26-16,1 0-28 15,1 0 32-15,3 0-34 16,1 0 30-16,1-3-22 15,2-1 10-15,1 4-2 16,3-4-1-16,1 1 4 16,2 2-10-16,3-2 17 15,0 2-27-15,0-3 38 16,0 4-35-16,0 0 31 16,0 0-37-16,-1 0 35 15,-1-3-22-15,2 3 8 16,-3 0-6-16,-1 0 11 15,2 0-2-15,-3 0-13 16,0 0 12-16,0 0-9 16,1 0 21-16,0 0-28 15,4 0 27-15,2 0-35 16,2 0 41-16,3 0-23 16,2 0 5-16,4 0 2 0,-2 0-6 15,2 0 9 1,0 0-19-16,0 0 24 0,0 0-26 15,-1 0 32-15,1 0-34 16,-3 0 33-16,-4 0-29 16,3 0 17-16,-2 0-7 15,0 0-6-15,0 0-12 16,1 0-39-16,3 0-51 16,2-2-179-16,0-10-329 15</inkml:trace>
  <inkml:trace contextRef="#ctx0" brushRef="#br0" timeOffset="42282.39">21048 1055 634 0,'0'0'137'0,"0"0"-4"16,0 0-6-16,24 74-41 15,-21-54-3-15,0 1-14 16,1-4-21-16,-4-2-3 16,0-3-23-16,0-2-2 15,0-4-17-15,0-3 16 16,0-3-18-16,-7 0 30 16,3-9-31-16,-2-11 12 15,0-11-22-15,3-9 8 16,3-6 4-16,0-8-7 15,0 0-1-15,0-1-5 16,8 4 11-16,3 3-19 16,2 7 16-16,-1 5-21 15,-2 11 28-15,1 7-18 16,0 8 22-16,-3 8-18 16,2 2 5-16,-4 13-4 15,1 16 3-15,-1 9 10 0,1 6-4 16,-1 6 19-1,1 4-11-15,1 0 30 0,1-4-30 16,3-4 22-16,-2-5-32 16,3-4 18-16,-3-5-17 15,-1-9 2-15,-3-7 1 16,-1-3-3-16,-2-5-5 16,-3-4-34-16,0-1-12 15,-8-3-54-15,-10 0-105 16,-6 0-164-16,-3-3-233 15</inkml:trace>
  <inkml:trace contextRef="#ctx0" brushRef="#br0" timeOffset="42437.75">20987 1080 911 0,'0'0'66'0,"0"0"11"15,0 0-69-15,82-19-20 16,-53 17-140-16,-3-2-193 16</inkml:trace>
  <inkml:trace contextRef="#ctx0" brushRef="#br0" timeOffset="42995.42">21482 1016 969 0,'0'0'69'0,"0"0"-20"0,0 0-39 16,0 0-8-16,-88 39-2 16,75-24 3-16,8-1-10 15,5-4 8-15,0 2-16 16,11-6 21-16,12 3-11 15,6-3 20-15,3 0-19 16,1-2 22-16,-2 1-8 16,-9 1 35-16,-4-2 16 15,-10 2-31-15,-8 2-3 16,0 0 6-16,-14 1 41 16,-8 1-44-16,-4 2-7 15,0-1-32-15,0-1 25 16,6-2-28-16,7-3 12 15,3-1-32-15,10-2-13 16,0-2-27-16,7 0-65 16,16-10 8-16,6-5 48 15,7-3 33-15,3-3-23 16,1 2 65-16,-6 3 2 16,-3 4 40-16,-5 3 12 15,-6 3 28-15,-6 6-18 16,-1 0 0-16,-3 0-9 15,-2 6-4-15,-2 11 6 16,0-1-19-16,-3 3-2 16,-1 2-29-16,-2 0 16 15,0-3-24-15,1-2 13 16,-1-5-47-16,0-6-47 16,0-5-99-16,0 0-124 0</inkml:trace>
  <inkml:trace contextRef="#ctx0" brushRef="#br0" timeOffset="43137.16">21774 965 972 0,'0'0'53'0,"0"0"48"16,0 0-76-16,0 0-53 16,0 0-128-16,6-4-91 15,0 15-210-15</inkml:trace>
  <inkml:trace contextRef="#ctx0" brushRef="#br0" timeOffset="43935.17">22074 1063 717 0,'0'0'134'16,"0"0"-5"-16,0 0-62 15,0 0-41-15,0 0-24 16,0 0 1-16,-93 48-22 16,74-26-7-16,4-2-8 15,4 4 24-15,7-1-12 16,4-2 30-16,0-3-18 16,3-1 22-16,15-8 3 15,4-3 26-15,1-6 15 16,5 0 12-16,0-7 2 15,0-12-37-15,-4-5 2 16,-3-3-34-16,-6-5 15 16,-6-1-22-16,-9-5 25 0,0-4-28 15,0-1 18 1,-9-1-20-16,-6 2 6 0,0 3 5 16,-1 10-2-16,5 4 5 15,-1 10-11-15,-1 9 15 16,-1 6-21-16,-1 2 18 15,-1 19-21-15,-1 8 27 16,4 6-18-16,3 5 13 16,3 1-5-16,5 0 1 15,2-5 7-15,0-2-3 16,16-3 19-16,6-5-6 16,8-6 28-16,9-5-24 15,3-5 18-15,5-6-37 16,1-4 14-16,1 0-25 15,-7 0 15-15,-3-10-6 16,-7-1-1-16,-6-1 2 16,-6-1-6-16,-7-2 10 15,-1 0-16-15,-4-2 21 16,-6-1-23-16,-2 0 29 16,0 0-29-16,-4 4 25 15,-11 1-18-15,-1 3 15 16,-2 5 0-16,-1 5-3 15,-1 0 1-15,1 5-12 16,3 14 10-16,0 3-16 16,7 3 21-16,3 1-25 15,6 0 29-15,0-2-27 16,2-2 26-16,11-2-20 0,6-3 9 16,-1-5 0-1,3-2-6-15,0-6-6 16,-1-3-36-16,-2-1-25 0,-1 0-96 15,-4-14-165-15,-1-3-316 16</inkml:trace>
  <inkml:trace contextRef="#ctx0" brushRef="#br0" timeOffset="44103.63">22600 976 1202 0,'0'0'28'0,"0"0"15"16,0 0-30-16,0 0-13 15,-3 31-60-15,-3-15-140 16,1 0-278-16</inkml:trace>
  <inkml:trace contextRef="#ctx0" brushRef="#br0" timeOffset="44250.8">22647 1173 989 0,'0'0'234'16,"0"0"-92"-16,0 0-61 15,0 0-63-15,0 0 9 16,0 0-37-16,0 5-47 16,-25-6-314-16,-10-5-682 15</inkml:trace>
  <inkml:trace contextRef="#ctx0" brushRef="#br0" timeOffset="44884.87">20991 1581 723 0,'0'0'109'0,"0"0"89"16,0 0-5-16,112-19-65 15,-52 9-56-15,18-5 3 0,12-2-40 16,14 1-1-16,11-1-17 16,6-1-6-16,4 1-4 15,-7 3-12-15,-11 2 12 16,-7 1-9-16,-14 3 26 15,-16 3-25-15,-15-3 19 16,-15 5-27-16,-11-1 23 16,-10 1-23-16,-11 0 13 15,-8 2-15-15,0 1-27 16,-7 0-25-16,-14 0-82 16,-3 0-220-16,-5 0-416 15</inkml:trace>
  <inkml:trace contextRef="#ctx0" brushRef="#br0" timeOffset="46272.2">23003 906 653 0,'0'0'129'16,"0"0"31"-16,0 0-54 16,0 4-40-16,0 23-54 15,0 4 49-15,0 7-25 16,5 3 11-16,0-1-22 15,4-8-11-15,0-6-5 16,4-9-6-16,2-9 6 16,0-5-11-16,5-3 22 15,2-4-11-15,0-14 20 16,2-4-32-16,-1-5 16 16,-4-2-20-16,-2-1 10 15,-4 0-4-15,-1 2-5 16,-6 5 0-16,-1 6-5 15,-2 5 10-15,0 8-4 0,-1 4 12 16,2 9-28-16,2 19 17 16,2 12 0-1,6 13 28-15,1 7-4 0,5 6 24 16,2 2 10-16,3 2 1 16,-1-4 1-16,-1-3-14 15,-5-5 8-15,-4-8-24 16,-5-8 17-16,-6-8-35 15,-3-8 19-15,0-10-28 16,-11-3 24-16,-12-10-15 16,-2-3 2-16,-6 0-7 15,-1-11-14-15,-1-10-14 16,4-2-36-16,6-3-5 16,4 0-40-16,9-1 5 15,6 0-104-15,4-1-123 16,0 0-176-16</inkml:trace>
  <inkml:trace contextRef="#ctx0" brushRef="#br0" timeOffset="46720.57">23522 1098 667 0,'0'0'81'0,"0"0"-16"15,0 0 11-15,0 0-8 0,0 0-34 16,-2 72 14-16,2-61-7 16,0 1 7-16,4-4 0 15,5-3-20-15,2-1 3 16,3-4-10-16,-1 0 13 15,3 0-24-15,-2 0 19 16,3-9-29-16,-1-3 13 16,-4 0-19-16,-1-3 10 15,-5 5-1-15,-6 0 0 16,0-1 11-16,0 3 8 16,-6 2 12-16,-5 0-36 15,-3 3 16-15,-3 1-25 16,0 2 20-16,3 0-27 15,1 0 3-15,0 0-34 16,2 6-7-16,3 3-22 16,5-3-43-16,2 1-16 15,1 1-64-15,0-8-112 16</inkml:trace>
  <inkml:trace contextRef="#ctx0" brushRef="#br0" timeOffset="47120.37">23738 1098 741 0,'0'0'61'16,"0"0"58"-16,0 0-11 16,0 0-14-16,0 0-31 15,23 77-13-15,-14-63-1 16,0-2-25-16,4-3 3 0,-3-3-20 15,4-3 12 1,1-3-19-16,-1 0 21 0,3-6-26 16,0-7 19-16,-5-2-21 15,1-1 10-15,-5-2-4 16,-1 2 0-16,-1 4 1 16,-5 2-2-16,0 5 8 15,-1 3-13-15,0 2 16 16,3 0-18-16,-1 0 20 15,1 7-27-15,4 7 33 16,3 1-17-16,2 2 6 16,5-1-4-16,2-4-2 15,4-1-7-15,1-5-61 16,1-2-116-16,-3-4-166 16</inkml:trace>
  <inkml:trace contextRef="#ctx0" brushRef="#br0" timeOffset="47722.82">24549 1056 513 0,'0'0'72'16,"0"0"71"-16,0 0-11 15,0 0-36-15,17-13 26 16,-17 13-8-16,0 0-36 16,0 0-12-16,0 0-17 15,-6 0-3-15,-5 5-32 16,-4 9-2-16,-4 2-22 16,2 5 22-16,3 1-23 15,0-1 20-15,6-2-17 16,7-1 10-16,1-3-3 15,5-3-4-15,21-4-10 16,8-2-10-16,7-6 1 16,6 0-56-16,4 0-73 15,-4-10-112-15,0-6-89 16</inkml:trace>
  <inkml:trace contextRef="#ctx0" brushRef="#br0" timeOffset="48438.34">24915 1073 683 0,'0'0'80'0,"0"0"41"0,0 0 13 16,0 0-93-16,-83-11-10 15,64 26-23-15,-4 6-5 16,3 0-2-16,3 2-2 16,5-3 6-16,7-1-2 15,5-7 13-15,0-3-12 16,2-1 18-16,16-8-23 15,1 0 21-15,6 0-19 16,1-5 16-16,0-6-13 16,-3-2-3-16,-6 1 1 15,-2 2-7-15,-8 2 3 16,-3 2-13-16,-2 3 16 16,-2 3-10-16,0 0 20 15,0 0-20-15,0 0 20 16,1 0-26-16,4 0 10 15,1 7 1-15,5 3 8 16,-1 0 9-16,3-1 13 16,1 0 10-16,1-5-13 15,-2 1 10-15,-2-5-27 16,2 0 19-16,-3 0-27 16,-1-2 20-16,3-5-23 15,-4-3 10-15,3 0-9 16,-3 2-8-16,2 0-4 15,-1 3 1-15,1 4 15 0,2 1-12 16,-5 0 19-16,3 0-16 16,-3 8 31-16,-1 1-16 15,0 0 25 1,-3-1-22-16,-2-2 9 0,1-4 8 16,-2 0-4-16,0-2 1 15,3 0-12-15,3 0 17 16,5-11-13-16,-1-5 6 15,6-1-31-15,0-2 23 16,-1 3-32-16,1 2 21 16,-3 5-19-16,-3 5 6 15,2 4 5-15,-3 0-1 16,-4 0 6-16,3 9-7 16,-2 5 16-16,-1-1-14 15,-1 2 20-15,1-1-23 16,-2-3 21-16,1-1-27 15,-1-2-18-15,0-6-82 16,-2-2-110-16,2 0-228 16</inkml:trace>
  <inkml:trace contextRef="#ctx0" brushRef="#br0" timeOffset="49122.36">25993 978 639 0,'0'0'130'0,"0"0"23"15,0 0-7-15,47-68-84 16,-38 43-2-16,-3-2-15 15,-3 0-14-15,-3 0-10 16,0 3-18-16,-9 0-2 16,-8 8-9-16,-5 6 7 15,-1 9-30-15,-3 1 16 16,3 8-4-16,2 17 22 16,6 7-17-16,4 5 12 15,10 5-5-15,1 1 4 16,0 2 9-16,15 1 2 15,3-2 15-15,0-3-2 16,0-3 18-16,-1-3-20 0,-3-7 6 16,-5-4-31-1,-4-4 19-15,-2-8-27 0,-3-1-18 16,0-6-72-16,-3-4-107 16,-11-1-104-16</inkml:trace>
  <inkml:trace contextRef="#ctx0" brushRef="#br0" timeOffset="49375.17">25906 1145 721 0,'0'0'119'0,"0"0"28"16,107-46-25-16,-65 37-28 16,-3 0-29-16,0 6-28 15,-9 3-40-15,-5 0 16 16,-8 6-25-16,-2 8 34 15,-7 1-24-15,-2 5 16 16,-3-1 6-16,-3-1-1 16,0-3 0-16,0-3-16 15,0-4 6-15,0-3-16 16,0-5-4-16,0 0-73 16,0-6-62-16,-3-11-270 15</inkml:trace>
  <inkml:trace contextRef="#ctx0" brushRef="#br0" timeOffset="50272.8">26211 980 782 0,'0'0'9'16,"0"0"23"-16,0 0-24 16,0 0-8-16,0 0-10 15,0 0-35-15,63 81 20 16,-35-65 19-16,1 1 12 15,0 0 2-15,-5-2 66 16,-2 1 48-16,-5-6 32 16,-5 0-50-16,-2-5-21 15,-5-2-32-15,0-3-11 16,-2 0-8-16,1 0-14 16,1-11 0-16,-1-3-20 15,0-2 12-15,2-1-26 16,-3 3 10-16,3 1-38 15,-2 5 14-15,2 1-21 16,1 4 26-16,0 3 7 16,-1 0 6-16,3 0 8 15,2 3-2-15,1 4 10 16,2 1-12-16,3 1 16 16,4-1-23-16,2-3 7 15,0 1-18-15,1-2 1 16,1 2-3-16,-2-6 23 15,-5 0 2-15,2 0 2 16,-7 0 4-16,-1-4 6 16,-1-4 35-16,-5-1-7 15,-3-2 15-15,-2-2-32 16,-1 1 13-16,0-2-35 16,0 2 20-16,-4 1-22 15,-7 2 4-15,3 2-2 16,-7 3-6-16,1 4-4 15,-5 0-17-15,2 6-4 0,-2 9-9 16,2 3 21 0,4 3-34-16,4-3 18 0,3 1-16 15,6-4 57-15,0-3-9 16,3-3 10-16,12-5 17 16,5-1 7-1,2-3 19-15,5 0-6 0,5-12 5 16,0-8-19-16,1-3 9 15,-1-4-36-15,-4-5 22 16,-5-4-29-16,-7-2 17 16,-9-6-12-16,-7-3 2 15,0-4-2-15,-15-1-11 16,-7 2 3-16,-4 3-8 16,0 10 24-16,4 6-16 15,3 10 21-15,2 13-20 16,5 8 23-16,3 2-24 15,6 23 14-15,3 10 8 16,0 9 25-16,3 7 8 16,14 7-12-16,4-1 6 15,3-1-29-15,0-2 5 16,-1-8-23-16,-1-7 21 16,-5-6-43-16,-1-7-25 15,-4-12-112-15,-6-4-176 16,-6-10-531-16</inkml:trace>
  <inkml:trace contextRef="#ctx0" brushRef="#br0" timeOffset="51491.17">27529 1016 440 0,'0'0'160'0,"0"0"22"16,6-5-38-16,-4 4-19 15,-2-2-36-15,0 1 8 16,0-4-46-16,0 2-5 15,-6-4-34-15,-6 2-1 16,-2 1-5-16,-6 4-5 16,1 1-1-16,-3 0-10 15,1 6 12-15,2 10-18 16,3 0 20-16,6-1-20 16,4 0 20-16,4-3-19 15,2-4 20-15,0-1-12 16,2-2 5-16,10-3 4 15,5-2-2-15,2 0 5 16,4 0-8-16,0-3 12 0,0-8-17 16,-4 0 20-1,-2-1-19-15,-4 2 19 0,-4 3-19 16,-2 1 14-16,-4 4-4 16,-3 0 3-16,0 0 16 15,3 2-14-15,1 0-1 16,3 0-19-16,6 15 14 15,2 4-7-15,5 11 29 16,3 5-15-16,-4 6 31 16,2 1-6-16,-3 0 17 15,-1 1 3-15,-5-5 5 16,-1-6-7-16,-5-6-19 16,-3-6-2-16,-3-3-18 15,0-5 25-15,-3-5-26 16,-16 0 28-16,-4-5-38 15,-9 1 16-15,-2-3-31 16,-2 0-1-16,0-4-21 16,1-9-16-16,6-2-11 15,4-4-37-15,8-2-19 16,4-6-93-16,9-2-152 16,4-2-251-16</inkml:trace>
  <inkml:trace contextRef="#ctx0" brushRef="#br0" timeOffset="51785.81">27798 784 1077 0,'0'0'85'15,"0"0"41"-15,0 0-70 16,0 0-31-16,45 1-15 16,-33 2-8-16,0-1-3 15,0-2-77-15,-2 0-123 16,-3 0-129-16,0 0-215 15</inkml:trace>
  <inkml:trace contextRef="#ctx0" brushRef="#br0" timeOffset="52008.99">28080 685 991 0,'0'0'86'15,"0"0"14"-15,0 0-55 16,0 0-2-16,0 0-11 16,0 0-15-16,4 92-8 15,-4-67-15-15,3-2 14 16,1-2-47-16,1-2-32 16,3-6-93-16,1-4-61 15,0-5-211-15</inkml:trace>
  <inkml:trace contextRef="#ctx0" brushRef="#br0" timeOffset="52312.82">28360 784 965 0,'0'0'120'16,"0"0"19"-16,-49 81-58 15,33-46-33-15,3 2-17 16,6 1-12-16,5 0-3 16,2-3-19-16,0-3 10 15,6-5-16-15,11-4 19 16,1-4-24-16,2-7 5 15,1-6-48-15,1-4-35 16,0-2-137-16,-4-2-124 16</inkml:trace>
  <inkml:trace contextRef="#ctx0" brushRef="#br0" timeOffset="52552.4">28490 995 832 0,'0'0'180'0,"0"0"10"15,0 0-92-15,82 60-16 16,-56-45-52-16,-1 0-1 16,-4-1-33-16,-2-5 9 0,-6-1-3 15,0-3-17 1,-3-5-41-16,-1 0-56 0,-3 0-57 15,-3-11-65-15,2-5-112 16</inkml:trace>
  <inkml:trace contextRef="#ctx0" brushRef="#br0" timeOffset="52712.25">28669 956 877 0,'0'0'114'0,"0"0"-8"16,-68 72-38-16,45-41-42 15,1-2-7-15,5-6-27 16,4-4 1-16,4-4-85 16,5-9-103-16,4-6-120 15,0 0-259-15</inkml:trace>
  <inkml:trace contextRef="#ctx0" brushRef="#br0" timeOffset="53012.65">28731 665 879 0,'0'0'179'0,"0"0"-11"16,89 110-60-16,-58-62-15 15,-4 6-41-15,-6-2-4 16,-4-2-23-16,-7-4 14 0,-6-4-31 16,-4-5 18-16,0-7-31 15,-1-5 21 1,-11-5-27-16,-5-5-13 0,-2-3-53 16,-4-6-63-16,-1-5-207 15,-2-1-445-15</inkml:trace>
  <inkml:trace contextRef="#ctx0" brushRef="#br0" timeOffset="53529.38">29228 1178 833 0,'0'0'139'15,"0"0"51"-15,17 74-36 16,-11-46-52-16,1 1-59 16,-1-2 18-16,-3-1-39 15,-3-5-3-15,0-2-15 16,0-4-3-16,-9-7-23 16,-4-4-32-16,-1-4-25 15,2-3-96-15,-1-17-207 16,3-13-408-16</inkml:trace>
  <inkml:trace contextRef="#ctx0" brushRef="#br0" timeOffset="53766.16">29646 891 1002 0,'0'0'43'0,"12"67"84"15,-6-28-47-15,-2-3-42 16,2-2-44-16,-5-2 20 16,-1-4-25-16,0-3-31 15,0-7-129-15,-8-7-191 16</inkml:trace>
  <inkml:trace contextRef="#ctx0" brushRef="#br0" timeOffset="54828.72">29511 879 929 0,'0'0'93'0,"0"0"-35"16,110-44-44-16,-79 32-22 16,0 2 13-16,-7 4-7 15,-2 5-5-15,-2 1 5 16,-4 0-15-16,0 7 12 16,-3 10-1-16,3 2 17 15,-4 3-16-15,-1-2 22 16,-1 2-22-16,-4-1 29 15,-2-3-15-15,-1-1 14 16,0-2 5-16,-3-2 3 16,1-4-4-16,-1-2-20 15,2-3 1-15,-1-1-15 16,2-3 16-16,3 0-24 16,-2 0 17-16,5 0-19 15,1 0 15-15,0-3-10 16,-1-3 4-16,-1 2-6 15,-2 2 5-15,0 0 6 16,-2 2-5-16,1 0 10 16,3 0-22-16,-1 0 17 15,2 6-9-15,4 2 24 16,3 1-22-16,-1-2 17 0,5-3-11 16,0 1 5-1,3-4 0-15,-1-1 0 16,-2 0 16-16,3 0 2 15,-4 0 11-15,1-6-22 0,-4-2 23 16,1-4-21-16,-2-2 21 16,-1-1-16-16,-2-1 20 15,-4 0-21-15,-5-2 1 16,0 3 4-16,-3 2-13 16,0 3 3-16,0 3-17 15,-6 5 14-15,-8 2-27 16,-1 0 13-16,0 5-26 15,0 9 23-15,-2 5-40 16,5 0 11-16,1 2 17 16,7-2 14-16,2 0 7 15,2-2-3-15,0-4 12 16,9-2-8-16,8-4 27 16,5-7-9-16,3 0 28 15,3 0-37-15,4-6 8 16,1-4-23-16,-1-3 9 15,-3 2-6-15,-6 1-11 16,0 3-7-16,-7 4 9 16,-5 3 9-16,0 0-9 15,-4 2 17-15,0 11-15 16,-1 2 32-16,-2 0-12 16,0 0 27-16,-1-1-19 15,0-6 15-15,0-2 6 16,1-2-11-16,-2-4-2 15,4 0-4-15,1-4 15 0,7-9-21 16,-1-6 1 0,7 0-31-16,-2-3 11 0,2 3-32 15,-1 4 17-15,-3 4-16 16,-3 6 10-16,0 5 3 16,-5 0-9-16,0 9 19 15,-1 9 6-15,-3 2 18 16,0 3-12-16,-1-2 23 15,3-2-32-15,-3-6 25 16,0-5-31-16,-3-5-83 16,0-3-365-16</inkml:trace>
  <inkml:trace contextRef="#ctx0" brushRef="#br0" timeOffset="55429.25">31143 747 872 0,'0'0'95'16,"0"0"48"-16,0 98-47 15,0-50-13-15,3 0-32 16,1 1-10-16,3-4-39 16,-1-5 13-16,0-5-24 15,-2-7 21-15,-1-7-42 16,-1-6-35-16,-2-6-46 15,0-5-40-15,0-4-95 16,0 0-102-16</inkml:trace>
  <inkml:trace contextRef="#ctx0" brushRef="#br0" timeOffset="55912.43">31023 1015 728 0,'0'0'86'0,"0"0"-21"15,0 0 11-15,99-28 2 16,-51 22-26-16,1 0-6 16,1 2-52-16,-6 1 20 15,-11 1-22-15,-7 2 10 16,-11 0-16-16,-12 0-4 16,-3 2 4-16,-3 10 10 15,-15 3 15-15,-2 0-14 16,0 3 15-16,4-2-21 15,3-1 21-15,8-4-25 16,3-1 18-16,2-2-15 16,0-2 15-16,0-6 7 15,10 0-9-15,0 0 3 16,-1 0-6-16,1 0 9 16,0-4-15-16,0-3 16 15,-2-1-20-15,0 3 20 16,-1 0-20-16,2-1 17 15,-2 3-12-15,2 2 4 16,-2 1 0-16,0 0-2 16,2 0 6-16,1 8-2 15,0 4 18-15,0 1-16 16,5 1 15-16,-1-4-22 16,2-1 17-16,3-4-22 15,1-5 5-15,3 0-51 16,-4-1-90-16,-2-16-79 15,-1-3-173-15</inkml:trace>
  <inkml:trace contextRef="#ctx0" brushRef="#br0" timeOffset="56578.52">31557 706 747 0,'0'0'30'0,"0"0"134"15,-10 96-33-15,10-52-10 16,3 3-37-16,13-1-4 16,0-1-40-16,4-6 2 15,0-6-16-15,-1-6-7 16,6-7-4-16,-1-8-19 16,2-4 18-16,-1-8-20 15,-2 0 20-15,0 0-27 16,-3-15 19-16,-5-1-32 15,-4-2 22-15,-2-1-19 16,-5 0 0-16,-1 2-16 16,-3 1 15-16,0 4 20 15,0 1-1-15,0 6 12 16,0 2-18-16,0 3 15 16,0 0-22-16,-3 0 20 15,-3 7-29-15,2 7 34 16,0-1-13-16,0 1 6 15,4 1-1-15,0-3-3 16,0 0 5-16,9-4-8 16,6 0 15-16,5-2-15 15,3-2 25-15,-1-2-16 16,1-2 22-16,2 0-27 16,-4 0 20-16,1-9-8 15,-3-2 2-15,-2-1 6 16,0-3-2-16,-5-1-4 0,-1-1-14 15,-3 1 18-15,-4-1-21 16,-4 1 25-16,0 3-26 16,0 3 35-16,0 5-26 15,-4 4 18-15,-5 1-19 16,-1 0-6-16,3 6 1 16,1 8-2-16,4 5 9 15,2 1-11-15,0 1 21 16,3 0-22-16,9-3 24 15,5 0-30-15,0-3 1 16,0-4-73-16,-2-4-73 16,1-6-195-16,-4-1-344 15</inkml:trace>
  <inkml:trace contextRef="#ctx0" brushRef="#br0" timeOffset="58413.19">23210 2010 605 0,'0'0'93'16,"-18"0"-6"-16,7 0-6 15,-4 0-42-15,-1 0-10 16,-1 2-9-16,1 5-13 15,-3 4-2-15,1 5-6 16,0 3 8-16,1 4-14 16,5 1 18-16,4 1-5 15,5-2 21-15,3-4-4 0,0-4 24 16,4-7-16 0,11-4 7-16,3-4 7 0,-1 0-6 15,1-4-1-15,-2-10-10 16,0-5 6-16,-4-4-26 15,-1-3 10-15,-5-5-28 16,-2-2 24-16,-2-4-27 16,-2-1 19-16,0-3-24 15,0 2 4-15,0 0 10 16,0 7-7-16,0 6 11 16,-2 7-6-16,1 11 13 15,-1 6-14-15,1 2 18 16,-1 10-28-16,2 15 23 15,0 7-18-15,0 7 20 16,0 4-12-16,2 0 7 16,9 0 5-16,1-4 0 15,1-3 1-15,3-7-13 16,-2-5 14-16,3-5-20 16,1-4 22-16,1-4-43 15,-5-6-49-15,0-2-126 16,-5-3-91-16,-1 0-178 15</inkml:trace>
  <inkml:trace contextRef="#ctx0" brushRef="#br0" timeOffset="59117.03">23397 2137 597 0,'0'0'135'0,"0"0"15"15,0 0-36 1,0 0-24-16,0 0-20 0,68-71-11 15,-63 56-39-15,1 1 8 16,-6 0-23-16,0 1 24 16,0 1-30-16,0 5 18 15,-8 1-23-15,-4 6 5 16,-3 0-12-16,-1 3-6 16,-1 15 13-16,-1 5-2 15,5 4 9-15,4-2-21 16,5 2 20-16,4-5-13 15,0-4 21-15,7-7-31 16,15-6 31-16,3-5-13 16,5 0 9-16,3 0 1 15,2-8-6-15,-2 0 4 16,-6 1-9-16,-3 4 12 16,-6 3-14-16,-4 0 17 15,-5 8-18-15,-4 5 23 16,-1-1-9-16,-2 0 27 15,-2-4-9-15,1-4 10 16,-1-1 9-16,0 0-2 16,0-3 5-16,0 0-17 15,0 0 12-15,0 0-23 16,0-9 12-16,0-3-31 16,0-4 22-16,-1-5-33 15,1 1 21-15,0-2-22 16,0 2 0-16,3-2-6 15,8 1-20-15,3 6-34 16,3 0-74-16,0 5-36 16,1 1-58-16,0 4 1 15,-2 5 17-15,-2 0 107 0,-1 0 118 16,-3 10 107 0,-1 3 87-16,-2 3-11 0,0 3-9 15,1 0-17-15,-3-1-21 16,3 0-45-16,0-1-14 15,-1-1-49-15,-2-4 4 16,1-2-35-16,-3-3 16 16,1-4-22-16,-3-1-9 15,-1-2-67-15,0 0-98 16,0-9-150-16,0-9-294 16</inkml:trace>
  <inkml:trace contextRef="#ctx0" brushRef="#br0" timeOffset="59250.84">23862 1865 902 0,'0'0'68'15,"0"0"12"-15,0 0-47 16,0 0-60-16,-8-12-31 16,2 15-128-16,6 6-167 15</inkml:trace>
  <inkml:trace contextRef="#ctx0" brushRef="#br0" timeOffset="60183.16">24066 2057 796 0,'0'0'203'16,"0"0"-13"-16,0 0-81 15,72 77-38-15,-56-63-14 16,0-5-26-16,-3-4 1 15,-2-1-21-15,-5-4 10 16,0 0-25-16,-1 0 25 0,-2-6-17 16,1-11 19-1,-1-3-32-15,1-5 10 0,-3 0-24 16,2-2-9-16,2 4 0 16,-2 2-12-16,4 3-2 15,3 4-23 1,1 6 25-16,3 1-10 0,3 4 10 15,-3 3-13 1,3 0 34-16,-2 0 4 0,-1 0 19 16,-3 7 1-16,-3-3 5 15,-2 0 20-15,0-1 4 16,-6 0 17-16,1-1-18 16,1 1 13-16,-2 0-19 15,0 5 17-15,0 3-25 16,0 2 9-16,0 3-23 15,-3 1 5-15,1-2-4 16,2-2-4-16,0-2 5 16,0-2-9-16,2-2 14 15,8-3-17-15,3-3 20 16,0-1-21-16,0 0 22 16,1 0-24-16,-2-9 20 15,-1-3-13-15,-2-2 5 16,-2-2 2-16,-1 3-4 15,0-2 5-15,-3 5-9 16,-3 3 13-16,1 4-16 16,0 3 18-16,2 0-20 15,0 3 13-15,2 8-15 16,4 5 20-16,-1 0-9 0,1 2 2 16,2-4 1-1,1-1-1-15,-1-1 7 0,1-8-14 16,2-2 18-16,0-2-19 15,3 0 21-15,0-14-26 16,2-3 13-16,1-7-37 16,-3-4-11-16,1-3-32 15,-7-5 21-15,1-2 30 16,-9-3-5-16,-2-3 19 16,-1-1-24-16,0 2 2 15,0 5 8-15,-7 8 28 16,1 6-11-16,0 16 21 15,1 8-7-15,2 1 11 16,3 26-12-16,0 5 17 16,0 11 21-16,0 4 23 15,8 1 21-15,7 0-23 16,-2-2 16-16,1-5-37 16,1-6-9-16,-4-6-38 15,1-7 20-15,-6-5-19 16,-4-8-24-16,-2-7-67 15,0-2-100-15,-17 0-128 16</inkml:trace>
  <inkml:trace contextRef="#ctx0" brushRef="#br0" timeOffset="60425.02">24603 1903 812 0,'0'0'88'0,"0"0"59"0,88-16-46 15,-50 14-54 1,0 2 7-16,-5 0-43 0,-1 6 16 16,-6 8-20-16,-3 4 14 15,-6-1-15-15,-3 5 11 16,-6-2 3-16,-2 2-7 16,-6-1 3-16,0-4-18 15,0 0 14-15,0-6-31 16,0-7-17-16,0-4-117 15,0 0-173-15,1-17-311 16</inkml:trace>
  <inkml:trace contextRef="#ctx0" brushRef="#br0" timeOffset="60568.21">24929 1805 1047 0,'0'0'19'16,"0"0"-9"-16,0 0-16 15,0 0-72-15,0 0-66 16,0 0-11-16,20-7-203 16</inkml:trace>
  <inkml:trace contextRef="#ctx0" brushRef="#br0" timeOffset="61099.58">25086 1971 462 0,'0'0'140'0,"0"0"58"16,0 0-42-16,0 0-11 16,93 78-76-16,-69-70 9 0,-1-3-44 15,-2-5-2-15,-4 0-29 16,-3 0 0-16,-5-3 5 16,-5-8-4-16,-4-3 3 15,0-3-14-15,0 2 14 16,-2-3-31-16,-5 3 10 15,1 1-27-15,2 3 34 16,0 3-8-16,4 4 14 16,0 1-21-16,0 3-14 15,2 0 7-15,9 0 21 16,0 0 11-16,7 4-11 16,-2 3 20-16,2 0-5 15,4-3 38-15,0 0-22 16,2-4 25-16,2 0-15 15,-1-3 10-15,-1-7-14 16,-3-4-3-16,-4-3-4 16,-4-2-17-16,-3 2 12 15,-4-1-9-15,-6 4 21 16,0 4-31-16,0 3 26 16,0 7-26-16,0 0 18 15,-10 7-26-15,-1 12 8 16,0 4 2-16,0 4 0 15,5 1 2-15,3 1-8 16,3-7 15-16,0-1-20 16,9-10 7-16,8-1-50 15,6-10-43-15,-1 0-217 16,-1-4-571-16</inkml:trace>
  <inkml:trace contextRef="#ctx0" brushRef="#br0" timeOffset="61849.87">26048 1871 796 0,'0'0'135'0,"0"0"-8"16,0 0-66-16,0 0-29 15,-35 59-6-15,25-40-6 16,7-1-11-16,2-3 9 16,1-3-21-16,0-3 21 15,8-4-15-15,8-3 18 16,-1-2-30-16,3 0 26 16,1-7-25-16,-2-9 0 15,4-5-7-15,-5-8 1 16,-1-3-9-16,-1-6-4 15,-6-8 3-15,-2-4-13 16,-6-4 3-16,0 3-42 16,0 5 27-16,-3 7-3 15,-6 11 54-15,5 13-57 16,3 14 41-16,1 1 12 0,0 24-16 16,0 16 33-16,4 10 34 15,12 11-1-15,0 6 50 16,5 6 12-16,5 2-11 15,3 1 24-15,1-2-51 16,-1-2 21-16,-4-7-42 16,-6-6-1-16,-8-9-9 15,-11-11-19-15,0-8 4 16,-13-12-14-16,-14-7 22 16,-5-10-35-16,-3-2 21 15,1-9-31-15,2-14 31 16,7-6-35-16,8-3 16 15,6-3-21-15,8 0-1 16,3 5-12-16,1 2-20 16,18 2-21-16,0 3-41 15,1 1-39-15,0 0-144 16,-5 2-200-16</inkml:trace>
  <inkml:trace contextRef="#ctx0" brushRef="#br0" timeOffset="64089.86">27040 1940 510 0,'0'-7'49'16,"0"1"72"-16,0-4-36 15,0 0-26-15,-9 2 13 16,-5 1-24-16,-2 2 1 16,-4 3-33-16,-3 2 14 15,1 0-31-15,-4 10 5 16,4 6-8-16,1 6 3 0,6 1 1 16,8-1-2-16,0-2 5 15,7-6-7-15,0-3 23 16,0-5-15-1,8-4 23-15,4-2-22 0,4 0 24 16,0 0-18-16,1-6-1 16,-3-6-6-16,2 2-2 15,-4-1 1-15,-3 3-6 16,-1 2 9-16,-4-1-12 16,-2 6 19-16,1 1 12 15,-2 0 18-15,4 4-44 16,2 13 18-16,3 5 24 15,1 11 3-15,3 2-3 16,1 5-4-16,-1 4 4 16,0-2-7-16,-3 0 9 15,-1-2-19-15,-4-4 31 16,-2-5-30-16,-2-6 13 16,-2-4-22-16,0-3 12 15,-2-5-24-15,-13-5 13 16,0-3-5-16,-5-5-16 15,0 0-15-15,-2-7-34 16,3-13-4-16,5-7-46 16,1-9-23-16,6-3-140 15,4-4-189-15</inkml:trace>
  <inkml:trace contextRef="#ctx0" brushRef="#br0" timeOffset="64336.28">27226 1823 1014 0,'0'0'160'0,"0"0"-7"15,0 0-121-15,93-3-18 16,-70 0-11-16,-4 2-9 16,-2-3-82-16,-7-2-160 15,0 1-240-15</inkml:trace>
  <inkml:trace contextRef="#ctx0" brushRef="#br0" timeOffset="64552.41">27489 1717 879 0,'0'0'94'0,"0"0"85"16,0 0-56-16,0 0-64 16,16 72-37-16,-13-53-9 15,1 0-9-15,2 0-7 16,-2-4-37-16,2-1-95 15,0-8-122-15,0-3-257 16</inkml:trace>
  <inkml:trace contextRef="#ctx0" brushRef="#br0" timeOffset="64891.43">27850 1777 927 0,'0'0'118'0,"-23"72"45"15,7-29-34-15,4 0-73 16,1 0-15-16,7 0-26 16,4-3 2-16,0-4-24 15,1-4 19-15,13-5-24 16,1-10 11-16,5-6-55 16,-2-7-14-16,2-4-76 15,-3 0-100-15,-1-10-204 16</inkml:trace>
  <inkml:trace contextRef="#ctx0" brushRef="#br0" timeOffset="65128.09">28045 2010 873 0,'0'0'117'16,"0"0"43"-16,0 0-45 15,0 0-62-15,78 75-3 16,-59-60-42-16,0-3 7 16,-4-1-14-16,-1-5-1 15,-3-1-18-15,-4-4-51 16,-1-1-36-16,-3 0-80 16,-3-4-90-16,0-10-205 15</inkml:trace>
  <inkml:trace contextRef="#ctx0" brushRef="#br0" timeOffset="65287.8">28166 2027 882 0,'0'0'142'0,"0"0"-13"16,-81 79-99-16,60-56-12 15,9-7-23-15,5-5-27 16,7-6-100-16,0-5-155 15,1 0-284-15</inkml:trace>
  <inkml:trace contextRef="#ctx0" brushRef="#br0" timeOffset="65597.11">28302 1746 787 0,'0'0'112'15,"0"0"62"-15,67 89-17 16,-40-45-42-16,0 2-33 16,-2 2-31-16,-6 0 30 15,-5-3-36-15,-5-1-3 16,-9-6-29-16,0-7 16 15,-9-4-36-15,-14-5 12 16,-4-8-34-16,-2-7-36 16,-2-5-35-16,1-2-86 15,1-8-207-15,6-14-399 16</inkml:trace>
  <inkml:trace contextRef="#ctx0" brushRef="#br0" timeOffset="66501.2">28936 1978 882 0,'0'0'153'16,"0"0"-7"-16,15 74-49 16,-11-45-55-16,2-5-23 15,-5 0-23-15,1-5 13 16,0-5-44-16,-2-3-53 16,0-5-124-16,-2-5-145 15</inkml:trace>
  <inkml:trace contextRef="#ctx0" brushRef="#br0" timeOffset="66906.82">28851 2088 806 0,'0'0'59'0,"0"0"92"15,88-23-64-15,-46 15-34 16,1 4-11-16,2 3-20 15,-9 1-27-15,-3 0 11 16,-8 7-37-16,-5 7 18 16,-7-2-16-16,-4 3 30 15,-1-1-6-15,-2-2 6 16,0-3 2-16,1-2-2 0,6-1 3 16,-3-5-6-1,6-1 14-15,1 0-9 0,2 0 15 16,-1-4-20-16,-1-6 24 15,-3-1-24-15,-2-1 18 16,-5 0-9-16,-6 0 17 16,-1-2 1-16,0 1-2 15,-7 0-3-15,-7 2-19 16,-5 1 9-16,-1 4-22 16,-5 2 16-16,-2 4-47 15,-3 0-36-15,-2 4-78 16,-1 6-115-16,4 1-333 15</inkml:trace>
  <inkml:trace contextRef="#ctx0" brushRef="#br0" timeOffset="67790.07">29888 1943 720 0,'0'0'46'0,"0"0"44"16,0 0-16-16,0 0-60 15,49-83 29-15,-39 56-5 16,0-4-14-16,-4 2-31 16,-6-6 21-16,0 4-21 15,0 2 13-15,-9 6-4 16,-8 10-4-16,-2 7 2 15,0 6-11-15,4 7-6 16,3 19-1-16,3 8 21 16,6 9-13-16,3 3 22 15,0 4-18-15,15 6 29 16,5 1 1-16,-1-1 32 16,0-2 33-16,-5-3 1 15,-3-6-19-15,-5-7-18 16,-3-7-5-16,-3-6-30 15,0-9 7-15,0-5-20 16,0-4 27-16,-7-5-31 16,0-2 25-16,-5 0-25 0,5-10 8 15,0-8-3 1,2-5-12-16,5-6-6 16,0-2-11-16,3-1 14 0,15-2-21 15,9 1 15 1,5 4-23-16,4 4 34 0,1 4-17 15,-2 4 25-15,-6 9-12 16,-3 5 8 0,-4 3-1-16,-5 0-2 0,-7 4 7 15,-4 12-7-15,-3-1 18 16,-3 5-17-16,0-2 21 16,0-3-27-16,0 0 21 15,-1-3-37-15,-4-5-35 16,-2-5-111-16,1-2-139 15,0-2-226-15</inkml:trace>
  <inkml:trace contextRef="#ctx0" brushRef="#br0" timeOffset="68707.12">30200 1833 868 0,'0'0'76'16,"0"0"-12"-16,0 0-56 15,0 0-56-15,0 0-23 16,13 27-82-16,-2-8-61 16,5 0 75-16,4 2 65 15,-1-3 66-15,0 1 57 16,-2-2 64-16,-1-2 50 16,-3 0-6-16,-1-6 14 15,-5 0-8-15,-1-5-61 0,-2-2-21 16,2-2-30-1,1 0 13-15,0 0-42 0,2-14 4 16,2 1-29 0,1-3 6-16,-2-1-8 0,3 2-15 15,0 2-4 1,-1 2-10-16,-1 6 15 0,-2 1-13 16,-2 4 29-16,3 0-24 15,-5 0 19-15,-1 5-10 16,2 6 23-16,1 0-12 15,1 2 5-15,3-6 1 16,3 1-6-16,5-1-7 16,2-4-4-16,4 0 16 15,-3-3-15-15,1 0 24 16,-2 0-18-16,-3 0 23 16,-2-6-21-16,-5-2 28 15,-2-2-4-15,-2-1 4 16,-1 1 5-16,-5-3-5 15,-1 0 12-15,0-1-23 16,0 1 6-16,0 2-23 16,-1 1 21-16,-8 3-24 15,-2 3 15-15,-2 4-32 16,-3 0 11-16,-2 0-11 16,0 12 3-16,2 4 7 15,3 2-10-15,4 2 22 16,5-1-4-16,4-2 18 15,0-5-15-15,0-1 31 16,9-2-11-16,6-6 28 16,4-3-11-16,4 0 21 15,5 0-14-15,-1-16-4 16,3-7-7-16,-1-4-15 16,-4-3 7-16,-5-4-19 15,-4-1 20-15,-6-3-27 0,-10-5 25 16,0 1-29-16,0-3 18 15,-15 3-22-15,-3 6 0 16,-5 8-6-16,3 8-3 16,1 14 5-16,0 6 5 15,3 8 16-15,2 19-17 16,5 7 27-16,6 8-8 16,3 5 44-16,0 0-15 15,9 0 13-15,11-2-20 16,-1-4-9-16,1-5-9 15,-1-2-7-15,-5-5-10 16,2-3-36-16,-7-5-46 16,-3-1-121-16,-2-7-203 15</inkml:trace>
  <inkml:trace contextRef="#ctx0" brushRef="#br0" timeOffset="70261.71">23322 2819 587 0,'0'0'77'0,"-17"-16"7"0,6 11-52 16,0 2 6-16,-2 3-21 16,-2 0 9-16,-2 11-35 15,-3 8 16-15,2 4-11 16,2 3 4-16,1-2 2 15,7-1-3-15,6-3 14 16,2-8-1-16,0-5 15 16,10-5 1-16,8-2 13 15,-1 0-21-15,6-12 19 16,2-5-26-16,-4-3 11 16,-3 1-24-16,-1-2 2 15,-5 4 0-15,-7 5-1 16,-2 6 4-16,-3 2-9 15,0 4 18-15,0 0 19 16,0 2 13-16,0 15-47 16,3 5 13-16,3 9-7 15,2 5 59-15,4 6-1 16,4-2 3-16,-1 4 5 16,0-2-19-16,-2-3 3 15,-3-3-16-15,-4-6 12 16,-4-4-32-16,-2-5 21 15,0-4-31-15,-5-4 23 16,-11-5-32-16,0-3 15 16,-7-2-15-16,-1-3-23 15,-4 0-13-15,-2 0-30 16,3-12-8-16,2-3-38 0,0-4-68 16,8-2-163-16,3-5-277 15</inkml:trace>
  <inkml:trace contextRef="#ctx0" brushRef="#br0" timeOffset="70545.78">23544 2708 1039 0,'0'0'82'16,"0"0"65"-16,0 0-77 16,0 0-49-16,60 0-14 15,-41 0 0-15,-1 0-16 16,-2 0-29-16,-3 0-105 15,-5 0-127-15,-6-3-225 16</inkml:trace>
  <inkml:trace contextRef="#ctx0" brushRef="#br0" timeOffset="70744.49">23788 2613 959 0,'0'0'159'0,"0"0"-39"0,0 0-83 16,0 0-32-16,0 87 4 15,0-70-17-15,6 1-12 16,-1-1-102-16,1-7-135 16,2-1-253-16</inkml:trace>
  <inkml:trace contextRef="#ctx0" brushRef="#br0" timeOffset="71413.58">24108 2685 850 0,'0'0'141'0,"0"0"5"16,0 0-57-16,0 0-30 15,-70 94-14-15,55-59-30 16,2 4 13-16,3 3-28 16,7-3 17-16,3 0-24 15,0-8 18-15,10-4-13 16,9-6 7-16,2-8 0 16,4-6-7-16,0-6 3 15,-2-1-34-15,0 0-45 16,-7-13-133-16,-4-6-134 15,-4-1-354-15</inkml:trace>
  <inkml:trace contextRef="#ctx0" brushRef="#br0" timeOffset="71636.64">24216 2878 840 0,'0'0'166'0,"0"0"27"0,0 0-84 16,83 72-50-16,-63-56-33 16,-3-5-8-16,0-3-21 15,-3-5 14-15,-2-2-35 16,-1-1-20-16,-3 0-77 16,-3-8-59-16,2-7-147 15,-4-5-170-15</inkml:trace>
  <inkml:trace contextRef="#ctx0" brushRef="#br0" timeOffset="71793.46">24371 2848 789 0,'0'0'124'0,"0"0"62"16,0 0-98-16,-86 86-43 16,66-64-25-16,5-5-18 15,4-5-2-15,6-4-62 16,5-5-69-16,0-3-141 15,0-1-156-15</inkml:trace>
  <inkml:trace contextRef="#ctx0" brushRef="#br0" timeOffset="72118.09">24403 2611 748 0,'0'0'80'0,"0"0"133"0,86 84-37 16,-49-46-57-16,-4 2-12 16,-1 1-47-16,-6 0 11 15,-6-1-30-15,-12-2 7 16,-5-2-14-16,-3-5-14 15,-3-3-3-15,-13-3-14 16,-7-3 7-16,-1-6-31 16,1-2-4-16,1-5-56 15,5-4 4-15,3-5-63 16,5 0-89-16,6-9-194 16</inkml:trace>
  <inkml:trace contextRef="#ctx0" brushRef="#br0" timeOffset="72693.16">24629 2533 870 0,'0'0'90'0,"0"0"33"16,0 0 35-16,99-3-100 16,-60 3-1-1,-3 0-38-15,0 0 10 0,-9 0-35 16,-4 5 12-16,-3 4-7 15,-6 6 2-15,-5 0 11 16,-1 7-3-16,-2 3 13 16,-3 3-13-16,0 4 16 15,-1 1-29-15,3 2 27 16,2 0-26-16,2 4 28 16,1-2-19-16,3 3 14 15,1-1 0-15,0 3-2 16,1-3 0-16,1-2-6 15,-5 0 30-15,0-4-16 16,-2-5 8-16,-3-4-30 16,-1-5 29-16,-5-2-31 15,0-5 31-15,0-2-11 16,-8-1 11-16,-7-3-6 16,-4-2-20-16,-4-1 2 15,0 0-14-15,-5-3 5 16,2 0-37-16,1 0 5 15,0 0-60-15,-3-9 2 16,4-7-47-16,-1-4-68 16,5-6-259-16</inkml:trace>
  <inkml:trace contextRef="#ctx0" brushRef="#br0" timeOffset="73032.67">25179 2492 1117 0,'0'0'87'0,"0"0"52"16,0 0-54-16,0 0-47 16,99-47-27-16,-70 29-9 15,-1-1-11-15,-4 0-81 16,-6-1-118-16,-6 0-235 15</inkml:trace>
  <inkml:trace contextRef="#ctx0" brushRef="#br0" timeOffset="73998.78">22938 2571 465 0,'0'0'21'0,"0"0"21"16,0 0-12-16,-84 29 9 15,77-2 12-15,6 5 17 16,1 9-10-16,0 8-7 15,14 5 16-15,1 6-4 16,-2 4 23-16,-1-2-14 16,-4 1-13-16,-5-8-26 15,-3 0 9-15,0-6-19 16,-2-5 9-16,-10-6 2 16,3-6-7-16,0-4 3 15,3-8-13-15,3-5 4 16,3-5-17-16,0-3 13 15,0-3-23-15,2-4 25 16,11 0-22-16,5 0 20 16,4 0-18-16,3-7 4 15,2 0-16-15,4-1-35 16,2 3-43-16,-1-2-82 16,2 1-175-16</inkml:trace>
  <inkml:trace contextRef="#ctx0" brushRef="#br0" timeOffset="74698.03">25712 2927 873 0,'0'0'132'0,"0"0"37"0,23 75-58 15,-15-44-48-15,-2-4-24 16,-2-3-23-16,0-3-3 15,-2-6-21-15,-2-5 9 16,0-6-80-16,0-4-77 16,0-2-208-16</inkml:trace>
  <inkml:trace contextRef="#ctx0" brushRef="#br0" timeOffset="74844.17">25707 2745 728 0,'0'0'-6'16,"0"0"14"-16,0 0-10 15,0 0-86-15,0 0-125 16</inkml:trace>
  <inkml:trace contextRef="#ctx0" brushRef="#br0" timeOffset="75287.41">25599 2910 820 0,'0'0'190'15,"0"0"-23"-15,102-12-71 16,-63 9-34-16,1-1-37 16,0-2-11-16,-9 3-20 15,-3-1 11-15,-8 0-66 16,-6 1-48-16,-5 3-121 15,-5 0-126-15</inkml:trace>
  <inkml:trace contextRef="#ctx0" brushRef="#br0" timeOffset="75526.78">25664 3182 700 0,'0'0'85'0,"0"0"114"16,0 0-30-16,0 0-49 15,85 0-65-15,-59-4-13 16,0 0-41-16,-1 0 7 16,-3 0-12-16,1 0-36 15,-1 1-65-15,-2-5-102 16,1 0-147-16</inkml:trace>
  <inkml:trace contextRef="#ctx0" brushRef="#br0" timeOffset="75915.64">26166 3109 772 0,'0'0'19'0,"0"0"98"16,0 0 0-16,0 0-61 16,0 0-4-16,0 0-16 15,13 42-20-15,-13-42-6 16,0-7 11-16,0-8-24 16,-7-4 12-16,-7-3-30 15,0-4 23-15,-3-2-14 16,3-2 20-16,-2-1-14 15,6 1 7-15,2 4-1 0,7 5 0 16,1 3 10 0,0 2-2-16,12 5 3 15,9 0-12-15,5 3 33 16,3 1-17-16,0 2 8 0,-1 1-31 16,-1 2 13-16,-4 2-42 15,-4 0-52 1,-9 0-66-16,-7 0-110 0,-3 6-164 15</inkml:trace>
  <inkml:trace contextRef="#ctx0" brushRef="#br0" timeOffset="76078.36">26095 2995 842 0,'0'0'91'0,"0"0"82"16,0 0-9-16,88 0-94 15,-43-7-30-15,0-4-46 16,2-1 6-16,-6-1-125 16,-8-1-177-16,-5 3-475 15</inkml:trace>
  <inkml:trace contextRef="#ctx0" brushRef="#br0" timeOffset="77096.11">26996 2965 569 0,'0'0'144'16,"0"0"28"-16,0 0-77 15,0 0-10-15,0 0-37 16,-55-12-6-16,37 21-18 16,-1 10-19-16,2 4-2 15,0 0-6-15,5 2 9 16,3-2-13-16,6-6 15 16,3-3-17-16,0-4 20 15,3-5-21-15,12-5 20 16,3 0-14-16,7 0 5 15,-3-12 2-15,2-3-4 16,-2-1 5-16,-6-1-13 16,-2 3 4-16,-8 5-15 0,-3 1 29 15,-3 3-17-15,0 4 20 16,0 1-15-16,0 0 31 16,0 0-10-16,0 0-11 15,0 7-6-15,0 1-2 16,0 2 7-16,7-2-4 15,3-1 13-15,-1-2-19 16,1-2 24-16,3-2-16 16,-3-1 15-16,4 0-18 15,1 0 12-15,-2-5-10 16,4-6 2-16,0-4 3 16,1-2-6-16,-2 2 10 15,0-2-15-15,1 5 17 16,-2 0-22-16,2 3 22 15,-3 5-13-15,2 4 25 16,0 0-27-16,3 0 18 16,-3 6 2-16,1 7 3 15,-4 0 3-15,0 0 4 16,-7 0 15-16,-5-2-11 16,-1 1 12-16,0-2-29 15,-17 0 23-15,-3-2-39 16,-5-1 18-16,-1-3-31 15,0-4-13-15,3 0-17 16,3 0-15-16,4-15-12 16,7-5-53-16,6-7-66 15,3-5-149-15,0-4-268 0</inkml:trace>
  <inkml:trace contextRef="#ctx0" brushRef="#br0" timeOffset="78197.7">27326 2685 922 0,'0'0'88'0,"20"93"96"15,-7-39-69-15,3 1-24 16,-3-4-30-16,3-1-22 16,-2-11-8-16,2-6-17 15,-1-10-2-15,2-7-16 16,2-9 15-16,1-7-20 15,3 0 24-15,0-11-23 16,-1-11 19-16,1-2-24 16,-2-4 18-16,-3 3-12 15,-5 2 0-15,-3 2 5 16,-7 3-5-16,-3 5 11 16,0 3-13-16,0 3 17 15,-6 5-22-15,-7 2 27 16,-3 0-31-16,-1 4 21 15,1 7-16-15,3 6 14 16,0 1-5-16,7 0 2 16,6 0 1-16,0-2-9 15,0-3 20-15,13-2-20 16,9-2 19-16,1-4-19 16,3-4 25-16,3-1-26 15,1 0 22-15,-4 0-18 16,0-4 8-16,-1-5-1 15,-5-1-4-15,-4 0 0 0,-2-3-7 16,-5 1 17 0,0-2-14-16,-6 0 20 0,2 3-23 15,-4 3 26-15,1 3-25 16,-2 1 25-16,0 2-14 16,0 2 7-16,0 0-6 15,0 0-4-15,-8 0 1 16,2 4-11-16,0 6 13 15,0 2-23-15,2 1 15 16,4 0-32-16,0-1 8 16,0-3-17-16,10-1 20 15,10-4-2-15,3-2 13 16,5-2 6-16,4 0-15 16,1 0-22-16,-1 0-12 15,-2-4 61-15,-4-2-21 16,-3-2 31-16,-10 1-20 15,-3 0 27-15,-7 2 4 16,-2-3 38-16,-1 1-12 16,0-2-15-16,-1 2-14 15,-7-1-13-15,-1 1 3 16,-3 3-16-16,-1 0 15 16,0 4-25-16,-3 0 14 15,0 0-27-15,-1 10 22 16,4 6-12-16,3 0 14 15,4 0-4-15,2 1 0 16,4 1 7-16,0-6-3 0,0 1 16 16,14-5-14-1,1-5 30-15,5-3-13 16,3 0 30-16,0-9-24 0,5-11 30 16,-1-6-21-16,-1-5-5 15,-3-6-11-15,-6-3-3 16,-2-2-3-16,-8-4-7 15,-7-2 12-15,0 0-19 16,-4 2 19-16,-14 4-26 16,1 10 25-16,-2 9-25 15,3 10 21-15,-1 13-15 16,4 10-3-16,-1 19 1 16,2 10 4-16,2 9 10 15,3 6-11-15,4-2 20 16,3-3-18-16,0-1 24 15,6-9-29-15,9-6-38 16,4-6-200-16,2-11-331 16</inkml:trace>
  <inkml:trace contextRef="#ctx0" brushRef="#br0" timeOffset="78550.62">28805 2678 745 0,'0'0'81'16,"0"0"100"-16,0 0-17 15,14 101-54-15,-8-55-16 16,-2 2-34-16,2-4-28 16,0-2-20-16,1-6-10 15,-1-8 2-15,-3-8-44 16,-2-4-43-16,-1-10-109 15,0-3-139-15,-4-3-234 16</inkml:trace>
  <inkml:trace contextRef="#ctx0" brushRef="#br0" timeOffset="78932.86">28706 2959 844 0,'0'0'94'0,"0"0"57"15,0 0-66-15,103-36-29 16,-61 26-35-16,1 3-16 16,-1 3-1-16,-3 0-8 15,-9 4-5-15,-5 0-38 16,-9 8 17-16,-6 3-11 16,-3 1 41-16,-3 0-13 15,-2-1 31-15,1-3-22 16,1-2 18-16,5-3 2 15,5-3 17-15,4 0 11 16,2 0-13-16,0-3 2 16,-4-6-18-16,0 1 6 15,-6 1-22-15,-7-1 39 16,-3 1-26-16,0-1 20 16,0-1-32-16,-13 2 4 15,-1-1-3-15,-3 1-4 0,-1 1-6 16,-4 3-24-16,-1 3-24 15,-3 0-84-15,-6 0-102 16,-1 3-237-16</inkml:trace>
  <inkml:trace contextRef="#ctx0" brushRef="#br0" timeOffset="79782.75">29778 2811 727 0,'0'0'98'0,"0"0"-15"15,32-77 7-15,-31 47-59 16,-1-4-7-16,0 1-3 16,-7 2-22-16,-10 3-6 15,-2 5-39-15,-3 11 0 16,2 9 2-16,1 3 26 15,2 19-2-15,5 17 26 16,8 10-18-16,4 9 30 16,0 8-6-16,17 1 22 15,6 0 15-15,2-5 19 16,-5-5 26-16,0-7 8 16,-8-9-9-16,-3-7-46 15,-8-7 17-15,-1-5-38 16,0-8 18-16,0-2-32 15,-7-4 19-15,0-5-15 16,-1 0-5-16,1-2 3 16,4-17-8-16,-1-5-9 15,4-6-20-15,0-6 21 16,7 0-27-16,9-3 24 16,6 3-28-16,2 7 21 15,2 3-17-15,2 8 27 16,1 7-4-16,-5 7 1 15,-2 4 5-15,-2 0-6 16,-7 1 10-16,-3 13-11 16,-3 3 19-16,-4 0-15 0,0 1 25 15,-3-2-30 1,0 4 23-16,0-6-23 0,0-1 11 16,0-5-14-16,0-4-46 15,0-4-82-15,0 0-85 16,0-6-88-16,0-11-287 15</inkml:trace>
  <inkml:trace contextRef="#ctx0" brushRef="#br0" timeOffset="80649.89">30019 2799 692 0,'0'0'109'16,"0"0"43"-16,0 0-63 15,0 0-79-15,0 0-2 16,3-12-26-16,7 22 31 15,6 3-20-15,0 2 17 16,1 0-10-16,-2 0 7 16,1-1 12-16,-3-1 14 15,1-1 16-15,-4 0 0 16,-1-1 26-16,1-1-21 16,-3-3 4-16,-1 0-30 15,-3-2 11-15,-2-3-33 16,2-1 13-16,-3-1-15 15,3 0-1-15,0 0 5 16,3 0 0-16,1-8 4 16,3-2-21-16,4 0 13 15,1-1-26-15,2 3 21 16,-2 4-24-16,-1 1 24 16,-1 3-22-16,-1 0 18 0,-1 0-14 15,-1 0-3 1,2 3 6-16,4 1-5 0,4-2 3 15,-1 0-44 1,4-1-9-16,0 1-23 0,-1-2 48 16,-3 0-20-16,-2 0 43 15,-4 0 12-15,-3 0 12 16,0 0 2-16,-3-2 17 16,-1-7 18-16,-3 0-12 15,0-2 17-15,-3 0-7 16,0 3 20-16,0-5-33 15,0 5 11-15,-4 0-32 16,-7 2 10-16,-1 3-19 16,-3 3 5-16,-1 0-10 15,0 3-10-15,-2 13 14 16,3 3-1-16,1 1 6 16,6 3-15-16,5-6 27 15,3-2-21-15,0-3 23 16,9-5-19-16,10-4 24 15,2-3 2-15,4 0 16 16,4-7 9-16,0-12-11 16,0-2-3-16,-2-9-12 15,-4-2 14-15,-3-4-34 16,-4-4 20-16,-7-4-26 16,-2-2 19-16,-7-2-28 15,0 3 14-15,-10 4-10 16,-6 8 1-16,-4 10 14 15,1 11 2-15,2 11 9 16,-2 1-18-16,6 19 14 0,4 12-17 16,1 7 39-1,8 7-23-15,0 1 20 16,1 1-34-16,15-4 13 0,0-3-7 16,0-7-29-16,1-5-53 15,-1-5-71-15,-4-7-119 16,-1-5-184-16</inkml:trace>
  <inkml:trace contextRef="#ctx0" brushRef="#br0" timeOffset="81334.28">31004 2838 695 0,'0'0'98'0,"0"0"106"16,0 0-61-16,0 0-48 15,10-29-27-15,-10 23-30 16,0 1-14-16,0-1-21 16,-4 2 12-16,-8 3-25 15,-3 1 24-15,-4 0-26 16,-2 12 19-16,0 8-22 0,-1 3 19 16,6 1-6-16,5-2 0 15,2-1 3 1,8-5-7-16,1-4 11 0,0-3-16 15,6-6 21-15,9-3-19 16,3 0 27-16,3 0-25 16,4-15 25-16,-1-4-20 15,-2-4 12-15,-2-6-6 16,-1-4-2-16,-4-3 4 16,-8-5-9-16,-2-2 9 15,-5-1-18-15,0-1 18 16,-4 3-28-16,-7 7 20 15,-4 10-24-15,-1 5 29 16,3 12-19-16,-4 8 9 16,5 4-1-16,-2 21-3 15,5 7 8-15,2 8-2 16,7 5 18-16,0-1-14 16,0-1 33-16,13-2-28 15,6-4 15-15,1-5-30 16,5-7 22-16,-1-2-21 15,2-7-17-15,-1-1-27 16,-5-5-85-16,-3-4-56 16,-1-5-27-16,-4-1-39 15,-5 0-78-15</inkml:trace>
  <inkml:trace contextRef="#ctx0" brushRef="#br0" timeOffset="81850.6">31212 2911 504 0,'0'0'179'0,"0"0"-31"16,0 0-11-16,0 0-11 15,95-49-16-15,-83 39-28 0,-2 1 4 16,-5 0-37-16,-5 0 11 16,0 0-36-16,0-2 9 15,-2 1-35-15,-8 0 13 16,0 1-11-16,-3 5-2 16,-2 1-8-16,-2 3-13 15,0 3 3-15,-2 12-18 16,-1 3 20-16,8 4-33 15,3-2 35-15,6-1-18 16,3-3 32-16,0-4-23 16,15-4 12-16,5-3 9 15,3-2 4-15,5-2 4 16,1-1-1-16,1 0 19 16,-1 0-15-16,0 0 10 15,-3 0-24-15,-6 0 35 16,-5 2-29-16,-4 0 20 15,-7 2-22-15,-2 0 8 16,-2 0 13-16,0 0 12 16,0-1-3-16,0-2-11 15,-5 1 19-15,2-2-20 16,3 0 22-16,-2 0-28 16,2-10 24-16,0-7-41 15,0-1 20-15,0-3-21 16,0-1 2-16,8 1-16 15,1 2-2-15,3 1 2 16,2 3-31-16,-1 3-41 16,3 1-109-16,-3 5-47 15,1 2-42-15,-1 4-2 16,-2 0-25-16</inkml:trace>
  <inkml:trace contextRef="#ctx0" brushRef="#br0" timeOffset="81987.64">31622 2788 496 0,'0'0'240'0,"0"0"-44"16,0 0-19-16,50 90-11 15,-35-70-59-15,-2-1-12 16,3-5-51-16,-6-4-10 16,-1-2-40-16,-2-7 15 15,-4-1-31-15,-3 0-59 16,0-13-133-16,0-7-353 16</inkml:trace>
  <inkml:trace contextRef="#ctx0" brushRef="#br0" timeOffset="82123.3">31748 2623 1190 0,'0'0'-2'15,"0"0"0"-15,0 0 7 16,0 0-78-16,0 0-82 16,0 0-52-16,10 15-412 15</inkml:trace>
  <inkml:trace contextRef="#ctx0" brushRef="#br0" timeOffset="83019.86">31924 2853 1118 0,'0'0'142'0,"0"0"-14"15,0 0-52-15,0 0-26 16,87 60-23-16,-73-56-1 15,-4-2-13-15,-1-2 7 0,-2 0-28 16,-1 0 28 0,-2-12-30-16,1-4 24 0,-2-6-31 15,-2-4 13-15,2 0-25 16,1 0-8-16,-1 4 4 16,3 5-2-16,1 3 5 15,3 6-33-15,3 3 22 16,2 4 12-16,0 1 38 15,2 0-26-15,-3 0 26 16,-2 0-18-16,-4 0 14 16,-1 0 8-16,-4 0 10 15,-1 1-3-15,-2 1-2 16,0 4 14-16,0 3-26 16,-9 2 17-16,-4 7-31 15,-2 2 26-15,1-1-30 16,2 0 21-16,8-2-20 15,3-4 8-15,1-5 1 16,0-1 0-16,4-6 3 16,9-1-5-16,1 0 17 15,3 0-18-15,-2-5 25 16,0-3-25-16,-4-1 26 16,-2 3-32-16,-5 2 22 15,-1 1-17-15,0 2 5 16,-3 1-4-16,0 0-5 15,5 0 1-15,0 0-18 16,5 8 29-16,2 0-14 16,4 3 26-16,0-3-25 15,2-4 29-15,-3 0-24 16,2-4 33-16,-2 0-5 0,0-4-4 16,3-14 0-1,-1-3-9-15,-1-5-1 0,1-7-17 16,-1-2 19-1,-7-6-32-15,-3-1 17 0,-5-1-34 16,-1 3 27-16,0 7-36 16,-3 6 27-16,-8 9 13 15,-2 12-3-15,0 6 7 16,1 7-6-16,4 18 8 16,3 4-8-16,5 10 33 15,0 3-16-15,8 0 49 16,10 0-15-16,5 1 33 15,-1-2-51-15,-2-6 0 16,0-2 0-16,-5-8-13 16,-5-6-4-16,-2-6-11 15,-5-6 2-15,-3-3-60 16,0-4 7-16,-3 0-52 16,-12-4-55-16,-7-8-180 15,-3-4-52-15</inkml:trace>
  <inkml:trace contextRef="#ctx0" brushRef="#br0" timeOffset="83266.32">32325 2657 899 0,'0'0'145'16,"0"0"41"-16,109-2-89 15,-66 3-36-15,-1 12-15 0,0 3-6 16,-6 9-19-16,-4-1 14 15,-4 4-26-15,-7 1 37 16,-4-1-37-16,-4-3 30 16,-4-3-38-16,-2-6 16 15,-4-3-17-15,-2-6 1 16,-1-6 3-16,0-1-46 16,0-5-66-16,-12-18-168 15,-3-5-633-15</inkml:trace>
  <inkml:trace contextRef="#ctx0" brushRef="#br0" timeOffset="83453.28">32692 2556 1300 0,'0'0'14'16,"0"0"15"-16,0 0 36 15,0 0-74-15,0 0 10 16,0 0-56-16,19-7-21 15,-16 21-53-15,3 2-48 16,0 3-20-16,-1 2-67 16,1 1 3-16,-1-1 84 15</inkml:trace>
  <inkml:trace contextRef="#ctx0" brushRef="#br0" timeOffset="83952.59">32757 2705 42 0,'8'22'165'0,"0"-2"57"16,4-1 35-16,-1 0-17 15,0-3-18-15,1-4-64 16,0-1-47-16,0-3-45 15,2-4-32-15,-2 0 2 16,3-4-28-16,-1 0 23 16,1 0-35-16,0-4 27 15,-1-8-32-15,-2-3 23 16,-3-3-20-16,-5-2 4 0,-1 1-6 16,-3 2-6-16,0 5 8 15,0 3-5-15,0 5 24 16,0 4-28-16,0 0 31 15,0 0-42-15,3 10 34 16,7-1-19-16,4 1 21 16,2-2-1-16,4 1 7 15,-2-5-5-15,0-3-8 16,-2-1 18-16,0 0-13 16,-3 0 18-16,2-8-28 15,-5-4 33-15,0-4-35 16,0 1 29-16,-6-3-30 15,-4 0 17-15,0 0-9 16,0 3-2-16,-12 7 1 16,-5 2-8-16,-3 6 9 15,1 2-23-15,2 15 24 16,2 6-24-16,4 0 36 16,8 1-33-16,3-2 35 15,0-4-22-15,14-5 9 16,7-1-1-16,8-2-6 15,1-4-6-15,2-1-50 16,-5-2-27-16,-8-3-128 16,-15 0-293-16</inkml:trace>
  <inkml:trace contextRef="#ctx0" brushRef="#br0" timeOffset="85270.91">23055 4121 342 0,'0'0'36'0,"0"0"53"16,-1 36-14-16,6-33 3 0,9-3-27 15,1 0-20-15,0-8 1 16,-1-7-23-16,-2-5 17 15,-3-4-17-15,-4-2 21 16,1-2-16-16,-6-5 23 16,0-4-11-16,0-2-13 15,0-2 7-15,-7-2-7 16,0 3-3-16,2 7-17 16,2 6 13-16,2 11-20 15,1 9 22-15,0 7-23 16,1 9 10-16,13 18-11 15,1 12 26-15,5 9 6 16,2 12 14-16,4 9 30 16,2 2 22-16,-3 4 15 15,4-3-22-15,-4-4 10 16,-5-5-27-16,-5-10 13 16,-7-5-47-16,-8-12 23 15,0-8-32-15,-6-3 13 16,-14-11-7-16,-3-8-7 15,-2-6 1-15,-3-3-7 16,-3-20 6-16,2-8-21 16,1-8 16-16,2-4-35 15,7-2 25-15,10 0-39 16,9 0 20-16,0 5-30 16,23 3-6-16,13 4-39 15,5 4-73-15,6 3-120 16,0 2-201-16</inkml:trace>
  <inkml:trace contextRef="#ctx0" brushRef="#br0" timeOffset="85503.7">23750 4067 995 0,'0'0'139'0,"0"0"16"16,32 79-83-16,-26-56-47 15,-6-4-11-15,0-3-18 16,0-4 0-16,0-4-90 16,-6-8-101-16,-2 0-222 15</inkml:trace>
  <inkml:trace contextRef="#ctx0" brushRef="#br0" timeOffset="85937.4">23741 3900 908 0,'0'0'32'16,"0"0"-28"-16,0 0-18 15,0 0-33-15,0 0-56 16,0 0-24-16,15 87-57 15,0-60 2-15,2 1 89 16,1-3 94-16,-1 1 97 16,-1-2 118-16,2-4 0 15,-5-2-3-15,-2-7-47 0,-1-2-56 16,-1-5-30 0,-2-4-23-16,3 0-9 0,0-2-17 15,-1-13-1-15,4-5-31 16,-3-1 14-1,2 2-26-15,-2-1 11 0,-1 5-32 16,-1 7 24-16,2 1-13 16,-1 7 4-16,0 0 6 15,3 1 3-15,-1 12 11 16,0 3-7-16,2-3 17 16,-3 1-17-16,-1-6 26 15,0 0-20-15,-4-4 15 16,-2-2-26-16,-1-2 0 15,-2 0-62-15,0-2-74 16,1-8-145-16,2-3-93 16</inkml:trace>
  <inkml:trace contextRef="#ctx0" brushRef="#br0" timeOffset="86921.42">24177 4023 512 0,'0'0'103'16,"0"0"66"-16,0 0-36 15,0 0-29-15,28 69-16 16,-21-51-33-16,2-1 21 16,1-3-35-16,1-5 8 15,1 1-26-15,-4-5 10 16,4-5-30-16,-1 0 7 16,0 0-9-16,-2-15-6 15,-2 0 5-15,0-3-12 16,-3-4 8-16,-2-2-19 15,-2 3 16-15,0-1-23 16,0 1 21-16,0 5-23 0,0 4 23 16,-2 2-7-16,2 6 13 15,0 4-3-15,0 0-7 16,7 0 10 0,5 6-5-16,4 6 16 15,1 0-15-15,2 0 21 0,0-1-14 16,-3-1 33-16,2-4-15 15,-2-2 19-15,-1-4-9 16,-2 0-7-16,1 0-8 16,-2-6-6-16,-1-6 4 15,1-3-16-15,-3-3 17 16,-4 0-22-16,-2 2 22 16,-3 0-23-16,0 3 26 15,0 4-32-15,-10 6 19 16,-3 3-16-16,-1 0 1 15,0 12-4-15,2 7-9 16,4 4 10-16,6 3-19 16,2 0 27-16,0-4-9 15,0 1 30-15,13-4-23 16,5-3 28-16,2 0-17 16,1-5 22-16,2 1-5 15,-2-3 1-15,-2-3 1 16,0 1-15-16,-7-1 6 15,-2-5-13-15,-5 2 21 16,-2-3-25-16,-3 0 27 16,0 0-24-16,0 0 32 15,0 0-32-15,0-12 7 16,0-3-7-16,0-2-7 16,0-6 4-16,0-1-17 0,0-1 13 15,2 2-18-15,7-1 22 16,0 3-13-16,5 2 33 15,-3 5-29-15,5 1 26 16,-1 4-14-16,-3 3 11 16,-1 2 2-16,-4 4-5 15,-2 0 3-15,-2 0-12 16,2 0 15-16,-5 5-15 16,0 8 22-16,0 1-23 15,0 2 25-15,0 0-29 16,4 2 18-16,3 0-12 15,5 0 6-15,-1-3 12 16,1 3 6-16,1 0 8 16,-1 0-8-16,-7-4 23 15,0 2-16-15,-5-3 35 16,0-1-36-16,0-3 17 16,-6-2-44-16,-6-2 17 15,-2-3-35-15,-1-2-58 16,0 0-47-16,0 0-102 15,3 0-303-15</inkml:trace>
  <inkml:trace contextRef="#ctx0" brushRef="#br0" timeOffset="87422.84">24995 4027 973 0,'0'0'66'0,"0"0"116"15,0 0-64-15,50-39-52 16,-35 29-16-16,-5-3-22 16,-1 4-8-16,-2 0-20 15,-6 1 15-15,-1 0-22 16,0 2 25-16,0 2-26 16,0 0 25-16,-5 3-29 15,-7 1 21-15,-1 0-14 16,-7 5 3-16,0 13 2 15,-2 3-3-15,-1 2 7 16,3 3-11-16,6-1 24 16,5 0-19-16,9-2 27 15,0-3-23-15,0-1 27 16,17-5-20-16,6-3 12 16,3-5-17-16,1-5-3 15,1-1-21-15,-2 0-45 16,-2-3-52-16,-5-5-132 15,-5 0-152-15,1 3-305 16</inkml:trace>
  <inkml:trace contextRef="#ctx0" brushRef="#br0" timeOffset="87558.14">25216 4155 1049 0,'0'0'166'16,"0"0"37"-1,0 0-104-15,0 0-10 0,0 0-57 16,13 5 6-16,-10-15-51 15,-3 0-34-15,0-3-132 16,-5 3-373-16</inkml:trace>
  <inkml:trace contextRef="#ctx0" brushRef="#br0" timeOffset="91327.36">11781 5735 388 0,'0'0'72'0,"0"0"-9"0,0 0-8 16,0 0-23-16,0-1 34 15,0-1-12-15,5 2 18 16,1 0-2-16,-2-1-2 16,3 1-11-16,3 0-23 15,-1 0-10-15,1 0-23 16,4 0 18-16,1 0-18 16,7 0 19-16,1 0-25 15,3 0 22-15,3 0-22 16,1-2 12-16,2-2-7 15,-2-1 1-15,-1 3 1 16,-3-1-3-16,0 3 5 16,-2 0-12-16,-5 0 19 15,1 0-24-15,1 0 30 16,-2 1-29-16,-1 3 21 16,-2-3-17-16,1 1 10 15,-1-2-2-15,-1 0 0 16,-1 0 2-16,-1 0-7 15,0 0 12-15,0 0-15 16,0 0 18-16,1 0-21 16,-2 0 25-16,3 0-26 15,-1 0 22-15,-1 0-17 16,1 0 7-16,-2 0 1 16,-1 0-2-16,0-2 3 15,0 1-9-15,-1 1 15 16,3 0-17-16,-2-1 19 15,4 0-20-15,-3-1 24 0,2 2-25 16,-1-3 18 0,0 2-11-16,-1 1 4 15,-3 0 1-15,-2 0-3 0,4 0 4 16,-2 0-13-16,-2 0 18 16,3 0-19-16,0 0 24 15,1 0-22-15,1 0 22 16,-1 0-23-16,0 0 18 15,4 0-10-15,-2 0 2 16,3 0 2-16,-2 0-5 16,3 0 9-16,3 0-16 15,-1 0 22-15,3 0-23 16,2 0 25-16,4 0-25 16,2 0 27-16,3 0-25 15,2 0 14-15,1-1-5 16,5-5 0-16,3 1 3 15,1 1-5-15,3 0 9 16,0-2-15-16,1 2 20 16,-1 1-22-16,-2 2 27 15,-1 0-27-15,-1-2 24 16,-2 2-22-16,1-2 12 16,-1 2-2-16,0-4-2 15,1 1 2-15,-1 0-5 16,0 1 11-16,1 0-18 15,-2 1 22-15,-2 0-23 16,0 1 25-16,-2 1-25 16,1 0 22-16,-2 0-17 15,0 0 7-15,0 0 1 16,-1 0-2-16,0 0 3 16,-4 0-8-16,1 0 14 15,1 0-17-15,-1 0 20 0,0 0-21 16,0 0 23-1,-2 0-25-15,-1 0 21 0,-2 0-13 16,1 0 4-16,-4 0 1 16,0 0-3-16,0 0 7 15,-2 0-12-15,1 0 17 16,-3 0-22-16,0 0 26 16,2 0-25-16,-2 0 23 15,2 0-23-15,-1 0 18 16,1 0-9-16,4 0 2 15,2 0 3-15,1 0-3 16,1 0 8-16,2 0-14 16,2 0 22-16,0 0-23 15,0 0 27-15,4-3-26 16,-2 2 20-16,0 0-21 16,0-2 13-16,2-1-4 15,-1 0-2-15,-1 0 3 16,2 0-5-16,-4 2 11 15,3 0-19-15,-3 0 25 16,2 1-26-16,0 0 30 16,-1-1-31-16,3 1 27 15,-4 1-24-15,5-3 12 16,3 2-1-16,0-3-2 16,3 3 3-16,0-2-7 15,4-2 14-15,-2 1-15 16,5 1 21-16,-1-1-24 15,0 0 31-15,0 0-33 0,3 0 25 16,-3 1-19 0,2-3 11-16,2-2-1 0,-3 3-4 15,3-1 4-15,-3-4-11 16,1 2 15-16,-2 1-18 16,1 0 23-16,-4 2-26 15,-3-1 30-15,1 3-30 16,-5 2 25-16,-2 1-15 15,-1-3 5-15,-2 2 0 16,-3-1-6-16,-3 1 5 16,0-1-12-16,-3 0 20 15,-1 1-23-15,-3 0 29 16,0 1-27-16,-6 0 25 16,-1 0-28-16,-1 0 22 15,-4 0-12-15,-2 0 2 16,-2 0 3-16,-1 0-4 15,1 0 7-15,-1 0-14 16,-2 1 20-16,0 2-23 16,1-2 27-16,-2 1-27 15,-3 0 27-15,1-1-27 16,1 2 18-16,-2-3-6 16,0 0 0-16,0 0 4 15,0 0-4-15,0 0 15 16,0 0-20-16,0 0 19 15,0 0-26-15,0 0 20 16,0 0-75-16,0-9-24 16,-5-2-83-16,-2 0-177 15</inkml:trace>
  <inkml:trace contextRef="#ctx0" brushRef="#br0" timeOffset="94612.5">22054 4627 477 0,'0'-2'53'16,"3"0"9"-16,5 0 28 0,6 1-32 15,3 1-6 1,6 0 5-16,6 0-7 0,13 0 7 16,7 0-36-16,13 0 5 15,9 0-27 1,14-3 29-16,12-4-20 0,16-2 13 15,12-3-5-15,11-1-3 16,14-3 0-16,10-2-5 16,13-1 19-16,6 0 4 15,4 0 10-15,6 3-27 16,0 3 14-16,-2 3-21 16,-8 2 27-16,-11 3-33 15,-12 3 14-15,-20 0-16 16,-17 2-2-16,-25 0 4 15,-23 0-4-15,-21 0 8 16,-20 0-18-16,-18 0-1 16,-12 0-53-16,0-2 28 15,-18-4-54-15,-2 2-90 16,-1-4-112-16,3-3-171 16</inkml:trace>
  <inkml:trace contextRef="#ctx0" brushRef="#br0" timeOffset="96812.17">22857 675 860 0,'0'12'86'0,"3"4"43"16,-3 4-22-16,3 2-40 16,-1 2-28-16,-1-5-17 15,2-4-14-15,-2-5-3 16,-1-2-11-16,0-6-20 15,0-2-80-15,0 0-70 16,-1-6-170-16,-11-7-294 16</inkml:trace>
  <inkml:trace contextRef="#ctx0" brushRef="#br0" timeOffset="97198.49">22626 668 687 0,'0'0'96'0,"-13"74"-14"16,13-33 52-16,0-1-49 15,17 2-9-15,6-7-26 16,9-5 9-16,7-7-29 16,3-8 13-16,4-8-27 15,5-7 24 1,0-3-28-16,0-20 6 0,-6-6-9 15,-1-6-5-15,-8-4 3 16,-10-4-10-16,-9-2 14 16,-9-1-18-16,-8-2 20 15,-2 1-23-15,-20 4 23 16,-8 6-21-16,-10 6 21 16,-4 10-15-16,-5 9 4 15,1 10-8-15,-2 2-1 16,3 4-6-16,1 19-34 15,7 6-34-15,3 5-110 16,7-1-151-16,3 3-415 16</inkml:trace>
  <inkml:trace contextRef="#ctx0" brushRef="#br0" timeOffset="98301.42">22168 4950 722 0,'0'0'60'0,"0"0"24"15,0 0-49-15,26-2 9 16,-7-3 4-16,0 2-13 16,-3 2-1-16,0 1-19 15,-6 0 6-15,-6 0 8 16,-2 8 27-16,-2 6-21 15,0 0 28-15,-5 4-45 16,-2-1 5-16,3-4-23 16,2-2 4-16,2-3-3 15,0 0-2-15,2-6 5 16,8-1-11-16,1-1 17 0,2 0-21 16,-4 0 22-16,2 0-29 15,-2 0 13-15,-3 0-55 16,-1 0-50-16,-3 0-80 15,-2 0-77-15,0-3-181 16</inkml:trace>
  <inkml:trace contextRef="#ctx0" brushRef="#br0" timeOffset="98752.61">22009 4903 751 0,'0'0'78'0,"0"0"16"15,-43 108-4-15,39-66-20 16,4 1-15-16,0-2 1 15,20-5-25-15,13-6 18 16,12-8-33-16,11-9 12 16,12-9-24-16,4-4 13 15,2-8 3-15,0-16-11 16,-4-3 0-16,-9-6-10 16,-13-1 11-16,-15 0-17 15,-13-3 22-15,-17 1-22 16,-3-3 26-16,-24 0-25 15,-15-3 28-15,-12 2-24 0,-5 3 5 16,-7 6-1 0,1 6-5-16,-1 11 1 0,7 13-24 15,2 1-3-15,2 11-87 16,4 14-120-16,3 3-224 16</inkml:trace>
  <inkml:trace contextRef="#ctx0" brushRef="#br0" timeOffset="99734.97">23008 5147 668 0,'0'0'59'16,"0"0"36"-16,0 0 33 0,0 0-65 15,-3 67 16 1,-2-63-32-16,2-4 2 0,-1 0-19 15,-3-7 17-15,0-9-25 16,-4-9-16-16,-4-3 0 16,-1-6-11-16,-3-1 11 15,-2-4-14-15,1 3 19 16,0-1-21 0,6 3 25-16,2 6-25 0,10 2 28 15,2 4-12-15,2 6 2 16,17 1-5-16,8 3-2 15,5 0 4-15,1 1-9 16,4 4 12-16,0-1-17 16,2 2 9-16,-3 2-53 15,-3 1-50-15,-4 2-87 16,-6 1-78-16,-10 0-306 16</inkml:trace>
  <inkml:trace contextRef="#ctx0" brushRef="#br0" timeOffset="100390.45">22922 5074 843 0,'0'0'61'0,"0"0"55"15,93-5-43-15,-41-10-60 16,4 2 7-16,0-1-27 15,-6 5 19-15,-9 8-20 16,-11 1 8-16,-10 1-4 16,-13 18-4-16,-7 4 8 15,0 5 0-15,-3 2 15 0,-9-1-12 16,3 0 23-16,3-2-16 16,1-5 21-1,5-5-39-15,0-4 19 0,11-5-20 16,8-5 9-16,6-3 1 15,-1 0-1-15,-1-13-2 16,-5-2-17-16,-7-5 5 16,-8-2-16-16,-3 2 30 15,-8 0-17-15,-16-1 29 16,-4 2-27-16,-4 3 22 16,1 1-13-16,7 5 7 15,5 4 1-15,11 1-4 16,8 5 2-16,1 0-59 15,23 0 38-15,8 0 11 16,7 6 24-16,7 5-4 16,1 1 43-16,0 1-8 15,-8 1 20-15,-5-3 0 16,-8-1 6-16,-10-4-10 16,-6-2-9-16,-6 1-8 15,-4-5-14-15,0 0 22 16,0 0-23-16,-2-11 7 15,-3-7-41-15,-5-8 23 16,0-2-30-16,2-5 20 16,4-1-25-16,4 1-11 15,0 2-9-15,9-1-13 16,17 5-16-16,7 1-74 16,6 2-103-16,3 2-152 15</inkml:trace>
  <inkml:trace contextRef="#ctx0" brushRef="#br0" timeOffset="100826.86">24166 4789 744 0,'0'0'117'16,"0"0"23"-16,0 0 9 16,0 106-66-16,3-61 17 15,-3-2-48-15,2-5-5 16,1-3-44-16,-1-6 16 15,-1-9-38-15,-1-5-20 16,0-6-62-16,0-4-78 16,0-5-94-16,-11 0-233 15</inkml:trace>
  <inkml:trace contextRef="#ctx0" brushRef="#br0" timeOffset="101437.17">23969 4910 759 0,'0'0'94'0,"0"0"50"16,0 0-31-16,100-79-78 15,-54 64 19-15,5 3-31 16,-1 8 1-16,-4 4-9 16,-3 4 19-16,-12 17-7 15,-6 10-3-15,-8 4-2 16,-7 1-8-16,-4 0 15 15,-2-6-16-15,-2-2 14 16,2-7-27-16,2-4 17 16,1-7-29-16,2-6 25 15,4-4-21-15,3 0 10 16,1-16-1-16,2-4-5 16,-1-7-5-16,1-1-21 15,-4 3 10-15,-4 7-12 16,-5 6 33-16,0 3-14 15,-3 9 27-15,-3 0-24 16,0 9 21-16,3 7-12 16,1 4 7-16,3-1-2 15,5-2-2-15,-2-2 5 16,2-2-9-16,0-4 13 16,-1-4-21-16,0-4 24 15,0-1-26-15,3 0 25 0,0 0-25 16,1-6 12-1,0-5-18-15,1-1 5 16,0 0-2-16,-4 0 1 16,-1 5 15-16,-2-1-11 0,-2 5 19 15,-2 3-24-15,-1 0 28 16,0 11-15-16,2 5 35 16,0 3-22-16,1 4 11 15,-1-2-16-15,0 0-5 16,0-3 2-16,-1-4-7 15,-1-5-11-15,-2-5-90 16,-2-4-127-16,0 0-168 16</inkml:trace>
  <inkml:trace contextRef="#ctx0" brushRef="#br0" timeOffset="101603.13">24762 4856 1038 0,'0'0'53'16,"0"0"4"-16,0 0-41 16,0 0-51-16,3-11-37 15,10 11-108-15,2 0-148 16,2 0-221-16</inkml:trace>
  <inkml:trace contextRef="#ctx0" brushRef="#br0" timeOffset="101885.74">24943 4879 813 0,'0'0'188'0,"0"0"-46"0,0 0-75 15,0 0 2 1,0 0-40-16,-52 76-1 0,52-65-38 16,10-2 28-16,9 5-24 15,7-1 23-15,0 3 1 16,-2 3 14-16,-6 0 19 15,-6 2 1-15,-9 1 10 16,-3-2-21-16,0-2 5 16,-14-4-39-16,-2-2 23 15,-4-7-40-15,-5-3 21 16,0-2-75-16,0 0-41 16,-4-9-124-16,1-9-386 15</inkml:trace>
  <inkml:trace contextRef="#ctx0" brushRef="#br0" timeOffset="102587.66">25355 5018 695 0,'0'0'158'0,"0"0"39"15,0 0-58-15,105 0-14 16,-75-7-56-16,-1-2-11 16,-6-2-44-16,-4-2 17 15,-4 0-29-15,-6-1 14 16,-4-1-14-16,-5 2 0 16,0 0 3-16,0 2-7 15,-9 3 7-15,-5 2-15 16,1 5 20-16,-6 1-23 15,1 0 24-15,0 17-28 16,-4 6 28-16,5 4-24 16,1 4 18-16,7 2-7 15,8-2 0-15,1 0 4 16,3-7-6-16,15-4 13 16,9-4-12-16,2-7 21 15,8-8-25-15,-3-1 30 16,4 0-32-16,-3-14 21 15,-3-3-35-15,-8-3-18 16,-6 2-29-16,-7 0-44 16,-7 3-74-16,-4-1-113 15,0 2-70-15</inkml:trace>
  <inkml:trace contextRef="#ctx0" brushRef="#br0" timeOffset="102784.28">25769 4951 775 0,'0'0'211'0,"0"0"-30"0,84 45-55 16,-51-27-8-16,-2 1-45 16,-4-2-9-16,-1-1-44 15,-6-1 12-15,-6-7-39 16,-2 0 19-16,-5-3-26 16,-3-3-30-16,-2-2-22 15,-2 0-58-15,0 0-94 16,0-7-160-16,0-5-276 15</inkml:trace>
  <inkml:trace contextRef="#ctx0" brushRef="#br0" timeOffset="102963">26020 4946 835 0,'0'0'76'0,"0"0"89"16,-91 60-62-16,56-35-92 15,4-2 7-15,3 0-25 16,7-4 10-16,8-4-27 16,8-5-67-16,5-3-101 15,0-4-88-15,12-3-62 16</inkml:trace>
  <inkml:trace contextRef="#ctx0" brushRef="#br0" timeOffset="103504.59">26240 4963 811 0,'0'0'81'16,"0"0"45"-16,0 0-80 15,0 0-18-15,0 0-12 16,0 0-7-16,-71-13-9 15,51 26 7-15,1 6-15 16,2 1 26-16,1-1-19 16,4 4 43-16,5-4-4 15,7-4 6-15,0-4-24 16,0-3 3-16,10-4 4 16,9-1-5-16,0-3-1 15,4 0-19-15,0-4 12 16,-4-7-23-16,1-1 22 15,-5-1-25-15,-3-1 18 16,-3 1-22-16,-3 3 23 16,-2 2-10-16,-1 3 3 15,0 2 6-15,0 3 1 16,0 0 10-16,1 0-19 16,5 3 29-16,3 4-16 15,2 6 28-15,3 1-33 16,-3-1 21-16,4 0-28 15,-5-2 16-15,0 0-13 16,-6-6-1-16,-1 0 2 16,-3-3-12-16,0-2-10 0,-3 0-51 15,1 0-26-15,0-4-94 16,2-8-78-16,3-3-120 16,-3-2-99-16</inkml:trace>
  <inkml:trace contextRef="#ctx0" brushRef="#br0" timeOffset="103987.49">26449 5002 630 0,'0'0'121'0,"0"0"80"16,0 0-63-16,0 0-5 15,0 0-34-15,42 36-14 16,-36-28-33-16,1 0-19 16,-4-2-8-16,0-3-9 15,0-2-7-15,-3-1-10 16,1 0 13-16,1 0-21 15,0-10 15-15,3-2-34 16,-2 1 20-16,4-2-28 16,-4 4 27-16,-2 2-5 15,2 3 12-15,0 4 1 16,1 0-3-16,1 0 9 16,1 8-5-16,2 3 21 15,1-1-20-15,-1 0 22 16,4-2-29-16,-3-1 27 15,1-6-32-15,3-1 23 16,-3 0-17-16,2 0 3 16,0-11-6-16,-1 0-9 15,-1-1 3-15,0 2-14 0,-6 2 37 16,0 2-29 0,-2 2 36-16,1 2-28 0,-2 2 25 15,2 0-24-15,2 0 20 16,1 0-6-16,2 6 3 15,2 5-4-15,3 0-1 16,-3 1 5-16,2 0-19 16,-1-1 9-16,-2-3-70 15,-2-2-33-15,-1-3-125 16,1-3-49-16,-1 0-139 16</inkml:trace>
  <inkml:trace contextRef="#ctx0" brushRef="#br0" timeOffset="104441.74">26984 5097 689 0,'0'0'148'16,"0"0"95"-16,44 102-80 16,-29-67-50-16,0-3-40 15,-1-5-21-15,-4-3-33 16,0-8 24-16,-6-5-34 15,-4-5 15-15,0-6-34 16,0 0 31-16,-14-4-21 16,-2-10 1-16,-4-9-9 15,1-8-13-15,-1-4-5 16,4-6-14-16,4-4 8 16,8 0-22-16,4 4 30 15,0 4-13-15,9 8 34 16,11 6-17-16,3 7 28 15,0 5-10-15,2 8 20 16,-3 3 16-16,-1 0-5 16,-5 5 15-16,-5 8-26 15,-2 3 26-15,-8 5-18 0,-1 1 22 16,-1 2-32-16,-15 0 24 16,-4-1-35-16,-3-4 11 15,-2-4-15-15,1-6-13 16,5-7-31-16,1-2-35 15,7-7-17-15,4-17-107 16,4-7-148-16,3-8-278 16</inkml:trace>
  <inkml:trace contextRef="#ctx0" brushRef="#br0" timeOffset="104875.95">27109 4691 1082 0,'0'0'72'0,"0"86"60"15,0-42-66-15,9-1-29 16,4-4 0-16,7-4-15 16,0-7 10-16,8-3-26 15,1-6 19-15,4-8-30 16,2-5 25-16,5-6-27 15,-4 0 23-15,0-2-21 16,-1-9 6-16,-6-4 1 0,-8 1-4 16,-5 3 5-1,-6-2-10-15,-7 2 17 0,-3-1-20 16,0 1 30-16,-11 2-15 16,-8 5 29-16,-1 4-38 15,-3 0 18-15,2 0-19 16,1 14 7-16,4 4 5 15,6 2-6-15,3 3 6 16,5-2-11-16,2-2 18 16,0-2-24-16,2-2 25 15,8-3-31-15,6-4 1 16,-3-4-86-16,0-4-102 16,0 0-317-16</inkml:trace>
  <inkml:trace contextRef="#ctx0" brushRef="#br0" timeOffset="105107.09">27729 5031 1335 0,'0'0'101'15,"0"0"-9"-15,0 85-21 16,-10-54-51-16,-1-2 13 16,0-3-20-16,1-5-15 15,1-8-44-15,1-6-71 16,0-7-87-16,0 0-269 16</inkml:trace>
  <inkml:trace contextRef="#ctx0" brushRef="#br0" timeOffset="106158.64">28104 4907 419 0,'0'0'57'0,"0"0"56"0,0 0-33 16,0 0-18-16,0-6 20 15,0 6 27-15,0 0-7 16,0 0 7-16,6 5-29 16,0 9-1-16,0 6-21 15,1 3-20-15,3 0-5 16,0 2-25-16,2-5 10 15,0-5-23-15,3-4 21 16,1-4-26-16,-2-5 25 16,2-2-28-16,-1 0 17 15,-1-5-19-15,-1-6-5 16,0-6-6-16,-3 2 3 16,-1-1 11-16,-3 3-6 15,1 2 23-15,-3 3-16 16,-1 3 24-16,0 3-23 15,1 2 23-15,4 0-25 16,3 0 19-16,-1 4 0 16,5 6 3-16,0-1 8 15,-1 0-3-15,0-2 17 16,-5-2-22-16,2-1 21 0,-5-1-24 16,-3-3 23-1,0 0-28-15,0 0 24 16,-2 0-23-16,-1-3 17 15,0-7-11-15,0-8-6 0,0-2-1 16,0-1-6-16,-6-3 6 16,-1 2-22-16,-4 1 15 15,0 3-30-15,3 4 25 16,-1 4-29-16,6 2-1 16,2 6-45-16,1 2-54 15,0 0-77-15,4 0-116 16,13 1-143-16</inkml:trace>
  <inkml:trace contextRef="#ctx0" brushRef="#br0" timeOffset="138717.56">28539 4923 695 0,'0'0'103'0,"0"0"10"16,0 0-11-16,4 4-30 16,5-3-7-16,4 1-19 15,1-2 9-15,3 0-12 16,1 0-15-16,-2 0 6 16,0-6-22-16,-6-1 11 15,0 0-22-15,-4-4 28 16,-3 3-25-16,-2-3 21 15,-1 0-33-15,0-1 19 16,0 2-11-16,0 2 1 16,-4 3 1-16,-8 2-5 0,-1 3 9 15,-3 0-17 1,-1 6 18-16,-3 10-22 0,4 4 27 16,0 2-25-16,6 1 27 15,3-1-25-15,5-3 16 16,2-3-5-16,0 0-1 15,9-5 2-15,8-2-8 16,5-3 0 0,7-6-52-16,0 0-63 0,1-3-198 15,-1-13-286 1</inkml:trace>
  <inkml:trace contextRef="#ctx0" brushRef="#br0" timeOffset="139535.04">29267 4849 712 0,'0'0'123'0,"0"0"34"16,0 0-6-16,0 0-86 0,0 0-10 15,-38 15-46-15,27 3 15 16,-2 3-17-16,4 1 31 16,2 0-38-16,4-3 10 15,3-3-10-15,0-3 0 16,0-3 4-16,1-4-5 15,11-3 8-15,2-3-17 16,4 0 21-16,2 0-23 16,3-12 24-16,-1-2-31 15,-2 0 21-15,-4 3-17 16,-2-1 16-16,-7 7-2 16,-2 1 0-16,-4 4 4 15,1 0-8-15,-2 0 12 16,1 0-18-16,3 8 23 15,1 3-24-15,2 1 29 16,0 0-30-16,6 1 24 16,-1-5-17-16,4-1 6 15,2-3 3-15,1-4 0 16,-1 0 12-16,0 0-9 16,0 0 16-16,-4-10-17 15,-2-1 27-15,-2 0-29 16,-3-3 28-16,-4 2-30 15,-3 0 28-15,0 1-22 16,0 0 2-16,-2 0-1 16,-10 3-5-16,-3 1 3 15,-2 3-16-15,-4 4 14 16,-2 0-30-16,0 0 19 16,1 8-49-16,2 3-14 0,6 2-80 15,2-2-64 1,6-3-104-16,5-3-314 0</inkml:trace>
  <inkml:trace contextRef="#ctx0" brushRef="#br0" timeOffset="139977.1">29706 4870 985 0,'0'0'21'0,"0"0"18"16,0 0 49-16,0 73-54 15,4-53 9-15,5-1 0 16,0-3-13-16,2-4 9 16,-1-5-20-16,-1-3 2 15,2-4-15-15,-2 0 20 16,4 0-20-16,0-11 25 15,-3-6-37-15,2-2 20 16,-1 2-22-16,-5 2 6 16,0 4 2-16,-3 4-2 15,-3 3 5-15,0 4-12 16,1 0 11-16,1 0-24 16,3 0 25-16,1 8-18 15,3 3 30-15,3 1-26 16,3 0 22-16,5-2-12 15,1-1 4-15,3-2-1 16,2-1-7-16,0-3-26 16,0-3-71-16,-4 0-42 0,2 0-91 15,-2-6-47-15,-6-4-215 16</inkml:trace>
  <inkml:trace contextRef="#ctx0" brushRef="#br0" timeOffset="140270.84">30226 4737 758 0,'0'0'123'15,"0"0"20"-15,0 0-51 16,0 0-55-16,0 0-32 16,-87-26-4-16,68 28-6 15,1 8 9-15,0 4-14 16,0 1 19-16,0 3-21 15,1 4 26-15,1 2-26 16,0-1 23-16,6 4-19 16,5-2 9-16,5-2-2 15,0-3 0-15,2-3 5 16,11-2-7-16,1-7 10 16,1-3-33-16,-2-2-51 15,1-3-151-15,-2 0-159 16</inkml:trace>
  <inkml:trace contextRef="#ctx0" brushRef="#br0" timeOffset="140919.59">30091 4982 730 0,'0'0'104'15,"0"0"49"-15,0 0-89 16,18-71-7-16,-18 43-26 15,0-5 11-15,0-5-32 16,-10-1 2-16,-5-5-6 16,-2 3 3-16,1 3 6 15,-3 5 1-15,3 7 26 16,2 5-30-16,-1 10 21 16,1 4-28-16,2 7 23 0,0 0-24 15,1 5 16-15,4 17-30 16,0 6 11-1,1 7 6-15,6 1 3 16,0 4 14-16,0-2-9 0,0 2 9 16,10-5-18-16,-1-2 23 15,0-2-36-15,-1-5 25 16,-1-1-30-16,-1-8 23 16,0-2-27-16,4-2-28 15,-3-6-44-15,5-3-74 16,-1-4-138-16,4 0-182 15</inkml:trace>
  <inkml:trace contextRef="#ctx0" brushRef="#br0" timeOffset="141537.43">30325 4891 855 0,'0'0'84'16,"0"0"62"-16,0 0-85 15,0 0 7-15,0 0-44 16,-17-35 6-16,4 32-32 15,-4 3 5-15,-1 0-3 16,-6 3-3-16,-2 11 2 16,0 5-7-16,3 3 15 15,2 1-17-15,7-1 21 0,7-1-25 16,5-5 26 0,2 0-25-16,8-6 37 0,16-4-3 15,8-4 21-15,7-2 3 16,1-6-4-16,-2-13-2 15,0-5-32-15,-7-8 11 16,-9-4-26-16,-9-6 24 16,-7-5-29-16,-6-4 23 15,0-4-40-15,-18-3 23 16,-6 0-15-16,-5 2 11 16,0 9 10-16,-1 8-3 15,4 13 8-15,2 12-14 16,3 14 21-16,5 0-26 15,5 17 17-15,5 13-22 16,6 6 35-16,0 5-19 16,10 2 35-16,13 3-9 15,6-1-8-15,3 1-7 16,1-1-10-16,0-3 13 16,-1-5-20-16,-5-3 4 15,-7-6-64-15,-8-4-12 16,-8-9-183-16,-4-6-311 15</inkml:trace>
  <inkml:trace contextRef="#ctx0" brushRef="#br0" timeOffset="143872.63">30740 4841 203 0,'0'0'117'0,"0"0"56"16,0 0-40-16,0 0-2 16,0 0-26-16,0 0 15 15,0 4-16-15,0 2-27 16,0 4 7-16,7 1-24 16,3 4 8-16,-3-3-25 15,-1 0 2-15,2 0-28 16,-3-4 20-16,-1-1-34 15,-2-3 22-15,-1-3-25 16,-1-1 4-16,0 0 2 16,0 0 0-16,0 0 11 15,0-1-11-15,0-10 18 16,-7-6-34-16,-3-2 25 16,1-4-34-16,2 2 33 15,0 1-35-15,4 3 27 16,3 0-17-16,0 2 0 15,0-1 2-15,17 2-3 0,5-1 13 16,0-1-19 0,5 5-1-16,2 2-42 0,-3 3-15 15,-3 4-93 1,-4 2-58-16,-8 0-69 0,-5 8-100 16</inkml:trace>
  <inkml:trace contextRef="#ctx0" brushRef="#br0" timeOffset="144272.88">30972 4830 599 0,'0'0'203'0,"0"0"-3"15,0 0-30-15,88 1-49 16,-66-2-49-16,1-8-27 16,-4 2-25-16,-6-3 4 15,-3 2-26-15,-7 0 20 16,1-1-28-16,-4-1 32 15,0 1-34-15,0-1 26 16,-7 2-28-16,-3 3 7 16,-2 1 2-16,-2 4 0 15,1 0 1-15,-6 1-10 16,3 15 18-16,1 3-19 16,1 4 25-16,3 1-24 15,5 2 31-15,5-2-30 16,1-2 29-16,0-4-15 15,13-1 9-15,4-4 2 16,3-3-6-16,1-6 4 16,3-2-16-16,-1-2 16 15,-1 0-36-15,-3 0 3 16,-1-5-76-16,-3-3-46 16,-2 0-119-16,-3 0-1 0,0 2-46 15,0 2 17-15</inkml:trace>
  <inkml:trace contextRef="#ctx0" brushRef="#br0" timeOffset="144423.09">31309 4909 437 0,'0'0'112'0,"0"0"41"16,0 0-51-16,0 0 15 15,0 0-24-15,26 1-2 16,-26-1-26-16,0 0-11 16,0 0-15-16,0 0-26 15,-3 0-7-15,-3 0-73 16,-1-4-60-16,1-3-112 15,0-1-95-15,2 0-169 16</inkml:trace>
  <inkml:trace contextRef="#ctx0" brushRef="#br0" timeOffset="144942.53">31309 4909 499 0,'-9'-68'165'15,"8"66"-1"-15,1 2-1 16,0 0-56-16,-3 0-4 15,0 0-44-15,2 8-25 16,-4 6-3-16,2 0 4 16,0 3-4-16,3-2-21 15,0 1 10-15,0-3-28 16,0-2 26-16,0-2-23 16,9 1 29-16,0-5-31 15,2-1 24-15,-1-1-20 16,1-3 7-16,0 0-1 15,-1 0-7-15,-1-12 5 0,-1-1-16 16,-2 2 17 0,0-3-22-16,-1 4 30 0,-4 2-23 15,2 1 28-15,-2 5-30 16,4 2 23-16,0 0-17 16,4 0 2-16,1 0 7 15,3 8-4-15,0 3 12 16,4 0-18-16,-1 0 22 15,0-3-24-15,-3-2 33 16,1-1-18-16,-2-3 30 16,-2-2-29-16,0 0 29 15,-1-2-4-15,-5-12-1 16,2-1-4-16,-3-7-18 16,-3-1 6-16,0 0-21 15,0-2 18-15,0 5-31 16,-9 1 18-16,2 7-55 15,-3 2 5-15,0 6-72 16,4 0-68-16,0 4-147 16,6 0-281-16</inkml:trace>
  <inkml:trace contextRef="#ctx0" brushRef="#br0" timeOffset="145323.74">31764 4876 720 0,'0'0'199'0,"0"0"20"16,0 0-66-16,0 0-67 16,0 0-13-16,43 55-46 15,-40-52 14-15,-3-3-32 16,0 0 31-16,0 0-29 16,0-6 18-16,0-8-24 0,-3-1-9 15,-3-7-19-15,5 1-23 16,1-2-8-16,0 2-23 15,7 1-11-15,12 5-68 16,3 2 16-16,2 4 16 16,-1 4 103-16,-4 5 9 15,-2 0 36-15,-5 6 37 16,-1 12 48-16,-5 4 7 16,-3 2-12-16,0 1-19 15,-2-2-40-15,2-3 1 16,-3-2-50-16,3-6 23 15,-1-3-36-15,-2-8-15 16,0-1-104-16,0-3-118 16,0-15-304-16</inkml:trace>
  <inkml:trace contextRef="#ctx0" brushRef="#br0" timeOffset="145460">31989 4528 863 0,'0'0'19'16,"0"0"18"-16,0 0-22 16,0 0-79-16,0 0-58 15,46-68-219-15</inkml:trace>
  <inkml:trace contextRef="#ctx0" brushRef="#br0" timeOffset="145659.38">32129 4575 650 0,'0'0'208'16,"32"71"-2"-16,-12-32-32 16,3-3-77-16,-1 3-12 15,1-3-55-15,-3-4 6 16,-5-1-36-16,-4-7 3 16,-5-5-3-16,-4-7-49 15,-2-3-27-15,0-8-65 16,-13-1-96-16,-5 0-219 15</inkml:trace>
  <inkml:trace contextRef="#ctx0" brushRef="#br0" timeOffset="146040.88">32175 4738 889 0,'0'0'104'0,"0"0"84"16,0 0-75-16,0 0-33 15,91 3-31-15,-67-2 1 16,-1-1-31-16,-3 0-13 16,-3 0 1-16,-1-4-8 15,-6-3 10-15,0-3-17 16,-5-2 21-16,-3-1-26 16,-2 2 30-16,0 0-33 15,0 0 27-15,0 5-29 16,-4 2 17-16,-6 4-3 15,0 0 1-15,1 2 2 16,-1 13-10-16,3 4 20 0,4 5-13 16,3 0 24-16,0 3-26 15,6-2 35 1,14 0-30-16,7-4 25 16,5-5-27-16,4-3 4 15,1-9-30-15,-3-4-27 0,-5 0-85 16,-6-3-258-16,-6-11-320 15</inkml:trace>
  <inkml:trace contextRef="#ctx0" brushRef="#br0" timeOffset="148134.35">23238 5929 792 0,'0'0'127'0,"0"-6"20"15,0 2-70-15,-9-1-11 16,1-3-26-16,-2 1-2 16,-3 1-38-16,-1 1 18 0,-4 3-22 15,-1 2 18 1,-4 0-20-16,-1 9 10 0,2 6-4 16,6 4-2-16,2 0 2 15,8 0-6-15,6-1 11 16,0-4-15-16,6-4 19 15,13-3-18-15,2-3 25 16,3-4-25-16,0 0 21 16,-1 0-20-16,-1-8 7 15,-5-5-6-15,-1-4-5 16,-7 2 1-16,-2 0-10 16,-4 3 17-16,-2 1-9 15,-1 3 24-15,0 5-20 16,0 0 25-16,2 3-11 15,3 0 11-15,3 16-24 16,3 7 12-16,6 8 24 16,6 8 10-16,2 7 20 15,3 2 2-15,1 4 21 16,-3-1-19-16,0-1 14 16,-5-5-41-16,-6-2 21 15,-7-10-29-15,-1-3 8 16,-7-5-26-16,0-5 3 15,-9-6 7-15,-11-6-11 16,-7-7 6-16,-5-1-18 16,-2 0 9-16,-5-8-42 15,1-9 12-15,2-4-54 16,4-1-6-16,5-4-64 0,7-1-41 16,8-3-168-1,8-1-214-15</inkml:trace>
  <inkml:trace contextRef="#ctx0" brushRef="#br0" timeOffset="148423.21">23590 5689 1015 0,'0'0'70'0,"0"0"58"16,0 0-44-16,-11 90-27 16,4-51-17-16,3 6-14 15,3-6-7-15,1-3-12 16,0-3 7-16,0-7-20 16,9-4 18-16,2-6-26 15,0-5-1-15,2-6-51 16,0-3-24-16,1-2-103 15,0 0-154-15,-1-7-337 16</inkml:trace>
  <inkml:trace contextRef="#ctx0" brushRef="#br0" timeOffset="148674.97">23748 5877 796 0,'0'0'131'16,"0"0"65"0,0 0-54-16,0 0-68 15,0 0-8-15,91 52-44 0,-73-39 2 16,-2 1-17-16,-1-1-6 16,-1-1 2-16,0-4-17 15,-3 0-32-15,0-4-51 16,0-1-57-16,-2-3-87 15,-2 0-39-15,0-5-243 16</inkml:trace>
  <inkml:trace contextRef="#ctx0" brushRef="#br0" timeOffset="148848.74">23955 5857 749 0,'0'0'109'16,"0"0"55"-16,0 0-31 15,-88 76-74-15,63-52-25 16,2 0-21-16,4-5-13 16,4-3-15-16,4-4-52 15,7-3-62-15,4-8-128 16,0-1-169-16</inkml:trace>
  <inkml:trace contextRef="#ctx0" brushRef="#br0" timeOffset="149158.22">24076 5629 895 0,'0'0'192'0,"0"0"-33"0,72 105-54 15,-40-63-33-15,4 4-4 16,-4-1-23-16,-1-2 26 16,-7-3-39-16,-5-2 0 15,-12-5-14-15,-7-3-4 16,0-1-4-16,-10-3-10 16,-10-5-9-16,-6-5-41 15,0-2-18-15,0-6-55 16,2-4-61-16,4-4-264 15</inkml:trace>
  <inkml:trace contextRef="#ctx0" brushRef="#br0" timeOffset="149426.99">24741 5952 1096 0,'0'0'189'16,"0"0"-83"-16,94-19-68 0,-67 11-5 15,-5 4-22-15,-8-4-11 16,-5 0-26-1,-9-2-109-15,0 1-157 0,-9-2-363 16</inkml:trace>
  <inkml:trace contextRef="#ctx0" brushRef="#br0" timeOffset="149594.16">24717 5768 1034 0,'0'0'124'16,"0"0"-65"-16,89-21-52 16,-60 15-96-16,-8-3-223 15,-4 4-465-15</inkml:trace>
  <inkml:trace contextRef="#ctx0" brushRef="#br0" timeOffset="150628.63">25324 5832 659 0,'0'0'117'15,"0"0"86"-15,0 0-49 0,87 87-57 16,-60-61-17-1,1-2-6-15,-4-1-35 0,-2-4 11 16,-3-3-33-16,-6-2 16 16,-1-4-28-16,-6-4 18 15,-1-2-19-15,-5-2 4 16,0-2-3-16,0 0 0 16,0-10 12-16,0-8-14 15,0-8 8-15,-11-6-21 16,-4-8 20-16,0-2-27 15,-3-3 22-15,1 1-25 16,-1 1 18-16,3 3-5 16,2 5 3-16,3 3 2 15,3 5 0-15,1 4 6 16,5 3-11-16,1 1 17 16,0 4-21-16,1 1 25 15,20-3-26-15,9-1 24 16,10 1-23-16,14-3 17 15,6 1-3-15,8 0-1 16,1 5 2-16,-7 0-5 16,-8 3 8-16,-9 1-17 15,-15 5 12-15,-11 4-58 16,-12 1-14-16,-7 0-97 16,-8 4-73-16,-17 8-167 15</inkml:trace>
  <inkml:trace contextRef="#ctx0" brushRef="#br0" timeOffset="151650">25213 5602 406 0,'0'0'65'0,"0"0"70"16,0 0-36-16,0 0-16 15,-9-6-10-15,8 5 30 16,1 1-26-16,0-2-3 15,-2 2-36-15,2 0 26 16,0 0-18-16,0 0-4 16,0 0-5-16,0 0-11 15,0 0-5-15,0-1-20 16,0 0 15-16,0-1-16 16,0 1 19-16,10-1-26 15,2-2 23-15,1 0-25 16,1 0 17-16,-3 1-10 15,-2 2 1-15,-3 0 3 16,-3 1-5-16,-3 0 2 16,0 0-21-16,0 1 9 15,0 7-4-15,-1 2 30 16,-1 0-24-16,2 1 21 16,0-3-20-16,0 0 14 15,0-2-6-15,9 1 4 16,1 0 4-16,2 0-3 15,-2-2 12-15,-1 2-14 16,-5-2 24-16,-1 3-15 0,-3-3 31 16,0 2-22-16,0 0 17 15,-12-2-32 1,1 2 4-16,2-3-7 0,-1 0-24 16,4-2-24-16,5 0-43 15,-1-2-73-15,2 0-227 16,0 0-363-16</inkml:trace>
  <inkml:trace contextRef="#ctx0" brushRef="#br0" timeOffset="152105.71">25775 5756 954 0,'0'0'156'0,"0"0"29"16,0 0-91-16,85 76-18 0,-63-53-27 16,1 0-6-1,-3-4-12-15,-4-2-18 0,0-2 1 16,-8-6-19-16,0-1 16 15,-3-4-21-15,-3 0 17 16,-2-4-61-16,0 0 3 16,0 0-39-16,0-13-67 15,0-3-151-15,0-7-93 16,-4-1-156-16</inkml:trace>
  <inkml:trace contextRef="#ctx0" brushRef="#br0" timeOffset="152262.92">25928 5743 779 0,'0'0'129'0,"0"0"64"16,0 0-40-16,-65 93-70 15,43-66-51-15,1-1-15 16,2-2-24-16,-2-5-16 16,0-5-117-16,2-3-156 15,-1-5-416-15</inkml:trace>
  <inkml:trace contextRef="#ctx0" brushRef="#br0" timeOffset="152826.72">26383 5963 900 0,'0'0'172'15,"0"0"17"-15,75 0-104 16,-49 0-49-16,-3-4-15 15,-7-3-10-15,-5-3-15 16,-6 2-7-16,-5-1-83 16,0 1-112-16,-13-3-197 0</inkml:trace>
  <inkml:trace contextRef="#ctx0" brushRef="#br0" timeOffset="152997.46">26393 5822 894 0,'0'0'114'0,"0"0"27"16,0 0-61-16,0 0-73 15,0 0-5-15,79-4-6 16,-58-1-94-16,2-1-179 16,-2 2-421-16</inkml:trace>
  <inkml:trace contextRef="#ctx0" brushRef="#br0" timeOffset="153393.75">26920 5727 961 0,'0'0'97'0,"0"0"100"15,0 0-72-15,0 0-54 16,95 87-9-16,-66-59-17 15,0 0 4-15,0-1-24 0,-3-3 16 16,-2-3-35-16,-3-3 17 16,-3-4-33-16,-4-2 22 15,-2-3-18-15,-3-3-22 16,-3-2-23-16,-3-1-23 16,-2-3-18-16,-1 0-70 15,0-6-68-15,0-10-226 16</inkml:trace>
  <inkml:trace contextRef="#ctx0" brushRef="#br0" timeOffset="153610.59">27187 5741 999 0,'0'0'129'0,"0"0"46"16,-62 93-102-16,34-60-24 15,1-3-21-15,0-6-19 16,-2 0-4-16,6-5-8 16,1-4-5-16,2-5-54 15,4-2-27-15,3-5-103 16,3-3-123-16,5 0-279 16</inkml:trace>
  <inkml:trace contextRef="#ctx0" brushRef="#br0" timeOffset="154023.87">27254 5400 826 0,'0'0'103'15,"0"0"72"-15,0 0-14 16,0 0-64-16,0 0-41 16,36 66-30-16,-30-49-3 15,-1-1-24-15,1-5 12 16,-3-2-21-16,0 0 9 16,0-5-64-16,1-2 0 15,2-2-84-15,2 0-73 16,1-10-116-16</inkml:trace>
  <inkml:trace contextRef="#ctx0" brushRef="#br0" timeOffset="154221.37">27457 5405 929 0,'0'0'158'0,"0"0"16"16,-23 105-83-16,12-65-36 0,-1-4-36 15,3-1 0-15,-2-3-27 16,2-4 17-16,2-7-68 16,1-3-37-1,2-9-116-15,1-4-132 0,3-5-319 16</inkml:trace>
  <inkml:trace contextRef="#ctx0" brushRef="#br0" timeOffset="154681.66">27492 5567 700 0,'0'0'95'16,"0"0"82"-16,0 0-43 15,0 0-51-15,0 0-9 16,0 0-18-16,30-12-17 16,-20 12-37-16,1 0 13 15,-2 0-23-15,-1 0 21 16,-4 0-26-16,-1 6 2 16,-3 3-27-16,0 3 21 15,0-1 6-15,0 2 9 16,0-2 2-16,0 1-4 15,0-4 10-15,9 1-16 16,4-1 25-16,0-1-11 0,1 1 31 16,-1-3-24-1,-3 0 20-15,-3 1-17 0,-7 2 19 16,0 0 1 0,-8 3-8-16,-8-2-11 0,-4 1-16 15,1 0 9-15,0-4-38 16,2-2-15-16,4-1-88 15,1-1-109-15,-2-2-251 16</inkml:trace>
  <inkml:trace contextRef="#ctx0" brushRef="#br0" timeOffset="156722.81">22724 6881 660 0,'0'0'129'0,"6"8"8"16,-1 15-11-16,3 8-16 15,4 6 3-15,-2 5-56 16,1 3-29-16,-1-6-12 15,-1-7-16-15,-3-5 10 16,1-5-18-16,-3-9 15 16,-4-5-64-16,0-7-30 15,0-1-90-15,0 0-81 16,-12-13-250-16</inkml:trace>
  <inkml:trace contextRef="#ctx0" brushRef="#br0" timeOffset="157807.26">22527 6908 811 0,'0'0'102'15,"0"0"72"-15,92 4-76 16,-52-4-22-16,2-7-46 15,3-6-11-15,-5-5-17 16,-2 1-1-16,-5 0 2 16,-4 2-9-16,-4 3 4 15,-4 1-17-15,-2 8 25 16,1 3-18-16,-2 0 21 16,-2 16-20-16,-2 7 25 15,0 7-12-15,-3 2 15 16,1 3 2-16,-3-1 1 15,2-1 4-15,1-4 0 16,-2-5 14-16,2-2-26 16,-1-7 14-16,-2-5-28 15,0-3 23-15,2-6-28 16,3-1 22-16,0-4-17 16,0-13 7-16,4-5-3 15,-5-2-6-15,-2-1-3 16,1 6-13-16,-5 0 10 0,-3 7-17 15,-1 5 21 1,-1 6-18-16,-1 1 25 16,-1 0-41-16,3 10 18 0,3 7 13 15,-1-1 8 1,4-1 2-16,5-1-3 16,1-3 4-16,5-5-8 0,2-4 15 15,1-2-17-15,0 0 23 16,-3 0-21-16,-1 0 22 15,-2-5-23-15,-5-3 21 16,-2-3-8-16,-3-2 1 16,-2-2 0-16,-5 0-6 15,0-1 7-15,0-1-13 16,0 1 14-16,-8 0-20 16,-1 1 19-16,-2 4-37 15,1 3 23-15,-1 8-28 16,3 0 3-16,-2 8-7 15,0 14 26-15,5 4 13 16,-1 3-5-16,4 0 9 16,2-1-14-16,0-5 19 15,3-6-16-15,9-3 35 16,2-6-23-16,1-5 23 16,5-3-19-16,3 0 18 15,3-14-14-15,-1-5-12 16,1-2 2-16,-1 5-8 15,-4 0 8-15,-4 5-19 16,-3 4 18-16,-3 6-16 16,-4 1 19-16,0 0-24 15,-1 8 25-15,-2 3-13 16,-1 1 10-16,0-1 1 16,-2-2 3-16,1-4 5 0,-2-1-7 15,1-1 12 1,1-3-19-16,1 0 22 0,4-4-12 15,0-11 20-15,3-2-40 16,4-2 20-16,2 2-19 16,2 2-1-16,-2 3 1 15,-1 7 2-15,1 5 4 16,-3 0-5-16,-1 5 15 16,-2 12-13-16,1 2 27 15,-2 1-22-15,2 0 19 16,-2-4-30-16,3-2 2 15,0-6-72-15,-2-6-96 16,0-2-257-16</inkml:trace>
  <inkml:trace contextRef="#ctx0" brushRef="#br0" timeOffset="158304.51">24413 6911 865 0,'0'0'9'0,"0"0"116"0,0 0-36 15,-13-32-29-15,3 30-3 16,-5 2-31-1,-1 0-5-15,-2 9-31 0,2 9 24 16,-3 2-27 0,4 2 23-16,4-1-18 0,2-4 9 15,6-2 0-15,3-7-4 16,0-1 1-16,0-6-15 16,11-1-1-16,4 0-4 15,4-1 29-15,3-11-17 16,-1-3 18-16,-5 2-42 15,2 2 12-15,-10 2 2 16,0 4 20-16,-4 5 0 16,-1 0 6-16,-3 0 14 15,1 5-10-15,3 5 12 16,1-2-15-16,2 2 34 16,2-5-43-16,2-1 17 15,2-4-27-15,2 0-4 16,-1 0-40-16,3-2-28 15,0-8-73-15,-5-2-74 16,0-1-162-16</inkml:trace>
  <inkml:trace contextRef="#ctx0" brushRef="#br0" timeOffset="158702.72">24625 6949 415 0,'0'0'70'15,"0"0"86"-15,43 83-35 16,-24-46 20-16,-1 0 33 15,-1-1-64-15,-1-1-6 16,-1-7-41-16,-4-5-4 16,-2-8-44-16,-7-4 18 15,-2-7-31-15,0-4 12 0,0 0-5 16,-4-8-3-16,-8-13-5 16,-2-7-18-16,-1-9 2 15,4-9-29-15,-1-5 11 16,4-3-38-16,6 4 13 15,2 3-6-15,0 12 43 16,15 6 7-16,3 10 16 16,4 8 14-16,-1 10 29 15,-4 1 25-15,-3 8-18 16,-2 13 9-16,-7 3-26 16,-5 6 17-16,0 1-18 15,-8-2 22-15,-14 0-51 16,-1-4 17-16,-1-5-28 15,2-7 5-15,-1-3-25 16,6-10-29-16,0 0-33 16,6-4-129-16,-1-10-220 15</inkml:trace>
  <inkml:trace contextRef="#ctx0" brushRef="#br0" timeOffset="159254.6">24946 7100 1025 0,'0'0'176'0,"0"0"-39"16,29 87-52-16,-22-66-27 15,-1-6-14-15,1-6-6 16,-4-2-17-16,-3-7 1 16,0 0-22-16,0 0 26 15,-2-11-27-15,-9-9 20 16,1-7-35-16,-2-9 16 15,1-7-37-15,-1-4 0 16,3-1-18-16,1 1-2 16,5 5 1-16,3 6 6 15,0 10 26-15,6 8-6 16,11 11 35-16,-1 7-16 16,2 0 47-16,0 6-17 15,-5 11 42-15,-2 8-23 16,-2 0 8-16,-6 2-4 15,-3 1-12-15,0-4 0 16,0-4-15-16,-9-1 1 16,-5-5-22-16,-1-4 15 15,-3-6-59-15,-3-4-2 16,4 0-66-16,-3-10-71 16,1-15-199-16,3-6-433 15</inkml:trace>
  <inkml:trace contextRef="#ctx0" brushRef="#br0" timeOffset="159837.54">25057 6691 1114 0,'0'0'36'0,"34"95"96"0,-16-50-51 16,1-8-16-16,-3-4-45 15,-2-10 11-15,1-5-40 16,-3-7 22-16,1-4-13 16,-1-7 2-16,-3 0-4 15,-2 0-8-15,2-11 1 16,0-3-31-16,-1 1 6 16,-1-1-28-16,-1 2 27 15,1 1-16-15,-3 3 24 16,-2-1-17-16,1 5 38 15,-3 1 6-15,1 2 0 16,1 1-9-16,-2 0-27 16,3 0 1-16,-1 0-1 15,3 0 39-15,3 0-17 16,0 0 28-16,0 0-24 16,3 0 28-16,1 0 6 15,2 7 23-15,0 3 8 16,-1 6-14-16,3 3 6 15,-3 7-11-15,1 4 17 16,-1 2-18-16,-3 6 13 16,3-2-18-16,-3 0 33 15,-1-1-31-15,1-3 28 16,-6-4-22-16,1-2 10 16,-5-4-7-16,0-3-13 15,-8-4 1-15,-15-2-19 0,-5-2 9 16,-10-4-29-1,-5-1 15-15,-1-2-54 16,1-3 8-16,0-1-74 0,4 0-11 16,3-2-94-16,-1-14-302 15</inkml:trace>
  <inkml:trace contextRef="#ctx0" brushRef="#br0" timeOffset="160538.42">25889 7114 876 0,'0'0'127'0,"0"0"42"15,0 0-86-15,23 75-13 16,-22-68-41-16,-1-3 6 15,0-4-34-15,0 0 18 16,-8 0-6-16,-7-11-7 16,-4-8-3-16,-1-5-4 15,3-5 4-15,-2-7-20 16,5-7 15-16,5 0-22 16,9 1 29-16,0 1-18 15,17 3 20-15,14 8-23 16,6 7 17-16,3 8-6 15,0 6 3-15,-4 9 4 16,-7 0-1-16,-9 5 17 16,-10 14-1-16,-7 1 32 15,-3 3-23-15,0 2 12 16,-17 1-40-16,-5-3 20 16,-1-1-26-16,1-6 5 15,3-1-39-15,3-7-50 16,8-4-64-16,2-4-103 15,6 0-129-15</inkml:trace>
  <inkml:trace contextRef="#ctx0" brushRef="#br0" timeOffset="160883.81">26234 6817 824 0,'0'0'92'0,"0"0"41"0,0 0-79 16,-14 72-13-16,14-56-19 16,0-1-10-1,1-3-4-15,15-2 5 0,4-5 9 16,0-3-6-16,5-2 14 16,-2 0-23-16,0 0 22 15,-3-10-20-15,-1-2 25 16,-4-2-31-16,-4 1 19 15,-5 0-16-15,-5 1 12 16,-1 1-1-16,0 3 7 16,-17 2-4-16,-2 4-24 15,-7 2 12-15,-1 0-30 16,-5 0 10-16,2 9-61 16,1 2-29-16,3 2-102 15,7-5-140-15</inkml:trace>
  <inkml:trace contextRef="#ctx0" brushRef="#br0" timeOffset="161887.85">26541 6837 811 0,'0'0'51'0,"0"0"112"15,0 0-34-15,18 74-79 0,-8-57 32 16,-1-2-45 0,-1-2 2-16,2-6-35 15,0-2 7-15,1-5-7 0,-1 0 4 16,3 0 2-16,-2-8-10 16,5-6 7-16,-3-1-19 15,0-3 18-15,-1 1-28 16,-3 2 25-16,-1 2-28 15,-2 2 26 1,-3 8-18-16,3 1 14 0,-3 2-8 16,5 2 8-16,-2 11 7 15,4 2-10-15,2 0 14 16,2 0-18-16,-1-3 21 16,0-1-23-16,-1-7 26 15,-2 0-25-15,0-2 25 16,-3-2-5-16,-1 0 9 15,0 0 3-15,-3-10-3 16,1-3 1-16,-3-4-18 16,-1 1 9-16,0-5-17 15,0 1 19-15,0-3-23 16,0 7 20-16,0-1-37 16,0 3 18-16,0 7-6 15,0 5 8-15,0 2-9 16,0 0-7-16,9 0 11 15,0 6-1-15,3 2 20 16,0 1-17-16,4-2 24 16,0-1-23-16,1-5 23 15,1-1-20-15,2 0 24 16,0 0-11-16,-1 0-3 16,-1-9 2-16,-4 2-4 15,-2 3 5-15,-4-4-12 0,-6 4 18 16,-2 0-17-1,0 1 28-15,0-1-28 0,0 0 19 16,-4 2-25-16,-4 0 14 16,-1 2-10-16,2 0-12 15,1 0-5-15,-4 0-7 16,6 6-6-16,-1 3-19 16,4 0 21-16,1 2-5 15,0 5 36-15,3-1-12 16,11 1 24-16,2 3-14 15,3 0 13-15,0-1 2 16,-1 2 12-16,1-2 22 16,-6-2 5-16,-1-3 3 15,-4-1-9-15,-2-4 19 16,-3-1-30-16,0-6 20 16,-3-1-34-16,0 0 25 15,0 0-1-15,0-14-11 16,0-6-17-16,0-3-6 15,0-4 0-15,0 0-12 16,0 2 16-16,0 2-22 16,9 4 23-16,2 2-29 15,2 3 21-15,6 2-27 16,-3-1-11-16,4 2-49 16,-3 0-40-16,1 1-149 15,-7-2-273-15</inkml:trace>
  <inkml:trace contextRef="#ctx0" brushRef="#br0" timeOffset="162442.01">27732 6893 798 0,'0'0'192'15,"0"0"9"-15,0 0-93 16,43 52-34-16,-42-47-31 15,-1-4 4-15,0-1-24 16,-1 0 19-16,-9 0-32 16,0-9 12-16,-3-8-32 15,1-3 24-15,4-2-22 16,2-4 3-16,6 2-2 16,0 1-7-16,0 2 3 0,13 2-5 15,10 6 19 1,4 0-43-16,2 4-1 0,0 1-65 15,-3-1-49-15,0 5-161 16,-7 0-168-16</inkml:trace>
  <inkml:trace contextRef="#ctx0" brushRef="#br0" timeOffset="163222.51">27967 6770 640 0,'0'0'81'16,"0"0"73"-16,0 0-20 15,0 0-48-15,49 75-9 16,-30-63-18-16,-2-4-14 16,-2 0-6-16,0-6-20 15,-3-2 3-15,-1 0-27 16,-2 0 26-16,0-10-28 16,0-3 19-16,1-4-27 15,-3-1 10-15,-1-2-10 16,-3 5-7-16,0 2 8 15,-3 3 7-15,0 5 13 16,0 2-16-16,0 3 18 16,0 0-43-16,0 4 15 15,0 8 2-15,5 2 27 16,1 2-17-16,0-2 9 16,4 0 0-16,3-3-3 15,1-2 5-15,5-4-5 16,0-5 28-16,4 0-6 15,2 0 18-15,2-6-26 16,0-13 25-16,1-1-34 16,-3-7 24-16,1-1-21 0,-5-8 5 15,-6 1-5-15,-4-5-3 16,-8 0 2-16,-3-5-12 16,0 2 16-16,-14 2-23 15,-2 5 16-15,-3 7-29 16,1 10 36-16,-2 12-24 15,0 7 13-15,0 10-15 16,0 19 9-16,2 10 5 16,4 9 0-16,5 1 7 15,9 1-11-15,0-3 15 16,2-3-17-16,17-4 28 16,4-5-26-16,7-6 28 15,2-3-17-15,3-6 10 16,3-5-13-16,3-7 6 15,1-8 10-15,1 0-5 16,-3-4 7-16,-5-12-19 16,-5-3 15-16,-7-1-23 15,-8-1 26-15,-5 2-21 16,-7 1 29-16,-3 5-26 16,0 6 21-16,-10 4 4 15,-5 3-11-15,-2 0-8 16,0 15-10-16,1 5 13 15,6-1-20-15,1 1 21 16,6 2-22-16,3-5 28 16,0-2-50-16,0-4-14 15,0-4-110-15,1-2-234 16</inkml:trace>
  <inkml:trace contextRef="#ctx0" brushRef="#br0" timeOffset="163632.66">29382 6550 970 0,'0'0'126'0,"0"0"-26"16,12-107-62-16,-12 67-32 15,-3 5 2-15,-10 6-18 16,-3 6 13-16,3 8-30 16,3 11 8-16,2 4-36 15,6 4 2-15,2 14 18 16,0 5 25-16,7 2-17 16,6-1-25-16,-4-4-65 15,-1-3-176-15</inkml:trace>
  <inkml:trace contextRef="#ctx0" brushRef="#br0" timeOffset="164343.42">29314 6356 912 0,'0'0'147'0,"0"0"41"16,25 111-74-16,-12-64-15 16,4 0-49-16,-2 3 16 15,2-5-42-15,-2-2 8 16,0-7-38-16,-2-6 12 15,-2-6-4-15,0-4-8 16,-4-7-16-16,-1-4-33 16,-6-3-6-16,0-6-74 15,0 0-91-15,-7 0-198 16</inkml:trace>
  <inkml:trace contextRef="#ctx0" brushRef="#br0" timeOffset="164542.99">29193 6606 892 0,'0'0'113'16,"0"0"15"-16,109-20-80 15,-71 15-40-15,0 2-13 16,-9 3-29-16,-5 0-137 15,-6 0-131-15,-4 0-349 0</inkml:trace>
  <inkml:trace contextRef="#ctx0" brushRef="#br0" timeOffset="164841.57">29563 6753 757 0,'0'0'94'15,"0"0"78"-15,0 0-104 16,0 0-24-16,0 0-12 16,45 72-7-16,-31-72 19 15,-1 0-19-15,3 0 14 16,-1 0-34-16,-3-11 28 16,0-4-25-16,-6 2 19 15,-2-3-27-15,-4 1 14 16,0-2-9-16,0 6 4 15,-13-2 1-15,-7 2-11 16,-1 1 4-16,-3 5-27 16,-2 1-5-16,-4 3-81 15,1 1-95-15,-3 0-285 16</inkml:trace>
  <inkml:trace contextRef="#ctx0" brushRef="#br0" timeOffset="165607.91">30226 6596 687 0,'0'0'75'0,"0"0"22"16,43-71 30-16,-37 41-55 15,-6-2-32-15,0-4-15 16,-7 0-24-16,-12 5 8 16,-4 3-23-16,-2 9 11 15,-1 11-17-15,0 8 22 16,3 11-21-16,7 20 21 16,6 11-17-16,10 13 16 15,0 7-1-15,22 5 12 16,11 1 6-16,12 2 13 15,1-2 46-15,0-5 15 16,-7-5 20-16,-6-7-33 16,-10-3-2-16,-11-12-39 15,-9-8 21-15,-3-5-37 16,-6-7-4-16,-17-7-4 0,-6-9-7 16,-5 0 0-1,-4-5-9-15,-3-15 7 0,4-5-26 16,4-5 19-1,11-2-34-15,9 0 28 0,13-3-32 16,0 2 27-16,23-2-14 16,12 2 20-16,11-1-4 15,3 0-6-15,3 6 7 16,-4 2-5-16,-5 5 16 16,-10 7-16-16,-10 9 26 15,-8 5-26-15,-6 1 28 16,-8 16-24-16,-1 6 33 15,0 5-20-15,0-3 5 16,0 0-5-16,0-4-3 16,0-8 2-16,0-3-52 15,0-7-49-15,0-3-102 16,0-2-108-16,0-13-385 16</inkml:trace>
  <inkml:trace contextRef="#ctx0" brushRef="#br0" timeOffset="166446.7">30513 6550 1060 0,'0'0'36'0,"0"0"30"16,0 0-78-16,0 0-26 16,0 0-52-16,-3 51-74 15,18-33 14-15,5-2 1 16,4 0 0-16,0 1 107 0,0-3 61 15,2-3 37 1,-3 2 113-16,-4-5 11 0,-3 0 7 16,-4-2-42-16,-3-2-42 15,-3-2-30 1,0-2-18-16,1 0-18 0,1 0-18 16,0-12 3-16,2 1-31 15,-1-1 11 1,1 1-38-16,-3 3 26 0,2 2-30 15,-3 4 18-15,2 2-15 16,-2 0 8-16,3 0-9 16,-2 7 17-16,6 1 14 15,3-2-4-15,1 0 16 16,5-2-13-16,0-1 20 16,1-3-22-16,-2 0 27 15,-5 0-27-15,-1 0 34 16,-5 0-6-16,-4 0 11 15,-2-1 3-15,-4-4-6 16,3 0 5-16,-3-2-15 16,0-2 5-16,0-2-30 15,0 3 24-15,0-3-27 16,-9 4 28-16,0 4-32 16,-1 3 20-16,-4 0-26 15,2 2-3-15,-2 13 2 16,2 3 2-16,4 1 21 15,2 2-10-15,3-4 19 16,3-2-21-16,0-4 28 16,14-5-24-16,5-6 35 15,6 0-18-15,2 0 19 16,2-17-17-16,3-5 0 16,-2-7-2-16,-1-6-9 15,-3-3 7-15,-7-6-18 16,-5-3 23-16,-9-6-26 15,-5 0 32-15,-2-2-36 0,-16 3 18 16,-3 3-20-16,-3 9 22 16,1 11-8-16,1 15 0 15,3 14 9-15,1 7-9 16,4 28 1-16,3 14-8 16,5 9 25-16,6 9-19 15,2-2 37-15,19-3-27 16,8-8 23-16,1-9-29 15,2-9-16-15,-6-12-155 16,-7-7-259-16</inkml:trace>
  <inkml:trace contextRef="#ctx0" brushRef="#br0" timeOffset="167275.95">31566 6676 470 0,'0'0'144'0,"0"0"24"16,0 0-11-16,0-6-69 16,-9 4-18-16,-2-1-41 15,-4 2 1-15,0 1-37 16,-3 0 10-16,-2 6-4 15,2 11-1-15,-2 3 5 16,5 4-8-16,4-1 13 16,4 1-17-16,7-5 28 15,0-1-10-15,3-5 39 16,13-5-15-16,7-7 31 16,4-1-35-16,5-2-5 15,0-16-8-15,1-6-8 16,-2-6-1-16,-4-5-10 15,-3-5 9-15,-7-5-25 16,-5-5 16-16,-9-2-26 16,-3-3 25-16,0 0-35 15,-14 6 31-15,-6 6-11 16,-2 12 18-16,-2 9 4 16,-1 13-7-16,3 9 5 15,1 8-15-15,2 23 15 0,4 10-15 16,8 9 37-16,4 10-12 15,3-2 45-15,3-2-27 16,15-5 31-16,8-5-20 16,2-10-14-16,6-4-17 15,0-9-7-15,1-6 2 16,-3-8-16-16,-3-2-6 16,-5-7-51-16,-4 0-42 15,-10 0-144-15,-4-5-114 16,-4-6-297-16</inkml:trace>
  <inkml:trace contextRef="#ctx0" brushRef="#br0" timeOffset="168010.44">31833 6744 678 0,'0'0'132'0,"0"0"60"16,0 0-18-16,0 0-62 15,90-22-13-15,-76 14-49 16,-4-3-24-16,0 0-7 15,-7-2-7-15,-1 1 2 16,-2-4-22-16,0 2 22 16,0 1-28-16,-12 1 28 15,-1 5-36-15,-4 6 27 16,-3 1-28-16,-2 0 17 16,0 19-4-16,5 1 2 15,0 5 5-15,6-1-8 16,7-1 13-16,4-3-20 15,0-4 24-15,6-4-24 16,11-2 32-16,5-5-29 16,4-2 32-16,1-3-23 0,5 0 13 15,-2 0-4 1,2 0 1-16,-4-3 3 0,-2-1-9 16,-6 0 11-16,-3 3-17 15,-6-1 22-15,-2 2-26 16,-6 0 34-16,0 0-21 15,-1 10 31-15,-2-1-25 16,1-2 10-16,-1 2-4 16,0-5-4-16,0-1 8 15,0-3-9-15,0 0 33 16,0 0-19-16,0 0 24 16,0-13-41-16,0-2 22 15,0-3-39-15,0-7 25 16,0 1-26-16,0 1-2 15,5 2-8-15,3 2-15 16,2 3-3-16,3 1-42 16,4 4-17-16,1 3-77 15,2 3-11-15,0 2-4 16,-4 3 67-16,-3 0-26 16,0 0 90-16,-5 9 58 15,-1 5 43-15,0 2 66 16,-3 2 51-16,3 2 3 15,-1 2-11-15,0 1 8 16,2 0-70-16,1-4 3 16,-3 1-52-16,-1-7 6 0,-3-1-43 15,1-5 11-15,-3-5-15 16,0-2-37 0,0 0-56-16,-5-9-182 0,-9-11-299 15</inkml:trace>
  <inkml:trace contextRef="#ctx0" brushRef="#br0" timeOffset="168159.36">32271 6428 1143 0,'0'0'47'0,"0"0"1"16,0 0-30-16,0 0-44 15,6 0-31-15,-5 12-100 16,-1 2-136-16,3-1-305 15</inkml:trace>
  <inkml:trace contextRef="#ctx0" brushRef="#br0" timeOffset="169046.64">32464 6702 991 0,'0'0'192'0,"0"0"-39"16,0 0-63-16,75 72-29 15,-60-60-7-15,-2-8-32 16,-2-1 2-16,0-3-32 16,-4 0 27-16,1-1-22 15,-2-13 29-15,0-1-37 16,-2-6 24-16,1-3-27 16,-1-1-1-16,0 2-15 15,1 2-13-15,-1 3 3 16,3 3-23-16,3 4 0 15,3 5-21-15,2 3 44 16,2 0-17-16,-2 3 48 0,-3 0-4 16,0 0 20-16,-6 0-7 15,-3 0 14-15,-3 0 16 16,0 0 11-16,0 7 6 16,-10-1-28-16,-4 7-1 15,-3 3-27-15,1 5 32 16,-1 2-36-16,2 0 29 15,4-3-29-15,5 1 17 16,6-7-8-16,0-2 0 16,0-4 6-16,5-7-5 15,9-1 17-15,-1 0-8 16,1-1 18-16,-1-11-30 16,-1-2 30-16,-1 1-36 15,-5-1 28-15,-3 1-26 16,0 5 15-16,-3 1-4 15,0 2-7-15,0 2-2 16,0 3-16-16,0 0 19 16,0 0-18-16,0 5 22 15,0 8-18-15,0 3 35 16,0 0-30-16,0 0 28 16,0 0-4-16,3-4 19 15,6-1-3-15,5-4 1 16,-1-2 10-16,4-5-14 15,1 0 9-15,4-8-35 16,1-11 20-16,0-4-28 16,-3-7 28-16,0-7-38 15,-7-4 19-15,-3-6-21 0,-8-3-3 16,-2-3-11-16,0 3-17 16,-5 5-3-16,-9 8-10 15,2 10 39-15,0 12-8 16,1 12 30-16,4 3-13 15,1 15 21-15,5 17-16 16,1 8 37-16,0 8 7 16,5 7 22-16,12-1 10 15,1 0 9-15,2-4-15 16,2-7-18-16,-2-4-2 16,-4-10-38-16,-1-6 22 15,-7-7-34-15,-5-9 9 16,-3-7-66-16,0 0-39 15,-19-8-109-15,-10-16-208 16</inkml:trace>
  <inkml:trace contextRef="#ctx0" brushRef="#br0" timeOffset="169279.23">32796 6500 869 0,'0'0'160'16,"0"0"43"-16,122 9-91 15,-74 7-39-15,-1 7-1 16,-5 3-30-16,-6 1 11 16,-7 3-37-16,-6 0 30 15,-9 0-45-15,-5-3 27 16,-4-2-37-16,-3-3 13 16,-2-5-6-16,0-6-30 15,0-4-41-15,0-7-54 0,-4 0-139 16,-2-14-452-16</inkml:trace>
  <inkml:trace contextRef="#ctx0" brushRef="#br0" timeOffset="169432.88">33143 6400 1203 0,'0'0'14'0,"0"0"42"15,0 0-27-15,0 0-40 16,0 0 27-16,0 0-71 15,33 22-78-15,-33-2-221 16,-4 1-270-16</inkml:trace>
  <inkml:trace contextRef="#ctx0" brushRef="#br0" timeOffset="169961.53">33244 6663 681 0,'0'0'203'16,"0"0"30"-16,0 0-87 15,78 29-34-15,-55-29-35 16,-2 0-32-16,-1-1-32 16,-2-10 13-16,-4-1-32 15,-6-5 28-15,-1 0-29 16,-4-4 25-16,-3 1-32 16,0-2 11-16,0 5-28 15,-3 0 0-15,-4 5 17 16,4 8 1-16,0 4 17 15,3 0-13-15,0 0 11 16,0 12-22-16,3 0 36 16,7 4-25-16,3 0 34 0,5-4-25 15,-4 0 20 1,3-4 2-16,-2-4 5 0,1-1 6 16,-2-3-12-16,-1 0 8 15,3-7-17-15,0-6 22 16,-2-8-40-1,-2-2 30-15,2-4-38 0,-8 4 33 16,-1-1-29-16,-5 5 14 16,0 7-2-16,-2 8-4 15,-14 4 2-15,-1 3-16 16,-2 14 16-16,5 6-15 16,2 5 28-16,4 2-28 15,6-1 33-15,2-2-31 16,0-3 30-16,13 1-20 15,4-4 5-15,4-4-1 16,2-5-16-16,-3-8-36 16,2-2-62-16,-11-2-62 15,-4 0-313-15</inkml:trace>
  <inkml:trace contextRef="#ctx0" brushRef="#br0" timeOffset="171715.45">23138 7843 600 0,'0'0'100'15,"0"0"28"-15,0-23-32 16,-6 15-39-16,-2-3-7 15,-4 2-17-15,1 0-19 16,-2 1-1-16,-1 4-19 16,-2 4 16-16,-3 0-20 15,-1 6 20-15,1 12-22 16,2 2 21-16,4 1-17 16,4 3 9-16,4-5-1 15,5-5-1-15,0-4 6 16,1-3-5-16,13-4 14 0,0-3-6 15,1 0 19-15,4-3-27 16,-2-8 17 0,2-5-25-16,-4 1 18 0,-4 1-18 15,1 1 7-15,-7 4 1 16,-2 2-3-16,0 4 6 16,-1 1-7-16,1 2 14 15,4 0-4-15,1 12 17 16,6 7 19-16,4 10 13 15,4 5-12-15,0 6 25 16,1 3-17-16,-3 1 13 16,-4 0-4-16,-5-2-8 15,-6-2-4-15,-5-4-14 16,0-6 12-16,0-5-27 16,-15-5 19-16,-1-5-40 15,-4-8 29-15,-3-6-35 16,-2-1 24-16,-5 0-37 15,-4-11-13-15,0-5-18 16,1-4-19-16,4-3-23 16,4-5-67-16,8-3-144 15,6-6-294-15</inkml:trace>
  <inkml:trace contextRef="#ctx0" brushRef="#br0" timeOffset="171988.27">23379 7433 1063 0,'0'0'97'0,"0"0"53"0,-15 110-95 16,2-65-11-16,-1 0-35 16,-2-4-1-16,1-2-14 15,3-7-51-15,1-4-92 16,3-8-159-16,3-7-235 16</inkml:trace>
  <inkml:trace contextRef="#ctx0" brushRef="#br0" timeOffset="172416.98">23626 7622 804 0,'0'0'123'0,"0"0"80"0,-36 78-60 15,18-40-68-15,1 5-12 16,1 3-36 0,4-2 2-16,4-4-35 0,6-1 16 15,2-7-12-15,2-3 2 16,14-4-1-16,8-7-12 16,4-4 5-16,-1-4-31 15,-1-6-13-15,-3-4-80 16,-4 0-44-16,-6-4-134 15,-5-10-342-15</inkml:trace>
  <inkml:trace contextRef="#ctx0" brushRef="#br0" timeOffset="172671.67">23756 7824 867 0,'0'0'158'16,"0"0"29"-16,0 0-69 16,75 71-34-16,-58-51-32 15,3 3 1-15,-1-6-40 16,-4-1 11-16,-5-7-32 16,3-3 16-16,-8 1-39 15,0-5-17-15,-1-2-19 16,1 0-37-16,-1 0-67 15,-2-5-95-15,1-7-151 16</inkml:trace>
  <inkml:trace contextRef="#ctx0" brushRef="#br0" timeOffset="172843.9">23919 7835 616 0,'0'0'117'0,"0"0"94"16,0 0-59-16,-83 79-62 15,60-51-57-15,4-3-9 16,4-10-34-16,7-2-17 16,4-6-81-16,4-6-99 15,0-1-92-15,2-6-249 16</inkml:trace>
  <inkml:trace contextRef="#ctx0" brushRef="#br0" timeOffset="173166.2">24007 7681 875 0,'0'0'204'0,"62"71"-27"15,-25-30-63-15,-2 1-27 16,-3 2-2-16,-5 2-35 16,-8 0 4-16,-7-4-25 15,-9-3 10-15,-3-4-39 16,0-3 19-16,-9-8-28 16,-8-7-3-16,1-5-33 15,-5-5-38-15,4-7-25 16,1 0-62-16,1 0-163 15,4-12-360-15</inkml:trace>
  <inkml:trace contextRef="#ctx0" brushRef="#br0" timeOffset="173455.54">24588 7954 1065 0,'0'0'188'0,"0"0"-91"16,82 0-39-16,-58-3-30 15,-5-6-22-15,-2 2-14 16,-8-3-71-16,-4-1-93 16,-5 0-153-16,0-5-267 15</inkml:trace>
  <inkml:trace contextRef="#ctx0" brushRef="#br0" timeOffset="173631.42">24559 7811 853 0,'0'0'101'15,"0"0"71"-15,0 0-159 16,96 0-16-16,-69-5-63 0,-2-4-137 16,-2-3-235-1</inkml:trace>
  <inkml:trace contextRef="#ctx0" brushRef="#br0" timeOffset="174381.66">25261 7599 728 0,'0'0'118'0,"0"0"90"15,0 0-49-15,0 0-39 16,59 91-37-16,-44-63-41 16,-4-1-11-16,-2-2-30 15,-4-5 15-15,1-4-29 16,-3-3-5-16,-2-4-59 16,1-2-49-16,-2-3-117 15,0 0-192-15</inkml:trace>
  <inkml:trace contextRef="#ctx0" brushRef="#br0" timeOffset="174651.51">25122 7906 825 0,'0'0'79'0,"0"0"126"16,118-20-63-16,-57 8-63 16,7 5-14-16,0 0-35 15,-6 2-20-15,-5 1-11 16,-12 4-2-16,-10 0-47 16,-10 0-22-16,-11 0-78 15,-8 0-48-15,-6 0-68 16,0 3-77-16</inkml:trace>
  <inkml:trace contextRef="#ctx0" brushRef="#br0" timeOffset="175177.42">25335 8054 585 0,'0'0'122'15,"0"0"69"-15,0 0-8 16,0 0-46-16,0 0-46 16,45 0-23-16,-32 0-19 0,-1 0-19 15,0-2-4 1,-3 2-25-16,2 0 12 0,-4 0-22 15,-1 0 21-15,1 0-24 16,-4 0 14-16,-3 8-29 16,0 2 20-16,0 2-4 15,0 2-2-15,0-2 1 16,0 0 2-16,0-3 9 16,3 1-12-16,10 1 16 15,5-1-18-15,1 1 27 16,3 1-24-16,-1 0 28 15,-4-1-18-15,-5 1 24 16,-4-1 4-16,-8-2 10 16,0 2 8-16,-3-2-3 15,-14 0 2-15,-2-3-33 16,-4-1 9-16,-3-1-27 16,3 0 26-16,1-4-39 15,0 0 7-15,4 0-41 16,7 0-21-16,5 0-47 15,6-8-75-15,0-5-153 16,8-5-292-16</inkml:trace>
  <inkml:trace contextRef="#ctx0" brushRef="#br0" timeOffset="175641.37">26019 7761 843 0,'0'0'177'16,"0"0"-12"-16,0 0-30 16,0 0-44-16,0 0-3 15,62 74-40-15,-30-45 16 16,2-1-34-16,4 2 16 15,2-3-14-15,-2-2-2 16,-5-4-8-16,-4-3-18 16,-9-6 5-16,-3-1-19 15,-6-5 8-15,-3-2-54 16,-6-2 3-16,-1-2-53 16,-1 0 9-16,0 0-86 15,-1-7-132-15,-9-9-153 16</inkml:trace>
  <inkml:trace contextRef="#ctx0" brushRef="#br0" timeOffset="175850.11">26263 7804 966 0,'0'0'122'0,"0"0"47"0,-90 91-40 15,58-59-80-15,4-2 0 16,0 1-48-16,5-5 11 16,6-3-41-16,4-6-48 15,3-8-118-15,7-8-250 16</inkml:trace>
  <inkml:trace contextRef="#ctx0" brushRef="#br0" timeOffset="177221.77">26435 7288 184 0,'0'0'65'0,"0"0"34"16,0 0-8-16,0-1 4 15,0 1 9-15,0 0-2 16,1 0-22-16,1 0-5 16,0 0 11-16,0 12 0 15,1-1 4-15,0 4-33 16,-2 0 3-16,2-1-57 15,0-1 12-15,-3-6-23 16,3 0 14-16,-3-2-35 16,0-1-69-16,1-1-66 15,-1 0-76-15,0-2-195 16</inkml:trace>
  <inkml:trace contextRef="#ctx0" brushRef="#br0" timeOffset="177651.51">26380 7493 596 0,'0'0'213'0,"0"0"-17"0,0 0-41 15,87-6-50-15,-57 4-17 16,0-2-60-16,1 0-10 16,-4 1-18-16,-3-1-3 15,-2 2-15-15,-7-1-49 16,-3 1-56-16,-4-1-93 16,-5 3-69-16,-3-3-208 15</inkml:trace>
  <inkml:trace contextRef="#ctx0" brushRef="#br0" timeOffset="178753.38">26479 7583 264 0,'0'0'88'0,"0"0"31"0,0 0-24 15,0 0 2-15,0 1-33 16,0-1 14-16,0 0-34 16,2 0 9-16,4 0 10 15,4 0 3-15,3 0-19 16,0-1-13-16,1 0 8 16,-1-1-24-16,-1 2 6 15,-2 0-27-15,-3 0 16 16,-4 2-22-16,-3 7 18 15,0 3-11-15,0 3 0 16,0-2 2-16,-3-2-3 16,-1-3 3-16,4-3-10 15,0-1 15-15,0-2-20 16,0 2 24-16,7 0-20 16,7-2 21-16,1 2-17 15,1 2 12-15,-5 1 0 16,-2 1 4-16,-5 2 20 15,-4 2 25-15,0 3 16 16,-8 0-26-16,-8-2 8 16,-3 1-28-16,2-3 13 15,4-4-39-15,4-4 17 16,2-3-45-16,6 0-20 16,1-1-66-16,0-13-147 15,1-4-266-15</inkml:trace>
  <inkml:trace contextRef="#ctx0" brushRef="#br0" timeOffset="179131.16">26941 7489 1097 0,'0'0'59'16,"0"0"101"-16,0 0-79 15,0 0-23-15,67 4-51 16,-48-4 10-16,-2 0-45 16,-1 0-48-16,-3-6-112 15,-1-3-207-15</inkml:trace>
  <inkml:trace contextRef="#ctx0" brushRef="#br0" timeOffset="179823.08">27287 7338 838 0,'0'0'120'0,"0"0"92"16,0 0-67-16,23 94-43 16,-17-63-46-16,1 1 2 15,2-3-37-15,-1-2 9 16,-1-4-33-16,1-6 19 15,-2-5-26-15,0-5-28 16,0-7-47-16,-1 0-120 16,-1-3-241-16</inkml:trace>
  <inkml:trace contextRef="#ctx0" brushRef="#br0" timeOffset="183173.67">27625 8036 753 0,'11'0'82'0,"5"0"82"0,2 0-68 16,2 0-34-1,0-3-42-15,-4-1-6 0,0-3-43 16,-3 2-43-16,-6-2-132 15,-1 0-110-15,-6 0-234 16</inkml:trace>
  <inkml:trace contextRef="#ctx0" brushRef="#br0" timeOffset="183390.43">27593 7919 827 0,'0'0'57'15,"0"0"98"-15,0 0-56 16,0 0-38-16,98-26-64 16,-70 20 15-16,2-1-47 15,-4 1-141-15,0-3-190 16</inkml:trace>
  <inkml:trace contextRef="#ctx0" brushRef="#br0" timeOffset="183745.19">28399 7622 960 0,'0'0'121'0,"0"0"10"15,0 0-16-15,26 81-62 16,-17-56-12-16,2-1-25 16,-4-1-15-16,2-3 4 15,0-3-46-15,-4-2-27 16,-2-3-92-16,-1-2-115 16,-2-4-168-16</inkml:trace>
  <inkml:trace contextRef="#ctx0" brushRef="#br0" timeOffset="184000.57">28184 7910 888 0,'0'0'100'0,"92"-23"69"0,-27 8-106 15,7 0-3-15,2 3-27 16,0 2 1 0,-11 3-37-16,-9 6 15 0,-13 1-39 15,-10 0-53-15,-14 0-52 16,-10 0-72-16,-7 0-52 16,0 5-190-16</inkml:trace>
  <inkml:trace contextRef="#ctx0" brushRef="#br0" timeOffset="184594.64">28376 8064 745 0,'0'0'127'15,"0"0"72"-15,0 0-109 16,98-23-11-16,-75 22-21 16,-1-1-34-16,-9 2-14 0,-6 0-12 15,-7 4 5-15,0 10-23 16,-2 3 26-16,-9 0-29 15,1 1 24-15,4-2-24 16,6-1 18-16,0-1-19 16,6-4 7-16,15-1 12 15,3-2 2-15,3 1 7 16,-1 0-8-16,-6 3 12 16,-5-2 4-16,-9 7 50 15,-6 0-15-15,-5 0 27 16,-15 3-32-16,-6-2 10 15,-2-2-26-15,1-4-7 16,1-7-13-16,2-4-8 16,3 0-24-16,1 0-76 15,4-11-121-15,-4-6-295 16</inkml:trace>
  <inkml:trace contextRef="#ctx0" brushRef="#br0" timeOffset="185461.54">28998 7909 615 0,'0'0'148'16,"0"0"-1"-16,0 0-16 16,0 0-21-16,35-45-17 15,-16 35-22-15,1 1-40 0,0 2 11 16,-1 4-28-16,0 3 21 15,-2 0-33-15,0 4 26 16,2 12-25-16,-3 5 12 16,-2 3-5-16,2 3-1 15,3 0 3-15,-3-3-9 16,3 0 11 0,1-5-16-16,2-3 20 0,-1-4-27 15,-3-4 27-15,-4-1-30 16,-2-4 24-16,-4-2-45 15,-5-1-2-15,0 0-22 16,-3 0-34-16,1 0-65 16,1-11-108-16,-2 2-69 15,0-6-227-15</inkml:trace>
  <inkml:trace contextRef="#ctx0" brushRef="#br0" timeOffset="185707.18">29302 7843 908 0,'0'0'99'0,"-35"75"79"0,19-38-58 15,2 0-50 1,2-7-42-16,2-4-3 15,1-10-31-15,5-3 20 0,1-5-59 16,0-8-17-16,0 0-98 16,-1 0-91-16,-2-3-192 15</inkml:trace>
  <inkml:trace contextRef="#ctx0" brushRef="#br0" timeOffset="186415.14">29410 7524 638 0,'0'0'142'0,"0"0"23"16,0 0-16-16,0 0-42 16,7 3 1-16,4-3-47 15,1 0-7-15,0 0-44 16,2 0 19-16,-1 0-36 16,0 0 22-16,-3-4-30 15,2-3-34-15,-1 0-59 16,1-2-88-16,-2-1-136 15,0-1-361-15</inkml:trace>
  <inkml:trace contextRef="#ctx0" brushRef="#br0" timeOffset="186879.85">29674 7361 881 0,'0'0'88'0,"0"0"67"0,0 0-72 15,0 0-2-15,0 0-36 16,49 0-24-16,-36 0-8 16,-4 0-13-16,-2 4 7 15,-4 1-15-15,-3 6 22 16,0 1-13-16,0 1 24 16,-6 3-24-16,-1-1 23 15,-3 0-23-15,4-3 15 16,3-1-13-16,3-4-2 15,0 0 1-15,0-3-5 16,9-1 14-16,5-3-15 16,2 0 15-16,1 0-27 15,2 0 18-15,-4 0-46 16,-2-4-9-16,-2-2-80 16,-2 1-64-16,-5 1-94 15,-2-3-224-15</inkml:trace>
  <inkml:trace contextRef="#ctx0" brushRef="#br0" timeOffset="187181.02">30009 7314 879 0,'0'0'127'16,"0"0"65"-16,-42 104-56 15,19-65-52-15,0 4-41 16,0-4-2-16,0-2-34 16,4-3 13-16,6-6-29 15,4-7 24-15,6-5-49 16,3-5-9-16,0-4-54 15,6-5-71-15,9-2-122 16,2 0-163-16</inkml:trace>
  <inkml:trace contextRef="#ctx0" brushRef="#br0" timeOffset="187653.63">30016 7539 741 0,'0'0'77'0,"0"0"81"0,0 0-30 16,0 0-49-16,0 0-22 15,39-14 12 1,-20 11-31-16,-3-1 0 15,1 1-37-15,-2 0 14 0,-5 3-25 16,-3 0 20-16,-4 0-17 16,-3 3-4-16,0 7 4 15,0 3 4-15,-8 0 4 16,0 1-10-16,5 0 15 16,3-2-17-16,0 0 22 15,6-1-21-15,14-1 28 16,3-1-18-16,-1 0 24 15,1 0-8-15,-6 1 12 16,-8 2 6-16,-9 1-8 16,-6-2 13-16,-17 5-15 15,-4-4 2-15,-3 1-32 16,1-3 23-16,4-4-29 16,5-6 0-16,4 0-63 15,4 0-13-15,2 0-100 16,3-9-198-16,1 1-456 15</inkml:trace>
  <inkml:trace contextRef="#ctx0" brushRef="#br0" timeOffset="192248.22">28532 7307 330 0,'-9'0'39'0,"0"0"55"16,2 0 15-16,-4 0-23 15,2 0 3-15,0 0-39 16,-2 0 5-16,-1 0-16 15,-1 0 10-15,-1 0 1 16,2 3-3-16,-2 2-10 16,-1 4-14-16,1 0 3 15,-2 0-21-15,0 3 20 16,0 3-20-16,-1-2 22 16,1 1-27-16,-1 3 22 15,2-1-23-15,-2 1 11 16,4 1 1-16,0 3-4 15,0-1 3-15,0 3-5 16,3-1 5-16,1 0-16 16,-2 1 25-16,0 0-22 15,3-3 24-15,-2 1-23 16,4-2 20-16,-1 0-22 16,2 1 9-16,1-4-2 15,-2 3-2-15,-1-1 3 16,3 4-9-16,-2-2 13 15,0 0-17-15,-1 2 21 16,1-2-23-16,2 1 27 16,-1-3-29-16,1 0 26 15,3-2-21-15,-2 0 9 16,0-1 0-16,3-3-3 16,0 1 6-16,-2-2-12 0,2 0 16 15,0 1-17 1,0 0 21-16,0-1-28 0,2 2 28 15,4-1-24-15,-2 0 21 16,2 1-14 0,-3 0 4-16,0 0 1 0,-3 2-3 15,0-1 8-15,0-3-13 16,1 3 15-16,3-5-18 16,-2 2 17-16,2-3-19 15,2 0 25-15,-2 1-24 16,1-2 18-16,-1 2-10 15,3 1 2-15,-4-2 3 16,1 0-4-16,1 1 7 16,-1 1-11-16,2-2 16 15,2 1-21-15,1 0 25 16,-2-2-25-16,2 4 21 16,1-2-24-16,0 1 18 15,-1 1-5-15,2 0 1 16,-2 0 2-16,1-2-5 15,0 2 11-15,-1-3-17 16,0 0 18-16,-1 0-22 16,-1 1 28-16,1-3-26 15,2-2 22-15,1 2-20 16,2 1 12-16,3-1-2 16,0 3-2-16,1-1 9 15,1 4 7-15,2-4-7 16,-4 3-18-16,3-2 22 15,-2-2-21-15,-1 2 28 0,3-2-30 16,-3-2 22-16,1-1-17 16,0 0 26-16,2 0-14 15,3-2-7 1,-3-1 7-16,2 1-13 0,-1-1 12 16,-2-1-8-16,2 1 17 15,-6-1-24-15,4 0 25 16,-4 0-27-16,2 0 19 15,0 0-7-15,4 0 1 16,2 0 2-16,2 0-3 16,1 0 4-16,7 0-14 15,0 0 33-15,2 0-31 16,-1 0 22-16,-3 0-20 16,1 0 24-16,-5 0-25 15,-1 0 18-15,-4 0-11 16,-1 0 4-16,-2 0 0 15,-3 0-5-15,-1 0 8 16,0 0-15-16,0-1 20 16,2-2-21-16,-1 2 26 15,5-3-27-15,-1 0 24 16,4-3-23-16,0 2 15 16,4-1-5-16,2-3 0 15,0 4 2-15,-1 0-6 16,-1-1 9-16,1 2-17 15,-1 0 22-15,-1-3-22 16,0 3 26-16,1-4-29 16,-1 1 26-16,1 1-24 15,-1-2 11-15,-2 2-1 16,2 1 1-16,-3-3 4 0,-1 3-7 16,1-2 12-16,0-1-16 15,1 1 18-15,0 2-21 16,0-2 26-16,-2 1-28 15,-1 0 24-15,-2 1-18 16,3-1 9-16,-2-1-1 16,-1 0-3-16,1 1 5 15,-1 0-13-15,1-1 16 16,-3 1-15-16,1 0 22 16,-1-1-24-16,-1 2 26 15,1-2-26-15,-2 0 22 16,2-1-17-16,-1 0 8 15,0 2 0-15,-3-4-2 16,1 4 6-16,-1-1-12 16,0-1 17-16,-1 0-21 15,0 4 26-15,0-3-26 16,2-1 24-16,-2 4-25 16,0-5 23-16,0 2-9 15,-1-4 11-15,-1 3 2 16,-2-4-3-16,0 3 6 15,-1-2-20-15,-1 0 21 16,1 1-24-16,2-1 25 16,-2 0-27-16,2-1 29 15,-2 0-22-15,3-2 14 16,-3 1-11-16,2-3 1 16,-3 3 5-16,-1-2 0 15,0-1 6-15,-2-1-19 16,0 1 21-16,-2-1-23 0,2 0 27 15,0-1-29 1,-2 1 28-16,2 2-26 0,-3 2 13 16,2-2-6-16,-1 1 0 15,-1-1 3-15,0-1-7 16,0 0 11-16,0-3-18 16,0-3 23-16,0 0-24 15,0-1 30-15,0 0-33 16,0-1 28-16,0 3-23 15,0 2 12-15,0 3-2 16,0 1-3-16,0 3 7 16,-4 0-6-16,-2 1 22 15,0-1-20-15,-3-1 20 16,1 1-28-16,-1 0 26 16,-1-3-32-16,0 3 26 15,3-1-19-15,-5 3 8 16,1-3 0-16,-1 2-3 15,0 2 7-15,-2-2-11 16,1 0 16-16,-3-1-21 16,3-1 24-16,-1 2-26 15,1-2 27-15,-3-1-30 16,3 1 28-16,-4 4-17 16,1-2 4-16,-3 3 1 15,0 1 0-15,-1 3 4 16,0 0-13-16,1 0 17 15,0 0-19-15,2-1 27 16,0-1-25-16,-1 0 27 16,2 0-30-16,-2-1 20 15,0 0-8-15,0 0-1 0,-3 1 2 16,2 0-5 0,-1 3 9-16,0-1-15 15,-2 1 20-15,2 2-24 0,0-1 29 16,-2-1-28-16,1-1 31 15,-1-2-28-15,3 1 17 16,-4 1-9-16,2-3 2 16,0 3 2-16,-2 0-7 15,0 0 11-15,0 2-18 16,1 2 22-16,-1 0-24 16,-3 0 30-16,2 0-32 15,-1 0 29-15,-1 0-25 16,0 0 14-16,0 0-5 15,0 0 1-15,-1 3 3 16,-1 0-8-16,2-1 14 16,0 0-19-16,-1-2 23 15,-1 4-26-15,1-1 32 16,-2-2-33-16,0 6 27 16,-4-3-21-16,-2 4 9 15,-1 0 2-15,-2 3-4 16,1-3 5-16,-1 0-10 15,4 1 17-15,5-1-22 16,0-2 22-16,5 0-26 16,2 1 30-16,0 1-28 15,3 0 23-15,2-1-16 16,-3 1 7-16,-3 3 0 16,1 0-3-16,-3 0 7 15,1-1-13-15,1 2 17 0,1-4-27 16,3 1 18-1,2-6-29-15,7 1 28 0,0-2-40 16,4-1 15-16,-1-1-14 16,5 0-9-16,2 0-10 15,0 0-45-15,2-3-54 16,11-4-123-16,0-5-64 16,1 1-149-16</inkml:trace>
  <inkml:trace contextRef="#ctx0" brushRef="#br0" timeOffset="200223.78">22599 5307 348 0,'-2'0'47'0,"-8"2"34"16,2-1 50-16,-3 3-28 16,-4 0-56-16,-1 3 12 15,-2-1-18-15,-1 1-4 16,-1 3-18-16,2-2 27 15,0 2-13-15,1-2 22 16,2 3-18-16,1-3 1 16,0 4-14-16,-1 3-16 15,-1 3 3-15,1 5-16 16,-2 3 17-16,0 5-24 16,1 3 26-16,-1 0-24 15,2 3 23-15,-2-1-21 16,4 0 12-16,0-2-4 15,3 4 0-15,3-3 2 16,2 1-8-16,1 4 14 16,4-3-14-16,0 0 17 15,0 0-18-15,7 1 22 16,2-1-26-16,3-1 31 16,-1 2-4-16,1 1-8 15,-1-2 0-15,2-1-1 16,-3 0 4-16,-1-2-11 15,1-3 10-15,-3 1-16 16,-4-4 19-16,0-1-23 16,-3-6 32-16,0-2-19 15,0-4 25-15,0-6-12 16,0 2 11-16,0-6-3 16,0-2-6-16,0 1-4 15,-3 2-14-15,0 0 19 16,0 2-23-16,1 3 17 15,0 3-25-15,1 3 28 0,-1 2-29 16,1 3 23-16,1 1-15 16,-2 0 6-16,2 2 1 15,0 1-4-15,-4 3 5 16,1-2-11-16,-1 3 17 16,-2 0-20-16,3 2 24 15,-1-1-26-15,2 2 29 16,1 2-28-16,1 4 22 15,0 5-14-15,0 7 4 16,0 2 2-16,1 4-4 16,7 5 6-16,3-2-12 15,4 4 18-15,-1-2-21 16,3-2 25-16,3-1-25 16,-1-4 25-16,0-1-25 15,2-6 19-15,-1-5-10 16,1-6 0-16,-2-6 4 15,1-6-8-15,2-6 8 16,-3-4-22-16,-1-7 12 16,0-4-37-16,-5-4 5 15,-4 0-107-15,-4-8-136 16,-1-7-251-16</inkml:trace>
  <inkml:trace contextRef="#ctx0" brushRef="#br0" timeOffset="201224.32">20797 6770 446 0,'0'0'59'0,"0"0"40"15,4 4 45-15,9-4-36 16,0 0-21-16,1 0-8 16,-1-7-8-16,1-6-13 15,0-1-31-15,-7-2 17 16,1-1-33-16,-3-3 10 16,-4 1-29-16,-1-2 15 15,0 3-9-15,0 2 3 16,0 3 1-16,-10 2-3 15,2 3 4-15,-3 4-11 16,-1 4 13-16,0 0-16 16,-3 2 19-16,0 16-22 15,1 5 23-15,0 4-22 16,4 5 21-16,3 0-12 16,7 0 2-16,0-5 2 15,2-4-3-15,15-3 5 16,4-8-10-16,6-6 20 15,2-6-20-15,3 0 18 16,0-2-31-16,3-14-10 16,-2-4-67-16,0-3-58 0,-4-4-55 15,-2-1-103-15,-1 1-94 16</inkml:trace>
  <inkml:trace contextRef="#ctx0" brushRef="#br0" timeOffset="202050.24">21182 6533 541 0,'0'0'25'0,"0"0"80"16,0 0-5-16,0 0-23 16,0 0-27-16,-61-4-29 15,44 20-5-15,1 8-13 16,0 0 19-16,2-1-26 16,1 2 27-16,7-6-21 15,3-5 17-15,3-2-20 16,0-7 6-16,0-3 5 15,10-2 3-15,6 0-2 16,4-5-4-16,-1-9 7 16,4 0-18-16,-1-3 14 15,-3-2-19-15,-2 4 21 16,-4 6-24-16,-3 1 14 16,-4 2-16-16,-5 5 1 15,-1 1 13-15,0 0-1 16,0 11 1-16,0 1-7 15,0 3 13-15,0-1-8 16,3-2 25-16,4-2-23 16,2-5 26-16,4-2-14 15,0-3 19-15,-2 0-16 16,-2 0-2-16,2-6-6 16,-2-6-6-16,0 0 5 15,-2-5-11-15,-1 1 15 0,3-3-20 16,-3-2 12-1,-1 1-4-15,4 1 12 16,-1 0-20-16,3 3 15 0,-1 5-8 16,0 6 1-16,3 4 4 15,0 1-4-15,0 0 11 16,0 10 0-16,-3 6 23 16,3 2-10-16,-6-2 34 15,-4 3-33-15,-3 2 31 16,0-2-21-16,0 1 16 15,-10 0-19-15,-7-1-16 16,1-2-3-16,-1-2-8 16,1-3 7-16,0-4-18 15,4-4 19-15,1-1-27 16,5-3 17-16,3 0-39 16,3-11 5-16,0-8-46 15,9-5 17-15,10-7 2 16,5-1-41-16,3-1 15 15,2 2 3-15,2 1 21 16,-5 5 24-16,-2 5 42 16,-2 6-8-16,-2 8 31 15,-7 4-5-15,-4 2 39 16,-1 4 13-16,-3 14 9 16,-4 3-31-16,-1 4-29 15,0 0 1-15,0-2-25 16,0-6 8-16,0-4-57 15,0-6-56-15,0-7-134 16,-6 0-138-16</inkml:trace>
  <inkml:trace contextRef="#ctx0" brushRef="#br0" timeOffset="202197.68">21521 6289 751 0,'0'0'33'0,"0"0"38"15,0 0-40-15,0 0-59 16,-6 12-63-16,12 2-91 16,8 0-69-16</inkml:trace>
  <inkml:trace contextRef="#ctx0" brushRef="#br0" timeOffset="202690.5">21742 6435 528 0,'0'0'164'0,"0"0"-23"15,0 0-30-15,0 0-24 16,0 0-12-16,0 0-38 16,71-49-9-16,-71 38-27 15,0 0 24-15,-3 0-28 16,-5 3 18-16,-3 1-23 16,-1 3 5-16,1 4-11 15,-1 0-10-15,1 3 1 16,1 14 2-16,4 4 22 15,-1 3-28-15,7-2 15 16,0-1-9-16,0-6 29 16,13 1-19-16,2-7 20 15,3-1-15-15,1-1 11 16,1-2 5-16,-1 2 7 16,-1-5 5-16,-3 1-7 15,-3-2 12-15,-5 1-18 0,0-1 20 16,-7-1-21-16,0 0 28 15,0 0-1-15,0-3 10 16,-7-7-37-16,0-6 12 16,0-3-1-16,4-3-12 15,1-4 3-15,2-1-11 16,0 0 12-16,11 0-19 16,7 1 20-16,4 0-23 15,4 6 21-15,4 1-32 16,-1 1-6-16,0 3-49 15,-3 4-64-15,-6 1-90 16,-7 5-153-16</inkml:trace>
  <inkml:trace contextRef="#ctx0" brushRef="#br0" timeOffset="203216.46">20841 7173 623 0,'0'0'138'0,"0"0"-40"15,107-67 95-15,-19 18-52 16,25-8-34-16,18-4-57 16,7-1 0-16,4-1-33 15,-7 3 11-15,-14 8-27 16,-22 7 0-16,-23 8-13 15,-21 9-31-15,-21 6-43 16,-21 6-90-16,-13 7-99 16,-2 2-227-16</inkml:trace>
  <inkml:trace contextRef="#ctx0" brushRef="#br0" timeOffset="-128640.39">10661 10323 197 0,'0'0'79'0,"0"0"33"16,0 0-24-16,0 0-25 15,0 0 10-15,0 0-16 16,0 0 18-16,0 0-4 15,0 0 13-15,0 0-33 16,1 0 6-16,2 0-16 16,2 0-12-16,0 0-15 15,1 0-10-15,1 0 6 16,5 0-12-16,2 0 16 16,4 0 3-16,0 0 2 15,2 0-24-15,1 0 23 16,0 0-20-16,0 0 16 15,-2 0-7-15,1 0-2 16,-2 3-1-16,0-1-6 16,-1-1 8-16,2 0-14 15,0-1 18-15,1 0-20 0,0 0 22 16,0 0-21 0,0 0 20-16,2 0-19 15,1 0 11-15,0 0-4 16,0 0 1-16,-2 0 2 15,0 3-5-15,2-1 8 0,-2-2-13 16,0 0 18-16,1 1-20 16,0-1 23-16,-2 0-26 15,0 0 22-15,-4 0-17 16,1 0 9-16,-5 0-1 16,4 0-2-16,-3 0 4 15,1 0-6-15,-1 0 10 16,3 0-14-16,-1 1 18 15,3-1-20-15,0 0 22 16,3 0-23-16,2 0 20 16,-2 0-15-16,3 0 6 15,1-4-1-15,1 1-1 16,-3 1 5-16,2 0-7 16,0 2 10-16,1 0-14 15,0 0 19-15,2 0-20 16,2 0 23-16,0 0-21 15,2 0 19-15,1 0-15 16,1 0 3-16,-1-4 2 16,-1 3-2-16,-2-2 5 15,2 3-13-15,-2-1 19 16,0 1-22-16,-1 0 25 16,0 0-24-16,-1 0 24 15,-1 0-27-15,-4 0 21 16,3 0-12-16,-1 1 3 15,1 3 2-15,0 0-5 16,1-4 11-16,3 2-17 16,-2-2 20-16,6 0-21 15,-2 0 24-15,1 0-22 0,1 0 24 16,-1 0-21-16,0 0 13 16,0 2-5-16,2 0-2 15,1 1 5-15,-1-1-7 16,5 0 8-1,-1-2-14-15,0 0 19 0,0 0-21 16,0 0 24-16,-1 0-26 16,-2 0 23-16,-1 0-19 15,0 0 11-15,-1 1-3 16,-1 1 0-16,-3 2 1 16,1-1-5-16,-2-1 11 15,-2-2-16-15,1 2 20 16,-2-1-22-16,1-1 25 15,-2 0-26-15,0 0 22 16,-3 0-16-16,3 0 7 16,-4 1 0-16,0 1-3 15,-2-1 5-15,-2 2-8 16,0-3 13-16,0 0-18 16,2 0 21-16,2 2-22 15,-1 0 25-15,-3-2-27 16,6 0 23-16,-1 3-15 15,-2 0 5-15,2-2 2 16,-1 2-4-16,-2-3 4 16,3 2-9-16,2-1 15 15,-1 1-19-15,-1-1 23 16,4 0-23-16,2 1 24 16,0-1-24-16,0 2 18 15,-1-1-11-15,5 0 4 0,-2 0 1 16,2-2-3-16,0 2 6 15,3-2-11-15,-1 1 16 16,3-1-19-16,-2 0 22 16,0 0-21-16,0 0 20 15,-1 0-20-15,0 0 15 16,-3 2-10-16,1-1 5 16,-1-1 0-16,-3 1-3 15,0-1 8-15,-1 0-13 16,1 0 19-16,-2 0-23 15,-3 0 26-15,1 0-26 16,2 0 24-16,-1 0-21 16,-2 0 12-16,3 0-4 15,0 0 1-15,0 0 1 16,0 0-6-16,1 0 12 16,-1 0-16-16,1 0 21 15,-1-1-25-15,-2-2 29 16,2 2-29-16,0-1 24 15,-2-2-19-15,1 0 10 16,0 2 1-16,1-1 1 16,-3 0 1-16,1 2-8 15,0-1 11-15,-3 0-16 16,4 2 20-16,-2 0-23 16,-1-1 25-16,2 1-26 15,0-1 22-15,2 1-16 16,-2-2 5-16,2-2 1 15,0 4-2-15,0 0 5 16,-2 0-11-16,2-2 18 16,-3 2-20-16,3 0 23 15,-1 0-23-15,1 0 25 16,0 0-28-16,1 0 21 16,-1-2-11-16,2 2 3 0,1-2 1 15,-3 1-4-15,0 0 10 16,-2-2-15-16,-3 3 17 15,-1-1-20-15,0 1 24 16,-4-2-25-16,-2 1 25 16,1 0-26-16,-1-2 21 15,-2 3-12-15,1-1 2 16,-3-2 6-16,0 3-10 16,-3 0 13-16,0 0-19 15,2 0 23-15,-3 0-25 16,2 0 28-16,2 0-28 15,1 0 27-15,0 0-23 16,2 0 14-16,-1 0-5 16,0 0 2-16,0 0 1 15,-3 0-5-15,1 0 10 16,-4 0-15-16,-2 0 19 16,0 0-22-16,-2 0 26 15,1 0-24-15,0 0 24 16,0 0-20-16,1 0 11 15,1 0-2-15,0 0-3 16,1 0 1-16,-3-2-10 16,-2 1-1-16,2-1-36 15,-3 0-24-15,0-3-83 16,0 4-98-16,0-2-191 0</inkml:trace>
  <inkml:trace contextRef="#ctx0" brushRef="#br0" timeOffset="-125746.28">16877 10417 61 0,'0'-3'28'0,"0"-1"52"16,0 1-9-16,0 0 4 15,0 0 21-15,0-1 2 0,0 1-9 16,0 1 6-16,0 0-25 16,0 0 11-16,0 2-28 15,0 0 11-15,0 0-21 16,0 0 4-16,0 0-15 16,0 0-13-16,1 0-1 15,-1 0-11-15,2 4 15 16,-1 7-9-16,-1 1 16 15,3 2-26-15,-1 2 47 16,-1-2-50-16,2 1 20 16,4-3-18-16,0 1 6 15,0-4-5-15,8-1-3 16,-1-1 4-16,5-6-7 16,0 1 14-16,3-2-12 15,-1 0 19-15,0 0-26 16,0 0 24-16,1-3-26 15,-3-1 18-15,2-1-12 16,2 3 5-16,0-1 1 16,1 2-5-16,0 0 7 15,-1-2-7-15,0 0 10 16,-1 1-15-16,0-4 20 16,1 2-22-16,0 0 23 15,-1 0-26-15,1 0 24 16,1-1-14-16,2 2 3 15,-4 2 3-15,2 1-3 16,1 0 5-16,-2-1-12 16,0-1 17-16,2 1-21 0,1 0 25 15,0 0-24 1,-2-1 23-16,0 2-25 16,0 0 19-16,-1 0-8 15,0 0 0-15,-3 0 3 0,2 0-5 16,1 0 8-16,-4 2-11 15,1 0 19-15,-1 5-20 16,-3 0 23-16,-1 1-24 16,-3 2 22-16,1-2-22 15,-6-2 15-15,2 2-7 16,0-2 1-16,-1-2 1 16,0 1-4-16,-1 1 9 15,-1-3-14-15,1 0 16 16,-2-1-19-16,0 2 23 15,-1 0-24-15,-1-1 23 16,-1-2-22-16,-1-1 14 16,1 3-3-16,-2-3-2 15,0 0 4-15,0 0-5 16,0 0 13-16,0 0-11 16,0 0 24-16,0 0-26 15,-2 0 19-15,-2 0-26 16,1 0 20-16,0-7-19 15,3 3 10-15,0-4-2 16,0 1-4-16,0-2 5 16,10 0-7-16,7-2 14 15,1 1-17-15,5-2 21 16,-3 4-23-16,2-1 25 16,1 1-26-16,0 1 21 15,-3 3-19-15,0 0 14 16,1 1-7-16,-1 2-8 15,-1 0 7-15,1 1-5 16,3 0 17-16,-3 0-18 0,5 0 22 16,-1 0-23-16,2 0 25 15,3 0-26-15,0-1 20 16,4 1-12-16,-1 0 4 16,4 0 1-16,-1 0-5 15,1 0 8-15,0 0-15 16,-1 0 7-16,1 0-12 15,-3 0 28-15,-1 0-25 16,-2-2 28-16,0 1-26 16,-1-3 18-16,-4 1-10 15,1 0 1-15,-2 2 4 16,1-1-3-16,-2 0 6 16,0 0-15-16,2 1 22 15,2-2-24-15,0 1 28 16,1 0-28-16,5 1 26 15,-1 0-23-15,1-1 13 16,-1 0-5-16,-3 2 1 16,-2 0 3-16,-2 0-6 15,-5 0 12-15,0 0-19 16,-1 0 24-16,-3 0-27 16,1 0 27-16,-4 0-24 15,3 0 23-15,0 0-21 16,-3 0 15-16,3 0-1 15,0 0-1-15,-2 0 1 16,2 0-9-16,0 0 12 0,1 0-17 16,-4 0 22-1,3 0-24-15,-4 0 31 0,2-5-30 16,2 1 26-16,-3-2-16 16,0 1 8-16,0 0-1 15,-4 1-4-15,1 1 3 16,-3 1-11-16,0-4 19 15,3 2-22-15,-1 1 29 16,-2-2-23-16,2-2 24 16,-2 0-22-16,-1 3 20 15,0-1-19-15,-2 1 6 16,-1-1 1-16,0-1-5 16,0 1 15-16,-2-2-4 15,-1-1 15-15,0 0-31 16,0-1 25-16,0 2-33 15,0-2 27-15,0 1-31 16,0 1 23-16,0 2-13 16,0-2 3-16,0 1-5 15,-7 1-25-15,-2 1-26 16,-1 0-40-16,-3 0-57 16,0 0-227-16,-1 0-394 15</inkml:trace>
  <inkml:trace contextRef="#ctx0" brushRef="#br0" timeOffset="-28306.77">11809 5925 572 0,'0'0'96'16,"0"0"-10"-16,0 0 30 15,0 0-34-15,0 0 10 16,0 0-46-16,0 0 6 16,0 0-11-16,4 0 2 15,2 0-13-15,1 0 7 16,1 0-7-16,1 0-9 15,2 0 9-15,0 0-23 16,4 0 18-16,-2 0-27 16,1 0 22-16,2 0-26 15,3 0 17-15,0 0-12 16,2 0 2-16,2-4 2 16,2 1-2-16,-2-1 7 15,0 0-15-15,2 0 17 16,-4 0-20-16,-2 1 25 0,-2 1-26 15,-1 0 24 1,0 0-26-16,-3 2 20 0,-1 0-9 16,-2 0 1-16,-1 0 3 15,0 0-7-15,0 0 11 16,0 0-16-16,1 0 21 16,3 0-23-16,2 0 28 15,3 0-29-15,1 0 26 16,1 0-23-16,0-4 13 15,2 1-3-15,-3-1-1 16,1 0 3-16,-1 4-7 16,-2-1 12-16,3 1-16 15,-4 0 17-15,3 0-17 16,0 0 24-16,1 0-27 16,0-2 22-16,1 1-17 15,2-2 8-15,1-1 0 16,2 4-3-16,3-4 5 15,1 2-8-15,1 2 13 16,0 0-18-16,3 0 22 16,0 0-25-16,0 0 28 15,2 0-28-15,2 0 24 16,-1 0-17-16,2 0 6 16,-2-4 1-16,1 0-2 15,2 2 5-15,-1 1-12 16,-1 1 17-16,-2 0-19 15,0 0 22-15,-1 0-22 16,-1 0 24-16,-2 0-27 0,0 0 22 16,-2 0-13-1,1 0 3-15,-1 0 3 0,0 0-5 16,1 0 8 0,-1 2-14-16,3-1 20 0,0 3-21 15,2-2 23-15,0 0-25 16,0 0 26-16,2 0-28 15,0 0 20-15,2-2-9 16,1 2 1-16,1-1 3 16,4-1-5-16,0 0 11 15,3 0-16-15,2 0 20 16,1 0-24-16,4 0 25 16,-2 0-21-16,2-3 23 15,-2-1-25-15,-1 2 15 16,0-2-3-16,-2 4-1 15,0 0 3-15,-2 0-6 16,2 0 12-16,1 0-17 16,-2 0 20-16,3 0-23 15,0-4 28-15,-4 1-29 16,2-1 24-16,-2 0-19 16,-1 0 10-16,-2 4-1 15,1 0-1-15,-4 0 0 16,1 0-9-16,-2 0 21 15,1 0-26-15,0 8 25 16,0-3-26-16,2 1 29 16,0 4-29-16,1-7 25 15,1 1-17-15,0-1 8 16,0-2 0-16,1-1 0 16,-1 0 4-16,-3 0-10 15,2 0 15-15,-3 0-20 16,1 0 25-16,-1 0-24 15,-3 0 27-15,0 0-31 0,1 0 23 16,-2 0-12-16,1 0 2 16,0 0 2-16,-2 0-5 15,-1 0 9-15,-1 0-19 16,0 0 30-16,-5 0-30 16,0 0 29-16,1-1-29 15,-4-2 27-15,-1 2-27 16,-1-1 19-16,-3 1-9 15,-2 1 2-15,-2-3 2 16,-3 3-6-16,-5 0 11 16,3 0-17-16,-6 0 22 15,0 0-26-15,2-2 31 16,1 0-30-16,3 2 27 16,3-6-27-16,5 0 18 15,1-2-5-15,6 1-1 16,-2 2 4-16,1-2-6 15,1 2 9-15,-4 4-18 16,-2-2 24-16,-2 2-26 16,-4 1 31-16,-3 0-33 15,-3 0 30-15,-3-1-24 16,-1 1 13-16,-3 0-3 16,-3 0 0-16,0 0 3 15,0 0-10-15,0 0 19 16,0-2-21-16,0 1 20 15,0-3-54-15,-3 0-3 16,1-3-97-16,2-1-98 0,0-2-219 16</inkml:trace>
  <inkml:trace contextRef="#ctx0" brushRef="#br0" timeOffset="-25195.44">20356 4693 392 0,'-7'-2'41'0,"-2"0"56"16,0-1-6-16,1 2-38 15,-5-2 24-15,1 3-11 16,0 0-20-16,-2 0 5 15,1 0-21-15,-6 0 26 16,3 3-22-16,-1 1 17 16,-3 5-32-16,3-1 6 15,-4 1-2-15,2 3-5 16,-1-2-6-16,-1 3-11 16,-1 1 8-16,0 3-17 0,-2-1 19 15,1 3-19-15,-1 2 29 16,1-2-25-16,0 1 33 15,2-1-21-15,2 0 14 16,3-2-12-16,2-2-9 16,1 2 3-16,3-2-9 15,-1 5 13-15,0 0-17 16,-1 4 21-16,2 0-21 16,-4 3 22-16,4-1-24 15,-2 0 26-15,5-2-16 16,1-2 27-16,0-2-4 15,3 0-18-15,0-4 1 16,2 0-7-16,1-1 17 16,0 0-17-16,0-2 32 15,0-1-31-15,0-1 18 16,0 1-30-16,4 0 29 16,2 1-16-16,-1-1 2 15,0-1 2-15,1 4-5 16,1-3 7-16,2 0-2 15,-3-1 17-15,1 1-30 16,3 0 33-16,-1 0-27 16,0 0 20-16,2 3-26 15,-1-2 21-15,2 3-12 16,2-1 6-16,2-2 3 16,0 1-10-16,-2-1 8 15,2-1-16-15,-3-1 22 16,0-1-25-16,-1 0 29 15,0-2-28-15,0 0 32 0,-2-3-31 16,3-1 19-16,-1-1-3 16,1 0-3-1,0 1 2-15,0 1-8 0,1-1 12 16,-2 1-18-16,-2 2 21 16,2-3-26-16,-5 3 31 15,0-1-31-15,3 0 28 16,-1-2-24-16,1 0 12 15,1 0-1-15,1-4-2 16,4 3 6-16,0-3-10 16,2 0 14-16,-1 1-18 15,0-1 20-15,-4 3-22 16,1-2 29-16,-5 2-33 16,0 0 27-16,-2 0-23 15,1-1 16-15,1 0-4 16,1 0-2-16,3 0 4 15,0 0-10-15,4 0 17 16,0-2-22-16,1 0 26 16,-2 0-27-16,1 0 29 15,0 0-29-15,-2 0 23 16,0 0-15-16,0 0 4 16,2 0 3-16,1 0-4 15,-1-2 7-15,1-2-13 16,1 0 18-16,1-3-21 15,-1 0 21-15,-1 2-18 16,1 0 23-16,0-1-29 16,-2 2 22-16,2 0-11 15,-2 2 2-15,-1-2 3 0,0-2-5 16,0 2 9 0,1 0-16-16,-1-2 22 0,1 0-25 15,1-3 28-15,-1 2-28 16,1-1 28-16,-1 0-27 15,0 2 17-15,1-2-6 16,-3 3-1-16,1-3 5 16,2 0-7-16,-4-1 11 15,0-2-17-15,-2 3 22 16,1-3-25-16,0 1 28 16,-3 3-28-16,3-5 26 15,-3 2-23-15,2-3 13 16,-2 1-3-16,0-3-1 15,0 0 4-15,3-1-8 16,-4-2 14-16,1 2-17 16,-1-2 23-16,-2 3-25 15,-3 2 36-15,-1 0-31 16,0 3 29-16,-3-2-16 16,0 3 8-16,0-2-5 15,0 0-7-15,0-3 4 16,0-1-15-16,0-2 23 15,0-2-27-15,-3-5 28 16,-3 5-30-16,-1-4 27 16,0 1-25-16,-2 3 27 15,2 0-16-15,0-1 9 16,-3 2-3-16,1 0-5 16,0-1 9-16,-3-1-13 15,1 1 22-15,-2-4-29 16,0 3 27-16,0 0-29 15,0 4 29-15,3-1-30 0,-2 2 23 16,1 3-13-16,1-1 4 16,1 3 2-16,-5-1-5 15,2-1 9-15,-1-1-21 16,0 1 36-16,-1 0-32 16,-2-1 30-16,1 0-30 15,-2 3 28-15,-1 2-29 16,-3 2 22-16,0-2-4 15,-2 4-1-15,-2 1 1 16,3 3-7-16,-4-2 10 16,3 2-15-16,0 0 19 15,1 0-27-15,-1 0 34 16,3 0-35-16,-2 0 29 16,-1 0-25-16,0 0 14 15,-3-2-2-15,0 2-3 16,0-2 3-16,-3 2-7 15,0 0 14-15,3 0-25 16,0-4 35-16,3 4-33 16,4 0 32-16,2 0-33 15,4 0 28-15,-3 0-22 16,3 0 10-16,-1 0-1 16,-1 0-3-16,1 0 5 15,-1 4-9-15,1 2 17 16,1 0-22-16,-3-1 27 15,3 3-30-15,-4-2 33 16,4-2-34-16,0 2 29 16,-2-2-20-16,5 1 7 15,-1-2 1-15,2 0-5 16,2-2 4-16,1 2-19 0,3-3 11 16,0 0-28-16,-1 0 25 15,1 0-50-15,3 0 0 16,-1 0-53-16,-2 4-46 15,0-1-180-15,0 1-372 16</inkml:trace>
  <inkml:trace contextRef="#ctx0" brushRef="#br0" timeOffset="-10931.99">5275 10446 196 0,'0'0'51'0,"0"0"-10"16,0 0 33-16,0 0-12 16,0 0 2-16,0 0-3 0,0 0 11 15,0 0-6-15,0 0-2 16,0 0-23-16,3 0-1 16,4 0-19-16,-2 0 5 15,-1 0-6-15,2 0-9 16,1 0 8-16,3 0-7 15,0 0 2-15,1 0-10 16,3 0 11-16,-3 0-22 16,4 0 20-16,-4 0-16 15,4 0 15-15,-1 0-9 16,-1-1 4-16,0 1-3 16,0-1 0-16,2 1 13 15,-2 0-15-15,-2 0 8 16,5 0-17-16,-1 0 17 15,0 0-17-15,-1 0 17 16,1 0-19-16,-2 0 16 16,2 0-10-16,-1 0 0 15,2-3 7-15,0 2-5 16,3-2 5-16,1-1-11 16,-3 3 15-16,3-2-17 15,-1 0 21-15,3 0-22 16,-3 2 21-16,0 0-20 15,-1-1 12-15,-2 2-4 16,2 0 1-16,0 0 0 16,-3 0-2-16,0 0 6 15,-1 0-10-15,-1 0 13 16,1 0-16-16,-2 0 21 16,0 0-22-16,3 0 20 15,1 0-19-15,-4 0 11 0,5 0-2 16,-1 0-2-16,-1 0 5 15,2 0-8-15,0 2 11 16,-1-2-13-16,-3 1 16 16,0-1-18-16,2 1 21 15,-1-1-23-15,-1 2 18 16,1-2-13-16,1 1 8 16,-1 2-2-16,-1-3-1 15,1 4 3-15,-1 0-8 16,2-1 12-16,-2-1-13 15,-1 1 17-15,3-3-19 16,-2 0 21-16,2 0-24 16,-2 0 21-16,0 0-12 15,4 0 3-15,0 0 0 16,2 4-1-16,3 0 59 16,1 3-35-16,3-2-11 15,0 1-11-15,0 0 28 16,4-2-34-16,-1 0 19 15,-1 0-23-15,-1-2 18 16,2 0-13-16,-5 1 5 16,1-2 0-16,0-1-2 15,-2 2 6-15,0-2-12 16,-2 1 17-16,1-1-21 16,-2 0 26-16,0 1-22 15,1-1 19-15,-1 0-24 16,3 0 19-16,-3 0-8 15,5 0 1-15,-4 0 2 16,4 0-5-16,-3 0 8 16,2 0-12-16,-1 0 16 15,3 0-20-15,2 0 26 0,-2 0-27 16,1 0 23 0,1 2-19-16,-1-2 12 0,-1 0-3 15,1 0-2-15,1 0 3 16,-2 0-6-16,-1 0 12 15,1 0-15-15,0 0 23 16,-3 1-22-16,1-1 20 16,-2 0-24-16,1 0 20 15,0 0-18-15,3 0 11 16,-4 0-3-16,4 0 0 16,0 0 3-16,3 0-6 15,-2 0 13-15,2 0-19 16,0 0 22-16,0 0-24 15,1 0 25-15,2 0-26 16,-2 0 22-16,3 0-15 16,2 0 5-16,0 0 2 15,-1 0-4-15,1 0 7 16,2 0-13-16,0-1 17 16,-3-1-19-16,-1 1 23 15,1 0-23-15,0-1 23 16,0-1-25-16,0 0 21 15,0 1-14-15,0-1 6 16,-2 0 1-16,-2 1-4 16,-1 2 7-16,-1-2-15 15,-2 1 20-15,1 0-21 16,-1 1 26-16,0 0-26 16,0-2 23-16,-3-1-22 15,0 2 15-15,-1-2-7 0,-2 2 2 16,-4-2 1-16,0 3-4 15,-5-1 9-15,0 0-15 16,0 1 19-16,-5 0-21 16,1 0 23-16,-1 0-23 15,0 0 22-15,1 0-20 16,-1 0 11-16,-1 0-3 16,1 0 1-16,3 0 2 15,-2 0-6-15,0 0 10 16,-1 0-14-16,3 0 18 15,-1 0-20-15,0 0 23 16,-1 0-24-16,-1 0 22 16,2 0-13-16,-3 0 10 15,-3-2 3-15,3 1-2 16,-2 1 1-16,-3 0-13 16,3-1 14-16,-3 1-20 15,1 0 22-15,-1 0-25 16,0 0 24-16,0 0-28 15,0-2-11-15,-6-1-68 16,-4-2-99-16,-7-6-148 16</inkml:trace>
  <inkml:trace contextRef="#ctx0" brushRef="#br0" timeOffset="-9479.2">5256 9309 293 0,'-1'0'57'0,"-1"0"29"16,1 0-23-16,-2 0-18 16,3 1 2-16,0 11-8 15,0 1 12-15,0 3-16 16,0 4 50-16,0 2-43 15,0 3 8-15,4 4-3 16,4 2-7-16,-1 1-12 16,0 3-12-16,5 5 0 15,-2 3-3-15,0 3 0 16,0 6-16-16,-3-2 45 16,4 2-16-16,-6-1-5 15,5-2-29-15,-2-3 24 16,0-5-14-16,2-2 1 15,-2-3-1-15,-1-4-3 16,0-3 5-16,1-3-9 16,-2-2 13-16,-1-5-17 15,-2-3 20-15,-2-5-21 16,2-5 22-16,-3-4-28 16,0-2-16-16,0 0-45 0,0-12-84 15,-10-9-49-15,-6-8-118 16</inkml:trace>
  <inkml:trace contextRef="#ctx0" brushRef="#br0" timeOffset="-7376.62">5218 9247 353 0,'0'0'65'0,"0"0"49"0,0 0-26 16,0 0-40-16,72 11 6 15,-53-10-23-15,2-1 3 16,4 0-13-16,-1 0-1 16,3 0 7-16,1 0-16 15,1-3 1-15,2-1-13 16,-3 1 9-16,4 2-15 15,0 0 17-15,4-1-18 16,-2 2 21-16,6-1-17 16,2-2 15-16,2-1-1 15,3-1-2-15,1-2-5 16,2 0-4-16,2-1 6 16,0-1-12-16,1 0 14 15,-2-1-16-15,1 2 22 16,-1-1-23-16,-1 5 21 15,-3-3-19-15,1 0 10 16,0 2-2-16,2 2-1 16,2 0 7-16,2 2 34 15,3-2-18-15,1 2-26 16,3-2 15-16,-1 1-21 16,4-2 28-16,1-1-2 15,0-1 14-15,1 0-30 16,-1-2 5-16,2 1-2 15,-2-1-2-15,-3-2 3 16,0 5-10-16,-4-1 18 16,-2 2-21-16,-4 2 18 15,-4 2-20-15,-1 0 23 0,-3 0-22 16,-1 0 20 0,-5 0-16-16,2 0 8 0,2 0 0 15,-2 0-4-15,1-1 7 16,2-2-12-16,-2-1 16 15,-2 2-19-15,2-1 22 16,0 2-21-16,1-1 21 16,-2 2-22-16,1 0 16 15,2 0-8-15,3 0 2 16,-1-3 1-16,4 2-2 16,-1-3 5-16,1 0-14 15,-3 1 21-15,2-1-20 16,-2 0 21-16,-4 0-22 15,-2 2 22-15,-2 0-22 16,-2-2 15-16,-6 3-6 16,-2-1 0-16,-4 2 2 15,-4 0-3-15,-3 0 7 16,-5 0-14-16,-3 0 17 16,-2 0-22-16,0 0 26 15,-2 3-25-15,-1-1 24 16,1 0-20-16,-1 0 10 15,2 1-3-15,2 0 3 16,-2 0 0-16,3-2-4 16,-2-1 9-16,3 0-17 15,-3 0 24-15,2 0-25 16,-3 0 26-16,-1 0-26 16,0 0 23-16,-4 3-19 15,2-2 9-15,-1 3-1 16,-1 3 0-16,2-3 4 15,-2 3-10-15,1-2 14 0,-2 4-17 16,0-2 21-16,0 0-23 16,0 1 26-16,0 1-27 15,0-1 22-15,0 3-14 16,0-3 4-16,0 5-9 16,-2-2 18-16,1 1-7 15,-1-1-10-15,2 2 17 16,-1 3-19-16,1 3 22 15,0 0-23-15,0 4 24 16,0 5-23-16,0 1 18 16,0-2-3-16,0 1 54 15,3-4-44-15,3-1-15 16,-3-2 4-16,1-2-10 16,2 1 14-16,-2-1-15 15,-1-1 25-15,0-1-28 16,-2-1 24-16,1 3-26 15,-2 1 20-15,0 2-10 16,0 1 6-16,0 3 7 16,0-2-12-16,0 5 8 15,0-5-15-15,-3 6 20 16,0-1-22-16,0 2 25 16,3-3-26-16,-2 2 23 15,2-4-21-15,0-2 12 16,0-2 1-16,0-2 4 15,0-3-3-15,0 2-8 16,0 3 11-16,0 2-16 16,0 1 22-16,0 3-23 15,0 2 24-15,0-3-23 0,0 0 24 16,-1-1-24-16,1-6 10 16,0-2-1-16,0-4-2 15,0-2-5-15,0-1 6 16,0-5 6-16,0 2-16 15,0 0 20-15,0-3-21 16,0 3 25-16,0-1-26 16,0 2 21-16,0 3-14 15,0-1 5-15,-1 6 1 16,-1-3-4-16,-2-3 5 16,0-1-8-16,2-2 13 15,1-4-17-15,1-1 21 16,0-3-22-16,0 0 19 15,0 0-21-15,0 0 15 16,0 1 2-16,0 3-4 16,-3 3 3-16,-2 2-3 15,0 1 5-15,-3 2-12 16,3-2 17-16,-1-2-20 16,0-1 24-16,-1-3-23 15,1-3 28-15,-5 1-21 16,0-1 16-16,-3-1-13 15,1 0-1-15,-4 2 4 16,1 2-9-16,0-2 12 16,-1 2-18-16,-2 0 22 15,3-4-26-15,-3 0 14 16,3 0-73-16,-1 0-38 16,0-1-160-16,-1-10-220 15</inkml:trace>
  <inkml:trace contextRef="#ctx0" brushRef="#br0" timeOffset="-6378.27">6038 8044 698 0,'0'-8'110'0,"0"-3"37"16,0 0-65-16,0-1-25 15,-5-2-18-15,-2-1 9 16,-4-1-31-16,1 1-1 16,-4 1-16-16,-1 4 22 15,0 2-25-15,-2 5 16 16,2 3-17-16,-2 0-1 15,2 7-1-15,3 12-3 16,2 5 9-16,5 9-12 16,4 2 21-16,1 4-16 15,0 5 22-15,8 1-19 16,6 1 32-16,3 4-18 16,-6-2 25-16,7 4-13 15,-5-2-6-15,0-3-7 0,0-2-7 16,-4-3 9-16,2-4-14 15,-5-6 9 1,0-6-9-16,-4-4 17 0,0-8-26 16,-1 0 15-16,-1-7-54 15,0-3-14-15,0-3-59 16,-7-1-98-16,-5 0-112 16</inkml:trace>
  <inkml:trace contextRef="#ctx0" brushRef="#br0" timeOffset="-6167.25">5824 8416 922 0,'0'0'55'15,"0"0"105"-15,0 0-76 16,94-56-39-16,-70 48-34 15,-1 1-5-15,-3-1-9 16,0 4-51-16,-3 0-96 16,-7 0-180-16,0-2-317 15</inkml:trace>
  <inkml:trace contextRef="#ctx0" brushRef="#br0" timeOffset="-5917.39">6277 8033 1044 0,'0'0'98'16,"0"0"27"-16,0 0-114 15,0 0 8-15,79-27-28 16,-69 24 13-16,-3 0-100 16,-3 0-117-16,-1-1-155 15</inkml:trace>
  <inkml:trace contextRef="#ctx0" brushRef="#br0" timeOffset="-5694.84">6473 7820 926 0,'0'0'141'15,"0"0"33"-15,21 70-78 16,-11-41-26-16,-1 3-42 16,1-1 1-16,0 0-37 15,2-4 19-15,2-3-37 16,1-2-53-16,-2 0-77 15,-2-3-132-15,1 0-227 16</inkml:trace>
  <inkml:trace contextRef="#ctx0" brushRef="#br0" timeOffset="-2841.91">16771 9518 62 0,'0'-17'48'0,"0"2"16"16,0 2-14-16,0 1 9 16,0 1-27-16,0 3 5 15,-4 4-12-15,3 1-10 16,-2 1 3-16,0 2 6 15,0 0 12-15,1 0-23 16,1 0-5-16,0 2-11 16,1 5 11-16,0 9 21 0,0 4 43 15,2 8-25-15,9 6-10 16,1 9-2-16,-1 10-23 16,3 8-11-1,-4 7-1-15,2 4 4 0,1-1-10 16,0-1 14-16,2-9-15 15,0-4 25-15,2-9-2 16,1-7 13-16,-4-7-29 16,1-7 6-16,-4-5-3 15,-2-7-2-15,-2-5 2 16,-2-6-6-16,-5-2 9 16,0-2-15-16,0 0-5 15,0-12-64-15,-12-11-81 16,-5-9-101-16</inkml:trace>
  <inkml:trace contextRef="#ctx0" brushRef="#br0" timeOffset="-1221.21">16734 9343 226 0,'0'0'1'0,"0"0"33"16,0 0-5-16,0 0 5 15,0 0 10-15,0-33 0 16,0 31-37-16,3 0 33 16,7 0 2-16,-2 2-6 15,7-4-7-15,-2 4-5 16,3-3-4-16,4 0-7 16,3 2 5-16,1-1-28 15,0 1 31-15,5 0-28 16,0-1 20-16,1 1-21 15,2-2 21-15,1 1-19 16,3-2 9-16,0-2-4 16,-3 2 2-16,5-2 1 15,-3 3-4-15,1-1 9 16,2-2-13-16,0 2 22 16,1-1 20-16,3-1-14 15,1 1-29-15,1-2 16 16,-3 0-15-16,0 2 8 15,-2-3-1-15,-1 0-4 16,-1 1 1-16,-2 2-2 16,1-3 10-16,3 0-14 15,4-2 80-15,2 1-27 16,7-2-22-16,3-2-33 16,1 0 18-16,5-1-13 15,4-1 7-15,1 0-2 0,3 0 1 16,1 0 2-1,-2 3-9-15,1-1 15 16,-3 3-18-16,-2-1 17 16,-2 3-17-16,-1 0 19 0,-1-1-20 15,-2 1 16-15,-4 0-11 16,1 0 6-16,-4 0-1 16,-3 1-1-16,-2 0 4 15,-5 2-11-15,-2 2 16 16,0 2-25-16,-5-2 30 15,1 3-26-15,-3 0 17 16,0 0-20-16,1-5 19 16,-3 4-5-16,2-3 1 15,-2 0 3-15,-1 2-4 16,0-2 6-16,-1 2-11 16,-4 0 14-16,-1 2-18 15,-1 0 16-15,-2 0-27 16,-4 0 4-16,-2 0-5 15,-2 0 22-15,-6 0 0 16,1 0 1-16,-3 0-11 16,1 0 22-16,-1 0-3 15,3 0-12-15,5 0 16 16,-1 0-18-16,4 0 18 16,2 0-21-16,0 0 17 15,2 0-14-15,-2 0 7 16,-2 0 0-16,-2 0-2 15,-3 3 1-15,-3 4-3 16,2 1 9-16,1 2-12 16,-3-2 15-16,4-1-17 15,0 1 20-15,1 0-23 16,-2-1 20-16,1-1-15 16,-1 1 8-16,3 0 0 15,-6 3-3-15,4-1-3 0,-4 4 8 16,-2 0 5-16,0 2-15 15,-2 3 24-15,-3 0-18 16,0 4 16-16,0-2-24 16,0 3 16-16,0 1-12 15,1 1 0-15,2 6-12 16,3 2 27-16,0 4-7 16,2 0 1-16,1 2 137 15,1-1-72-15,-1-2-50 16,1-4-28-16,0 0 23 15,-1 0-14-15,-1 1 8 16,-2 2-10-16,-2 0 1 16,-1 2 1-16,0 1-1 15,-1-6 0-15,1-2-2 16,-2-1 13-16,2-5-13 16,1-2 17-16,-2-4-25 15,-1-5 23-15,2-1-23 16,0-1 15-16,-2-2-6 15,2-2 0-15,-3 1 3 16,0 0-4-16,0-2 8 16,0 5-13-16,0 1 17 15,0 1-21-15,-1 6 26 16,-7-1-26-16,3-1 22 16,-4 1-19-16,3-4 16 15,1-3 4-15,-3-5-10 16,0-3 1-16,-2 4-7 15,-6 0 1-15,-6 4 6 0,-7 7 7 16,-6 4-21 0,-2 6 26-16,-5 4-27 0,2 2 30 15,2 1-8-15,8-2 5 16,2-6-8-16,8-6-7 16,7-9 3-16,3-8-37 15,3-4-78 1,1-8-157-16,0-14-362 0</inkml:trace>
  <inkml:trace contextRef="#ctx0" brushRef="#br0" timeOffset="-373.98">17880 8157 617 0,'0'0'135'16,"0"-40"6"-16,-12 18-72 15,0-2-54-15,-5 2 31 16,-1 5-31-16,1 4-7 15,-1 8-2-15,0 5-5 16,2 3 1-16,6 17-12 16,0 7 16-16,5 9-17 15,5 5 23-15,0 4-23 16,5 0 24-16,11 2-13 16,2 3 34-16,2-1-1 15,-1 1-1-15,2-1-10 16,-5 0-13-16,-1-3 3 0,-1-3-15 15,-5-1 13-15,0-5-18 16,-3-3 22-16,0-3-24 16,-6-5 19-16,0-3-42 15,0-5-12-15,0-5-63 16,-2-9-76 0,-8-4-118-16</inkml:trace>
  <inkml:trace contextRef="#ctx0" brushRef="#br0" timeOffset="-191.01">17742 8563 943 0,'0'0'123'15,"0"0"21"-15,95-32-109 16,-52 15-19-16,1 2-23 15,-2 3-51-15,-2-1-152 16,-8 3-293-16</inkml:trace>
  <inkml:trace contextRef="#ctx0" brushRef="#br0" timeOffset="11407.63">24892 12484 794 0,'5'12'76'16,"0"5"89"-16,2 3-38 16,1 2-73-16,-1-2-10 15,1-4-30-15,-3-2-3 16,-2-3-5-16,0-4-2 0,-3-4 0 15,0-3-7 1,0 0 17-16,0-8-17 0,-6-9-1 16,-5-8-29-16,-3-3 31 15,-3-6-31-15,0-4 24 16,-2-1-8-16,1 1 10 16,-2 1 6-16,2 1-2 15,5 3 7-15,2 4-14 16,3 2 18-16,7 4-15 15,1 3 36-15,5 1-15 16,18 2 16-16,11 0-24 16,6 2 20-16,8-2-10 15,7-1-7-15,-1 3-1 16,0 1-9-16,-4-2 7 16,-5 3-15-16,-9 4 1 15,-11 3-71-15,-9 2-46 16,-13 4-126-16,-3 0-105 15</inkml:trace>
  <inkml:trace contextRef="#ctx0" brushRef="#br0" timeOffset="11594.67">24875 12378 981 0,'0'0'87'16,"0"0"12"-16,102-19-71 16,-61 7-34-16,-2 1 9 15,-6 3-120-15,-6 3-206 16</inkml:trace>
  <inkml:trace contextRef="#ctx0" brushRef="#br0" timeOffset="11773.35">25323 12480 1067 0,'0'0'139'0,"0"0"10"0,0 0-51 15,0 0-65-15,0 0-15 16,37 70-11-16,-37-60-9 16,-8-1-30-16,-10 1-89 15,-5-6-180-15,-1-4-340 16</inkml:trace>
  <inkml:trace contextRef="#ctx0" brushRef="#br0" timeOffset="11931.77">25247 12213 1141 0,'0'0'61'15,"0"0"47"-15,0 0-64 16,0 0-75-16,0 0-37 15,0 0-59-15,17 43-162 16,-8-20-133-16</inkml:trace>
  <inkml:trace contextRef="#ctx0" brushRef="#br0" timeOffset="12207.62">25509 12457 750 0,'0'0'183'0,"0"0"47"16,0 0-98-16,82 12-56 15,-70-12-19-15,-2-10-10 16,-6-5-33-16,-2-3 7 16,-2-3-36-16,0-2 40 0,0 3-40 15,0 1 9-15,-3 6-33 16,3 3 10-16,0 4-10 16,0 6-4-16,0 0 11 15,6 5 4-15,4 9 5 16,3 4 4-16,0 3-9 15,4-2-48-15,2-3-21 16,7-5-37-16,3-3-13 16,4-6-77-16,2-2-108 15</inkml:trace>
  <inkml:trace contextRef="#ctx0" brushRef="#br0" timeOffset="12656.65">25970 12318 455 0,'0'0'66'15,"0"0"82"-15,0 0-73 16,-22-77-12-16,9 68 0 16,0 3-16-16,-1 6-21 15,-3 0-16-15,2 15 0 16,-1 4-27-16,2 6-5 16,2 0-30-16,6 1 35 15,4 0-7-15,2-3 28 16,0-3-9-16,11-5 5 15,3-5 2-15,8-7 10 0,1-3 36 16,3-1-8 0,1-18 8-16,0-7-7 15,-1-7 0-15,-3-7-44 16,-2-7 17-16,-6-5-23 0,-7-5 16 16,-8-2-8-1,0-1 1-15,-2 2 1 0,-13 4-4 16,-2 9 9-16,4 12-9 15,1 10 26-15,-1 18 26 16,3 5 27-16,4 25-52 16,1 19-10-16,2 12-20 15,3 12 22-15,0 0 1 16,8 3-6-16,14-9-5 16,8-9-8-16,6-10-62 15,5-11-156-15,-2-10-396 16</inkml:trace>
  <inkml:trace contextRef="#ctx0" brushRef="#br0" timeOffset="13046.44">26680 12101 926 0,'0'0'99'0,"16"93"72"15,-3-43-56-15,3-1-48 16,-4-5-42-16,2-5-11 16,-4-8-6-16,-1-8-11 15,-6-3-30-15,-2-9-74 16,-1-7-78-16,0-4-141 15,-14 0-269-15</inkml:trace>
  <inkml:trace contextRef="#ctx0" brushRef="#br0" timeOffset="13722.59">26458 12244 846 0,'0'0'66'0,"0"0"94"16,0 0-47-16,104-85-98 16,-65 56-2-16,0-2-13 15,-5 4 7-15,0 2-15 16,-8 9 19-16,-3 8-22 16,-4 8 24-16,-2 0-29 15,-5 17 21-15,2 12-16 16,-3 9 16-16,2 1 0 15,-1 0 0-15,3-1 19 16,-1-2 10-16,-1-6 5 16,3-7-24-16,0-5 13 15,1-5-30-15,-1-9 22 0,4-4-30 16,-1 0 24 0,0-11-21-16,-2-6 3 0,-2-4-9 15,-1-1-11-15,-5 5-7 16,-2 1-13-16,0 3 22 15,-3 6-20-15,-1 3 24 16,3 4-11-16,0 0 32 16,0 4-18-16,5 9 14 15,-1 3-13-15,4 1 5 16,1 0 4-16,2 0 2 16,1-6 6-16,2-2-9 15,-1-4 18-15,-1-5-16 16,1 0 30-16,-3 0-24 15,0-12 16-15,-3-3-26 16,-1-7 22-16,2-2-8 16,-5-4 17-16,-2 0 4 15,0 1-14-15,-4 1 13 16,-3 6-10-16,0 5 16 16,0 7-4-16,-11 8 16 15,-3 0-38-15,-1 10 13 16,2 9-30-16,4 7 19 15,0 2-11-15,9 3 3 16,0-4 2-16,4-4-12 16,15-4-29-16,6-7-81 15,1-5-132-15,0-7-280 16</inkml:trace>
  <inkml:trace contextRef="#ctx0" brushRef="#br0" timeOffset="14409.6">28048 12237 713 0,'0'0'92'15,"0"0"77"-15,0 0-110 16,0 0 10-16,-74-39-37 15,47 39 7-15,-3 0-35 16,2 12-2-16,-1 7-1 16,3 4-2-16,4 1 3 15,8 4-10-15,4-4 17 16,7-3-21-16,3-5 23 16,0-3-22-16,19-5 25 15,4-7-12-15,2-1 32 16,5-1 0-16,2-14-1 15,-2-9-10-15,-1-1-17 16,-3-6 1-16,-3-1-15 16,-3-5 19-16,-8-1-25 0,-5-5 29 15,-7 0-30 1,0-2 28-16,-9 2-29 0,-9 1 20 16,-3 9-10-16,-2 6 5 15,0 9 3-15,3 13-5 16,4 5 2-16,2 11-17 15,6 19 22-15,7 7-18 16,1 8 30-16,4 5-20 16,15-1 36-16,1-1-16 15,2-3 26-15,2-5-21 16,-1-9-10-16,-1-5-8 16,-3-7-9-16,0-4-21 15,-3-3-68-15,-2-5-70 16,-7-3-195-16,2-3-364 15</inkml:trace>
  <inkml:trace contextRef="#ctx0" brushRef="#br0" timeOffset="14997.8">28244 12293 829 0,'0'0'132'0,"0"0"27"16,0 0-12-16,0 0-86 15,0 0-6-15,68-72-12 16,-65 59-23-16,-3-1-7 16,0-2-16-16,0 3 13 15,0 1-21-15,-6 2 21 16,-2 3-29-16,-4 7 23 0,-5 0-41 16,-2 5 13-1,0 15-10-15,-1 4 8 0,2 4 3 16,6 0 7-16,6-1-7 15,6-2-10-15,0-6 20 16,3-4-21-16,15-6 23 16,4-4-9-16,6-5 34 15,-1 0-24-15,5 0 23 16,-3-8-5-16,1-1 4 16,-4 1 2-16,0 0-8 15,-3 4 0-15,-4 1-12 16,0 3 18-16,-5 0-22 15,0 0 26-15,-3 7-13 16,-3 5 31-16,-3 0-18 16,-1 3 13-16,-4 0 3 15,0-2 3-15,0-2-5 16,0-3-9-16,0-5 0 16,-4-3-21-16,2 0 39 15,1-11-20-15,1-10 14 16,0-5-37-16,0-2 22 15,0-2-29-15,0 1 17 16,0 3-10-16,0 1-11 16,7 6-11-16,0 2-17 15,5 6-11-15,2 1-100 16,1 3-60-16,-1 5-86 16,2 2-117-16</inkml:trace>
  <inkml:trace contextRef="#ctx0" brushRef="#br0" timeOffset="15144.16">28704 12199 499 0,'0'0'227'16,"0"0"-24"-16,0 0-2 0,60 82-67 16,-43-62-16-16,-3-2-75 15,-3-5-1-15,-1-2-50 16,-6-4 20-16,-1-6-69 16,-3-1-76-16,0-1-167 15,0-17-346-15</inkml:trace>
  <inkml:trace contextRef="#ctx0" brushRef="#br0" timeOffset="15260.56">28819 11989 1010 0,'0'0'82'0,"0"0"-26"16,0 0-63-16,0 0-148 15,0 0-202-15</inkml:trace>
  <inkml:trace contextRef="#ctx0" brushRef="#br0" timeOffset="16191.34">29017 12214 1104 0,'0'0'86'0,"0"0"76"16,0 0-109-16,78 69-23 15,-64-57-25-15,1 0-3 16,-5-5 2-16,-3-2-2 16,-1-4 9-16,1-1-18 15,-4 0 27-15,0-8-16 16,0-10 23-16,-2-5-39 16,1-3 27-16,-1-4-30 15,-1 0 13-15,0 2-16 0,0 1-1 16,0 8-8-16,3 2-14 15,3 5-11 1,1 6-54-16,5 5-15 0,1 1-17 16,7 0-12-16,0 1-5 15,0 5 24-15,5 3 73 16,-2-2 62-16,1-4 55 16,-2-1 73-16,0 0-6 15,-4-2-4-15,-4 0 10 16,-4 0-52-16,-5 0 6 15,-5 0-33-15,0 0 27 16,-1 0-48-16,-15 9-6 16,-4 3-41-16,1 6 7 15,-4 0-24-15,7 2-15 16,0-2 3-16,9-3 16 16,5-4 29-16,2-5-23 15,0-3 14-15,11-3-27 16,6 0 51-16,2-2-27 15,4-9 24-15,-2-3-16 16,0 0 4-16,-1 2 1 16,-3 3-2-16,-4 1 1 15,-2 5-6-15,-3 3 13 16,-4 0-19-16,-1 0 23 16,0 11-24-16,3 1 22 15,0 1-25-15,4-3 23 16,3-1-15-16,5-3 7 15,3-3 0-15,-1-3-1 16,3 0 6-16,-1 0-10 16,-2-12 27-16,-3-4-19 15,-2-7 21-15,-1-6-28 16,-5-2 19-16,-5-3-27 0,-2-8 19 16,-2-3-15-16,0-3-2 15,-6-1-9-15,-4 6 5 16,-3 4 10-16,4 11-6 15,-1 12 23-15,3 14-14 16,0 2 42-16,2 25-53 16,2 11 26-16,3 9-10 15,0 6 29-15,6 4-1 16,10 0 21-16,0-1 1 16,4-4-18-16,-2-6-7 15,-1-6-34-15,-4-7 19 16,-6-9-36-16,-3-8-16 15,-4-9-74-15,-8-5-108 16,-17-4-250-16</inkml:trace>
  <inkml:trace contextRef="#ctx0" brushRef="#br0" timeOffset="16331.27">29525 11959 1215 0,'0'0'139'15,"0"0"-48"-15,103-36-74 16,-68 26-16-16,-11 1-42 16,-12 4-192-16,-12 3-449 0</inkml:trace>
  <inkml:trace contextRef="#ctx0" brushRef="#br0" timeOffset="16790.38">30025 12211 1204 0,'0'0'153'0,"0"0"-49"16,0 86-35-16,0-63-60 16,0-4 20-16,0-7-41 15,0-4 27-15,0-5-60 16,0-3-53-16,0 0-144 15,0-11-275-15</inkml:trace>
  <inkml:trace contextRef="#ctx0" brushRef="#br0" timeOffset="16941.44">30021 11994 1112 0,'0'0'98'0,"0"0"-15"16,0 0-74-16,0 0-1 15,0 0-47-15,0 0-88 16,-31-1-254-16,25 15-375 16</inkml:trace>
  <inkml:trace contextRef="#ctx0" brushRef="#br0" timeOffset="17542.13">30165 12185 789 0,'0'0'130'15,"0"0"61"-15,0 0-100 16,49 87-46-16,-30-70 7 16,-3-5-30-16,4-5 16 15,-4-1-35-15,1-6 31 16,-2 0-34-16,1-6 21 15,-5-8-16-15,1-4 1 16,-4-5-2-16,-2-1-3 16,-3-2 5-16,0 1-15 0,-3 1 19 15,0 3-28 1,0 6 21-16,0 6-31 16,0 5 24-16,0 4-27 0,0 0 20 15,0 0-37 1,0 10 31-16,6 3 14 0,1 0-3 15,3 0 11-15,4-2-14 16,4-4 27-16,-1-3-1 16,2-3 27-16,1-1-37 15,0 0 20-15,-2-1-30 16,-1-10 16-16,-1 0-5 16,-2-4-4-16,-2-2 2 15,-5 0-8-15,-2-2 12 16,-3 1-13-16,-2 3 28 15,0 5-20-15,0 3 28 16,-7 7-30-16,-3 0 21 16,-2 15-35-16,0 9 13 15,0 2-1-15,3 5-1 16,2-1 2-16,7-3-7 16,0-2 12-16,0-4-28 15,16-6-7-15,1-3-77 16,2-7-84-16,1-5-259 15</inkml:trace>
  <inkml:trace contextRef="#ctx0" brushRef="#br0" timeOffset="18511.51">31287 12078 597 0,'0'0'137'0,"0"0"28"16,0 0 15-16,0 0-116 16,-36 52-22-16,20-29-32 15,6 0 23-15,1-3-33 16,2-2 15-16,7-5-24 15,0-3 12-15,0-2-3 16,2-4 3-16,8-1 12 16,-1-2-13-16,-1-1 13 0,5 0-20 15,-3-4 19-15,2-9-24 16,2-6 27 0,1-3-31-16,1-4 24 0,-2-7-22 15,-1-2 12 1,-3-4-7-16,-4-3-7 0,-3-3 8 15,-3-4-18-15,0 1 17 16,0 0-11-16,0 3 23 16,0 0-23-16,0 6 32 15,0 3-27-15,0 8 23 16,0 8-16-16,0 4 7 16,0 12-1-16,0 4-2 15,0 14-7-15,0 18-13 16,11 12 32-16,2 14-21 15,9 10 23-15,2 9-23 16,8 5 25-16,1 4-20 16,1 0 48-16,-4-5 3 15,-7-3 13-15,-7-9 14 16,-9-6-14-16,-5-10-17 16,-2-8-25-16,0-10 19 15,-9-6-3-15,-5-12 6 16,-5-8-45-16,-4-9 28 15,-3 0-32-15,1-16 24 16,1-8-14-16,2-2 0 16,9-1-7-16,5 0-2 15,8 0-8-15,0 1-43 16,21-2-2-16,6 3-77 16,8-4-81-16,3 2-196 15</inkml:trace>
  <inkml:trace contextRef="#ctx0" brushRef="#br0" timeOffset="19594.92">25270 13307 738 0,'0'0'97'0,"0"0"43"16,-56-45-54 0,32 33-60-16,-4 5 15 15,1 5-31-15,1 2 8 0,0 6-16 16,4 19 4-16,3 8-1 15,5 9-3-15,5 7 2 16,9 4-5-16,0 2 37 16,3-1-11-16,12 0 23 15,3-4-20-15,1-5 26 16,1-4-42-16,-2-6 20 16,1-4-22-16,-8-4-2 15,-1-6-2-15,-6-1-8 16,-4-4 8-16,0-3-14 15,0-4 10-15,-11-4-50 16,-2-5-10-16,0 0-88 16,-4-3-87-16,1-8-131 15</inkml:trace>
  <inkml:trace contextRef="#ctx0" brushRef="#br0" timeOffset="19768.12">24995 13698 939 0,'0'0'205'0,"0"0"-102"16,84-17-65-16,-55 13-40 16,-1 0 13-16,0 0-74 15,-1-3-102-15,-1 0-210 16</inkml:trace>
  <inkml:trace contextRef="#ctx0" brushRef="#br0" timeOffset="20028.85">25619 13421 912 0,'0'0'134'0,"0"0"45"0,0 0-95 16,0 0-60-16,82 0-12 16,-71 0-10-16,0 0-50 15,-1 0-103-15,-5 0-185 16,3-9-347-16</inkml:trace>
  <inkml:trace contextRef="#ctx0" brushRef="#br0" timeOffset="20227.67">25837 13305 984 0,'0'0'168'16,"0"0"-39"-16,9 96-56 15,-4-61-71-15,5-2 13 16,0-1-16-16,1-3 1 16,1-4-43-16,0-3-118 15,-1-4-159-15,0-4-322 16</inkml:trace>
  <inkml:trace contextRef="#ctx0" brushRef="#br0" timeOffset="20588.5">26302 13412 1124 0,'0'0'74'16,"-49"75"68"-16,25-25-66 16,3 4-33-16,5 1-18 15,7-3 4-15,9-1-27 16,0-6 22-16,12-5-33 15,8-6 28-15,6-7-34 16,2-5 6-16,2-5-43 16,-1-8-21-16,-5-6-101 15,-3-3-271-15</inkml:trace>
  <inkml:trace contextRef="#ctx0" brushRef="#br0" timeOffset="21225.85">26505 13661 796 0,'0'0'126'0,"0"0"42"16,0 0-34-16,0 0-1 0,0 0-57 16,90 47 7-16,-58-29-43 15,2 3 26-15,-2-2-33 16,0-2-16-1,-8-2-11-15,-5-1-5 0,-4-3 1 16,-5-4-33-16,-6-3-16 16,-2-3-33-16,-2-1-9 15,0 0-130-15,-5-9-234 16</inkml:trace>
  <inkml:trace contextRef="#ctx0" brushRef="#br0" timeOffset="21408.42">26695 13673 992 0,'0'0'173'0,"-38"76"-16"16,19-39-92-16,2-3-52 16,1-5-12-16,-1-6 1 15,4-6-52-15,-1-8-42 16,2-6-146-16,2-3-264 15</inkml:trace>
  <inkml:trace contextRef="#ctx0" brushRef="#br0" timeOffset="21731.06">26896 13412 914 0,'0'0'88'0,"0"0"72"16,106 108-8-16,-73-62-85 16,-4 1 26-16,-4-1-33 15,-9-2-6-15,-7-3-5 16,-4-3-19-16,-5-6-7 15,0-3-17-15,-10-6 7 16,-6-7-21-16,-4-1 20 16,1-7-60-16,2-1-9 15,-3-5-64-15,4-2-57 16,0 0-250-16</inkml:trace>
  <inkml:trace contextRef="#ctx0" brushRef="#br0" timeOffset="21922.6">27467 13725 1134 0,'0'0'97'15,"0"0"-40"-15,0 0-33 16,0 0-37-16,0 0-34 15,64-43-196-15,-86 40-186 16</inkml:trace>
  <inkml:trace contextRef="#ctx0" brushRef="#br0" timeOffset="22097.79">27316 13599 996 0,'0'0'94'0,"0"0"41"16,0 0-91-16,79-10-49 16,-60 7-4-16,-5-1-152 15,-4 1-187-15</inkml:trace>
  <inkml:trace contextRef="#ctx0" brushRef="#br0" timeOffset="23287.61">27866 13759 773 0,'0'0'108'0,"0"0"64"15,104 69-61-15,-77-50-35 16,-7-4-36-16,-6-2-5 16,-6-6-22-16,-2 0 20 15,-5-5-31-15,-1-2 25 16,0 0-28-16,0 0 24 16,-3-14-22-16,-8-6 0 15,1-10 1-15,-6-7-5 16,1-8 6-16,-3-7-17 15,-1-4 18-15,-1 1-20 16,0 0 25-16,2 4-26 16,4 8 31-16,5 3-27 15,5 9 22-15,1 2-12 16,3 5 2-16,0 2 3 16,7 3-4-16,15 2 9 15,5 1-13-15,11 1 19 16,7 2-14-16,11-3 38 15,12 4-30-15,7-1 23 16,6 0-30-16,4 3 17 16,-3 0-15-16,-5 2 1 15,-8 2 0-15,-12 2-4 16,-11 0 8-16,-13 2-19 16,-10 2 7-16,-10 0-66 15,-13 0-21-15,0 0-42 0,-9 3-77 16,-18 4-213-1</inkml:trace>
  <inkml:trace contextRef="#ctx0" brushRef="#br0" timeOffset="24146.23">27672 13212 421 0,'0'0'112'0,"0"0"67"0,0 0-60 15,0 0 4-15,-2 0-24 16,2 0-7-16,0 0-40 16,0 0 7-16,0 0-20 15,0 0-15-15,11 0-1 16,1 0-3-16,2 0 3 15,-2 0-27-15,-4 0 17 16,-3 0-25-16,-5 0 24 16,0 6-45-16,0 7 27 15,-12 1-22-15,2 3 12 16,0 0 12-16,7-2-1 16,3-2 5-16,0-2-6 15,0 1 14-15,10-5-16 16,2 2 26-16,1-2-14 15,-3-2 36-15,-3-1-39 16,-3 2 23-16,-2-1-19 16,-2 2 19-16,0 0 11 15,-3-1-13-15,-6 2-11 16,2-1-16-16,-3-1 13 16,4-2-41-16,2-3-10 15,1 1-64-15,0-2-90 0,1 0-224 16</inkml:trace>
  <inkml:trace contextRef="#ctx0" brushRef="#br0" timeOffset="24633.16">28285 13495 893 0,'0'0'158'16,"0"0"40"-16,72 71-85 15,-45-44-22-15,2 2-54 16,1 0 22-16,-3-1-42 0,-3-7 26 15,-2-3-34-15,-9-5 5 16,-2-4-10-16,-5-4-4 16,-4-3 3-16,-2-2-31 15,0 0-11 1,-2-8-54-16,-8-8-35 0,0-2-155 16,1-3-101-16,2-4-281 15</inkml:trace>
  <inkml:trace contextRef="#ctx0" brushRef="#br0" timeOffset="24810.96">28507 13481 930 0,'0'0'136'0,"0"0"41"16,-84 105-62-16,44-57-47 15,-5-1-36-15,2-5-19 16,3-6-7-16,6-9-20 15,7-9-45-15,9-11-126 16,4-7-192-16</inkml:trace>
  <inkml:trace contextRef="#ctx0" brushRef="#br0" timeOffset="52846.94">23728 11336 856 0,'0'0'47'0,"0"0"91"16,0 78-64-16,0-46-26 15,4 0-8-15,1-3-21 16,1-1-8-16,-3-5-16 15,-1-3 15-15,-2-4-28 16,0-6-16-16,0-4-80 16,-2-6-72-16,-7 0-104 15,-3 0-231-15</inkml:trace>
  <inkml:trace contextRef="#ctx0" brushRef="#br0" timeOffset="53573.6">23499 11344 716 0,'0'0'126'0,"0"0"-18"0,0 0 9 16,0 0-65-16,77-59 7 15,-35 52-50 1,3 4 8-16,0 3-22 0,-7 0 7 15,-7 5-12-15,-11 11-10 16,-12 5-26-16,-8 2-22 16,0 0 35-16,0-1-19 15,-5-4 43-15,2-2-1 16,3-3 15-16,0-2-26 16,18 0 24-16,6-1-7 15,-1 1 11-15,3 1 18 16,-7 2 7-16,-7 2 15 15,-9 2-11-15,-3 2 20 16,-6 2-28-16,-14-2 8 16,-3 1-32-16,1-3 21 15,2-5-32-15,2-2 13 16,5-3-12-16,7-1-27 16,4-6-33-16,2-1-18 15,0 0-41-15,11 0 4 16,11 0 86-16,3-9 23 15,6-2 30-15,4-1 4 16,-1-3 34-16,0 0-24 16,0-2 15-16,-2 1 2 15,-1 0-4-15,-6 0-16 16,-4-3-18-16,-4 3 6 16,-5-1-14-16,-5-2 22 15,-4 5-15-15,-3-3 17 16,0 6-31-16,0 3 21 0,-3 4-13 15,-7 4 26-15,-2 0-22 16,-1 15-9 0,2 5 4-16,0 6-8 0,2 0 12 15,1 2-15-15,8-2 18 16,0-3-16-16,0-3 23 16,6-3-27-16,13-5 16 15,7-4-21-15,5-7 16 16,6-1-38-16,3 0-44 15,3-13-39-15,-1-6-64 16,-4-5-71-16,-6-4-71 16</inkml:trace>
  <inkml:trace contextRef="#ctx0" brushRef="#br0" timeOffset="53810.75">24398 11178 468 0,'0'0'125'15,"0"0"1"-15,0 0-31 16,0 0-70-16,-24 50 17 16,24-5 16-16,13 7 9 15,0 2 9-15,5 0-11 16,-1-1-6-16,-2-6-17 16,1-8-6-16,-3-10-40 15,-1-7 31-15,-2-8-37 16,-5-10 15-16,-2-4-89 15,-3-4-49-15,0-19-77 16,0-11-97-16</inkml:trace>
  <inkml:trace contextRef="#ctx0" brushRef="#br0" timeOffset="54013.4">24505 11197 848 0,'0'0'113'0,"23"88"43"0,-2-34-43 16,-3 0-39-16,3-1-15 16,0-4-51-16,-1-5 9 15,-2-8-29-15,-3-7 28 16,-3-8-46-16,-7-7-40 16,-5-9-79-16,0-5-114 15,-19 0-252-15</inkml:trace>
  <inkml:trace contextRef="#ctx0" brushRef="#br0" timeOffset="54185.08">24288 11333 985 0,'0'0'86'0,"90"-30"-28"16,-39 16-68-16,-1 5 20 15,-6 4-111-15,-11 5-167 16,-12 0-352-16</inkml:trace>
  <inkml:trace contextRef="#ctx0" brushRef="#br0" timeOffset="54709.58">24775 11577 861 0,'0'0'102'0,"0"0"24"16,0 0-97-16,88-59-32 15,-83 44 15-15,-5-1-19 16,0 4 21-16,-10 1-38 16,-12 1-19-16,-3 3-21 15,-2 6-4-15,-1 1-4 16,5 0 30-16,0 1 2 15,9 14-6-15,3 1-4 16,3 3-32-16,7 2 7 16,1 4 5-16,0-6 48 15,9 1-50-15,11-5 31 16,3-2 43-16,5-5 29 16,3-4 68-16,2-1 14 15,-1-3-34-15,-3 0-23 16,-5 0 8-16,-5 0-8 15,-6 0 19-15,-4 0-23 16,-5 0 35-16,-2-6-36 16,-2-3 11-16,1-2-29 15,0-4 5-15,-1-4 2 16,2 0-24-16,1-1 4 16,4 1-19-16,-1-1 11 15,1 1-23-15,2 2 26 16,3 2-27-16,2 2 25 15,-2 2-26-15,2 3 15 16,-1 1-32-16,2 1-71 16,-1 1-97-16,-2 2-162 15</inkml:trace>
  <inkml:trace contextRef="#ctx0" brushRef="#br0" timeOffset="55261.03">25380 11472 869 0,'0'0'15'0,"0"0"110"15,0 0-62-15,0 0-28 16,28 79-29-16,-14-69 22 16,4-7-34-16,-1-3 17 15,3 0-13-15,0 0 1 16,0-10-3-16,-4-4-10 16,-1-2 6-16,-5 1-6 15,-1 0 21-15,-6 3-19 16,0 3 25-16,-3 3-21 15,0 3 19-15,0 3-20 16,0 0 11-16,3 0-12 16,2 3 7-16,4 6 4 15,0 2-3-15,-1-1 7 16,7 0-14-16,-1-4 19 16,2-4-12-16,2-2 55 15,2 0-7-15,-3 0 34 0,0-12-34 16,-3-4 12-16,-3-3-22 15,-3-3-15 1,-6-4-4-16,-2 0-16 0,0 0 9 16,0 2-19-16,-10 2 23 15,-2 5-38-15,1 6 7 16,2 6-65-16,2 4-58 16,4 1-137-16,1 0-210 15</inkml:trace>
  <inkml:trace contextRef="#ctx0" brushRef="#br0" timeOffset="56126.59">25952 11325 779 0,'0'0'107'16,"0"0"-38"-16,0 0-38 15,0 0-40-15,0 0 22 16,-39 33-29-16,28-16 29 16,2 1-16-16,2-3-2 15,3 0 3-15,4-3-1 16,0-4 6-16,0-4-12 16,9-2 19-16,5-2-18 15,0 0 22-15,2-10-22 16,1-5 20-16,-2-2-24 15,-2-3 16-15,-3 4-19 16,-4 3-20-16,-5 0 17 16,-1 8 11-16,0 4 12 0,0 1-14 15,0 0 18-15,-1 10-22 16,-2 5 27 0,3 2-27-16,0-3 23 0,0 1-21 15,6-2 24-15,5-5 4 16,4-3 12-16,2-5 5 15,0 0 0-15,2 0 14 16,-5-6-25-16,4-6 3 16,-7-3-25-16,1-2 16 15,-5 0-33-15,-1 4 14 16,-3 2-29-16,0 3 20 16,0 7-5-16,-3 1-13 15,0 0-44-15,0 13 20 16,0 3 18-16,0 1-11 15,1-1 54-15,6-2-16 16,2-4 23-16,0-4-13 16,2-3 33-16,3-3-28 15,1 0 0-15,1 0-4 16,-3-12 14-16,3-3 33 16,-5 0-15-16,1-2-8 15,-2 4-32-15,-4 2 19 16,-2 3-20-16,1 4 30 15,-4 4-23-15,3 0 11 16,-1 13-19-16,3 10 16 16,7 9 18-16,7 7 48 15,6 5 57-15,6 1-53 16,2 0 11-16,0-1-26 16,-4-6 13-16,-6-6-28 15,-10-7 6-15,-11-2-45 16,-3-5 24-16,-11-3-4 0,-16-5-1 15,-6-2-17-15,-5-3-10 16,-1-3 8-16,2-2-30 16,1 0 2-16,4 0-48 15,6-10 1-15,7-4-76 16,5-8-38-16,5-3-286 16</inkml:trace>
  <inkml:trace contextRef="#ctx0" brushRef="#br0" timeOffset="56454.63">26666 11235 1053 0,'0'0'105'0,"0"0"31"16,0 0-30-16,0 0-97 15,-26 20 10-15,13-2-31 16,1 3 24-16,8-1-18 16,2 1 7-16,2-1 0 15,0 0-1-15,3 0 17 16,6 1 6-16,1-4 23 16,-3 1-23-16,-2-1 23 15,-2-3-24-15,-3-2 8 16,0-3-9-16,0-1-1 15,-9-2-19-15,-8-2-11 0,-2-3-47 16,-6-1-64-16,-2 0-115 16,-4 0-387-16</inkml:trace>
  <inkml:trace contextRef="#ctx0" brushRef="#br0" timeOffset="56838.24">27152 11151 1038 0,'0'0'189'0,"15"70"-51"16,-6-30-41-16,2-4-83 15,-1 0 3-15,-2-4-15 16,0-4 1-16,-4-7-20 16,-2-3-71-16,-2-7-93 15,0-8-218-15</inkml:trace>
  <inkml:trace contextRef="#ctx0" brushRef="#br0" timeOffset="57212.08">27050 11349 837 0,'0'0'121'15,"82"-17"-8"-15,-38 11-12 16,-1 3-88-16,-8 3-4 16,-8 0-7-16,-8 2-4 15,-8 13-28-15,-5 1 4 16,-4 3 12-16,-1-1-13 15,2-1 28-15,3-3-16 16,4-5 28-16,4-2-25 16,8-4 24-16,4-3-14 15,0 0 20-15,0-7 4 16,0-6-1-16,-5 0 14 16,-6-3-5-16,-5 0 6 15,-4 0-16-15,-3-2 17 16,-3 1-36-16,0 3 21 15,-6 0-32-15,-11 4 20 16,-5 5-28-16,-4 5-14 16,-9 0-65-16,-4 1-113 15,-1 11-220-15</inkml:trace>
  <inkml:trace contextRef="#ctx0" brushRef="#br0" timeOffset="58127.92">28022 11246 704 0,'0'0'96'0,"0"0"63"16,0 0-81-16,0 0 13 15,0 0-48-15,-82 46-10 16,64-21-33-16,-1-1 22 15,5-1-22-15,4-4 3 16,4-4 0-16,6-5-5 16,0-4 6-16,2-4-8 15,15-2 16-15,2 0-12 0,7-8 21 16,1-9-27 0,5 1 31-16,-6-1-35 15,-5 2 20-15,-5 2-14 0,-5 6 4 16,-6 3 1-16,-5 4-4 15,0 0 7-15,0 0-25 16,0 7 28-16,0 2-20 16,0 0 26-16,0-1-27 15,0-1 28-15,0-1-27 16,0 0 18-16,6-5-6 16,6 2-3-16,2-3 16 15,5 0-10-15,4-4 7 16,3-11-17-16,0 0 16 15,3-3-16-15,0 0 24 16,-3 1-29-16,0 4 25 16,-3 3-21-16,-2 3 12 15,-3 7-2-15,-2 0 3 16,-5 0 7-16,1 13 0 16,-5 2 28-16,-4 4-5 15,-2 2 29-15,-1-2-32 16,0 1 32-16,-4-3-31 15,-10-2 23-15,-5-4-32 16,-3-1 1-16,-2-4-12 16,-2-3-17-16,1-3 18 15,-3 0-30-15,4-5-19 16,4-10-55-16,4-7-8 16,3-5-144-16,6-6-232 15</inkml:trace>
  <inkml:trace contextRef="#ctx0" brushRef="#br0" timeOffset="58530.09">28355 10980 984 0,'0'0'201'16,"21"85"-63"-16,-7-32-54 15,-1-2-28-15,1-1-26 16,1-4 13-16,2-7-33 15,1-8 14-15,-1-8-32 16,3-9 31-16,2-8-35 16,1-6 32-16,1-2-31 15,1-15 18-15,-3-6-15 16,-2-3-3-16,-4 0 1 16,-3 3-6-16,-6 4 12 15,-4 3-11-15,-3 7 27 16,0 3-25-16,-12 6 35 15,-9 0-30-15,-2 11 23 16,-1 7-28-16,1 6 16 16,5 0-4-16,8 1-2 15,8-5 2-15,2 0-17 16,3-5 9-16,16-2-32 16,4-5 8-16,6-6-64 15,0-2-87-15,-2 0-235 16</inkml:trace>
  <inkml:trace contextRef="#ctx0" brushRef="#br0" timeOffset="59030.59">29270 11108 746 0,'0'0'165'0,"0"0"-1"15,0 0-44-15,0 0-90 16,-94 15 3-16,59 1-24 16,6 3 1-16,6-4-17 15,9-1 14-15,11 0-7 16,3-2-8-16,10-3 5 16,19-1-5-16,6 1 22 15,5 1-25-15,-1-2 29 16,-4 0-27-16,-7 5 31 15,-9-1-18-15,-13 3 26 16,-6 1 11-16,-4-1 0 16,-19 1-5-16,-5-3-24 15,-5 1 8-15,3-6-25 16,2-1 20-16,8-3-30 16,8-2 13-16,11-2-67 15,1 0-23-15,19-13-113 16,14-6-67-16,9-1-87 15</inkml:trace>
  <inkml:trace contextRef="#ctx0" brushRef="#br0" timeOffset="60166.58">29572 11172 726 0,'0'0'56'0,"0"0"65"16,0 0 18-16,0 0-102 15,0 0-26-15,-77 10 20 16,51 11-23-16,0 2 7 15,3-3-25-15,8-1 23 16,4 2-25-16,5-6 18 16,6 1-18-16,0-7 16 15,3-2-10-15,16-4 4 16,4-3 2-16,3 0 3 16,2-3 5-16,2-9-14 15,-4-4 15-15,-3 0-23 16,-3 2 30-16,-10 0-30 15,-1-1 20-15,-9 6-23 16,0 2 19-16,0 3-2 16,0 0-2-16,0 4 3 15,0 0-5-15,0 4 10 16,0 5-16-16,0 6 24 16,1 0-4-16,11 2 36 15,1 1-18-15,4-3 24 16,-1-3-12-16,1-2 6 15,-1-2-6-15,3-4-15 16,-6-4-7-16,1 0-17 16,-2 0 14-16,-2-8-22 15,2-6 23-15,-4-3-28 16,1-1 27-16,1-1-40 16,-4 3 15-16,1 4-24 0,-2 2 13 15,-1 3 12-15,-2 7 4 16,-2 0 7-16,0 4-16 15,0 10 27-15,0 1-15 16,0 1 22-16,0-1-24 16,0-4 36-16,0-3-27 15,0-2 21-15,2-5-16 16,1-1-2-16,1 0 8 16,2-1-5-16,1-11 3 15,3-3-22-15,-1 0 19 16,0-2-30-16,-2 2 21 15,3 2-35-15,-4 1 30 16,-2 5-17-16,2 3 21 16,-3 4-10-16,1 0 3 15,3 0 1-15,-1 0-2 16,0 0 12-16,-2 7-16 16,4 0 22-16,0-2-29 15,-4 2 40-15,2-5-36 16,0-2 28-16,1 0-24 15,2 0 12-15,-2-5 3 16,2-4-6-16,2-3 3 16,-2 0-8-16,-2 2 15 15,2 1-19-15,-1 6 22 16,-2 0-26-16,0 3 32 16,0 0-34-16,1 0 28 15,-3 0-20-15,2 6 9 16,0 3 0-16,0 1-2 15,0 2 4-15,2-3-10 0,1 3 18 16,0-3-21 0,2-2 27-16,2 0-30 0,0-6 46 15,6 0-38-15,1-1 24 16,2 0-16-16,2-12 4 16,1-1-2-16,-2-6-5 15,-4 1 9-15,-3 1-13 16,-8 0 24-16,-3 5-23 15,-4 1 31-15,-1 3-25 16,0 4 26-16,-4 4-33 16,-8 0 20-16,-5 0-20 15,-2 15 2-15,0 0 2 16,-1 6-3-16,6-2 7 16,2-2-15-16,5-2 18 15,7-2-46-15,0-3 16 16,0-6-66-16,10-4-63 15,4 0-280-15</inkml:trace>
  <inkml:trace contextRef="#ctx0" brushRef="#br0" timeOffset="60864.94">30903 11056 725 0,'0'0'106'0,"0"0"23"16,0 0 19-16,0-24-74 15,0 19-5-15,-3 4-34 16,-7 1-3-16,-3 0-42 15,0 1 18-15,0 12-30 16,2 2 7-16,5-2-38 16,6 2-16-16,0-1 5 15,11-3 16-15,8 1 23 16,4-1 4-16,-3 1 28 16,-4 3-20-16,-4 5 27 15,-5 3-28-15,-7 6 27 16,0 3-20-16,-13 2 31 15,0 2 31-15,-4-5 4 16,7-3-5-16,2-3-18 16,8-2 7-16,0-9-21 15,3-3 11-15,13-4-23 16,4-5 28-16,5-2-26 16,-5 0 28-16,0-6-32 15,-4-10 2-15,-6 0-3 16,-5-3-1-16,-5 0 4 15,0-2-7-15,-5 3 13 0,-15-3-22 16,-3 5 23-16,-6-2-33 16,0 4 24-1,-1 2-54-15,4 4-14 0,3 0-58 16,8 1-92-16,8-1-197 16</inkml:trace>
  <inkml:trace contextRef="#ctx0" brushRef="#br0" timeOffset="61748.5">31107 11110 884 0,'0'0'144'0,"0"0"-9"15,0 0-21-15,0 0-54 16,0 0 11-16,53 75-51 15,-43-59 2-15,3-3-14 16,3-1-2-16,0-5-1 16,0-3-12-16,1-4 21 15,-1 0-23-15,3-1 20 16,-6-11-31-16,0-3 27 16,-6-3-33-16,-1 0 22 15,-5 0-29-15,-1 3 22 16,0 3 4-16,0 4-1 15,0 2 11-15,0 4-11 16,0 2 16-16,2 0-23 16,2 2 15-16,2 8-15 15,2 5 32-15,1-3-32 0,2 4 30 16,0-5-22-16,-1-2 12 16,3-2 3-16,1-4-3 15,5-3 8 1,-3 0-14-16,6 0 30 0,1-8-33 15,0-8 24-15,0 1-25 16,-1-4 29-16,-5-1-30 16,-1 1 24-16,-6 0-20 15,-7 3 6-15,-3 3-1 16,0 2-5-16,-9 7 4 16,-8 3-26-16,-3 1-1 15,-5 0-22-15,4 12 31 16,2 4-33-16,3 3 12 15,7 1-10-15,5-3 50 16,4 2-10-16,0-5 7 16,6 0 1-16,8-5 0 15,6-3 16-15,3-1 0 16,6-5 29-16,0 0-32 16,4 0 35-16,-1-14-40 15,1-1 24-15,-2-4-34 16,-4-1 12-16,-3 2-11 15,-3 2 1-15,-5 2 0 16,-5 5-8-16,-2 3 16 16,-2 6-24-16,-4 0 27 15,1 0-29-15,2 13 47 0,0 5-16 16,1 3 37 0,3 0-18-16,-1 0 21 15,-2 0-3-15,-1-5 11 16,-2-4-10-16,-4-1-12 0,0-3 7 15,-13 0-31-15,-11-4 31 16,-8-1-54-16,-5-3 27 16,-3 0-54-16,4 0 7 15,3-3-61-15,6-10-12 16,9-5-46-16,11-3-102 16,7-7-245-16</inkml:trace>
  <inkml:trace contextRef="#ctx0" brushRef="#br0" timeOffset="61949.09">31962 10921 1023 0,'0'0'165'0,"27"76"20"16,-14-28-104-16,1 0-6 15,-3-2-53-15,-1-5 6 16,-3-6-39-16,0-7 19 15,-4-9-30-15,-1-8-22 16,-2-9-33-16,0-2-95 16,-5-10-181-16</inkml:trace>
  <inkml:trace contextRef="#ctx0" brushRef="#br0" timeOffset="62148.58">31758 10887 1261 0,'0'0'53'0,"0"0"86"0,98-3-108 15,-52 3-5-15,2 0-34 16,-2-1 11-16,-5-2-25 16,-5-2-69-16,-6-2-103 15,-4-3-192-15,-6-1-234 16</inkml:trace>
  <inkml:trace contextRef="#ctx0" brushRef="#br0" timeOffset="62324.11">32223 10954 1084 0,'0'0'204'0,"0"0"-70"15,31 91-48-15,-22-59-69 16,-1-4 9-16,-5-1-39 15,-2-5 7-15,-1-4-62 16,0-8-67-16,-3-10-148 16,-6 0-278-16</inkml:trace>
  <inkml:trace contextRef="#ctx0" brushRef="#br0" timeOffset="62455.53">32254 10832 1044 0,'0'0'0'16,"0"0"8"-16,0 0-50 16,0 0-170-16,0 0-192 15</inkml:trace>
  <inkml:trace contextRef="#ctx0" brushRef="#br0" timeOffset="62989.97">32441 11025 865 0,'0'0'158'0,"0"0"-15"16,0 0-65-16,-16 73-75 15,10-57-2-15,5-1 5 16,1-1-8-16,0-6-4 16,6-4-17-16,6-4 29 15,2 0-15-15,0 0 25 16,1-12-24-16,-4-4 26 15,0-4-24-15,1-4 21 16,-3 0-20-16,-2 1 6 16,-1 2 1-16,0 6-2 15,-5 5 5-15,2 6-14 16,-3 4 19-16,2 0-25 16,0 0 23-16,1 10-17 15,3 4 38-15,0 1-19 16,2 1 48-16,1 1-8 15,-3-3-3-15,3 0-8 16,1-3-19-16,-1-4 5 16,4-7-9-16,4 0 19 15,1 0-36-15,4-9 28 16,0-7-41-16,1-3 27 16,-3 2-45-16,1 0 20 15,-6 5-4-15,-3 3 9 16,-2 5 8-16,-4 4-9 15,-1 0 12-15,-2 7-21 16,-1 8 31-16,-1 3-29 0,2-1 34 16,0-3-43-16,0-1 24 15,1-7-65-15,2-3-78 16,0-3-171-16,1-1-341 16</inkml:trace>
  <inkml:trace contextRef="#ctx0" brushRef="#br0" timeOffset="63271.11">32990 10933 1344 0,'0'0'33'0,"0"0"63"16,0 0-84-16,0 0 5 15,0 0-74-15,0 28-62 16,0-14-179-16,0 0-13 15,2 0-27-15,6 2 138 16,-1-2 248-16,2 2 236 16,-2-2 13-16,-4-2-38 15,0-2-52-15,1-6-101 16,-4-2-24-16,0-2-48 16,-10 0 9-16,-10-4-80 15,-8-8-149-15,-8 1-658 16</inkml:trace>
  <inkml:trace contextRef="#ctx0" brushRef="#br0" timeOffset="64819.82">23904 12378 833 0,'0'0'101'0,"0"0"13"0,0 66-5 16,0-41-66-16,0 0-42 15,0-6 16-15,0-3-28 16,0-5 26-16,0-5-39 15,0-3-45-15,0-3-100 16,-4 0-77-16,-2-4-125 16</inkml:trace>
  <inkml:trace contextRef="#ctx0" brushRef="#br0" timeOffset="65169.27">23725 12351 610 0,'0'0'96'0,"0"0"8"16,0 0-38-16,-55 107-11 16,48-61 16-16,7 2-23 15,0-5 28-15,9-2-23 16,16-9 15-16,13-9-28 16,12-11 22-16,10-12-29 15,7 0 3-15,5-21 3 16,0-10-14-16,-5-8-3 15,-8-5-14-15,-13-2 21 16,-14 1-33-16,-16-2 25 16,-16 4-31-16,-5 3 28 15,-29 7-29-15,-20 8 12 0,-11 7-8 16,-12 14 2 0,-3 4 0-16,-5 12-18 0,2 17-10 15,4 10-56-15,9 5-67 16,13 1-161-16,12 0-261 15</inkml:trace>
  <inkml:trace contextRef="#ctx0" brushRef="#br0" timeOffset="68579.26">23850 14956 796 0,'15'0'11'0,"8"-4"88"16,5-4 35-16,0 1-66 15,-3 1-33-15,-2 5-13 16,-2 1-8-16,-11 0-18 15,-9 15 12-15,-1 7-10 16,0 2 26-16,-14 3-26 16,-6 0 32-16,-1-6-19 15,7-1 22-15,3-8-19 16,6-2 0-16,5-5-9 16,0-2-5-16,5-2 13 15,12 2-6-15,1-3 8 0,1 1-24 16,3-1 21-16,-4 0-33 15,-1 0-14-15,-6 0-104 16,-2 0-79-16,-6 0-71 16,-3 0-199-16</inkml:trace>
  <inkml:trace contextRef="#ctx0" brushRef="#br0" timeOffset="69007.35">23623 14991 682 0,'0'0'43'0,"-13"94"41"15,13-49-30-15,14 0 9 16,22-9-4-16,13-9 4 16,16-11-35-16,6-7 16 15,9-9-22-15,-2-3 28 16,0-17-15-16,-8-8-7 16,-10-4-4-16,-9-3 3 15,-11-5 6-15,-12 1-15 16,-17-5 17-16,-11-2-26 15,-6 0 14-15,-27 0-29 16,-19-1 29-16,-9 5-32 16,-11 8 22-16,-7 8-17 0,-3 13 4 15,2 13-2-15,6 0-8 16,7 25-29 0,11 10-43-16,9 4-78 15,15 3-223-15</inkml:trace>
  <inkml:trace contextRef="#ctx0" brushRef="#br0" timeOffset="70655.82">24909 14873 413 0,'0'0'58'0,"0"0"115"0,6-4-15 16,-4-4-50-16,-2-5-30 16,0-1-14-16,0-3-20 15,-5-1-3-15,-12 1-33 16,0 1 9-16,-6 4-24 15,-5 7 19-15,-1 5-22 16,-2 1 4-16,2 21 2 16,3 8-9-16,8 4 10 15,7 2-14-15,10-1 17 16,1-4-20-16,11-7 28 16,15-7-21-16,6-6 29 15,4-3-23-15,4-4 20 16,3-2-14-16,1 3-1 15,-1 8 3-15,-2 8-4 16,-7 9 24-16,-6 10-12 16,-9 8 26-16,-8 3-16 15,-8 5 43-15,-3-2-19 16,0-3 32-16,-3-6-18 16,-8-9 3-16,0-7-27 15,0-12 3-15,-2-8 0 16,0-7-7-16,-1-2 14 15,-1-9-32-15,-1-17 13 16,2-7-35-16,1-6 36 16,6-3-45-16,1 0 26 15,6 5-33-15,0 2 8 16,0 5-13-16,6 3-16 16,8 1-13-16,3 1-45 15,5 1-78-15,2-1-177 16,0 0-197-16</inkml:trace>
  <inkml:trace contextRef="#ctx0" brushRef="#br0" timeOffset="70827.12">25246 14922 883 0,'0'0'107'16,"0"0"74"-16,0 0-18 0,0 0-88 15,20 87-6-15,-16-63-57 16,1 0 9-16,-2-1-23 15,0-2 2-15,-3-2-40 16,0-5-88-16,0-7-123 16,0-5-228-16</inkml:trace>
  <inkml:trace contextRef="#ctx0" brushRef="#br0" timeOffset="70972.02">25317 14824 943 0,'0'0'14'0,"0"0"-19"16,0 0 17-16,0 0-94 15,0 0-58-15,0 0-320 16</inkml:trace>
  <inkml:trace contextRef="#ctx0" brushRef="#br0" timeOffset="71907.3">25441 14979 784 0,'0'0'142'0,"0"0"41"16,14 72-62-16,-6-51-54 16,0-4-5-16,3-4-32 0,1-4 11 15,5-5-37-15,-3-4 29 16,2 0-37-16,-1-3 19 15,0-11-19 1,-2-4 5-16,-4-1-3 0,-6-1 2 16,-2-3 1-16,-1 3-18 15,0-3 17-15,0 4-26 16,-1 1 25-16,-4 6-20 16,1 3 31-16,4 3-25 15,0 3 24-15,0 3-17 16,3 0-3-16,10 0 9 15,6 0 0-15,1 7 8 16,0-1-16-16,2 0 21 16,1 0-23-16,-4-4 30 15,1 1-26-15,-3-3 29 16,-1 0-30-16,-4 0 21 16,0-4-9-16,-4-7 5 15,-1-1-1-15,-1 0-5 16,-6-2 6-16,0 1-17 15,0-1 20-15,0 3-27 16,-4 1 23-16,-5 3-38 16,-1 5 22-16,-3 2-27 15,3 1-5-15,-4 15 16 16,2 6 14-16,0 6 10 16,2 2-4-16,6 1 12 15,4-2-15-15,0-2 24 16,0-4-18-16,11-7 39 15,7-3-30-15,2-7 30 16,1-6-19-16,3 0 6 0,3 0-15 16,-1-13-6-16,0-3 1 15,-2-3-9-15,-5 5 13 16,-3 0-22 0,-4 5 21-16,-4 3-35 0,-4 6 31 15,1 0-24-15,1 0 30 16,-3 10-16-16,3 3 11 15,-1 3 7-15,2 0 8 16,-2-1 5-16,1-3-11 16,-4-3 16-16,1-4-27 15,-1-3 24-15,2-2-28 16,3 0 25-16,0-11-20 16,4-8 13-16,0-3-16 15,4-5-7-15,-2 1-8 16,2 4-7-16,-1 3 10 15,0 6-5-15,1 6 20 16,2 5-20-16,-1 2 32 16,4 6-29-16,-2 10 33 15,1 7-25-15,2 2 28 16,-4 1-10-16,-4-1-6 16,-1-4-3-16,-4-2-8 15,-4-7-10-15,-2-5-103 16,-2-7-180-16,0 0-564 15</inkml:trace>
  <inkml:trace contextRef="#ctx0" brushRef="#br0" timeOffset="72907.74">27085 14704 544 0,'0'0'110'0,"0"0"77"16,0-40-47-16,0 23-43 15,-13-1-16-15,-2 0-24 16,-4 0-19-16,-2 4-21 15,0 0 23-15,-3 7-25 16,1 6 16-16,0 1-39 16,1 5 22-16,5 15-28 15,2 9 21-15,7 4-8 16,8 6 1-16,0 1 0 16,4 1-1-16,15 0 9 15,1-2-9-15,2-2 35 16,-2-1-18-16,-5-1 24 15,-1-2-32-15,-8 0 21 16,-2-4-32-16,-4-4 14 16,0-2-11-16,0-5 3 15,0-6-3-15,0-3-9 0,0-6-8 16,-3-3-48 0,-1 0-24-16,-5 0-114 15,-2-9-81-15,-4-4-51 0,-2-4-162 16</inkml:trace>
  <inkml:trace contextRef="#ctx0" brushRef="#br0" timeOffset="73058.97">26816 14986 662 0,'0'0'114'16,"0"0"68"-16,0 0 6 16,0 0-55-16,86-17-63 15,-58 12-43-15,1 1-21 16,1-2-8-16,1-1-53 15,-4-2-122-15,-1-3-161 16,0-3-402-16</inkml:trace>
  <inkml:trace contextRef="#ctx0" brushRef="#br0" timeOffset="73311.79">27404 14683 863 0,'0'0'104'16,"0"0"109"-16,-34 83-114 15,19-47-49-15,2 1-9 16,3 0-25-16,1-4 3 16,6-2-22-16,3-4 17 15,0-5-27-15,3-6 24 16,13-5-49-16,3-5-20 0,4-6-94 15,0 0-78-15,0-4-83 16,-1-12-215-16</inkml:trace>
  <inkml:trace contextRef="#ctx0" brushRef="#br0" timeOffset="73519.73">27564 14829 747 0,'0'0'113'0,"0"0"100"15,0 0-81-15,0 0-48 16,52 71 6-16,-39-48-44 16,3 1 3-16,-5-5-46 15,1-5 18-15,1-4-32 16,-3-2 18-16,-1-8-61 16,4 0-44-16,-6 0-94 15,2-7-132-15,1-8-176 16</inkml:trace>
  <inkml:trace contextRef="#ctx0" brushRef="#br0" timeOffset="73694.55">27711 14844 853 0,'0'0'151'0,"0"0"10"15,-88 75-68-15,61-50-74 16,5-2 2-16,8-5-32 15,3-5 3-15,6-4-91 16,5-8-48-16,0-1-127 16,7-3-177-16</inkml:trace>
  <inkml:trace contextRef="#ctx0" brushRef="#br0" timeOffset="73987.92">27808 14699 902 0,'0'0'192'15,"0"0"-17"-15,68 83-56 16,-39-47-52-16,3 3 19 16,1 2-37-16,-1-1 12 15,-8 1-24-15,-4-5-5 16,-7-2-2-16,-8-4-19 15,-5-4 16-15,0-6-33 16,-10-5 25-16,-9-4-38 16,-2-7-2-16,0-4-90 15,1 0-7-15,4-2-65 16,3-15-153-16,6-3-365 16</inkml:trace>
  <inkml:trace contextRef="#ctx0" brushRef="#br0" timeOffset="74142.45">28270 14940 1086 0,'0'0'70'0,"0"0"106"16,0 0-82-16,84-19-86 16,-81 15 7-16,-3-2-65 15,-11 0-72-15,-10 1-257 0</inkml:trace>
  <inkml:trace contextRef="#ctx0" brushRef="#br0" timeOffset="74292.59">28224 14801 1029 0,'0'0'77'0,"0"0"95"15,0 0-110-15,0 0-59 16,0 0-75-16,84-22-246 15</inkml:trace>
  <inkml:trace contextRef="#ctx0" brushRef="#br0" timeOffset="75044.49">28588 14824 885 0,'0'0'84'0,"0"0"95"15,0 0-67-15,0 0-60 16,0 0-25-16,84-56-12 16,-60 47-1-16,-1 5-12 15,-4 4 20-15,-2 0-17 16,-3 17 28-16,-4 5-27 15,1 4 24-15,1 1-22 16,2-1 21-16,2 0-13 16,4-3 5-16,3-2 1 15,1-4-13-15,0-2 9 16,1-3-20-16,-4-1 13 0,-5-4-21 16,0-4 20-1,-7-2-65-15,-2-1-1 16,-1 0-80-16,-2-1-98 15,-4-12-209-15</inkml:trace>
  <inkml:trace contextRef="#ctx0" brushRef="#br0" timeOffset="75262.3">28907 14808 988 0,'0'0'140'0,"0"0"15"16,-88 100-39-16,62-65-71 16,5-6 3-16,6-6-49 15,5-5 17-15,6-5-32 16,2-8-37-16,2-5-62 16,0 0-88-16,0-11-142 15,6-11-351-15</inkml:trace>
  <inkml:trace contextRef="#ctx0" brushRef="#br0" timeOffset="75812.01">28994 14373 609 0,'0'0'122'0,"0"0"48"16,0 0 1-16,0 0-63 15,0 0-27-15,-6 0-10 16,6 0-38-16,10 0 18 16,0 0-32-16,5 0 18 15,-1 2-42-15,-4 2 21 16,-1-1-24-16,-3 5 10 16,-5 4-12-16,-1 4-3 15,0 0 4-15,0 1-2 16,0 1 11-16,0-1-14 15,0-1 26-15,7-1-25 16,8-2 28-16,5-2-28 16,-3-1 30-16,-1-2-22 15,-3 0 21-15,-7 1 13 16,-6 0 7-16,0 1 15 16,-14-1-10-16,-4-1-4 15,-3 1-41-15,-1-3 21 16,3-3-39-16,2-2-13 15,-1-1-73-15,0 0-55 16,-1 0-282-16</inkml:trace>
  <inkml:trace contextRef="#ctx0" brushRef="#br0" timeOffset="76268.07">29596 14985 1049 0,'0'0'148'16,"0"0"27"-16,0 0-53 16,-26 88-41-16,3-63-23 15,-3-1-39-15,-5-1-5 16,-3-1-20-16,2-3-15 16,2-5-89-16,5-6-29 15,2-7-246-15,9-1-582 16</inkml:trace>
  <inkml:trace contextRef="#ctx0" brushRef="#br0" timeOffset="77178.57">30099 14730 700 0,'0'0'88'0,"0"0"58"0,0 0-61 16,43-93-47 0,-33 60-34-16,-3-5 22 0,-2-3-34 15,-5 2 18-15,0 4-14 16,0 7 1-16,-13 7 3 15,-4 14-20-15,2 7 19 16,3 12-10-16,2 16 21 16,10 12-21-16,0 7 36 15,6 7-13-15,13 3 32 16,7 4 16-16,1-1 34 16,-1 1-23-16,-4-7-13 15,-2-1-12-15,-8-8-16 16,-4-7 2-16,-8-6-32 15,0-7 24-15,0-4-32 16,-16-7 30-16,0-6-37 16,-2-8 31-16,-2 0-29 15,2-1 9-15,1-17-8 16,5-7-3-16,8-3-2 16,4-3-8-16,0-3 16 15,10 1-17-15,16 5 25 16,6 2-20-16,4 6 38 15,2 4-32-15,-1 8 27 16,-1 7-20-16,-7 1 13 16,-2 0 6-16,-6 14 7 15,-4 1 11-15,-7 4-11 16,-2-1 12-16,-4-1-26 16,-4-1 24-16,0-1-38 15,0-3 29-15,0-7-39 16,-6-4-3-16,-3-1-63 15,-1-1-105-15,-3-16-258 0</inkml:trace>
  <inkml:trace contextRef="#ctx0" brushRef="#br0" timeOffset="78030.76">30458 14641 832 0,'0'0'125'0,"0"0"-10"15,0 0-108-15,0 0 5 16,39 83-35-16,-24-66-16 16,1-1-36-16,2-4 13 15,4 2-30-15,-3-2 42 16,-1 1 47-16,-3-1 3 16,-4-2 33-16,-2 0 70 15,-3-2 36-15,-3-2-27 16,-3-3 5-16,1-2-41 15,-1-1 14-15,0 0-58 16,2 0 9-16,-1-7-40 16,2-5 6-16,6-3-8 15,-1 3-6-15,1-1-4 16,4 5-7-16,0 3 14 16,0 4-20-16,0 1 23 15,2 0-15-15,0 1 30 16,-1 8-27-16,1 1 25 15,-3 1-20-15,5-2 8 0,-4 0 2 16,6-6-6 0,0-1-10-16,1-2-25 0,0 0-8 15,-4 0-15 1,0 0 40-16,-3-5-8 16,-3 0 46-16,-3-2-29 0,1-2 23 15,-3 0-12 1,0-4 10-16,-2 1 0 0,-3-1-2 15,0 0 2-15,0 3-14 16,-3 2 18-16,-10 4-22 16,-5 3 24-16,-1 1-27 15,-1 0 26-15,0 11-27 16,1 5 15-16,4 4-14 16,4 1-7-16,7-2 10 15,4 0 4-15,0-4 8 16,7-4-13-16,15-6 22 15,2-5-21-15,4 0 38 16,5-1-17-16,2-15 19 16,-1-6-19-16,1-5 18 15,-5-5-14-15,-4-2 5 16,-7-2-7-16,-6-1-8 16,-10-4 5-16,-3-3-18 15,-3-3 21-15,-14 3-26 16,-2 1 30-16,-4 8-34 15,0 10 25-15,0 11-19 16,2 14 10-16,3 4-14 16,3 25 9-16,5 6 4 15,6 10 1-15,4 3 29 16,0 2-6-16,9-3 25 16,5-2-35-16,1-5 11 15,0-5-39-15,-3-6-70 16,-2-4-180-16,-6-9-356 15</inkml:trace>
  <inkml:trace contextRef="#ctx0" brushRef="#br0" timeOffset="78491.93">31624 14434 766 0,'0'0'141'16,"0"0"23"-16,27 111 21 15,-17-61-60-15,1-1-63 16,0-3-36-16,-4-5-16 16,2-6-14-16,-3-8 14 15,-1-8-32-15,-2-6-30 0,-3-6-93 16,0-5-61 0,0-2-150-16</inkml:trace>
  <inkml:trace contextRef="#ctx0" brushRef="#br0" timeOffset="79330.32">31446 14641 795 0,'0'0'161'0,"0"0"13"16,76-56-101-16,-44 32-59 15,0-1-8-15,-2 2-2 16,-3 1-5-16,-3 4 7 16,-4 4-14-16,-4 5 17 15,-3 6-22-15,-3 3 26 16,2 0-27-16,-4 0 23 15,4 7-19-15,2 9 14 16,-2 4-3-16,1 5 3 16,1 1 17-16,-2 6 18 15,-2 0 19-15,-3 2-17 16,1-5 17-16,-2-2-34 16,-1-4 26-16,2-4-35 15,-1-5 19-15,0-6-26 16,-2-3 8-16,6-5-6 15,0 0-2-15,4-10 5 16,1-9-14-16,1-7 7 0,2-4-41 16,-4-1 17-16,-3 1-34 15,1 4 19-15,-6 6-23 16,1 6 41-16,-1 7-5 16,-2 7 12-16,2 0-5 15,1 4 8-15,5 10 10 16,-1 1-12-16,5-1 18 15,2-1-21-15,2-1 25 16,0-1-24-16,0-2 30 16,0-3-26-16,-2-1 25 15,-1-3-13-15,-4 0 2 16,0-2-2-16,-3 0-1 16,1 0 9-16,1-8-10 15,-3-5 11-15,1-3-26 16,0-3 27-16,-3-4-29 15,-2-1 26-15,-4-1-26 16,-1 3 18-16,0 3-10 16,0 5 3-16,-6 7 0 15,-7 7-2-15,-1 0 10 16,4 12-19-16,-1 10 26 16,6 2-25-16,5 4 29 15,0-2-31-15,14-3 27 16,12-4-23-16,5-2 9 15,5-7-16-15,1 0-57 16,1-6-108-16,-5-3-190 16,-4-1-378-16</inkml:trace>
  <inkml:trace contextRef="#ctx0" brushRef="#br0" timeOffset="80380.83">24946 16021 762 0,'0'0'94'16,"0"0"16"-16,0 0 19 15,-52-12-84-15,33 12 8 16,-1 0-34-16,-2 11 15 15,5 8-34-15,-3 5 14 16,5 5-13-16,4 0-2 16,3-2 4-16,7-2 1 15,1-4 8-15,0-6-8 16,12-5 27-16,8-7-31 16,4-3 36-16,2-3-37 15,-1-14 20-15,1-9-27 16,-3-5 17-16,-5-5-10 15,-6-3 1-15,-5-5-3 16,-7-3-14-16,0-5 6 16,0 1-23-16,-7 2 28 15,-8 7-21-15,-3 10 32 16,-1 9-26-16,2 17 27 0,2 6-32 16,4 17 19-16,8 19 5 15,3 10 2-15,0 7 15 16,19 4 11-16,8-1 33 15,5-4-21-15,1-5 21 16,2-9-42-16,-4-6 14 16,0-11-41-16,-6-5 25 15,-2-6-24-15,-6-6-14 16,-4-4-67-16,-4 0-124 16,-5 0-184-16</inkml:trace>
  <inkml:trace contextRef="#ctx0" brushRef="#br0" timeOffset="80948.33">25287 16103 875 0,'0'0'89'0,"0"0"106"15,0 0-114-15,0 0-26 16,0 0-35-16,31-64 3 15,-31 50-17-15,-11 4-3 16,-5-2-2-16,-2 4-6 16,0 3 7-16,-5 5-18 15,4 0 10-15,-1 15-14 16,1 11 32-16,6 2-25 16,6 3 21-16,7 0-21 15,0-5 16-15,10-5-5 0,13-6 2 16,7-8 1-16,3-6-6 15,4-1 12-15,2 0-30 16,-5-14 50-16,1-1-41 16,-8-3 30-16,-5 3-30 15,-6 2 25-15,-8 5-22 16,-6 4 13-16,-1 4 0 16,-1 0-2-16,0 4 2 15,0 9-8-15,5 0 15 16,-1 3-6-16,5-3 23 15,-2-1-13-15,2-2 32 16,-2-4-32-16,-2 0 28 16,0-4-28-16,-2-2 6 15,-3 0 0-15,0 0 6 16,0-4 9-16,0-8-24 16,0-9 5-16,0-4-27 15,0-1 29-15,0-1-34 16,0 0 13-16,0 2-51 15,6 2-9-15,7 4-92 16,2 4-143-16,5 4-240 16</inkml:trace>
  <inkml:trace contextRef="#ctx0" brushRef="#br0" timeOffset="81124.09">25744 16077 930 0,'0'0'228'0,"0"0"-37"0,31 81-81 15,-20-56-44 1,2-3-10-16,-4-5-40 0,0-1 5 16,-2-7-34-16,-2-5 29 15,-3-4-62-15,-2 0-16 16,0-10-86-16,0-9-164 16,-2-8-192-16</inkml:trace>
  <inkml:trace contextRef="#ctx0" brushRef="#br0" timeOffset="81235.75">25733 15843 711 0,'0'0'2'0,"0"0"35"0,0 0-36 16,0 0-98-16,0 0-233 16</inkml:trace>
  <inkml:trace contextRef="#ctx0" brushRef="#br0" timeOffset="82116.24">25949 16034 808 0,'0'0'181'0,"0"0"1"15,0 0-64-15,44 88-78 16,-27-69 12-16,2-4-35 15,2-4 4-15,1-5-2 16,-2-3 0-16,1-3 0 16,-5 0-20-16,-2-1 13 15,-2-12-19-15,-3-4 24 16,-1-3-28-16,-2-2 24 16,-1-1-25-16,1 0 15 0,1 2-14 15,1 2-12 1,0 3 4-16,5 1-11 0,-1 5 3 15,-1 2-22-15,4 4 12 16,-7 0-16-16,1 4 62 16,-3 0-25-16,-3 0 30 15,-3 0-15-15,0 8 31 16,0 4-1-16,-10 3-7 16,-2 5-3-16,2 0-10 15,-1 2 4-15,3-2-24 16,5-1 23-16,3-4-23 15,0-3 25-15,2-5-28 16,11-3 27-16,6-4-22 16,1 0 13-16,-1 0-4 15,1-3-3-15,-4-6-1 16,0-2-15-16,-5 2 30 16,-2 0-29-16,-5 4 36 15,-1 2-28-15,-3 3 25 16,0 0-28-16,1 0 30 15,1 0-25-15,4 5 8 16,1 4 0-16,6 0-1 16,0-1 5-16,6-1-11 15,0-3 24-15,2-2-15 16,1-2 25-16,-5 0-30 16,-1 0 25-16,-1-14-33 15,-4-2 21-15,-5-6-18 16,0-4-3-16,-5-4-4 15,-1-5 0-15,0-4-8 0,0-6-11 16,-4-1 23-16,-5-2-31 16,-1 5 34-16,3 6-33 15,1 10 31 1,3 12-5-16,1 14 21 0,2 1-11 16,0 24 1-16,0 11 16 15,0 10-1-15,0 9 16 16,8 0-7-16,1 0 19 15,3 0-21-15,-1-5 35 16,3-7-41-16,-3-7 10 16,0-7-33-16,-1-8 17 15,-8-8-26-15,-2-6-69 16,0-6-106-16,-15 0-203 16</inkml:trace>
  <inkml:trace contextRef="#ctx0" brushRef="#br0" timeOffset="82353.39">26539 15931 845 0,'0'0'121'0,"0"0"84"15,104 35-101-15,-74-15-9 16,-1 6-43-16,-6 0-9 15,-4 1-11-15,-3 0-21 0,-9-1 0 16,-3-4-15 0,-2-3 16-16,-2-7-36 15,0-8-52-15,0-4-189 0,-8-4-328 16</inkml:trace>
  <inkml:trace contextRef="#ctx0" brushRef="#br0" timeOffset="82484.45">26767 15795 698 0,'0'0'-11'15,"0"0"16"-15,0 0-153 16,0 0-219-16</inkml:trace>
  <inkml:trace contextRef="#ctx0" brushRef="#br0" timeOffset="83033.06">26988 16054 935 0,'0'0'175'0,"0"0"8"16,0 0-70-16,0 0-69 15,78 61 7-15,-59-61-41 16,-2 0 21-16,0-6-31 15,-2-8 6-15,-4-4-2 16,-2-2-4-16,-6-3 2 16,-3-2-11-16,0 5 9 15,0 1-24-15,-3 2 22 16,-4 5-22-16,1 5 39 16,5 3-33-16,-1 4 26 15,2 0-14-15,0 0 1 16,2 1 0-16,9 7 3 15,2 2 6-15,3-3-11 0,0-2 20 16,1 0-22 0,-2-3 27-16,2-2-25 0,-1 0 32 15,1 0-31-15,-1-8 27 16,1-5-22-16,-2-1 8 16,-2-4 2-16,-6 0 2 15,-1 1 8-15,-5 3-19 16,-1 2 18-16,0 6-27 15,-1 6 28-15,-9 0-23 16,-6 12 24-16,1 8-33 16,-2 6 19-16,4 1-6 15,6-3-1-15,0-2 2 16,7-3-7-16,0-4 13 16,5-4-34-16,13-4-24 15,2-4-57-15,-4-3-117 16,1 0-603-16</inkml:trace>
  <inkml:trace contextRef="#ctx0" brushRef="#br0" timeOffset="83717.58">28379 15560 728 0,'0'0'82'15,"0"0"67"-15,0 0-24 16,0 0-86-16,-98-65 7 16,69 58-38-16,0 4 11 15,0 3-33-15,4 0 29 16,6 17-26-16,6 8 13 15,6 8 5-15,7 6-2 16,0 5 9-16,7 4 16 16,11-2 20-16,6 0-24 15,2-4 23-15,3-4-19 16,0-3 20-16,-3 0-27 16,-4-7 29-16,-4-3-36 15,-6-2 2-15,-2-1-10 16,-7-5-6-16,-3-2 2 0,0-2-13 15,0-3-4-15,-10-1-43 16,-2-4-9-16,-3-3-118 16,0-2-142-16,-2 0-230 15</inkml:trace>
  <inkml:trace contextRef="#ctx0" brushRef="#br0" timeOffset="83880.61">28161 15903 974 0,'0'0'125'15,"0"0"-36"-15,0 0-83 16,94-18-10-16,-67 12-120 16,-1-1-147-16,-3-1-271 15</inkml:trace>
  <inkml:trace contextRef="#ctx0" brushRef="#br0" timeOffset="84140.49">28719 15629 1070 0,'0'0'120'0,"0"0"-30"0,0 0-45 16,0 0-47-16,0 0 6 16,71 18-43-16,-68-24-108 15,1-8-207-15</inkml:trace>
  <inkml:trace contextRef="#ctx0" brushRef="#br0" timeOffset="84321.53">28877 15559 1060 0,'0'0'141'0,"0"0"28"16,0 0-108-16,13 82-28 15,-7-63-44-15,-2-4 18 16,3-5-82-16,-3-4-135 16,-2-3-349-16</inkml:trace>
  <inkml:trace contextRef="#ctx0" brushRef="#br0" timeOffset="84831.76">29235 15645 846 0,'0'0'175'0,"-42"75"-2"16,21-30-37-16,2-2-66 15,0 0-30-15,7-3-20 16,7 0-20-16,5-5 14 16,0-4-22-16,8-3 25 15,14-6-29-15,7-4 27 16,0-7-34-16,1-7 4 15,-1-4-25-15,-3 0-34 16,-6-3-93-16,-7-11-100 16,-7-2-40-16,-3-3-245 15</inkml:trace>
  <inkml:trace contextRef="#ctx0" brushRef="#br0" timeOffset="85039.8">29320 15895 703 0,'0'0'207'16,"0"0"9"-16,0 0-57 16,81 48-74-16,-54-30 0 15,0 0-54-15,-3-3 16 0,-1-4-44 16,-4-1 6-16,-6-4-9 16,-6-3-7-16,1-3-32 15,-3 0-36-15,-2-8-54 16,-2-9-139-16,1-5-147 15</inkml:trace>
  <inkml:trace contextRef="#ctx0" brushRef="#br0" timeOffset="85219.62">29517 15862 899 0,'0'0'184'15,"0"0"-10"-15,-65 89-95 16,46-63-25-16,3-1-59 15,4-3 18-15,5-6-17 16,6-5-28-16,1-8-62 16,0-3-96-16,13 0-120 15,5-18-310-15</inkml:trace>
  <inkml:trace contextRef="#ctx0" brushRef="#br0" timeOffset="85506.91">29652 15548 966 0,'0'0'217'15,"51"78"-51"-15,-18-32-59 0,-7 3-35 16,0 0 4-16,-6-3-25 15,-5 0 10-15,-7-6-47 16,-5-4 24-16,-3-4-47 16,0-7 30-16,-11-3-35 15,-4-4 0-15,-6-5-55 16,-2-2-52-16,1-7-55 16,-1-4-233-16,7 0-536 15</inkml:trace>
  <inkml:trace contextRef="#ctx0" brushRef="#br0" timeOffset="86153.57">30049 15370 968 0,'0'0'119'0,"0"0"55"15,0 0-85 1,0 0-13-16,0 0-49 16,93-25 16-16,-70 25-38 0,0 2 27 15,-1 12-34-15,-2 5 18 16,-5 6-13-16,-4 6-2 16,1 6 4-16,-5 6-6 15,-1 5 10-15,0 6-18 16,-1 0 23-16,-1 0-26 15,2 0 34-15,0-4-39 16,7-5 33-16,-3-5-23 16,2-6 22-16,2-4-4 15,-1-4-2-15,1-3 0 16,-2-3-12-16,-3-2 14 16,-1-4-8-16,-3-2 26 15,-4-2-24-15,-1-4 38 16,0 1-34-16,-4 0 36 15,-15 0-30-15,-7-1 1 16,-7 2-10-16,-3 0-6 16,-2-3 6-16,1 1-17 15,5-1 7-15,6-4-36 16,4-1 0-16,8 0-61 16,2-1 1-16,5-15-103 15,7-8-184-15,0-6-465 16</inkml:trace>
  <inkml:trace contextRef="#ctx0" brushRef="#br0" timeOffset="86510.59">30536 15448 1057 0,'0'0'140'15,"0"0"58"-15,0 0-103 16,0 0-17-16,9-31-12 16,8 9-31-16,2-5-16 15,0 0-20-15,-5 2 10 16,-2 2-61-16,-4 5-39 16,-5 5-89-16,-3 5-184 15,0 6-530-15</inkml:trace>
  <inkml:trace contextRef="#ctx0" brushRef="#br0" timeOffset="87470.62">27921 15341 625 0,'0'0'43'0,"0"0"84"0,0 0-59 16,-78 45-1-16,66-18-39 16,8 8 4-16,4 8 5 15,0 10 13-15,0 10-8 16,1 9-5-16,8 4 8 16,-2 4 8-16,-1 3 4 15,-3-4-16-15,2-6 13 16,0-8-24-16,1-5 19 15,0-8-31-15,4-9 15 16,0-7-9-16,0-5-1 16,2-7-5-16,-3-3-8 15,-1-4 8-15,-4-3-16 16,-1-4 24-16,3-4-31 16,1-3 31-16,3-3-37 15,7 0 34-15,7 0-23 16,9-4 6-16,7-6-7 15,8 1-9-15,1-1-26 16,4 2-51-16,1 1-11 16,-5-1-90-16,-4 0-182 15,-5-1-462-15</inkml:trace>
  <inkml:trace contextRef="#ctx0" brushRef="#br0" timeOffset="111287.83">1660 9339 506 0,'0'0'24'0,"0"0"39"15,0-4 45 1,-3-2-60-16,-1 1-2 0,-3-2-19 16,1 2 15-16,-1-2-3 15,-2 2 2-15,1 1 3 16,-4-1-20-16,-3 4 20 16,-2 1-18-16,-4 0-14 15,-1 0-16-15,-1 4 16 16,0 6-23-16,0 2 18 15,5 0-16-15,1 1 5 16,7 1-6-16,-2 3 2 16,5 2 7-16,4 5-5 15,0 6 7-15,3 3-9 16,0 7 16-16,0 5-11 16,9 2 26-16,4 5-20 15,-1 1 19-15,0 5-13 16,0-3 11-16,-3-2 22 15,1-3-10-15,-6-3-18 16,0-2-13-16,-2-3 18 16,-2-6-18-16,0 0 23 15,0-6-25-15,0-6 13 16,0-5-20-16,0-5 17 16,0-6-13-16,0-4 5 15,0-1 2-15,0-3-4 16,0 0 5-16,0 3-7 15,1-2 13-15,4 1-10 16,1 0 20-16,-2 2-29 16,3 0 24-16,0 2-23 15,-1 1 15-15,0 0-9 16,4 0 2-16,-3 1 2 16,0-3-5-16,2 3 0 15,2-4-14-15,0 0 15 0,-1-1-23 16,4 0 29-16,-1-2-38 15,2-1 24-15,-2 0-13 16,4 1 9-16,-1 1-11 16,6-1 1-16,2 3 5 15,5-2-19-15,3 0 23 16,-1 3 9-16,4-1 10 16,1-4-19-16,2 0 26 15,-2 0-22-15,1 0 20 16,-2 0-18-16,3 0 9 15,-4-7-4-15,1 1-13 16,4 1-8-16,-3 2 4 16,3-1 15-16,0 4-6 15,1 0 22-15,1 0-19 16,-2 0 19-16,3 0-19 16,0 0 17-16,0 0-13 15,1-1 5-15,-1-2 3 16,0 2-4-16,-2-1 4 15,-1-2-9-15,-3 4 12 16,-4 0-15-16,0 0 19 16,-2 0-20-16,4 0 19 15,-3 6-21-15,1 2 17 16,3 1-7-16,2-2 0 16,-1 2 3-16,2-2-2 0,1-2 4 15,-3 0-10 1,4-1 16-16,-2-2-17 15,1 2 19-15,-3-2-22 16,4 0 20-16,-3 0-20 0,-3 1 12 16,4 4-4-16,-5-2 1 15,4 4 3-15,-3-3-4 16,0 3 5-16,1 0-13 16,-2-3 9-16,-1 2-15 15,0-4 25-15,-2 0-20 16,2 0 7-16,-2-2-15 15,1 0 10-15,-1-2-1 16,-1 3 3-16,-2-1 7 16,1-1-4-16,-1 2 10 15,-2 0-12-15,-1 3 13 16,1 0-15-16,-1 0 19 16,4 0-19-16,-5 1 16 15,4-3-12-15,1 0 5 16,-1-1 0-16,5-2-1 15,1-1 3-15,1 2-9 16,-1 0 13-16,4 2-14 16,1 0 17-16,-4 2-20 15,4-1 24-15,0-3-23 16,-3 1 17-16,3 0-11 16,1-3 5-16,-1 0-1 15,3 0-1-15,0 0 5 16,1-6-10-16,3 1 12 15,0 1-14-15,1 0 18 0,-3 0-19 16,3 0 20 0,-2 0-18-16,2 0 12 15,-3 3-7-15,2-2 2 0,1 2 1 16,0 1-3 0,3 0 6-16,-1 0-10 0,1 0 13 15,0 0-15-15,0-2 19 16,0-1-19-16,3-1 17 15,-2-1-16-15,0 2 12 16,-1 0-5-16,-1 1 0 16,1 0 1-16,-6 2-2 15,2 0 6-15,0 0-12 16,-3 0 13-16,-1 0-13 16,1 0 17-16,1 2-19 15,0-2 18-15,0 2-17 16,0 0 11-16,1-2-3 15,-1 0 0-15,2 1 1 16,-2 0-4-16,2-1 8 16,-3 0-11-16,0 0 15 15,1 0-19-15,-1 0 21 16,-2 0-20-16,6 0 18 16,-2 0-15-16,3 0 8 15,-2 2 0-15,3 0-4 16,-2 1 6-16,2 0-9 15,1-2 13-15,-1 1-15 16,2-2 17-16,1 0-17 16,1 0 16-16,1 0-17 15,2 0 14-15,-1 0-10 16,0 0 4-16,1 0 1 16,3 1-3-16,1 1 5 15,-1-2-11-15,4 0 17 16,1 0-18-16,2 0 19 15,0 0-18-15,-1 0 17 0,0 0-16 16,-2 0 15-16,0 0-6 16,-2 0 0-1,1 0 3-15,1 0-4 0,-1 0 3 16,1 0-8-16,-3 0 11 16,0 0-15-16,2 0 19 15,-3 0-20-15,2 0 19 16,0 0-17-16,-5 0 10 15,2 0-3-15,0 0-2 16,-2 0 4-16,1 1-5 16,-2 2 5-16,-1-2-8 15,3-1 14-15,0 0-19 16,1 0 25-16,-4 0-24 16,4 0 18-16,-3 0-15 15,1-1 9-15,-4 1 0 16,-1 0-3-16,-2 0 2 15,1 0-4-15,-1 0 9 16,0 0-12-16,0 0 14 16,2 0-17-16,5 0 20 15,-2 0-21-15,3 0 19 16,2 0-15-16,0 0 7 16,-3 0 0-16,3 0-2 15,-2-2 4-15,-1 1-8 16,-2 0 11-16,-1-1-14 15,0 1 16-15,0 1-18 16,-1 0 21-16,-1 0-21 16,2 0 18-16,0 0-12 15,0 0 3-15,0 0 2 16,0 0-2-16,-1 0 3 16,1 0-7-16,-5-2 11 0,2 2-12 15,-1 0 14-15,0 0-16 16,1 0 18-16,-3-1-17 15,4 1 12-15,1-3-7 16,0 2 2-16,1-2 1 16,-2 0-2-16,4 1 5 15,-1 0-11-15,-1 0 14 16,3 2-15-16,-2-2 20 16,1 1-22-16,0-1 20 15,0 1-18-15,1-1 11 16,1 1-4-16,1-2-2 15,-2 2 6-15,1 1-5 16,2 0 9-16,-1 0-11 16,1 0 17-16,1 0-21 15,1 0 24-15,0 0-22 16,-1 0 14-16,3-2-13 16,-1-1 6-16,0 0 3 15,1 0-1-15,1-1 3 16,3 3-9-16,-4-2 11 15,3 2-13-15,0-2 15 16,-2 1-19-16,1-1 23 16,-1 0-25-16,1-1 20 15,-2 1-15-15,-1 0 7 16,-2 1-1-16,0-1-2 16,-1 3 6-16,0-1-11 15,-2-2 15-15,0 3-16 0,-1 0 18 16,2 0-19-1,-4 0 22-15,-1 0-22 0,-1 0 19 16,-4 0-15-16,1 0 5 16,-1 0 5-16,-2 0-7 15,1 0 6-15,-1 0-12 16,1 0 18-16,1 0-20 16,-1 0 22-16,2 3-21 15,-1-2 19-15,1 2-19 16,2-1 16-16,1 1-9 15,-2-2 2-15,0 1 2 16,-1 2-3-16,-1-4 7 16,-2 3-12-16,1-2 13 15,-2 1-16-15,0-1 21 16,0 0-22-16,0 2 19 16,-2-2-18-16,2 0 13 15,1 1-5-15,-2-1 2 16,2-1-1-16,0 0-3 15,1 0 8-15,-3 0-12 16,1 0 17-16,-1 0-18 16,-1 0 24-16,1 0-22 15,-4 0 20-15,3 0-16 16,-1 0 8-16,0 0-4 16,3 0-2-16,0 0 3 15,0 0-7-15,3 0 10 16,-1 0-13-16,5 0 18 15,-3 0-21-15,2 0 23 16,1-1-24-16,-1-1 22 16,1 1-11-16,-2 1 7 15,2-1 1-15,0-2-3 0,0 2 1 16,1-2-12-16,3-1 14 16,0 0-17-16,1 4 17 15,-2-3-16-15,2 0 20 16,2 2-22-16,-1 0 19 15,0-2-14-15,-1 3 6 16,-2-1-1-16,0-1 0 16,0 1 5-16,-1 0-13 15,-1-2 17-15,3 2-17 16,0-1 19-16,-3 0-20 16,0 1 21-16,0 0-21 15,0-1 13-15,0 1-5 16,0-2 0-16,-2 3 3 15,0-1-4-15,1-1 7 16,0 0-12-16,-5 0 15 16,2-2-17-16,-3 2 21 15,-2-1-21-15,2-1 18 16,-3 2-16-16,1 0 8 16,-1 0 1-16,-3-1-4 15,1 0 4-15,-1 3-6 16,-1-4 11-16,-2 4-15 15,0-2 16-15,3 1-17 16,-6 0 23-16,2-1-24 16,-3 1 18-16,1 1-13 15,-3 0 6-15,2 0 1 16,0 0-5-16,1 0 5 16,0-1-5-16,2 1 9 0,2-3-13 15,-2 2 17 1,-2-2-20-16,1-1 22 0,-4 4-22 15,-3-5 18-15,-2 3-15 16,-5 2 6-16,-3-2 0 16,-2 1-6-16,-4 1 5 15,-2 0-7-15,-2 0 15 16,-1 0-17-16,1 0 21 16,-4 0-21-16,1 0 21 15,-1 0-24-15,3 0 19 16,0 0-12-16,4-2 5 15,2-2 3-15,2 0-2 16,3 0 5-16,2 0-12 16,0 0 16-16,0 1-18 15,-5 1 21-15,2 0-24 16,-4 2 20-16,-1 0-20 16,-2 0 18-16,-2 0-9 15,2 0 2-15,2 0 3 16,-1 0-4-16,6 0 8 15,-3 6-13-15,4-4 17 16,1-2-20-16,-1 0 22 16,-1 0-23-16,0 0 20 15,-3 0-24-15,-3-1 11 16,0-6 5-16,-4 1-3 16,0 0 3-16,-3-2-4 15,1 1 12-15,-1-1-10 16,3-1 19-16,-2 1-22 15,0-1 25-15,2-1-28 16,0-2 18-16,-2 2-15 0,2-1 8 16,-2-3 2-16,2-2 7 15,-3 0 5-15,1-4-13 16,1-2 17-16,-2-1-21 16,1 0 24-16,-3-3-26 15,-1 4 27-15,0 2-22 16,0 1 18-16,0-1-10 15,-3 1 2-15,-4-4 0 16,0 0-5-16,1-2 4 16,2-2-12-16,-2-3 13 15,2-3-21-15,1 0 22 16,0-5-25-16,2 3 25 16,-1 2-25-16,1 2 19 15,-1 2-11-15,1 3 4 16,-2 2 4-16,-2 1-7 15,0-1 9-15,-4 3-17 16,2-1 23-16,-2 0-26 16,-1 0 29-16,3-1-30 15,1-2 29-15,3 0-26 16,0-1 18-16,2-2-8 16,-1 4 1-16,1 2 2 15,-1 4-5-15,-3 4 10 16,2-2-14-16,-3 1 20 15,2 3-24-15,-2-3 25 16,2 0-30-16,-1-3 32 16,-2 2-24-16,3-3 12 0,1 1 1 15,0-4-7 1,0 4 3-16,0-1-6 16,0 0 14-16,2 3-20 15,-1-3 25-15,1 3-28 0,-1-1 29 16,0 2-29-16,0 1 26 15,-2 4-19-15,-2 3 11 16,0 3-2-16,2 0-4 16,-2 0 3-16,1 1-8 15,0-1 17-15,2 0-21 16,2-2 25-16,-1-4-28 16,1 2 29-16,-1-3-28 15,2 5 23-15,-1-2-14 16,0 0 6-16,-4 5 4 15,2-1-7-15,-7 1 9 16,2 3-18-16,-4 0 21 16,-4 0-25-16,0 0 25 15,-4 0-21-15,0 6 26 16,-2 0-28-16,-2 2 17 16,-1 0-8-16,-2-1 3 15,-5 0 1-15,0-2-3 16,-6-1 8-16,-3 0-15 15,-6-1 17-15,-3 1-18 16,-5 3 23-16,-4-1-27 16,-7 2 25-16,-4 2-25 15,-2 0 17-15,-5-3-4 16,1 4 2-16,-2-3 1 16,0 0-5-16,3 1 9 15,1-5-14-15,5 1 20 16,2-2-24-16,1 0 28 15,4-3-29-15,1 0 26 16,3 0-23-16,2 0 10 0,0 1 1 16,5-1-4-16,3 3 5 15,1-3-8-15,2 0 11 16,0 0-13-16,2 0 20 16,0 0-26-16,-1 0 29 15,-1 0-28-15,-1 0 24 16,-4 0-18-16,-1 0 9 15,-2 4-1-15,-2-1-4 16,-1 2 6-16,-1-1-10 16,1-1 16-16,-2-2-19 15,2 2 24-15,1-1-25 16,3-2 26-16,-4 1-28 16,2 0 22-16,2-1-13 15,0 0 3-15,0 0 3 16,-1 0-5-16,3 0 8 15,-3 0-16-15,1 0 21 16,0-1-23-16,0 1 26 16,-1 0-26-16,-2 0 26 15,3 0-25-15,-4 0 17 16,-2 0-7-16,2 0 1 16,-2 3 4-16,-4-3-8 15,0 1 11-15,-5 0-14 16,1 0 20-16,-2 1-23 15,-4 0 25-15,2 1-25 16,-1 3 23-16,-1 1-21 16,2-2 12-16,-3 0-3 0,0 1-1 15,-1-3 4 1,0 0-8-16,-2-2 13 0,1 1-20 16,-5 0 23-16,5 0-26 15,-3 0 30-15,3 2-29 16,-1 0 25-16,0 0-19 15,-1 0 11-15,1 0-3 16,0 0 0-16,2-1 2 16,0-1-9-1,1-1 17-15,5-1-19 0,0 0 22 16,3 0-25-16,1 0 25 16,2 0-26-16,-1 0 21 15,0 0-13-15,0 0 4 16,0 0 1-16,-1 0-4 15,-1 1 7-15,2 3-14 16,-1-2 17-16,1-1-18 16,-3-1 25-16,3 0-24 15,-1 0 22-15,-2 0-22 16,-2 0 18-16,-1 0-9 16,-1 0 1-16,-2 0 3 15,-3 0-5-15,3 0 7 16,0 0-13-16,1 0 20 15,0 0-24-15,2 0 30 16,-3 0-30-16,2 0 26 16,-3-3-23-16,-2 2 14 15,2-2-6-15,-6 3-1 16,4 0 5-16,-3 0-7 16,3-1 10-16,-3 0-16 15,-2-1 23-15,0-2-23 16,-3 0 26-16,2 0-28 15,-2 0 25-15,-1 0-18 0,3 1 7 16,0-1-1 0,0 1 1-16,5 0 2 0,-4 1-8 15,4-2 13-15,-1 0-17 16,-1-3 21-16,0 1-26 16,1 0 28-16,1 2-29 15,1-4 26-15,1 4-19 16,2-1 9-16,0 1 0 15,-1 0-3-15,0 1 6 16,2 0-10-16,-4 2 15 16,3 0-21-16,1 1 27 15,2 0-25-15,0 0 24 16,4 0-26-16,-1 0 21 16,4 0-13-16,2 0 5 15,-1 0 0-15,2-3-3 16,-2 3 7-16,2-1-16 15,-2 1 21-15,1 0-23 16,-2 0 25-16,1 0-22 16,0 0 21-16,-1 0-23 15,2 0 18-15,-1 1-8 16,-3 3 3-16,2-3 1 16,-3 2 0-16,0-2 8 15,-1 2-15-15,1 0 15 16,-3 1-21-16,3 0 28 15,0 0-29-15,3 0 25 16,0 2-23-16,0-1 14 16,1 1-4-16,-1-2 1 15,0 3 1-15,-2-2-6 16,-1 2 9-16,0-2-14 16,-1 2 20-16,-1 0-25 0,2-2 31 15,-1 2-29-15,-2 0 27 16,2 0-19-16,-1 0 7 15,-2 0-1-15,-3-2-1 16,1-1 0-16,-1 0-6 16,-3-1 17-16,4 0-22 15,-2-2 29-15,2 2-30 16,1-2 28-16,1 1-29 16,1 2 21-16,-6 2-13 15,0-2 4-15,4 3 2 16,-7 1-5-16,0-1 7 15,1-1-15-15,-1 1 20 16,1-2-20-16,-1-1 24 16,2-1-24-16,0 1 24 15,-3-1-22-15,0 1 15 16,0 2-6-16,2-3 2 16,-1 1 2-16,2-1-5 15,3 0 7-15,3-1-14 16,2-2 19-16,1 0-21 15,1 2 26-15,3 0-27 16,-2-2 26-16,0 2-24 16,2-1 14-16,2 2-6 15,-4-2-2-15,-2 3 5 16,2-1-7-16,-1-1 11 16,2 1-14-16,-4-2 18 15,2 2-21-15,0-1 26 16,-1 2-27-16,-2-1 24 15,2 1-15-15,-1-1 3 0,2 0 5 16,2-2 0-16,0 1 1 16,1-1-11-16,2-1 13 15,-1 0-16-15,0 1 20 16,-1 1-23-16,-1 0 25 16,-1-1-26-16,-2 2 21 15,-2 3-16-15,0-1 6 16,2-1 0-16,-1 0-1 15,2 0 5-15,2 0-10 16,0-1 16-16,3 0-19 16,-1 0 24-16,-1-2-24 15,3 2 23-15,0-2-22 16,2 2 18-16,0 1-13 16,3 0 5-16,2-1 5 15,2 1-6-15,5 1 7 16,0-2-17-16,6 1 22 15,4-4-23-15,4 1 26 16,3 1-22-16,5-2 28 16,4 0-23-16,5 0 13 15,5 0-8-15,5 0 2 16,1 0-2-16,1 0-6 16,2 0 9-16,0 0-18 15,0 0 15-15,0 0-55 16,-1 0-42-16,-5 0-148 15,1-2-265-15</inkml:trace>
  <inkml:trace contextRef="#ctx0" brushRef="#br0" timeOffset="112678.57">463 10145 582 0,'3'0'65'0,"3"0"88"16,1 0-13-16,0-13-13 16,-1-9-48-16,0-6-5 15,-2-8-47-15,-1-3-5 16,-3-7-19-16,0 0 1 16,0-2 2-16,0 0-8 15,-7 3 7-15,0 4-15 16,-1 7 3-16,1 9-20 15,3 6 27-15,2 10-11 16,1 8 20-16,1 1-28 16,0 10 6-16,3 13-16 15,13 13 20-15,3 7 14 16,5 6 0-16,5 4 8 16,1-2-2-16,4-3 13 15,0-3-22-15,2-6 25 16,-3-4-27-16,-1-6 20 15,-7-6-22-15,-4-7 11 16,-3-3-3-16,-7-6-5 16,-5-3 3-16,-6-2-6 0,0-2 17 15,-3 0-5-15,-16-7 8 16,-7-5-25 0,-10-7 15-16,-6 1-23 0,-1-3 11 15,-6 4-20-15,3 1 8 16,-2 6 11-16,5 4 4 15,1 3-2-15,6 3-14 16,4 0 19-16,6 3-10 16,9 2 17-16,4-2-17 15,6-2 21-15,5-1-17 16,1 0 20-16,1 0-10 16,0 0-3-16,0 0-6 15,7-5 1-15,9-9 6 16,4-3-10-16,7-2 15 15,8-6-20-15,4 0 23 16,0-1-19-16,3 2 20 16,1-1-21-16,-1 4 13 15,-3 7-7-15,-3 1 3 16,-3 4 4-16,-4 2-3 16,-8 3 9-16,-3 4-10 15,-8 0 15-15,-2 0-8 16,-3 0 22-16,-5 0-20 15,0 11 19-15,0 5-15 16,-13 9 6-16,-4 6-15 16,-9 4-2-16,-3 9 15 15,-3 5-9-15,-1 2 6 16,-3-1-16-16,3-1 12 16,1-4-21-16,6-7 14 15,1-8-35-15,7-7 11 0,3-12-31 16,4-11-37-16,4 0-81 15,2-23-156-15,2-13-221 16</inkml:trace>
  <inkml:trace contextRef="#ctx0" brushRef="#br0" timeOffset="113111.95">372 9683 824 0,'0'0'0'16,"0"0"20"-16,-63 123 24 16,48-58 41-16,4 11-55 15,8 6 6-15,3-2-14 16,3-6-2-16,18-6-5 16,10-10 6-16,8-14 15 15,8-13-18-15,7-14 15 16,8-14-10-16,7-3 20 15,2-27-13-15,0-18 21 16,1-12-17-16,-7-13 0 16,-9-8-10-16,-11-4-8 15,-12-4-6-15,-19 4-6 16,-14 2 9-16,-9 5-16 16,-29 7 19-16,-15 11-21 15,-8 8 22-15,-7 15-27 16,-3 16 19-16,-2 16-9 15,0 4 11-15,4 30-11 16,2 15-13-16,4 14-5 16,8 13-29-16,5 8-25 0,12 3-76 15,8 0-67-15,8-5-109 16,12-12-260-16</inkml:trace>
  <inkml:trace contextRef="#ctx0" brushRef="#br0" timeOffset="114979.88">23019 11590 859 0,'0'0'38'0,"0"0"73"15,9-25-26-15,-6 6-35 16,1-6-16-16,0-6 6 15,1-6-15-15,-1-2 2 16,2-3-29-16,-4 2 22 16,1 4-28-16,-3 5 23 15,0 11-24-15,0 5 13 16,0 7-1-16,0 8-5 16,3 0 1-16,2 13-7 15,4 10 6-15,0 7-5 16,6 8 17-16,-1 3-20 15,2 2 29-15,1-2-27 16,0-1 30-16,0-5-27 16,-3-2 0-16,1-6 23 15,-2-6-13-15,-3-5 4 16,-3-6-9-16,-3-2 9 16,-2-6-17-16,-2-2 24 15,0 0-16-15,-5 0 30 16,-12-11-40-16,-7-6 25 15,-7-1-25-15,-8-3 3 16,-1 0-5-16,-5 2 1 16,2 4 0-16,2 3-7 15,5 2 12-15,8 4-9 16,8 2 24-16,8 0-21 16,10-3 29-16,2-2-22 15,16-5 16-15,14-1-17 16,9-6 15-16,10-4-2 0,4-1-5 15,4 3 13-15,-3 3-13 16,-5 5 14 0,-9 6-23-16,-7 9 19 15,-13 0-24-15,-6 14 29 0,-11 8-23 16,-3 8 23 0,0 1-16-16,-17 3 15 0,-3 1 8 15,-6-5-6-15,3 3-1 16,0-6-20-16,1-6 16 15,2-3-38-15,6-7 54 16,2-4-40-16,1-6 6 16,3-1-61-16,0-1-21 15,-1-14-116-15,-2-4-133 16,-1-4-332-16</inkml:trace>
  <inkml:trace contextRef="#ctx0" brushRef="#br0" timeOffset="115449.49">22854 11261 669 0,'0'0'18'0,"-68"101"36"15,41-40 26-15,7 3-18 16,11-2-11-16,9-3-11 16,2-5 0-16,28-9-21 15,15-9 16-15,13-11-14 0,12-11 32 16,8-14-9 0,7 0 18-16,4-19-6 0,-4-13-4 15,-3-12-13-15,-10-6-20 16,-13-5-5-16,-12-1-14 15,-12-3 15-15,-17 0-20 16,-16 0 21-16,-2 4-24 16,-23-2 23-16,-17 6-28 15,-10 0 15-15,-9 7-9 16,-6 9 5-16,-3 12 1 16,-2 12-5-16,1 11 8 15,4 14-27-15,3 22 10 16,7 15-36-16,6 8-18 15,9 5-94-15,2 3-80 16,11-5-212-16</inkml:trace>
  <inkml:trace contextRef="#ctx0" brushRef="#br0" timeOffset="130394.95">21959 9449 274 0,'0'0'52'0,"0"0"14"16,0 0 0-16,0 0-26 15,0 0-3-15,0 0-8 16,0 5 24-16,0 2-35 16,0 8 9-16,0-1-23 15,0 5 49-15,1 1-51 16,2 6 15-16,-3 0 4 16,2 5-12-16,-2 0-4 15,0 4-4-15,0 4 12 16,0-2-17-16,0 3 18 15,0 2-12-15,0-4 22 16,0 0-34-16,1-4 18 16,2 0-9-16,4-1 1 15,-2-4 1-15,-1 3-2 16,0-2 4-16,-1-1-10 16,-1 1 17-16,-1-2-21 15,-1 1 24-15,0-2-21 16,0 2 18-16,2-2-19 15,-2-4 15-15,1 2-8 16,2-1 0-16,-1-3 5 16,-1 1-5-16,-1 0 6 15,2 0-10-15,-2-3 13 16,0-1-15-16,0-3 19 16,0-2-21-16,0-4 19 15,0 1-15-15,0-3 8 16,3-1-2-16,-3 3-1 15,3-3 3-15,-3 2-6 16,3-3 9-16,-1 3-11 0,-1 0 14 16,-1 2-17-1,2-2 20-15,-1 0-19 0,1-2 17 16,1-2-14-16,1-1 8 16,0 0-2-16,3-2-4 15,-1-1 3-15,1 0-8 16,-1 0 12-16,4 0-13 15,0 0 17-15,2 0-17 16,2-4 21-16,2 1-22 16,3-3 20-16,1 1-13 15,2-1 3-15,0-1-1 16,3 2 2-16,-2 0-1 16,2-1-10-16,-2 2 16 15,0 2-15-15,0-1 20 16,-1 0-19-16,0 2 17 15,-2-1-18-15,0 1 19 16,2 0-12-16,-1-3 1 16,-1 4 5-16,1-2-6 15,4-2 6-15,-1 1-12 16,3 1 16-16,0-1-13 16,2 1 16-16,1 2-20 15,-1 0 18-15,0 0-10 16,-1 0 5-16,1 0-6 15,-3 0 2-15,-1 0 3 16,-3-3-6-16,1 2 9 16,-2-2-12-16,-2-1 19 15,3 0-18-15,-1 3 19 16,-1-2-24-16,2 3 20 16,1 0-18-16,0 0 10 15,2 0-2-15,-2 0-3 0,2 0 3 16,1-3-6-1,-2-1 9-15,-2 0-13 0,3 0 20 16,-2 3-21-16,0 0 23 16,-1-1-23-16,3 1 19 15,-2-2-13-15,3 3 6 16,-3 0-3-16,2-2-2 16,-2 0 3-16,2 0-6 15,-2 0 13-15,-3 0-15 16,0 0 19-16,-1 1-18 15,-1-2 17-15,-3 0-19 16,1 1 18-16,1-1-11 16,-3 0 3-16,3 1 0 15,-3 0-2-15,-1-1 7 16,0 0-12-16,3-1 13 16,-3 0-13-16,3 0 17 15,-1 0-19-15,-2 0 16 16,1 1-15-16,-2 2 11 15,0 0-3-15,-4 1-1 16,0 0 1-16,-3 0-1 16,0 0 5-16,-2 0-11 15,-1 0 15-15,-1-3-16 16,2-1 21-16,0-2-21 16,1-3 21-16,2-2-20 15,3-5 12-15,-2-3 2 16,0 0-5-16,2-3 2 15,-1-4 1-15,-2 0 8 16,-1-3-13-16,-2 0 23 0,-3-2-18 16,0-2 19-1,0 0-27-15,0 1 15 0,-6-4-17 16,-2 4 6-16,4-3 1 16,2 0-3-16,2-2 5 15,0 2-11-15,0-2 14 16,0 3-17-16,6-1 13 15,-4 2-16-15,-1 3 24 16,-1 2-21-16,0 3 18 16,0-2-10-16,-9 3 7 15,-3 1 5-15,2 2 0 16,-5-1 10-16,4 2-21 16,-2 2 10-16,3 1-20 15,2-1 21-15,5 1-23 16,-1 0 22-16,3 1-21 15,-2 0 12-15,2-1-6 16,-5 0 6-16,1 1 3 16,-1 2-5-16,1-1 8 15,-4 0-14-15,3 3 17 16,1 2-21-16,-1 4 25 16,0-1-24-16,0 3 22 15,-2 4-22-15,-1-2 14 16,-1 2-1-16,-5 0-1 15,4 0 2-15,-4 0-5 16,1 0 12-16,0 0-10 0,-3-1 14 16,0 0-25-1,1-1 26-15,-2 0-28 16,-2 2 24-16,0 0-17 16,-3 0 8-16,-4 0 2 15,-3 0-2-15,-2 0 5 16,-3 4-3-16,1 1 14 0,0 2-12 15,0-3 19 1,3-1-29-16,2-1 20 0,1 1-27 16,2 0 21-16,0-2-16 15,1 2 7-15,3 1 0 16,-1 0-1-16,0-1 6 16,0-1-9-16,1 1 16 15,-4 1-20-15,-3-4 22 16,-2 3-22-16,-4 0 27 15,-3 1-27-15,-8-1 16 16,1 2-10-16,-4-1 2 16,-2 1 4-16,1 0-4 15,-2-2 5-15,2-2-9 16,1 1 20-16,-2-2-21 16,6 0 21-16,2 0-25 15,3 0 25-15,3 0-26 16,4 0 15-16,3 0 1 15,1 4 1-15,3 2 12 16,2 1-12-16,3-1 0 16,5 0-16-16,3-2 21 15,1-2-17-15,4 0 28 16,4-2-32-16,-1 0 23 16,-1 2-24-16,1-2 12 15,2 0-1-15,-3 0-2 16,2 0 3-16,-3 0-6 15,0 0 11-15,-1 0-16 16,-2 0 21-16,1 0-24 0,-2 0 26 16,4 0-29-16,-1 0 27 15,3 0-19-15,1 0 6 16,4 0 1-16,0 0-5 16,0 0-34-16,8 0-52 15,5 0-30-15,1-3-174 16</inkml:trace>
  <inkml:trace contextRef="#ctx0" brushRef="#br0" timeOffset="131375.61">22332 8751 516 0,'0'-4'71'0,"3"-2"65"16,-2-3-64-16,-1-3-11 15,0 1-16-15,0-1-14 16,0-2 6-16,-3 1-14 16,-6-1 14-16,-3 2-29 15,1 0 10-15,-2 2-24 16,-1 2 22-16,1 3-19 16,-1 2 6-16,0 3 0 15,0 0 0-15,0 0 1 16,2 0-8-16,-2 12 13 0,3 6-11 15,3 2 16-15,-1 5-18 16,5 3 19-16,2 4-22 16,2-1 23-16,0 0 0 15,0 4 13-15,6 0-1 16,3-2-6-16,2 2 5 16,-3 1-9-16,3-1 14 15,-2-4-24-15,-1 0 23 16,-2-2-35-16,0-6 22 15,0-3-28-15,-3-5 18 16,-1-5-11-16,-2-3-2 16,0-4-12-16,0-3-34 15,0 0-29-15,-2 0-87 16,-8 0-45-16,-1-8-73 16,0-4-148-16</inkml:trace>
  <inkml:trace contextRef="#ctx0" brushRef="#br0" timeOffset="131587.15">22063 8991 775 0,'0'0'204'0,"0"0"-28"16,0 0-93-16,90-24-46 15,-67 18-10-15,-2 3-31 16,-5 1 16-16,-3 0-70 0,-4-3-82 16,-3 2-164-16,-2-2-271 15</inkml:trace>
  <inkml:trace contextRef="#ctx0" brushRef="#br0" timeOffset="132013.29">22519 8745 790 0,'0'0'89'0,"0"0"100"16,0 0-113-16,0 0-37 15,0 0-29-15,84-16 2 16,-74 15-21-16,0 1 3 16,-3-1-68-16,-1-2-36 15,0-1-86-15,-4 0-35 16,1-3-156-16</inkml:trace>
  <inkml:trace contextRef="#ctx0" brushRef="#br0" timeOffset="132197.5">22716 8618 766 0,'0'0'137'16,"0"0"33"-16,0 0-98 16,8 78-17-16,-8-54-28 15,3 2-4-15,-1-2-33 16,-1-3 21-16,4-3-58 15,-2-5-30-15,2-2-60 16,2-3-74-16,-1-7-204 16</inkml:trace>
  <inkml:trace contextRef="#ctx0" brushRef="#br0" timeOffset="132744.41">22985 8633 583 0,'0'0'118'0,"0"0"33"16,0 0-23-16,0 0-28 16,-43 98-26-16,32-58-26 15,1 0 5-15,3 3-20 16,4-3 7-16,3 2-23 16,0-5 11-16,0-4-32 15,6 0 21-15,9-5-27 16,4-4 17-16,1-5-9 15,3-3 2-15,-1-4-14 16,0-8-30-16,-4 0-28 16,-3-4-93-16,-5 0-94 15,0-7-184-15</inkml:trace>
  <inkml:trace contextRef="#ctx0" brushRef="#br0" timeOffset="133007.56">23166 8897 804 0,'0'0'182'0,"0"0"-33"15,0 0-77-15,0 0 8 16,0 0-28-16,64 57 6 15,-50-43-42-15,2 3 18 0,-1-2-36 16,-4-3 17-16,0 0-19 16,-2-4 2-16,-1-1-12 15,0-3-28-15,2-4-14 16,-2 0-68-16,0-2-42 16,-2-11-112-16,-3 0-93 15</inkml:trace>
  <inkml:trace contextRef="#ctx0" brushRef="#br0" timeOffset="133215.45">23294 8881 630 0,'0'0'122'0,"0"0"42"15,0 0-33-15,-67 83-36 16,50-58-45-16,1-2-30 15,1 0-22-15,5-7 11 16,3-3-28-16,3-3-22 16,4-6-91-16,0-4-88 15,0 0-107-15</inkml:trace>
  <inkml:trace contextRef="#ctx0" brushRef="#br0" timeOffset="133566.78">23376 8633 816 0,'0'0'149'0,"0"0"37"15,68 86-80-15,-36-51-24 16,-4 2-25-16,1-2-15 16,-3 4-8-16,-6-4-1 15,-7 2-18-15,-7 1 23 16,-6 2-28-16,0-1 21 16,-16-1-34-16,-5-1 19 15,-4-5-29-15,2-3-4 16,3-8-25-16,5-6-17 15,4-5-43-15,5-9-78 16,4-1-113-16,2-2-175 16</inkml:trace>
  <inkml:trace contextRef="#ctx0" brushRef="#br0" timeOffset="134330.26">23627 8458 575 0,'0'0'156'0,"0"0"-15"16,0 0-63-16,79-38 31 15,-54 33-52-15,-3 2 14 16,-1 3-37-16,-3 0 14 16,-2 10-29-16,-5 9 12 15,1 8 6-15,-5 8-14 16,-3 8 0-16,1 6-20 15,-4 4 11-15,1 0-20 16,2 0 26-16,-1-1-28 16,2-3 27-16,1-3-25 15,2-2 27-15,1 1-17 16,-1-3 8-16,-2-2-7 16,1-5-3-16,-1-1 4 15,4-6-16-15,-2-5 26 16,0-4-19-16,2-2 26 15,-5-5-31-15,1-1 28 16,-1-2-33-16,-2-1 30 16,-3-1 11-16,0 1-14 15,0-2 7-15,0 2 14 0,-12-2-8 16,-4-1-22-16,-3-1 21 16,-5-4-36-16,-5 1 30 15,-2-1-36-15,1 0 10 16,1 0-71-16,0 0 34 15,5 0-42-15,5 0-45 16,3-5-100-16,5-4-153 16</inkml:trace>
  <inkml:trace contextRef="#ctx0" brushRef="#br0" timeOffset="134793.89">24018 8445 788 0,'0'0'169'15,"0"0"39"-15,0 0-48 16,0 0-103-16,52-45 1 16,-40 31-52-16,-2 1 12 15,2-2-27-15,-5 2-25 16,-1 1-69-16,0 0-105 15,-6 1-242-15</inkml:trace>
  <inkml:trace contextRef="#ctx0" brushRef="#br0" timeOffset="135829.54">21965 8503 316 0,'0'0'77'0,"0"0"24"16,-87-11 17-16,56 11-42 0,2 0-16 16,2 1-20-16,4 12 12 15,3 3-35-15,4 4 12 16,6 9-8-16,3 6 12 15,4 5 2-15,3 7 9 16,0 7-1-16,0 2 0 16,7 4-5-16,5 2-22 15,-1-2 15-15,0-2-25 16,1-2 25-16,-1-4-27 16,-3-3 16-16,2-5-6 15,-1-6 19-15,-3-4-14 16,-2-3-2-16,-1-4-6 15,0-6-11-15,0-5 11 16,0-1-19-16,-1-6 21 16,4-2-24-16,0-2 25 15,3-3-23-15,5-1 24 16,2-1-11-16,4 0 10 16,5 0-6-16,1 0-8 15,0-3-5-15,-1-2 7 16,3-1 8-16,-2 1-21 15,-3 0-7-15,0 1-79 16,-4-1-43-16,-6-1-173 16,-8 2-352-16</inkml:trace>
  <inkml:trace contextRef="#ctx0" brushRef="#br0" timeOffset="149184.27">24225 9046 584 0,'0'-1'88'16,"1"1"48"-16,7 0 0 16,0 0-39-16,7 0 6 15,-4 0-48-15,3 0-8 16,-2 1-14-16,1 3-17 16,-3-3-12-16,-1 2-4 15,-2-2 2-15,-1-1-47 16,3 0-13-16,-4 0-67 15,1-1-72-15,-4-10-109 16,-2 3-136-16</inkml:trace>
  <inkml:trace contextRef="#ctx0" brushRef="#br0" timeOffset="149410.2">24234 8893 720 0,'0'0'69'0,"0"0"45"0,0 0-36 16,0 0-73-16,98-12 10 16,-74 12-25-16,-5-3-16 15,1 3-141-15,-5-2-168 16</inkml:trace>
  <inkml:trace contextRef="#ctx0" brushRef="#br0" timeOffset="150463.94">25573 8472 486 0,'0'0'52'0,"0"0"55"15,0 0-31-15,0 0-16 16,8 38 1-16,-2-17 0 16,3 1-10-16,-2 2-21 15,3-1 9-15,-3-1-23 16,0-3 7-16,1-4-27 15,-1-3 21-15,-4-2-29 16,-1-3-1-16,-2-3-89 16,0-4-33-16,0 0-63 15,-5 0-209-15</inkml:trace>
  <inkml:trace contextRef="#ctx0" brushRef="#br0" timeOffset="150846.01">25219 8767 423 0,'0'0'1'0,"0"0"67"15,0 0 17-15,0 0-3 16,0 0-14-16,-16 16-1 15,37-16 4-15,10 0-25 16,9 0 12-16,12 0-25 16,10-7 18-16,8-4-18 15,7 0 20-15,5 0-34 16,3 0 6 0,-2 2-14-16,-3-2-4 0,-7 3 1 15,-6 0-7-15,-9-1 10 16,-16 3-13-16,-9 0 15 15,-11 4-22-15,-8-1 22 16,-8 3-39-16,-6 0-24 16,0 0-81-16,0 0-98 15,-5 5-132-15</inkml:trace>
  <inkml:trace contextRef="#ctx0" brushRef="#br0" timeOffset="151780.96">25301 9020 464 0,'0'0'116'0,"0"0"20"16,0 0-61-16,0 0-14 15,3-35 5-15,-3 24-22 16,-10 0-24-16,0 2-1 15,-4 0-21-15,0 1 10 16,0 4-22-16,-4 4 40 16,4 0-41-16,-3 3 23 15,2 10-19-15,2 7 12 16,3 7-1-16,6 3 5 16,1 1 8-16,3 2-6 15,0-1 13-15,3 0-9 16,8-2 27-16,3-1-16 15,3-3 17-15,-4-1-21 16,0-2 15-16,-3-1-26 16,-3 0 1-16,-1-4-3 15,-4-3-4-15,-2-1 4 16,0-4-10-16,0-1-12 16,0-3-42-16,0-4-5 15,-2-2-80-15,-8 0-26 16,-1 0-119-16,-4-6-185 15</inkml:trace>
  <inkml:trace contextRef="#ctx0" brushRef="#br0" timeOffset="151969.7">25090 9236 751 0,'0'0'137'0,"0"0"26"15,0 0-88-15,95-46-68 16,-70 37 6-16,-6 1-23 16,-2 0-21-16,-5 1-128 15,-4 0-156-15</inkml:trace>
  <inkml:trace contextRef="#ctx0" brushRef="#br0" timeOffset="152195.43">25562 8886 804 0,'0'0'4'15,"0"0"23"-15,0 0 4 16,-60 91 3-16,38-60-38 15,2-3-6-15,3-1-92 16,3-7-165-16,5-4-250 16</inkml:trace>
  <inkml:trace contextRef="#ctx0" brushRef="#br0" timeOffset="153238.92">25759 8901 405 0,'0'0'125'16,"0"0"7"-16,0 0-26 15,0 0-30-15,-10 2-12 16,-1 9 3-16,-1 7 13 16,-4 5-37-16,-2 7-12 15,2 5 15-15,-2 9-17 16,3 2 14-16,1 3-25 16,7 2 20-16,4-3-26 15,3-6 16-15,0-3-15 16,16-4 1-16,7-6 1 0,0-4-12 15,3-3 7 1,-6-7-18-16,0 1 18 16,-4-4-19-16,-4-4 11 15,-7 1-68-15,-3-1-20 16,-2-4-71-16,0 0-105 0,0-4-179 16</inkml:trace>
  <inkml:trace contextRef="#ctx0" brushRef="#br0" timeOffset="154114.33">26007 9109 433 0,'0'0'70'0,"0"0"80"16,0 0-34-16,0 0-23 15,0-37-10-15,-4 29-39 16,-5-1-2-16,-1 1-34 16,-1 0 17-16,-1 4-22 15,2-3 28-15,-2 6-24 16,2 1 11-16,-2 0-11 15,1 0-3-15,1 1 0 16,1 7-7-16,1 5 10 16,3 2-13-16,4 3 15 15,1 3-11-15,0 2 26 16,0 5-17-16,1 2 20 16,7 0-22-16,-1 4 17 15,-2-3 1-15,1 2-2 16,-1-3-5-16,-4-1-12 15,1-5 4-15,1-1-10 0,-3-6 13 16,2-5-22-16,-2-1 24 16,0-6-49-16,0-3-3 15,0-2-57-15,0 0-32 16,0 0-100-16,-4-4-145 16</inkml:trace>
  <inkml:trace contextRef="#ctx0" brushRef="#br0" timeOffset="154294.01">25877 9343 589 0,'0'0'164'15,"0"0"-28"-15,0 0-9 16,0 0-25-16,93-43-8 16,-73 36-74-16,-7 1-2 15,0 1-31-15,-4 0-32 16,-4-1-110-16,-3-4-128 15,-1 3-337-15</inkml:trace>
  <inkml:trace contextRef="#ctx0" brushRef="#br0" timeOffset="154566.75">26199 9076 760 0,'0'0'108'0,"0"0"99"16,0 0-96-16,0 0-59 15,0 0-38-15,49-7-3 16,-40 6-22-16,-3-3-16 15,1 0-82-15,-1-2-65 16,1-2-132-16,2-2-306 16</inkml:trace>
  <inkml:trace contextRef="#ctx0" brushRef="#br0" timeOffset="154767.66">26373 8973 701 0,'0'0'83'0,"0"0"102"16,0 0-51-16,0 0-37 16,0 0-56-16,20 77-23 15,-20-59-23-15,0 0 17 16,0-3-41-16,0-1-27 16,0 0-86-16,0-1-54 15,0-4-122-15,0-2-201 16</inkml:trace>
  <inkml:trace contextRef="#ctx0" brushRef="#br0" timeOffset="155113.46">26623 9032 805 0,'0'0'61'0,"0"0"63"0,0 0 2 16,-54 79-53-16,34-43-7 16,4-1-24-16,0 4-12 15,9-5-32-15,2 0 15 16,5-6-24-16,0-3 25 15,3-4-26-15,10-6 18 16,3-2-27-16,2-5-16 16,-1-4-34-16,-1-4-45 15,0 0-64-15,-3-6-96 16,-3-8-162-16</inkml:trace>
  <inkml:trace contextRef="#ctx0" brushRef="#br0" timeOffset="155353.76">26666 9237 771 0,'0'0'111'0,"0"0"106"16,0 0-116-16,0 0-30 15,85 30-27-15,-71-20-17 16,1 2-13-16,-5-4-12 15,-1 1 5-15,-3-3-18 16,-4-2-14-16,2 0-48 0,-2-4-12 16,1 0-44-1,0 0-41-15,0-8-20 0,3-7-153 16</inkml:trace>
  <inkml:trace contextRef="#ctx0" brushRef="#br0" timeOffset="155515.32">26855 9193 655 0,'0'0'123'0,"0"0"59"0,0 0-43 16,-88 68-56-16,62-44-48 15,4-3-31-15,2-3-3 16,6-6-54-16,5-5-43 16,5-3-91-16,2-4-70 15,2 0-205-15</inkml:trace>
  <inkml:trace contextRef="#ctx0" brushRef="#br0" timeOffset="155829.08">26862 9088 730 0,'0'0'148'0,"0"0"82"15,0 0-111-15,93 73-15 16,-73-48-43-16,-3 2-15 16,-2-1-12-16,-8-2-7 15,-4 0-12-15,-3-2-13 0,0 0 11 16,-13-3-18-1,-7-2-2-15,-3-6-51 0,1 1-18 16,0-10-114-16,3-2-119 16,2 0-188-16</inkml:trace>
  <inkml:trace contextRef="#ctx0" brushRef="#br0" timeOffset="156211.78">26878 8743 730 0,'0'0'102'16,"0"0"86"-16,106 75-91 16,-59-38 27-16,-1 4-50 15,2 3 4-15,-9 3-39 16,-4 2 15-16,-6 3-27 16,-9 1 1-16,-10-2 6 15,-7-2-10-15,-3-4-11 16,0-7-16-16,-16-3 11 15,-4-7-37-15,-2-8 3 16,2-5-48-16,2-6-7 16,2-4-69-16,1-5-108 15,-1 0-212-15</inkml:trace>
  <inkml:trace contextRef="#ctx0" brushRef="#br0" timeOffset="157284.62">26038 8693 273 0,'0'0'39'16,"0"0"44"-16,0 0 15 16,0 0-28-16,47-12 7 15,-32 10-31-15,3 0 16 16,4 0-28-16,2 0 12 16,3-3 26-16,0 1-15 15,3 0-7-15,1 0-17 16,1 2 3-16,1-3-35 15,3 1 10-15,-3 0-13 16,2 0 15-16,1 0-20 0,3 0 19 16,-1 0-15-16,5-2 5 15,-4 4 2 1,3-2-7-16,-4 1 5 0,0-1-10 16,-3 2 13-16,-1-1-19 15,0 2 27-15,-1-2-26 16,-1 1 23-16,-3-3-17 15,-1 1 11-15,-2 0 4 16,-3 2 2-16,-4-1 17 16,-3-1-9-16,-1 2 18 15,-5 2-25-15,-3-2 20 16,-4 0-27-16,-2 2 9 16,-1 0-14-16,0 0-2 15,-4 0-94-15,-9 0-79 16,-4 0-82-16,-2 0-237 15</inkml:trace>
  <inkml:trace contextRef="#ctx0" brushRef="#br0" timeOffset="160335.67">25668 10722 3 0,'0'-1'1'0,"0"1"-5"16,-1-2 4-16,-5 2 37 16,3 0 17-16,-3 0-11 15,3 0-11-15,-1 0-8 16,2 0 6-16,1 0 0 15,1 0-1-15,0-1 8 16,0 0-10-16,0-1-1 16,0 1-15-16,0 1 17 15,0-1 13-15,0-1 21 16,0 2-5-16,0-1 5 16,0 1 6-16,0 0-7 15,0 0-5-15,0 0-13 16,0 0-4-16,0 0-29 15,0 0 8-15,0 0-22 16,0 0 17-16,0 0-20 16,-4 1 26-16,4 9-5 15,-2-2 18-15,2 4-16 16,0 0-14-16,0-1 11 16,0 0-18-16,2-3 17 15,5 2-20-15,0-2 20 16,2-2-22-16,-2-3 21 0,4-1-19 15,1-2 12-15,4 0-8 16,-2 0 7-16,5 0 1 16,1-2-7-16,3-1 8 15,-1-1-13-15,-1 0 17 16,0 1-20-16,-2 1 24 16,-2 1-24-16,0 1 20 15,0 0-16-15,0 0 8 16,1 0-2-16,0-2-1 15,0 2 3-15,0-2-6 16,2 2 11-16,-1 0-16 16,-3-2 11-16,1 2-19 15,-4 0 24-15,3 0-13 16,-3 0 17-16,3 0-17 16,-3 0 8-16,-3 0-1 15,3 0-1-15,-3 0 3 16,3 0-10-16,-3 0 17 15,3 0-19-15,0 0 19 16,0 0-25-16,0 0 18 16,-4-2-14-16,-2 2 18 15,-1-2-9-15,-3 2 3 16,2 0 2-16,-2 0-2 16,1-1 9-16,1 0-15 15,1-1 18-15,0 0-22 16,2 0 24-16,-2-1-24 15,-2 3 12-15,1 0-4 16,-2-1 6-16,-2 1-5 16,2 0-1-16,0 0 5 15,1 0-2-15,-1 0 15 16,0 0-9-16,1 0 16 0,-1-2-29 16,0 1 22-16,0 1-27 15,0 0 20-15,-3 0-16 16,3-1 10-16,-3-1-1 15,3 0 9-15,1-3 24 16,-1-1-10-16,-2-1 10 16,3-2-24-16,1 0 15 15,-4 0-21-15,1 1 19 16,-2-1-24-16,0 2 22 16,0 3-19-16,0-1 2 15,0 2-4-15,0-1 0 16,0 4 1-16,-3-1-19 15,0 1-8-15,-3-2-55 16,3-1-26-16,-2-4-48 16,2 3-75-16,1-6-167 15</inkml:trace>
  <inkml:trace contextRef="#ctx0" brushRef="#br0" timeOffset="161036.03">25911 10976 434 0,'0'0'109'0,"0"0"40"15,6-18-49-15,-6 11-35 16,0 2 11-16,-4 1-50 16,-6-1-1-16,-2 3-19 15,0 0-10-15,-1 1 3 16,-3 1-2-16,6 0 7 16,-2 0-13-16,4 5 16 15,0 4-14-15,4 3 22 0,4 2-24 16,0 2 24-1,0 1-18-15,0 4 11 16,6-1-2-16,4 2 6 16,-5 1 5-16,1 0-7 15,-1-4 5-15,-4 1-8 0,1-4 13 16,-2-3-27-16,0-1 21 16,0-7-26-16,0 1 12 15,0-4-75-15,0-2-85 16,0 0-75-16,-6 0-239 15</inkml:trace>
  <inkml:trace contextRef="#ctx0" brushRef="#br0" timeOffset="161222.8">25778 11089 630 0,'0'0'158'0,"0"0"35"15,80-27-89-15,-52 14-47 16,-3 5-55-16,-4 0 11 16,-2 1-83-16,-11 0-100 15,-3 2-117-15,-4-1-260 16</inkml:trace>
  <inkml:trace contextRef="#ctx0" brushRef="#br0" timeOffset="161388.04">26123 10935 824 0,'0'0'97'16,"0"0"3"-16,0 0-79 16,0 0-35-16,0 0-44 15,0 0-128-15,53-25-120 0</inkml:trace>
  <inkml:trace contextRef="#ctx0" brushRef="#br0" timeOffset="161571.18">26250 10864 751 0,'0'0'122'0,"0"0"39"15,0 0-80-15,17 87-37 16,-13-67-29-16,1-2-23 15,1-2-10-15,-2-2-83 16,-3-1-119-16,-1-4-190 16</inkml:trace>
  <inkml:trace contextRef="#ctx0" brushRef="#br0" timeOffset="178607.07">7123 481 414 0,'0'0'76'0,"1"0"-3"15,0 0 21-15,-1 0-18 16,6 0-19-16,0 9-1 16,0 12-8-16,4 13 23 15,0 8 9-15,0 10-13 16,-1 4-35-16,-3-2 7 15,2-1-19-15,-4-9-9 16,-1-5-8-16,-1-11-6 16,-2-7-16-16,0-10-75 15,0-8-64-15,-3-3-104 16,-11-7-397-16</inkml:trace>
  <inkml:trace contextRef="#ctx0" brushRef="#br0" timeOffset="178971.12">6942 571 666 0,'0'0'39'0,"0"0"2"0,114-46 17 15,-61 34-45-15,4 9 10 16,2 3-10-16,-2 0 18 16,-4 15 3-16,-4 8-4 15,-9 7 12-15,-9 2 0 16,-10 3 24-16,-9 5-25 16,-12 0 2-16,0 2-7 15,-12 2 30-15,-15 0-33 16,-6-3-1-16,-2-2-34 15,-5-2 11-15,3-7-11 16,3-7-8-16,2-6-33 16,6-8-55-16,6-5-42 15,5-4-119-15,8 0-223 16</inkml:trace>
  <inkml:trace contextRef="#ctx0" brushRef="#br0" timeOffset="179684.64">7579 845 597 0,'0'0'26'16,"0"0"81"-16,0 0-43 15,0 0-19-15,0 0 14 16,75-35-16-16,-62 19-6 15,-1-1-30-15,-4-1 12 0,-4 2-21 16,-4-1 20 0,0 1-19-16,0 3 16 0,-1 1-12 15,-12 6 11-15,1 2 22 16,1 4-27-16,-3 0-8 16,-1 12-11-16,-1 13 14 15,4 5-12-15,0 6 16 16,3 3-16-1,3 2 18-15,5-1-18 0,1-8 13 16,0-2-9-16,3-10 1 16,10-3 0-16,5-11-1 15,2-4 8-15,4-2 0 16,0-2 11-16,4-13-16 16,-2-4 14-16,0-2-21 15,-3-1 18-15,-4 2-22 16,-1 3 12-16,-3 5-7 15,-2 6 5-15,-3 6-3 16,-1 0-9-16,1 6-2 16,0 8 13-16,0 3 11 15,0-1-11-15,3 1 28 16,-4-2-18-16,0-5 39 16,-1 0-9-16,-2-3 14 15,-2-2-11-15,-2-2-14 16,-1-3-4-16,-1 0 5 15,0 0 21-15,0 0-8 16,0-8 7-16,0-7-42 16,0-4 11-16,-1-6-28 15,1 1 22-15,0-2-28 16,0 1 9-16,3 2-10 16,9 1-30-16,0 3-17 0,3 1-35 15,-1 6-9 1,-2 2 2-16,-1 4 16 0,-5 3-63 15,1 3-24-15,-4 0-70 16,-3 0 21-16</inkml:trace>
  <inkml:trace contextRef="#ctx0" brushRef="#br0" timeOffset="180285.21">8145 759 721 0,'0'0'118'16,"0"0"45"-16,0 0-39 16,36 72-40-16,-27-48-13 15,-2 2-42-15,-1-3-5 16,1-3-28-16,-4-1 16 16,0-4-25-16,-2-4-19 15,-1-5-101-15,0-6-119 16,-4 0-275-16</inkml:trace>
  <inkml:trace contextRef="#ctx0" brushRef="#br0" timeOffset="180429.17">8138 630 1052 0,'0'0'22'0,"0"0"-19"16,0 0-5-16,0 0-51 15,0 0-82-15,0 0-89 16,-3 7-251-16</inkml:trace>
  <inkml:trace contextRef="#ctx0" brushRef="#br0" timeOffset="181437.54">8364 837 561 0,'0'0'93'16,"0"0"13"-16,0 0-21 15,39 79-16-15,-28-66-3 16,0-7 9-16,1-3-42 16,-2-3 10-16,0 0-26 15,0-4 8-15,0-13-21 16,-1-3 12-16,-4-3-14 15,-2-3 1-15,0 1-1 16,-3 1-3-16,0 5 0 16,0 5-8-16,0 3 15 15,0 3-18-15,2 5 14 16,1 2-27-16,1 1 24 16,6 0-18-16,2 0 17 15,4 1-1-15,4 7 6 16,1-1 2-16,4 0-4 15,-2-3 13-15,2 0-7 16,-2-4 14-16,0 0-19 16,-4 0 23-16,-1 0-29 15,-3-1 16-15,-2-6-15 16,-3-1 15-16,-3 1 1 16,-4 0-3-16,-1 0 10 15,-2 0-2-15,0 2 8 16,0 0-26-16,0 2 15 15,-9 2-29-15,-3 1 17 0,-2 0-29 16,1 12 8-16,-1 4-19 16,2 5 2-16,2-1 17 15,4 1 4-15,2-6 10 16,4-2-12-16,0-2 13 16,0-4-11-16,0-4 19 15,5 0-20-15,4-3 19 16,-2 0-21-16,1 0 20 15,0-6-7-15,-1-1 3 16,-1 0 2-16,2 2-4 16,-4 1 6-16,3 4-11 15,-4 0 12-15,4 0-21 16,-3 1 24-16,4 11-14 16,-1 2 21-16,3 3-22 15,-1-3 12-15,5 0-6 16,1-3 2-16,2-3 0 15,0-4-2-15,3-4 6 16,3 0-9-16,-4-11 15 16,3-9-18-16,-2-7 20 15,-2-6-25-15,-4-6 18 16,-4-6-21-16,-4-3 11 16,-6-4-18-16,0-2-31 15,0 4 11-15,-9 3 5 16,-7 8 2-16,5 11 6 15,0 10 37-15,2 14-3 16,1 4 27-16,4 22-41 16,2 13 12-16,2 11-2 15,0 9 0-15,0 4 3 0,12 2 24 16,5-5 47-16,1-3-20 16,-1-6-10-16,-2-7-2 15,-1-7-21-15,-8-7-30 16,-3-10-11-16,-3-8-93 15,0-8-60-15,-14 0-188 16</inkml:trace>
  <inkml:trace contextRef="#ctx0" brushRef="#br0" timeOffset="181595.77">8853 676 940 0,'0'0'120'16,"0"0"8"-16,0 0-51 15,89-38-40-15,-63 30-31 16,-1 4 2-16,-2 4-53 16,-4 0-100-16,-1 0-133 15,-3 0-152-15</inkml:trace>
  <inkml:trace contextRef="#ctx0" brushRef="#br0" timeOffset="181741.7">9195 794 970 0,'0'0'178'16,"0"0"-72"-16,0 0-35 16,22 87-50-16,-18-70-5 15,-2-3-21-15,-2-2-2 16,0-3-62-16,0-8-137 16,0-1-246-16</inkml:trace>
  <inkml:trace contextRef="#ctx0" brushRef="#br0" timeOffset="181882.26">9217 581 1092 0,'0'0'66'15,"0"0"10"-15,0 0-64 16,0 0-2-16,0 0-76 16,0 0-94-16,-12-44-293 15</inkml:trace>
  <inkml:trace contextRef="#ctx0" brushRef="#br0" timeOffset="182470.89">9374 806 734 0,'0'0'109'16,"0"0"31"-16,42 69-60 15,-28-48-17-15,2-4-27 16,-1-4 11-16,-1-2-27 16,-2-6 11-16,-4-2-28 15,2-3 35-15,-1 0-29 16,-2-15-1-16,-1-5-7 16,1-7-9-16,-5-4 5 15,-2-4-16-15,0 5-3 16,0-1-30-16,0 8 12 15,0 6 4-15,0 6 39 16,0 8-19-16,0 3 12 16,0 0-17-16,4 1 8 15,9 9 15-15,1 2-1 16,4 2 13-16,2-2 1 0,2-1 41 16,0-3-15-1,1-1 7-15,0-3-26 0,-3-4 24 16,0 0-27-16,-4 0 21 15,-3-6-21-15,-4-6-2 16,-1-4-2-16,-6-3-6 16,-2-2-3-16,0 1-9 15,0 3 12-15,-2 5-21 16,-9 3 23-16,2 9-22 16,-1 0 18-16,-3 13-29 15,3 12 18-15,2 3-3 16,7 2 0-16,1 3 2 15,0-4-11-15,19-3-1 16,13-7-21-16,11-4-81 16,8-5-90-16,3-6 95 15,6 0-604-15</inkml:trace>
  <inkml:trace contextRef="#ctx0" brushRef="#br0" timeOffset="183189.58">10470 783 887 0,'0'0'58'0,"0"0"31"16,0 0-85-16,0 0 12 15,-79 55-16-15,64-32 12 16,4-3-7-16,4 1 15 15,7-4 1-15,0-6-8 16,0-3-1-16,14-5-8 16,3-3 13-16,4-2-20 15,0-16 23-15,-2-6-25 16,3-7 15-16,-5-8-26 16,-6-4 4-16,-2-8-4 15,-9-4-2-15,0-4-6 16,-4-2-24-16,-11 3 21 15,-2 6-9-15,1 11 22 16,3 11-2-16,4 14 25 16,6 13-18-16,3 3 6 15,0 30-49-15,8 15 51 16,15 13 20-16,7 13 41 16,9 10 31-16,9 4 14 15,3 0 18-15,0-1-15 16,1-5-17-16,-10-8-63 15,-6-8 15-15,-10-11-20 16,-9-6 15-16,-11-11 0 0,-6-4-5 16,-1-10-20-1,-19-5-2-15,-10-6 10 0,-8-8-21 16,-5-2 17 0,5-7-30-16,1-12 17 0,6-4-38 15,11-6 22-15,13-4-46 16,7-2-1-16,6-4-34 15,15-3-72-15,2 1-197 16,-2-4-395-16</inkml:trace>
  <inkml:trace contextRef="#ctx0" brushRef="#br0" timeOffset="184222.5">11263 826 478 0,'0'0'106'15,"0"0"32"-15,0 0-50 16,0 0 4-16,15-43-19 15,-15 27 0-15,0 0-42 16,-5 0-4-16,-9 0-29 16,-5 3 7-16,-3 5-9 15,-2 8-7-15,0 0-16 16,-1 14-19-16,2 13 15 16,1 8 8-16,7 4 18 15,7 1-10-15,6-2 24 16,2-8-18-16,0-6 18 15,9-8-17-15,11-8 15 16,2-8-7-16,5 0 7 16,2-13 11-16,3-13-9 0,-2 0 0 15,-5-1-12-15,-4-1 10 16,-9 8-12-16,-3 3 21 16,-5 8-24-16,-4 4 24 15,0 5-11-15,0 0 37 16,2 4-38-16,3 15-11 15,4 9 16-15,3 10 27 16,6 9 23-16,4 4 7 16,3 3 11-16,1-2-20 15,-2-1 21-15,-1-8-42 16,-5-4 12-16,-6-6-24 16,-7-5 7-16,-5-3-3 15,0-5-3-15,-16-3 7 16,-9-5-18-16,-11-5-3 15,-3-7-25-15,-4 0-2 16,-3-11-50-16,2-14-3 16,7-8-65-16,5-8-124 15,7-5-175-15</inkml:trace>
  <inkml:trace contextRef="#ctx0" brushRef="#br0" timeOffset="184504.57">11604 502 953 0,'0'0'83'0,"0"0"-21"0,0 0-36 15,0 76 9-15,0-31-12 16,0 6 9-16,0 1-11 15,0-1-4-15,6-5-4 16,5-3-11-16,5-9 5 16,0-8-15-16,6-7 15 15,-1-8-33-15,2-10-14 16,-2-1-72-16,-3-4-79 16,-3-12-121-16,-2-8-253 15</inkml:trace>
  <inkml:trace contextRef="#ctx0" brushRef="#br0" timeOffset="184715.33">11797 719 706 0,'0'0'137'0,"0"0"6"16,0 0-32-16,57 92 1 15,-36-69-37-15,0-2-25 16,-1-5-45-16,-3-4 8 15,-1-2-23-15,-1-5 1 16,-4-5-80-16,-2 0-54 16,-2 0-90-16,1-15-51 15,-2-6-210-15</inkml:trace>
  <inkml:trace contextRef="#ctx0" brushRef="#br0" timeOffset="184857">11969 726 898 0,'0'0'67'0,"0"0"40"0,-75 97-35 16,49-58-42 0,4-5-27-16,2-4 1 0,7-7-65 15,2-8-44-15,2-10-90 16,6-5-137-16</inkml:trace>
  <inkml:trace contextRef="#ctx0" brushRef="#br0" timeOffset="185135.53">11968 508 942 0,'0'0'115'16,"84"86"6"-16,-37-31-22 15,-5 1 10-15,-4 0-47 16,-8-2 2-16,-8-2-41 16,-10-4 7-16,-9-3-28 15,-3-7 3-15,-3-3-5 16,-15-5-26-16,-7-5-31 16,-3-7-70-16,-6-12-165 15,0-6-396-15</inkml:trace>
  <inkml:trace contextRef="#ctx0" brushRef="#br0" timeOffset="185933.53">12544 889 834 0,'0'0'138'16,"0"0"63"-16,0 0-59 16,105-19-73-16,-77 14-34 15,-5 1-27-15,-3 1-1 16,-7 0-23-16,-4 0-41 15,-6 0-94-15,-3-1-72 16,0 1-116-16</inkml:trace>
  <inkml:trace contextRef="#ctx0" brushRef="#br0" timeOffset="186113.59">12522 740 941 0,'0'0'72'16,"0"0"-8"-16,0 0-48 15,106-7-21-15,-66 2-19 0,3-3-149 16,-2-3-124 0</inkml:trace>
  <inkml:trace contextRef="#ctx0" brushRef="#br0" timeOffset="186499.62">13265 508 676 0,'0'0'42'0,"0"0"65"15,-29-71-24-15,7 50-44 16,-2 2 16-16,-1 5-35 16,-1 8-5-16,-1 6-23 15,4 3-9-15,0 20 12 16,8 13 0-16,2 9 8 16,12 8-2-16,1 5 23 15,1 5-8-15,15 2 41 16,4-3 4-16,0-2 22 15,3-7-28-15,-3-6-11 16,0-8-25-16,-3-6-10 16,-4-8-5-16,-2-8-5 15,-4-5 6-15,-4-3-21 16,-3-5-29-16,0-3-66 16,-4-1-59-16,-15 0-183 15</inkml:trace>
  <inkml:trace contextRef="#ctx0" brushRef="#br0" timeOffset="186671.59">13022 881 993 0,'0'0'124'16,"0"0"2"-16,97-38-102 15,-65 28-21-15,-3 2-10 16,-7 0-102-16,-4 1-143 15,-5 0-295-15</inkml:trace>
  <inkml:trace contextRef="#ctx0" brushRef="#br0" timeOffset="186875.41">13510 612 1035 0,'0'0'38'15,"0"0"25"-15,0 0-53 16,94-8-22-16,-78 6-39 16,-2 0-139-16,-8-4-169 15</inkml:trace>
  <inkml:trace contextRef="#ctx0" brushRef="#br0" timeOffset="187068.17">13784 470 1018 0,'0'0'44'0,"0"0"102"15,0 0-98-15,38 72-34 16,-31-47-7-16,-1 1-11 15,0 0 3-15,0-2-68 16,-5-2-88-16,-1-4-200 16</inkml:trace>
  <inkml:trace contextRef="#ctx0" brushRef="#br0" timeOffset="187358.76">14102 496 1103 0,'0'0'68'0,"-46"95"5"15,20-38-10-15,2 2-37 16,1 0 4-16,8-2-32 15,7-3 8-15,8-11-6 16,0-5-1-16,20-9-7 16,6-7-21-16,5-10-11 15,3-8-72-15,-3-4-76 16,-2-1-181-16</inkml:trace>
  <inkml:trace contextRef="#ctx0" brushRef="#br0" timeOffset="187600.39">14243 780 1014 0,'0'0'120'0,"0"0"-3"15,52 71-39-15,-32-47-32 16,-1-1 2-16,1-4-37 15,-2-1 10-15,-2-5-29 16,-1-5 12-16,-2-6-71 16,-1-2-21-16,-1-1-104 15,-2-15-135-15,-1-9-285 16</inkml:trace>
  <inkml:trace contextRef="#ctx0" brushRef="#br0" timeOffset="187765.46">14414 745 1104 0,'0'0'51'0,"-63"74"24"15,32-31-41-15,4-4-41 16,6-6 19-16,7-5-49 16,6-7-60-16,5-7-114 15,3-12-77-15,0-2-272 16</inkml:trace>
  <inkml:trace contextRef="#ctx0" brushRef="#br0" timeOffset="188062.55">14433 428 914 0,'0'0'86'0,"0"0"89"16,109 114-63-16,-75-65-10 15,-2 3-46-15,-5 4 6 16,-7 0-7-16,-6-3-6 16,-10-3-2-16,-4-6-36 15,0-3 11-15,-13-5-26 16,-13-4 20-16,-4-4-46 15,-5-4-22-15,0-6-75 16,-2-8-70-16,2-7-255 16</inkml:trace>
  <inkml:trace contextRef="#ctx0" brushRef="#br0" timeOffset="188920.38">15206 1007 861 0,'0'0'155'15,"0"0"15"-15,0 0-68 16,60 96-14-16,-48-66-48 16,-6-1 1-16,-5 0-15 15,-1 0-9-15,0-4-8 16,-14-2-8-16,-6-3 2 16,1-5-20-16,-3-4-14 15,3-6-64-15,5-5-34 16,3 0-96-16,3-20-108 15,7-7-268-15</inkml:trace>
  <inkml:trace contextRef="#ctx0" brushRef="#br0" timeOffset="189344.58">15658 788 903 0,'0'0'156'16,"36"74"-11"-16,-16-26-38 15,0 2-33-15,-2 1-18 16,-4 3-8-16,-1-3-21 16,-3-2 7-16,-4-4-22 15,-6-6 13-15,0-3-26 16,0-7 21-16,-7-6-30 15,-13-5 28-15,-5-10-38 16,-2-8-19-16,-7 0-41 16,-3-17-57-16,-4-18-138 15,-3-10-239-15</inkml:trace>
  <inkml:trace contextRef="#ctx0" brushRef="#br0" timeOffset="189512.62">15521 494 1176 0,'0'0'39'15,"0"0"22"-15,0 0-44 16,0 0-15-16,0 0-77 16,3-4-120-16,-3 17-117 15,0 3-322-15</inkml:trace>
  <inkml:trace contextRef="#ctx0" brushRef="#br0" timeOffset="190228.34">15847 819 550 0,'0'0'9'0,"0"0"39"0,36 85 25 15,-18-60 22-15,3-9-33 16,1 0-6-16,0-8-28 16,1-5-6-16,0-3-25 15,-3 0 18-15,-1-8-23 16,-2-8 23-16,-4-6-19 15,-3 0 8-15,-4-3-8 16,-3-2-7-16,-3 2-13 16,0 4-24-16,0 3 1 15,0 5 13-15,0 7 38 16,0 6-13-16,0 0 9 16,0 6-26-16,0 11 28 15,0 2-3-15,6 3 6 16,5 0 9-16,5-3 2 15,0-2 9-15,4-2-4 0,0-5 8 16,2-3-17 0,3-4 7-16,-2-3-12 15,1 0 15-15,1-6-26 0,-4-8 8 16,1-5-34-16,-3-2-12 16,-5-3 15-16,-2 1 4 15,-2 2 6-15,-1 3-3 16,-4 4 23-16,0 6-7 15,2 2 24-15,-1 6-12 16,-1 0 19-16,3 6 17 16,1 10 30-16,-1 4 25 15,1 5 9-15,-5 1-8 16,-1 0-35-16,-3-1-4 16,0-2-18-16,0-4 8 15,0-1-30-15,-10-3 17 16,-6-3-31-16,-3-2 18 15,-2-2-32-15,-5-4 6 16,0-3-35-16,1-1-26 16,0-3-36-16,4-13-62 15,1-6-139-15,5-6-205 16</inkml:trace>
  <inkml:trace contextRef="#ctx0" brushRef="#br0" timeOffset="190453.46">16507 534 1007 0,'0'0'120'16,"45"87"14"-16,-18-32-51 0,-2 1-42 15,-4-3-15-15,-4-3-14 16,-3-4-17-1,-4-8 6-15,-1-8-58 0,-5-7-38 16,-4-8-120-16,0-11-102 16,0-4-312-16</inkml:trace>
  <inkml:trace contextRef="#ctx0" brushRef="#br0" timeOffset="190613.76">16425 637 1156 0,'0'0'7'16,"0"0"39"-16,97-39-31 15,-50 26-20-15,2-2-44 16,2 1-161-16,-1 0-209 16</inkml:trace>
  <inkml:trace contextRef="#ctx0" brushRef="#br0" timeOffset="191915.53">17040 794 606 0,'0'0'87'0,"0"0"-18"16,0 0 30-16,0 0-19 15,19 72-20-15,-13-47 26 16,1 0-47-16,1-3 4 16,4-3-36-16,0-4 16 15,3-6-20-15,0-3 9 16,4-5-4-16,-1-1-5 15,0 0-4-15,0-10-8 16,-2-7 11-16,0-2-18 16,-4-2 16-16,-2-2-30 15,-2 2 9-15,-3 2-11 16,-4 3 25-16,1 3-3 16,-2 5 7-16,0 3 7 15,0 5-4-15,0 0 4 0,0 11-16 16,0 8 12-1,0 5-8-15,0 2 19 0,1-2-19 16,8-2 17-16,4-4-18 16,3-6 16-1,0-4-5-15,1-4 5 0,2-4 3 16,-3 0-1-16,1-4 2 16,0-10-9-16,-2-3 13 15,2-3-22-15,-5-5 21 16,1-1-25-16,-2 0 19 15,-2-1-21-15,0 2 7 16,-1 6-4-16,-2 4 6 16,1 4 4-16,-1 3-3 15,4 6 6-15,0 2-9 16,0 0 25-16,5 16 3 16,-2 4 32-16,1 6-27 15,-1 2 27-15,0 3-7 16,0 1-5-16,-1-1-2 15,-2-3-2-15,-3-2-10 16,-1-3-13-16,-5-5 12 16,-1-3-30-16,0-6 26 15,0-1-24-15,-7-3 22 16,-6-4-32-16,0-1 20 16,0 0-26-16,-1-3-8 15,5-9-7-15,2-2-1 16,7-2 4-16,0-2-13 15,2 0 11-15,16 1-6 16,5-4 34-16,6 2-14 16,4-1 13-16,5-1-23 15,-3 0 22-15,-1 1 0 0,-2 1 5 16,-3-4 0-16,-9 4 2 16,-4 3 8-16,-9-1 2 15,-6 2 31-15,-1 3-23 16,0 1 18-16,-7 3-38 15,-4 3 19-15,-2 3-23 16,-2 2 19-16,2 4-15 16,2 16-4-16,-1 5 4 15,5 6-1-15,4 2 9 16,3-2-17-16,0 0 21 16,0-7-23-16,13-2 25 15,3-4-35-15,3-7-19 16,-1-3-104-16,1-6-212 15,-1-2-427-15</inkml:trace>
  <inkml:trace contextRef="#ctx0" brushRef="#br0" timeOffset="193566.52">18315 957 749 0,'0'0'111'0,"0"0"27"16,21 58-34-16,-18-47-49 15,-1-2 9-15,-2-4-30 16,0-2 1-16,0-3-24 16,0 0 24-16,0-1-20 15,-4-15 1-15,-2-4-15 16,0-5 2-16,2-3-3 15,2-2 1-15,1 1 1 16,1 2-11-16,0 3 18 16,1 4-20-16,10 5 18 15,3 5-16-15,-1 0 19 16,4 5-32-16,1 0-15 16,-1 5-32-16,-4 0-19 15,3 0-9-15,-6 5-80 16,-1 6-4-16,-2 3 5 15,-4 1-5-15,1-1 11 16,-1 0 160-16,1-3 97 16,2 0 89-16,6-3-24 15,-1-2-9-15,4-2-19 16,5-1 0-16,0-3-11 16,2 0-21-16,1 0-15 0,-1-3-34 15,-2-7 11 1,-6 3-29-16,-1-2 10 0,-3-1-32 15,-5 1 16-15,-2 0-24 16,-3-1 13-16,0-2-7 16,0 3 0-16,0-5-1 15,0 5-9-15,-6-1 7 16,0 4-28-16,-1 4 24 16,-3 2-14-16,2 0 15 15,-3 12-29-15,1 10 20 16,-2 5-9-16,1 5 10 15,5 4 0-15,3-1-22 16,3-2-6-16,0-2 15 16,12-8 27-16,11-6-12 15,4-6 20-15,8-7-14 16,1-4 26-16,6 0-8 16,0-16 27-16,-2-6-20 15,-1-4-8-15,-7-2-5 16,-9-5-4-16,-4 1 3 15,-9 2-14-15,-5 0 16 16,-5 1-21-16,0 2 13 16,-11 4-26-16,-5 7 10 15,-1 6-19-15,-2 10 21 16,0 0-1-16,1 22 7 16,3 11 4-16,1 9 1 15,5 4 7-15,9 4-9 16,0 0 17-16,0 1 12 15,13-1 51-15,6-3-11 16,1 1 10-16,0-5-34 0,-1-3 11 16,-2-5-11-16,-5-5-11 15,-6-6-1-15,-5-2-16 16,-1-7 14-16,0-2-17 16,-16-4 16-16,-5-5-29 15,-4-2 11-15,-4-2-53 16,0-4 6-16,2-11-39 15,5-6-27-15,2-4-79 16,4-2-147-16,6-2-182 16</inkml:trace>
  <inkml:trace contextRef="#ctx0" brushRef="#br0" timeOffset="195017.33">19098 778 746 0,'0'0'62'16,"0"0"55"-16,6 88-37 15,1-54-29-15,0-5 6 16,0-2-21-16,4-7 12 15,1-5-24-15,0-5 19 16,1-6-30-16,2-4 15 16,-2 0-25-16,1-7 5 15,-1-10-9-15,-3-3-1 16,-1-3 1-16,-5-3-7 0,-1 5 5 16,-1 0-19-16,-2 4 8 15,0 6 0 1,0 4 26-16,0 6-28 0,0 1 23 15,1 0-19-15,3 5-5 16,2 11 10-16,0 2 6 16,1 3 4-16,2 1-5 15,2 0 13-15,-2-4-11 16,5-5 17-16,2-2-12 16,7-7 33-16,3-4-24 15,2 0 14-15,6-8-24 16,-2-11 2-16,3-5-4 15,-5-7-3-15,-3 0 4 16,-5-5-9-16,-6 0 11 16,-6-2-14-16,-7-2 21 15,-3 0-23-15,0 4 20 16,-11 3-21-16,-10 8 14 16,-3 11-9-16,-1 11 0 15,-5 3 6-15,-2 17-8 16,-1 16 9-16,0 9-11 15,8 5 16-15,5 2-40 16,11-1 28-16,9-3-6 16,0-7 21-16,13-4-17 15,12-8 14-15,5-3-1 16,5-8 5-16,4-7 7 16,1-5-3-16,-2-3 6 15,-1 0-14-15,-2-10 13 16,-3-6-27-16,-6 0 26 0,-6-3-29 15,-4-2 24 1,-9 2-21-16,-1-1 12 0,-5 1 0 16,-1 4-3-16,0 2 3 15,0 4-6-15,-11 4 8 16,-2 5-14-16,-6 0 15 16,0 7-28-16,-4 9 19 15,2 7-15-15,3 2 24 16,2 1-13-16,9-1 5 15,1-5 3-15,6-3-2 16,0-5 4-16,0-1-6 16,9-6 12-16,4-2-15 15,4-3 26-15,0 0-17 16,1 0 14-16,-1-1-25 16,-1-9 19-16,-2-2-16 15,-2-2 3-15,-2 1 1 16,0-2-3-16,-4 3 1 15,-2 0-17-15,-1 5 19 16,0 3-15-16,-1 0 26 16,-2 4-22-16,0 0 22 15,1 0-38-15,1 2 22 16,-1 7 5-16,3 2 3 16,1 2 4-16,-1-2-3 15,0-2 8-15,2 0-10 16,0-1 17-16,2-4-10 15,0-1 23-15,-1-1-29 16,-1-1 23-16,2-1-27 16,-3 0 11-16,0 0-3 15,3 0-4-15,1-8-1 16,-1-2-6-16,2 0 7 0,-2-1-18 16,0 4 10-16,-4-1-13 15,2 4 28-15,0 4-21 16,-3 0 19-16,3 0-16 15,-2 0 12-15,5 11 2 16,-5 0 0-16,-1-1 15 16,1 1-5-16,-1-2 19 15,-1-3-20-15,-2-2 19 16,0-1-28-16,1-3 23 16,-1 0-21-16,0 0 30 15,0 0-24-15,0-11-4 16,0-7-3-16,0-5-8 15,0-4 8-15,0-2-18 16,10-1 17-16,3 3-21 16,4 7 27-16,1 1-24 15,0 5 24-15,0 4-26 16,-1 2-3-16,-4 0-31 16,3 3-33-16,-6 0-62 15,2-2-119-15,-7 1-169 16</inkml:trace>
  <inkml:trace contextRef="#ctx0" brushRef="#br0" timeOffset="197036.41">7738 1827 601 0,'-16'-7'13'0,"-1"3"36"15,0 4-21-15,-1 0-27 16,-2 0 18-16,2 14-26 16,-2 12 17-16,4 7-18 15,2 8 16-15,4 4 7 16,4-1 2-16,6-2-3 16,0-10-1-16,0-9 25 15,11-10-7-15,3-12 37 16,4-1-8-16,1-10 18 15,0-17-40-15,-1-7-2 16,-1-8-33-16,-2-5 16 16,-3-4-10-16,-4-3-1 15,-3-3 1-15,-2-3-12 16,-3 1 19-16,0 5-21 16,0 6 18-16,0 10-21 0,-6 13 22 15,-3 13-23-15,4 12 14 16,-1 12-20-1,4 25-7-15,2 9 15 0,0 10 5 16,5 7 8-16,12 0 2 16,2-4 30-16,2-8-31 15,2-4 9-15,-2-8-24 16,-1-7 20-16,0-7-22 16,-4-5 1-16,0-9-82 15,-3-7-112-15,-6-4-89 16,0 0-190-16</inkml:trace>
  <inkml:trace contextRef="#ctx0" brushRef="#br0" timeOffset="197767.24">7996 1935 720 0,'0'0'86'15,"0"0"66"-15,0 0-59 16,0 0-49-16,0 0-27 16,58-26 25-16,-58 14 19 15,0-4-31-15,0-1-22 16,0-2-10-16,-4 1 7 16,-5 3-19-16,-1 4 5 15,-3 6-31-15,-2 3 42 16,0 2-21-16,3 10 6 0,-1 15-4 15,2 7 11 1,3 8 4-16,7 1-1 16,1-2 5-16,0-3-10 15,6-7 17-15,11-5-16 0,2-9 23 16,2-6-17 0,4-7 20-16,-1-2-22 0,0-2 20 15,2-11-13-15,-2-7 3 16,-5 1-1-16,0 0-4 15,-4 3 1-15,-3 3-9 16,-2 7 13-16,2 5-21 16,-4 1 11-16,1 2-23 15,2 12 41-15,0 2-20 16,-1 0 22-16,1 0 4 16,-3-5 5-16,-4-3 0 15,0-4-2-15,-2-3 15 16,-2-1-4-16,0 0 22 15,0-6-21-15,0-10 3 16,-2-4-44-16,1-6 19 16,1-2-25-16,0 0 10 15,3 0-10-15,15 0-9 16,5 4-15-16,2 2-42 16,6 7-30-16,-2 5-81 15,-4 9-15-15,-2 1 109 16,-4 7 45-16,-6 12 32 15,-4 7 31-15,-6 2 12 16,-2 4 59-16,-1 0 30 16,0 3 20-16,3-4-22 15,0-3-41-15,0-6-20 16,1-4-48-16,2-5 9 16,-3-10-40-16,-2-3-46 0,-1-3-138 15,0-19-205-15</inkml:trace>
  <inkml:trace contextRef="#ctx0" brushRef="#br0" timeOffset="197928.51">8505 1708 1141 0,'0'0'56'16,"0"0"-45"-16,0 0 1 15,0 0-45-15,-6 0-45 16,6 13-80-16,0 4-80 15,0 1 36-15,7 0-126 16</inkml:trace>
  <inkml:trace contextRef="#ctx0" brushRef="#br0" timeOffset="198820.06">8715 1928 699 0,'0'0'152'0,"0"0"6"16,57 82-60-16,-41-55-13 15,-1-3-54-15,0-4 5 16,-2-7-27-16,-1-2 8 16,-4-6-3-16,1-5-5 15,-1 0 2-15,1-9-7 16,1-11 9-16,-4-5-18 16,1-4 17-16,-2 0-25 15,-1-3 20-15,-1 6-35 16,0 5 17-16,2 3-10 0,0 4 9 15,5 3-7 1,3 6-1-16,4 1 8 0,5 4-22 16,2 0 14-16,1 0-10 15,3 0 35-15,-2 6-19 16,-5 1 27-16,-2-3-24 16,-6-1 18-16,-4-2-6 15,-5-1 6-15,-2 0 3 16,-2 0 14-16,0 0 17 15,0 0-12-15,-9 0-8 16,-3 0-43-16,-4 0 17 16,3 9-16-16,-3 1 26 15,5 6-27-15,5 0 9 16,3 4-13-16,3-1 16 16,0-5 4-16,1 0-2 15,10-3 12-15,2-5-12 16,3-6 18-16,-2 0-17 15,3 0 28-15,-2-13-25 16,2-5 19-16,-4-3-22 16,0 2 11-16,-7 2-7 15,0 5 3-15,-6 2 1 16,1 6-4-16,-1 4 12 16,0 0-17-16,0 4 9 15,2 10-20-15,6 2 29 16,2 3-21-16,5-3 20 15,2-2-16-15,2-4 9 16,-2-5-3-16,2-5 3 16,-2 0 1-16,-1 0-7 0,-3-13 9 15,1-8-16 1,-2-6 22-16,0-5-26 16,1-6 7-16,-5-5-23 0,0-5 18 15,-3-6-13 1,-5 0 22-16,0 1 2 0,0 4 1 15,0 8 4-15,-7 12-10 16,1 11 15-16,2 14-9 16,1 4 39-16,3 25-39 15,0 13 8-15,0 13 1 16,3 7 15-16,9 4-17 16,5 0-3-16,3-4-2 15,-1-8-2-15,-2-7 5 16,-4-8-15-16,-4-9 10 15,-3-6-97-15,-6-8-81 16,0-8-60-16,-16-4-282 16</inkml:trace>
  <inkml:trace contextRef="#ctx0" brushRef="#br0" timeOffset="199079.49">9257 1742 906 0,'0'0'71'16,"0"0"47"-16,94-7-74 15,-55 7-21-15,0 7 25 16,-1 12-36-16,-3 5 9 16,-3 3-23-16,-6 6 18 15,-1 1-24-15,-8 0 18 16,-2-1-15-16,-5-8-1 15,-3-2 3-15,-4-10-18 16,-2-7-25-16,-1-6-93 16,0 0-124-16,-3-15-443 0</inkml:trace>
  <inkml:trace contextRef="#ctx0" brushRef="#br0" timeOffset="199232.28">9585 1632 1277 0,'0'0'-26'16,"0"0"38"-16,0 0-70 16,0 0-49-16,0 0-22 15,0 0-61-15,49-2-48 16,-39 11-139-16</inkml:trace>
  <inkml:trace contextRef="#ctx0" brushRef="#br0" timeOffset="199794.49">9773 1820 607 0,'0'0'115'0,"0"0"24"15,27 81-27-15,-17-55-28 16,3-4-13-16,-1-1-47 16,5-6 7-16,1-6-20 15,3-5 20-15,-1-4-33 16,3-2 19-16,-1-15-21 15,-5-3 6-15,-2-3-5 16,-2-3 0-16,-7-1 2 16,-6 1-4-16,0 0 14 0,0 1-19 15,-8 6 20-15,-3 5-24 16,2 3 14 0,3 10-16-16,5 1 19 0,1 0-24 15,0 5 5-15,0 6 11 16,9 1 3-16,5-1 8 15,5-1-11-15,1-4 22 16,-1-2 1-16,1-3 23 16,0-1-22-16,-2 0 27 15,-3 0-35-15,1-8 7 16,-1-7 5-16,-5-2 5 16,3-6-9-16,-6-4-14 15,-1 0 10-15,-6 0-19 16,0 2 17-16,0 8-23 15,0 2 26-15,-9 11-21 16,-5 4 38-16,1 16-32 16,-3 13 2-16,1 4-5 15,3 8 0-15,3 1 5 16,6-5-7-16,3-3 12 16,0-6-20-16,3-5 17 15,15-5-67-15,6-6-32 16,2-6-197-16,1-5-355 15</inkml:trace>
  <inkml:trace contextRef="#ctx0" brushRef="#br0" timeOffset="201288.55">10798 1902 845 0,'0'0'105'16,"0"0"30"-16,0 0-29 15,35 89-47-15,-34-73-13 16,-1-2 4-16,0-6-21 16,0-3 3-16,-3-2-29 15,-1-3 14-15,-5 0-25 16,5-10 30-16,1-11-40 15,3-6 24-15,0-3-24 16,0-2 18-16,13-4-13 16,10 4-4-16,5 3 0 15,2 3-10-15,5 9-6 16,-5 6-50-16,-4 7 2 16,-6 4-21-16,-5 0 42 15,-8 12 11-15,-7 7 42 16,0 2 4-16,0 4 15 15,0 1 8-15,-3 0-9 16,3-1 12-16,0-4-3 16,0-2 19-16,14-4-1 15,2-2 19-15,6-3-29 0,-1-2 15 16,0-6-36 0,2 0 7-16,-3-2-13 0,-4 0 2 15,-2-4-4-15,-3-9-5 16,-3-3-5-16,1-2-16 15,-3-1 25-15,-2-3-14 16,0 0 20-16,-1 2-20 16,0 3 5-16,0 1-13 15,-1 7 28-15,0 3-7 16,-2 6 1-16,2 0 1 16,-1 7-17-16,0 10 10 15,5 3-1-15,2 3 16 16,0-1-17-16,7-3 21 15,-1-3-21-15,6-2 20 16,-1-9-17-16,3-5 20 16,4 0 23-16,1-11 7 15,1-15-14-15,-1-7-12 16,-1-8-1-16,-4-7-17 16,-2-4 24-16,-8-2-14 15,-4-1 17-15,-6 0-35 16,-2 5 20-16,-3 5-20 15,-13 9 4-15,0 8 3 16,-6 12 1-16,1 16 5 16,2 8-11-16,-4 28-6 15,0 13-18-15,1 13-1 16,8 6-43-16,6-1 28 16,8-3 4-16,0-8 42 0,15-8 0 15,12-10 19-15,7-9 3 16,2-8-8-1,0-9 9-15,0-6 11 0,-2-6 11 16,-2 0-28-16,-3-8 9 16,0-10-27-16,-7-5 25 15,-4-2-26-15,-4-1 13 16,-5-2-11-16,-9 2 2 16,0 0 0-16,0 4-2 15,-14 4 2-15,-3 5-21 16,-5 7 21-16,1 6-21 15,0 0-3-15,1 16-19 16,7 9 42-16,3 6-11 16,7 4 13-16,3 0-5 15,0-2 0-15,13-3 7 16,4-6-5-16,2-6 10 16,3-5-1-16,5-9 28 15,1-4-17-15,-1 0 18 16,2-12-35-16,0-7 19 15,-3-1-26-15,-2-3 9 16,-5 0-2-16,-2 2-3 16,-3 1-5-16,-2 4-13 15,-3 2 13-15,0 5-19 16,-3 0 7-16,2 5-18 16,-2 2 39-16,1 2-20 15,-1 0 29-15,5 6 7 16,-2 8 33-16,4 1 11 15,0 3 4-15,-1-1 3 16,-2-2-28-16,-3 0 12 16,-3-2-22-16,-4-3 21 15,0 2-24-15,-4 4 21 0,-15 0-44 16,-5 3 13-16,-6 2-28 16,-4 4-16-16,-2-5-42 15,-3 3-48-15,-3-4-70 16,2-7-287-16</inkml:trace>
  <inkml:trace contextRef="#ctx0" brushRef="#br0" timeOffset="201764.74">12798 1477 973 0,'0'0'94'0,"-36"104"68"0,26-33-73 16,4 4-16-16,6 2-38 16,0-6 9-16,3-6-45 15,14-7 15-15,2-10-20 16,4-13-20-16,3-8-34 16,0-12-48-16,-1-8-98 15,-3-7-216-15</inkml:trace>
  <inkml:trace contextRef="#ctx0" brushRef="#br0" timeOffset="202246.58">13058 1797 869 0,'0'0'126'0,"0"0"12"16,32 98-37-16,-23-58-56 16,-1-5-18-16,-3-2-22 15,-3-5-4-15,-2-6-7 16,0-5-74-16,-8-9-108 16,-9-8-284-16</inkml:trace>
  <inkml:trace contextRef="#ctx0" brushRef="#br0" timeOffset="202539.55">12951 1723 978 0,'0'0'72'15,"83"-4"84"-15,-26 4-85 16,1 7-27-16,0 13 5 15,-3 4-3-15,-10 4-27 16,-9 5-9-16,-10 4 8 16,-12 2-19-16,-13 1 24 0,-1 2-27 15,-8-1 25-15,-14-2-31 16,-7-4 21-16,-3-4-20 16,-1-4-7-1,1-6-28-15,4-6-48 0,3-8-84 16,5-7-147-1,8 0-251-15</inkml:trace>
  <inkml:trace contextRef="#ctx0" brushRef="#br0" timeOffset="203189.81">13487 1963 568 0,'0'0'43'0,"0"0"67"16,0 0-14-16,7 83-17 15,-1-67-16-15,6-1-18 16,4-7-22-16,2 0 20 16,4-7-35-16,-2-1 16 15,2 0-33-15,-5-3 19 16,-4-7-28-16,-7-1-19 15,-6 0 15-15,0-2 21 16,-9 2-12-16,-11-1 1 16,1-4 9-16,-1 0-29 15,3-1 10-15,4 2 2 16,5-2 19-16,8 3-30 16,0 0 17-16,12 3-4 15,10 5 17-15,5 3 3 16,3 3 3-16,-1 0 14 0,-1 11 19 15,-3 7 18-15,-7 2-10 16,-5 2 28-16,-7-2-19 16,-2-2 30-1,-1-4-30-15,-3-4-1 16,0-2-33-16,0-5-4 0,0 1-9 16,0-4-8-16,0 0 8 15,0 0-14-15,0-5 14 16,2-9-36-16,3-6 12 15,4-4-20-15,5 0-1 16,3 1-9-16,0 2 36 16,0 8 2-16,-1 6 4 15,-1 7 2-15,-3 0 3 16,0 12 13-16,-3 12-6 16,1 1 32-16,-5 2-19 15,1 4 17-15,-3-4-36 16,0-2 13-16,-3-6-25 15,5-3-12-15,-5-5-86 16,0-9-165-16,0-2-311 16</inkml:trace>
  <inkml:trace contextRef="#ctx0" brushRef="#br0" timeOffset="203360.71">13943 1611 1425 0,'0'0'16'0,"0"0"-21"15,0 0 5-15,0 0-138 16,0 0-212-16,-41-56-598 0</inkml:trace>
  <inkml:trace contextRef="#ctx0" brushRef="#br0" timeOffset="203845.51">14274 1649 943 0,'0'0'113'0,"10"109"50"15,1-47-54 1,-3-1-50-16,1-5-44 0,-3-5 5 15,-2-6-29 1,-1-9 17-16,-3-11-56 0,0-7-39 16,0-9-128-16,0-9-125 15,-10 0-328-15</inkml:trace>
  <inkml:trace contextRef="#ctx0" brushRef="#br0" timeOffset="204004.44">14156 1814 1106 0,'0'0'70'16,"0"0"22"-16,0 0-2 15,116-16-64-15,-68 10-14 16,6-1-22-16,-2-5-46 16,-3-3-212-16,-8-1-395 15</inkml:trace>
  <inkml:trace contextRef="#ctx0" brushRef="#br0" timeOffset="206010.08">14837 1962 698 0,'0'0'58'0,"0"0"4"15,0 86 20-15,0-60-22 16,3-6-28-16,6-6-4 16,0-6-14-16,5-4 2 15,1-4-18-15,2 0 10 16,-1-6-16-16,3-11 9 16,-4-1-42-16,-2 0 18 15,-1-1-8-15,-3 4 6 16,-4 3 10-16,-2 4 13 15,0 7 3-15,-3 1-1 16,3 0 19-16,0 7-27 16,2 7 24-16,6 1 0 15,1-1 17-15,5-1 0 16,5-5 24-16,1-4 16 16,3-4 8-16,-1 0-19 15,1 0-23-15,-5-3-13 16,-4-9-11-16,-7-3 10 15,-5 1-17-15,-5-6 23 16,0 1-33-16,-8-1 17 16,-12 1-30-16,-2-1 3 15,-4 4-41-15,-1 2-11 16,3 6-48-16,-2 4-77 0,5 4-129 16,4 0-269-16</inkml:trace>
  <inkml:trace contextRef="#ctx0" brushRef="#br0" timeOffset="206545.09">15434 1924 578 0,'0'0'96'15,"0"0"3"-15,0 0-42 16,24 89 12-16,-24-59-6 15,0 1-16-15,-7-4-8 16,-1-4-9-16,3-6-13 16,5-6-23-16,0-4 13 15,0-7-18-15,0 0 19 16,6-6-25-16,4-12 19 16,0-3-32-16,-1-2-11 15,-1-2 12-15,-3 1-12 16,-1 5 6-16,-2 6 12 15,-2 5 28-15,3 4-9 16,1 4 22-16,6 0-30 16,2 6 55-16,6 7-17 15,3 3 16-15,2 0 29 16,1 1 7-16,-3-2 3 0,-1-2-17 16,-5-2 4-1,-3-4-28-15,-6-2-2 0,-2-1-16 16,-2-2-1-16,-2-2-9 15,0 0 36-15,0 0-41 16,0-13 26-16,-3-3-34 16,-4-5-11-16,-4-4 25 15,7 0-30-15,-1-4-6 16,5 5-22-16,0 2 22 16,1 3-47-16,15 3-19 15,2 5-37-15,3 4-48 16,2 4-96-16,3 3-85 15</inkml:trace>
  <inkml:trace contextRef="#ctx0" brushRef="#br0" timeOffset="207261.15">15916 2065 782 0,'0'0'164'15,"0"0"13"-15,0 0-67 16,21 70-45-16,-11-57-11 15,-3-5-18-15,0-2-5 16,-2-3-22-16,0 0 10 16,-2-3-23-16,-2 0 11 15,1 0 8-15,-2-6 4 16,3-8-18-16,-3-7 2 16,1-5-1-16,4-2-4 15,-2 1 0-15,4-2-16 16,6 6 2-16,-2 2-35 15,7 3-33-15,-1 5-93 16,6 3-15-16,0 5 22 16,0 2 25-16,-2 3-3 15,-1 0 39-15,-9 11 29 0,1 5 69 16,-8 3 87-16,-2 3 46 16,-2 3 5-16,0 0-27 15,0-5-26-15,0 3-31 16,0-7 6-16,1-1-23 15,6-7 29-15,2-2-13 16,7-5-14-16,-2-1-17 16,5-1-10-16,1-13-1 15,-1-5-27-15,0-1 16 16,-5-4-8-16,-2 1 19 16,-5 1-24-16,-4 2 13 15,-2 2-2-15,-1 3 13 16,0 4-3-16,0 7 3 15,0 4 3-15,5 2-5 16,1 19 8-16,5 8 16 16,4 8 16-16,6 7-24 15,4 6 52-15,2 3 33 16,3 7 20-16,-1 2-32 16,-4-1-11-16,-3 1-5 15,-5 0 5-15,-7-7-24 16,-9-8-22-16,-1-5 26 15,-2-10-34-15,-21-8 2 16,-9-9-30-16,-6-8 28 16,-6-7-37-16,-3 0 16 15,1-1-42-15,3-18-19 16,5-4-28-16,5-2-23 16,5-6-76-16,8-1-226 0,10-6-421 15</inkml:trace>
  <inkml:trace contextRef="#ctx0" brushRef="#br0" timeOffset="207762.77">17017 1812 713 0,'0'0'127'16,"0"0"-4"-16,0 0-36 15,0 0-27-15,-52 7-32 16,29 13-16-16,-2 6-12 15,5 7 6-15,1 2-14 16,7-2 17-16,6-1-18 16,6-7 21-16,0-6-21 15,6-9 21-15,12-6-18 16,4-4 7-16,5 0 0 16,0-10-3-16,1-7 2 15,-3-2-5-15,-2 0 11 16,-6 3-14-16,-7 6 16 15,-3 4-22-15,-2 6 33 0,-4 0-28 16,3 0 20 0,1 10 10-16,2 2 13 0,3 3-10 15,3-1-7-15,2-3-10 16,2-5-12-16,0-3-14 16,2-3-84-16,-4 0-130 15,-1-15-275-15</inkml:trace>
  <inkml:trace contextRef="#ctx0" brushRef="#br0" timeOffset="208177.37">17127 1448 787 0,'0'0'5'0,"0"0"44"15,26 111 35-15,-5-51 15 16,3 6 32-16,3 0-9 16,-1-4-60-16,0-7 2 15,0-12-42-15,-3-8 20 16,0-12-33-16,3-10 11 16,0-10-10-16,3-3-3 15,-2-1 0-15,2-16-11 16,0-1-2-16,-7 1 4 15,-5 4 8-15,-5 4-19 0,-5 6 27 16,-6 3-28 0,-1 0 24-16,0 16-15 15,-8 4 14-15,-8 3 6 16,-3 0 3-16,-1 1-3 0,-2 0-15 16,1-5 10-16,1-2-19 15,2-5-2-15,1-3-59 16,1-5-37-16,3-4-158 15,4 0-259-15</inkml:trace>
  <inkml:trace contextRef="#ctx0" brushRef="#br0" timeOffset="208536.26">17657 1923 979 0,'0'0'11'0,"0"0"32"15,0 0 32-15,8 79-38 16,2-56 19-16,4-2-30 16,6-5 0-16,1-1-4 15,5-7-17-15,-1-4 14 16,2-4-14-16,-2 0 7 15,-4-4-16-15,-3-8 12 16,-7-5-9-16,-5 3 21 16,-6-5-28-16,0 2 24 15,0-1-20-15,-9 1 10 16,-5 5-3-16,-2-1-5 16,-1 6 1-16,-5 4-19 0,2 3-28 15,-3 0-68 1,3 3-48-16,2 6-162 0,4 2-133 15</inkml:trace>
  <inkml:trace contextRef="#ctx0" brushRef="#br0" timeOffset="209195.32">17898 1932 691 0,'0'0'40'16,"0"0"47"-16,0 0 13 16,29 79 3-16,-19-63 7 15,1-4-60-15,1-3-1 16,-1-5-46-16,1-4 13 16,1 0-25-16,3-3 12 15,-1-9-15-15,-1-4-2 16,-1 1-2-16,-2 0-10 15,-2 2 22-15,-3 2-6 16,-3 6 20-16,-2 2-20 16,2 3 26-16,0 0-29 15,1 0 24-15,3 10-15 16,2 5 14-16,3 3 4 16,2-1 10-16,2 1 10 15,1-2-3-15,-2-3 15 16,-1-2-22-16,-2-7 8 15,1-4-36-15,-3 0 28 16,0-3-27-16,1-16 20 16,0-5-27-16,-1-5 6 15,-2-7-19-15,-3-2-6 16,-4-2-7-16,-1 0 4 16,0-2 11-16,-9 3-21 0,-5 6 42 15,1 7-15-15,-1 8 35 16,4 12-10-16,1 6 32 15,3 6-34-15,6 17-3 16,0 8 17-16,2 6 14 16,15 2 0-16,4 2-6 15,4 1 22-15,-2-1-26 16,2-1 23-16,-5-3-29 16,-4-5 18-16,-3-4-46 15,-6-3 21-15,-4-9-28 16,-3-7-11-16,0-3-38 15,-10-6-35-15,-10 0-103 16,-9-14-232-16,-6-8-333 16</inkml:trace>
  <inkml:trace contextRef="#ctx0" brushRef="#br0" timeOffset="209345.76">18162 1842 1227 0,'0'0'160'0,"0"0"-93"16,110-50-23-16,-74 35-45 16,0 0 20-16,-10 1-56 15,-6 1-128-15,-11 1-324 16</inkml:trace>
  <inkml:trace contextRef="#ctx0" brushRef="#br0" timeOffset="210344.57">13461 2629 839 0,'0'0'134'0,"0"0"33"16,33 76-83-16,-21-44-20 15,-6-4-52-15,-3-2-13 16,-3-6 9-16,0-3-22 16,0-7-75-16,-12-5-167 15,-2-5-241-15</inkml:trace>
  <inkml:trace contextRef="#ctx0" brushRef="#br0" timeOffset="210529.45">13489 2457 1134 0,'0'0'59'16,"0"0"-14"-16,0 0 12 15,0 0-73-15,0 0 9 16,0 0-62-16,-6-4-5 16,4 20-87-16,2 2-60 15,0 0-35-15,0 0-68 16</inkml:trace>
  <inkml:trace contextRef="#ctx0" brushRef="#br0" timeOffset="210896.32">13636 2657 565 0,'0'0'166'16,"0"0"2"-16,0 0-9 16,77 73-28-16,-66-58-31 15,-2-3-38-15,-2-4 4 16,-4-1-40-16,0-3 15 15,-2-1-45-15,-1-3 27 16,2 0-27-16,-1 0 9 16,6-13-3-16,0-6-8 0,2-3 2 15,4-3-18-15,2 0 3 16,-1 1-18-16,-2 7 21 16,-2 6-12-16,3 7 33 15,-5 4-21-15,3 0 21 16,0 8-11-16,1 7 8 15,-1 2-1-15,3 2 0 16,3 1 1-16,0 1-7 16,3-2 13-16,-1-1-18 15,-1-5 20-15,-1-2-18 16,-2-3 14-16,0-5-94 16,1-3-44-16,-6 0-53 15,3-10-47-15,-6-6-68 16</inkml:trace>
  <inkml:trace contextRef="#ctx0" brushRef="#br0" timeOffset="212264.08">14150 2546 522 0,'0'0'62'15,"0"0"67"-15,0 0-47 16,16 71 25-16,-9-42-55 15,5-2 9-15,-1-3-29 16,5-4-2-16,3-2-21 16,2-4 7-16,-1-6-1 15,4-3-10-15,-2-5-1 16,-1 0-10-16,-3 0 9 0,-3-3-14 16,-1-10 16-1,-7-2-21-15,-3-2 24 0,0-4-18 16,-4 1 19-16,0-4-13 15,0 4 4-15,-1 2 2 16,-5 5-3-16,2 3 4 16,1 4-8-16,2 3 12 15,1 3-14-15,0 0 12 16,0 0-9-16,10 3 12 16,7 6-13-16,3-2 14 15,3 1-8-15,5-3 8 16,1-2-1-16,-2-2-1 15,0-1 17-15,-2 0-8 16,-5 0 6-16,-1-8-19 16,-9 1 18-16,0-2-25 15,-8-1 22-15,-2 0-19 16,0 1 7-16,0-4-6 16,-12 3-2-16,3 1 0 15,-1 3-9-15,-1 5 11 16,1 1-12-16,-1 1 13 15,2 17-36-15,0 5 13 16,3 3 5-16,5 4 16 16,1-2-18-16,0-3 18 15,1-2 0-15,14-3-1 16,0-3 6-16,4-4-6 16,3-4 15-16,2-4-13 15,2-5 15-15,5 0-17 16,-4 0 18-16,0-5-27 15,-2-4 20-15,1 5-19 16,-4 2 3-16,-2 2 6 0,-4 0-2 16,-2 0 4-1,-5 6-8-15,-5-1 21 0,1 0-7 16,-5-1 45-16,0-1-16 16,0-3 22-16,0 0-16 15,-5 0-9-15,-1-2-25 16,1-8 11-16,-1-8-5 15,0-4-14-15,5-1 4 16,1-1-14-16,0-2 7 16,13 2-33-16,6 3-2 15,7 2-50-15,2 6 16 16,6-1-11-16,-3 5 18 16,-2 5 23-16,-6 1 36 15,-7 1 7-15,-4 2-3 16,-9 0 13-16,-3 0 6 15,0 0 58-15,-11 9-59 16,-4 1 0-16,0 3-25 16,1 0 20-16,4 3-19 15,7-1 9-15,3 0-3 16,0-2 1-16,11 4-2 16,11 1-3-16,5-2 15 15,1 4-9-15,-5 2 41 16,-3 0-6-16,-7 4 45 15,-4-3-34-15,-9-1 21 16,0-3-31-16,-3-3-5 16,-8-4-16-16,-3-5-10 0,3-3 1 15,4-4-11 1,1-4 3-16,6-15-37 0,0-4 23 16,0-4-48-16,16-2 8 15,7 0-11-15,6 5 34 16,3 1-7-16,-1 4 13 15,3 3 12-15,-1 0 8 16,-6 4 11-16,1-2-10 16,-5 2 15-16,-3 1-11 15,-9-1 28-15,0-1-19 16,-7 0 15-16,-4-1-24 16,0 2 26-16,-3 0-9 15,-11 4 11-15,-5 2 0 16,0 6 1-16,-3 0-4 15,1 13-23-15,2 6 18 16,6 5-28-16,6 4 38 16,7-1-38-16,0-2 27 15,6-1-25-15,18-9 13 16,5-2-21-16,7-6-68 16,2-7-153-16,0 0-326 15</inkml:trace>
  <inkml:trace contextRef="#ctx0" brushRef="#br0" timeOffset="213849.05">15863 2578 812 0,'0'0'62'15,"-13"-77"10"-15,1 33-2 16,1-1-33-16,-5-1 0 16,1 7-17-16,0 10-6 15,0 6-11-15,3 15 14 0,3 8-5 16,3 15 2 0,6 24-30-16,0 11 28 0,0 12-23 15,10 7 22-15,7 4-6 16,2 1 16-16,0 0 26 15,-1-2 1-15,3-4 27 16,-4-6-35-16,-5-6 37 16,-4-6-39-16,-6-9-11 15,-2-7-23-15,0-6 29 16,-15-7-39-16,-1-6 20 16,-2-7-20-16,-2-7 3 15,2-1-15-15,-2-1-20 16,4-18-16-16,-1-6-42 15,5-6-21-15,2-3-78 16,4-4-44-16,3-2 1 16,3-2 2-16,0 3 22 15,0-1 113-15,2 4 80 16,9 3 261-16,2 5 15 16,4 7-18-16,0 3-29 15,3 4-57-15,-1 6-29 16,1 4-60-16,0 1 3 15,-4 3-41-15,0 0 9 16,-3 0-30-16,-2 5 9 16,1 5-9-16,-1 0-3 15,1 3 1-15,-3 3-6 16,1 0 11-16,-3 0-17 16,1 2 18-16,0-2-23 15,-2-2 28-15,-1-2-26 16,4-3 23-16,0-3-21 15,-1-5 12-15,4-1-6 0,-1 0-9 16,0-1 13-16,1-13-3 16,-3-2 13-1,-1 0-21-15,-3-2 23 0,4 3-30 16,-6-1 18-16,0 5-20 16,0 3 29-16,-2 3-11 15,0 4 3-15,4 1 1 16,-2 0-7-16,1 6 7 15,5 6-4-15,1 3 13 16,0 1-19-16,4 0 23 16,1 0-24-16,2-7 23 15,-1-1-28-15,1-3 28 16,-2-3-13-16,1-2 1 16,-3 0 1-16,-2 0-17 15,-2-8-9-15,-2-1-34 16,-1-2 1-16,-1 1-10 15,3 0 29-15,-4 2-3 16,5 1 43-16,2 4-8 16,2 3 12-16,3 0 17 15,-1 3 6-15,2 11 3 16,-4 4 8-16,-1 1 9 16,-4 1-8-16,-2-1 10 15,0-3-25-15,-6-4 22 16,1-3-37-16,-1-5 15 15,0-2-29-15,2-2 15 16,-1 0-4-16,4-7-4 16,2-9-3-16,3-4-17 15,0 1 12-15,6-6-19 16,0 8 14-16,1 2-18 0,-1 5 26 16,0 9-19-16,-3 1 25 15,1 0-11-15,-5 11 10 16,0 6 2-16,-1-2 4 15,-4 0 8-15,4-2-19 16,-5-4 12 0,3-5-35-16,5-4-29 0,-2 0-143 15,4-1-134-15,2-10-257 16</inkml:trace>
  <inkml:trace contextRef="#ctx0" brushRef="#br0" timeOffset="214349.91">16838 2733 747 0,'0'0'75'0,"0"0"63"15,0 0-34-15,-10 12-74 16,1 3-1-16,3 4-1 16,5 1-5-16,1 2-28 15,0-3 20-15,1 0-22 16,14-7 28-16,8-1-19 15,0-8 14-15,4-3-22 16,4 0 10-16,-1-12-6 16,0-10 2-16,-2-5-5 15,-1-5-23-15,-2-1 7 16,-5-6-6-16,-3 0 12 16,-5-4-13-16,-5-1 33 15,-2-2-18-15,-5 1 23 0,0 2-14 16,0 4 4-1,-9 7 1-15,0 9-2 0,1 9 4 16,2 14-10-16,3 0 17 16,3 27-23-16,0 11 24 15,0 9-2-15,6 9 29 16,8-1 4-16,1 0 21 16,0-4-7-16,0-7-4 15,-2-4-11-15,-3-7-21 16,-6-4 0-16,-2-7-26 15,-2-1 19-15,0-7-40 16,-3-3-7-16,-12-4-62 16,-3-6-56-16,-1-1-162 15,-3 0-247-15</inkml:trace>
  <inkml:trace contextRef="#ctx0" brushRef="#br0" timeOffset="214575.46">17063 2617 895 0,'0'0'101'0,"81"-13"73"15,-38 13-74-15,-2 2-32 16,-2 15-7-16,-3 9-27 16,-6 3 15-16,-4 5-37 15,-8 1 28-15,-3 1-41 16,-7 0 21-16,-6-8-26 15,-2-4 5-15,0-7-49 16,-7-10-56-16,-9-7-175 0,2-7-482 16</inkml:trace>
  <inkml:trace contextRef="#ctx0" brushRef="#br0" timeOffset="214695.37">17333 2460 1307 0,'0'0'-14'16,"0"0"-186"-16,0 0-306 16</inkml:trace>
  <inkml:trace contextRef="#ctx0" brushRef="#br0" timeOffset="-214046.15">17727 2692 587 0,'0'0'40'0,"0"0"66"16,0 0-31-1,0 0 4-15,0 0-23 0,-21 20-4 16,4-1-6-16,2 6 3 15,-1-1-2-15,3-1-22 16,6-2 23-16,4-5-32 16,3-4 8-16,0-4-20 15,1-2 29-15,10-5-36 16,0-1 15-16,5 0-15 16,-1-8 1-16,3-9 3 15,-2-2-11-15,0-3-5 16,-4 0-18-16,-1 3 25 15,-5 0-24-15,0 2 19 16,-2 5-15-16,2 0 39 16,-1 5-20-16,1 6 13 15,3 1 0-15,0 0 12 16,2 4 23-16,-1 8-17 16,-1 3 7-16,1 0-12 15,-4-1 19-15,0-4-19 16,-3-1 25-16,1-2-31 15,-1-5 13-15,1-2-32 16,2 0 12-16,4 0 1 16,6-14-3-16,0 0-1 15,5-5-18-15,4 0 4 16,-5 2-8-16,2 5 30 16,-2 5-24-16,-4 4 28 15,-3 3-28-15,-3 2 24 16,-4 13-15-16,-2 5 8 15,-1-1 0-15,-1 3-7 16,-2-6-44-16,0-4-98 16,0-6-188-16</inkml:trace>
  <inkml:trace contextRef="#ctx0" brushRef="#br0" timeOffset="-212894">18541 2659 742 0,'0'0'105'15,"0"0"37"-15,0 0-64 16,0 0-10-16,37 30 10 16,-43-28 2-16,-8-1-72 15,1-1 17-15,0 0-33 16,3-7 32-16,4-8-22 15,3-3 1-15,3-4-2 16,0-1-5-16,16-2 4 16,7 3-9-16,8 2 14 15,4 4-20-15,0 3 10 16,0 4-23-16,-5 5 18 16,-4 3-32-16,-10 1 40 15,-7 0-10-15,-5 10 9 16,-4 7 6-16,0 2-5 0,-10 4 12 15,-2-2-17-15,4 0 16 16,2-2-20-16,5-5 18 16,1-4-12-16,0-5 19 15,14-2-20-15,3-3 20 16,5 0-9-16,1-10-1 16,0-4-4-16,-3-4-10 15,-2 3 1-15,-7-2-11 16,-2 6 23-16,-5 2-20 15,-2 3 34-15,-2 6-27 16,0 0 27-16,0 0-24 16,0 0 10-16,1 11-5 15,2 1 1-15,4 1 2 16,6-1-9-16,6-2 30 16,1-4-10-16,2-6 28 15,4 0-16-15,0 0 20 16,0-16-37-16,-2-4 20 15,-3-7-21-15,-1-3 13 16,0-6 0-16,-4-6-5 16,-2-6-2-16,-1-8-16 15,-5-4 11-15,-3-1-21 16,-5-4 18-16,0 7-37 16,-2 9 38-16,-13 11-26 15,-5 15 34-15,-3 17-24 16,-6 6 11-16,-3 29-5 0,2 20 0 15,1 16 7 1,7 9-16-16,13 2 25 0,9-2-23 16,0-6 24-1,24-11-18-15,10-10 32 0,2-14-20 16,3-8 18-16,2-10-17 16,-1-9 6-16,1-6-4 15,-4 0-1-15,-2-12 4 16,-5-9-17-16,-5-3 15 15,-7 2-24-15,-7-2 27 16,-5 4-31-16,-6 1 23 16,0 4-25-16,-2 7 23 15,-10 5-8-15,-3 3 4 16,0 0 1-16,-1 14-5 16,6 3 10-16,1 6-17 15,5 4 27-15,4-2-20 16,0 1 36-16,3-1-36 15,10-5 32-15,4-2-34 16,1-9 11-16,5-5-4 16,0-4-28-16,0 0-37 15,2-17-86-15,-2-6-160 16,-3-9-340-16</inkml:trace>
  <inkml:trace contextRef="#ctx0" brushRef="#br0" timeOffset="-212590.53">19429 1801 1112 0,'0'0'-9'0,"0"0"29"15,63 71 50-15,-21-16-14 16,4 12 35-16,2 12-32 15,-2 7 8-15,-8 2-41 16,-8 2 19-16,-10-6-14 16,-14-6 33-1,-6-7-45-15,-3-7 17 0,-17-9-24 16,-6-10-8-16,0-8-18 16,-4-9 8-16,1-10-63 15,-4-11-83-15,-2-7-179 16,-1 0-474-16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6:38:03.74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21680 5589 564 0,'0'0'69'0,"0"0"66"16,0 0 7-16,0 0-38 16,0 0-2-16,0 0-40 15,0-7-3-15,0-5-44 16,-3 1 17-16,-5-2-29 16,-7-1 9-16,-1 0-10 15,-4 2 0-15,-4 2-2 16,-2 2-8-16,-2 7 7 15,3 1-22-15,1 0 11 16,4 2-12-16,4 15 35 16,5 4-23-16,3 3 20 15,7 7-19-15,1 5 13 16,0 0 0-16,1 3 2 16,12 2 4-16,5 0 8 15,-1 2 12-15,-3 0-6 16,3 1 18-16,-2-4-23 15,-5-2 19-15,0-3-29 16,-4-7 22-16,-2-6-25 16,-1-6 4-16,0-4-4 0,-3-5-4 15,0-4-3 1,0-3-42-16,0 0-68 0,0-4-206 16,-3-10-444-16</inkml:trace>
  <inkml:trace contextRef="#ctx0" brushRef="#br0" timeOffset="353.86">21362 5861 917 0,'0'0'87'16,"0"0"57"-16,0 0 8 15,94-8-80-15,-52 5-13 16,4-1-54-16,-7 0 10 16,-4-2-22-16,-7 2-20 15,-11 0-89-15,-6 3-138 16,-11-2-257-16</inkml:trace>
  <inkml:trace contextRef="#ctx0" brushRef="#br0" timeOffset="774.57">22021 5510 899 0,'0'0'70'0,"0"0"91"16,-36 81-42-16,20-40-59 15,3 2 12-15,1 3-45 16,4 1 8-16,5 0-34 16,3 1 14-16,0-6-21 15,7-3 9-15,12-2-4 16,3-6 0-16,0-6-21 16,1-6-51-16,-2-7-52 15,-5-5-136-15,-2-7-137 16</inkml:trace>
  <inkml:trace contextRef="#ctx0" brushRef="#br0" timeOffset="1014.71">22180 5828 1001 0,'0'0'147'15,"0"0"11"-15,0 0-74 16,84 77-27-16,-57-61-29 16,0-3-3-16,-5-3-30 15,1-4 19-15,-4-6-36 16,-6 0-20-16,-2 0-81 16,-5-6-80-16,-3-7-124 15,-3-4-202-15</inkml:trace>
  <inkml:trace contextRef="#ctx0" brushRef="#br0" timeOffset="1181.19">22306 5818 957 0,'0'0'144'16,"0"0"-16"-16,-71 100-67 15,52-73-31-15,5-3-34 16,3-8 14-16,4-4-53 15,3-5-64-15,3-7-158 16,1 0-171-16</inkml:trace>
  <inkml:trace contextRef="#ctx0" brushRef="#br0" timeOffset="1499.85">22321 5483 912 0,'0'0'193'16,"61"96"-37"-16,-29-38-54 15,-6 1-33-15,-7-1-19 16,-6-1-5-16,-5-1-17 15,-8-9-3-15,0-7-19 16,0-2 8-16,-14-9-21 16,-2-5 20-16,-1-5-48 15,2-5-13-15,3-5-73 16,4-8-85-16,5-1-184 16,3 0-388-16</inkml:trace>
  <inkml:trace contextRef="#ctx0" brushRef="#br0" timeOffset="1766.18">22900 5944 1065 0,'0'0'205'0,"0"0"-85"16,91-15-58 0,-63 11-18-16,-2 0-8 15,-4 0-31-15,-5 0 8 0,-7-3-30 16,-6 3-14-16,-4-5-79 16,0 2-56-16,-10-1-230 15,-14-3-327-15</inkml:trace>
  <inkml:trace contextRef="#ctx0" brushRef="#br0" timeOffset="1929.97">22847 5768 1013 0,'0'0'62'0,"0"0"94"15,0 0-119-15,98-19-37 16,-69 12-17-16,0-1-118 15,-1-3-197-15</inkml:trace>
  <inkml:trace contextRef="#ctx0" brushRef="#br0" timeOffset="2895.99">23461 5831 784 0,'0'0'150'0,"0"0"31"16,0 0-53-16,0 0-41 15,51-68-25-15,-24 40-31 16,2 4 1-16,-2 2-31 16,-1 6 17-16,-4 7-25 15,-5 5 21-15,-2 4-28 16,-4 6 19-16,0 13 0 16,0 4 2-16,-2 4 3 15,2 3-4-15,2 1 6 16,2 0-15-16,5-1 19 15,4-5-20-15,2-1 32 16,3-2-27-16,1-5 20 16,-2-6-25-16,0-1 11 15,-5-3-7-15,-6-3-1 16,-4-4-17-16,-6 0-37 16,-5 0-15-16,-2-2-79 15,0-7-134-15,-13-1-214 16</inkml:trace>
  <inkml:trace contextRef="#ctx0" brushRef="#br0" timeOffset="3156">23887 5650 1022 0,'0'0'117'0,"-51"96"52"16,18-36-76-16,-1 1-21 15,-3-7-39-15,2-1 7 16,3-8-39-16,8-8 9 16,4-10-19-16,12-8-41 15,2-10-45-15,6-9-109 16,0 0-228-16</inkml:trace>
  <inkml:trace contextRef="#ctx0" brushRef="#br0" timeOffset="4714.57">24014 5282 386 0,'0'0'99'0,"0"0"37"15,0 0-3-15,-14 4-24 16,14-4 8-16,0 0-38 16,0 0-1-16,3 0-18 15,9-4-10-15,2-1-4 16,3-2-13-16,0 2-9 16,-1 3-13-16,-3 2 0 15,0 0-20-15,-4 0 12 16,-3 11-13-16,-5 3 26 15,1 0-25-15,-2 2 21 16,0-1-17-16,0 2 6 16,-5-6 3-16,-1 1-4 15,3-4 3-15,0-1-8 16,2-2 11-16,1-1-14 16,0 0 17-16,0-1-22 15,0-2 23-15,9 2-21 16,3-3 21-16,2 0-22 15,0 0-5-15,1-1-26 0,-2-5-46 16,1 1-70 0,-5-2-95-16,0 4-132 15</inkml:trace>
  <inkml:trace contextRef="#ctx0" brushRef="#br0" timeOffset="5043.6">24481 5138 851 0,'0'0'127'16,"-23"77"43"-16,6-29-59 15,0-4-39-15,3 2-20 16,-3-3-32-16,3-7-4 16,2-2-22-16,1-5 18 15,3-9-41-15,2-4-15 16,3-5-91-16,2-7-85 15,1-4-203-15</inkml:trace>
  <inkml:trace contextRef="#ctx0" brushRef="#br0" timeOffset="5533.21">24549 5341 742 0,'0'0'103'0,"0"0"43"15,0 0-40-15,0 0-18 16,0 0-18-16,27 0 1 15,-8-3-40-15,3-1 6 16,-4 3-39-16,1-1 17 16,-8 2-24-16,-3 0 4 15,-4 0-31-15,-4 9-4 16,0 4 19-16,0 3 8 16,-6 0 15-16,0 0-12 15,3-1 19-15,3-4-23 16,0-1 24-16,0-1-18 15,9 1 22-15,5-2-10 16,-3 0 17-16,-2 3 2 16,-4-2-5-16,-3 2 1 15,-2 0-7-15,0 0 19 16,-13 2-26-16,-4-5 9 16,-3-1-34-16,0-3-2 15,1 2-72-15,-1-6-78 16,0 0-165-16,3 0-444 15</inkml:trace>
  <inkml:trace contextRef="#ctx0" brushRef="#br0" timeOffset="6749.31">21682 6774 759 0,'0'0'100'0,"0"0"54"0,0 0-68 16,0 0 14-16,0 0-31 15,-5 0-15-15,-7-7-55 16,-2-3 11-16,-3 3-12 16,-2-1-1-16,-1 1 0 15,-3 3-11-15,3 4-3 16,-2 0-11-16,5 0 30 15,2 18-18-15,7 8 27 16,5 10-28-16,3 9 31 16,0 5-19-16,14 4 27 15,6 4 8-15,3-6 14 16,-1-1 1-16,0-4-13 16,-2-6 3-16,-5-3-21 15,-4-5 16-15,-2-3-27 16,-6-2 24-16,-3-5-34 15,0-2 20-15,0-4-20 16,0-2 11-16,-5-7-12 16,-5-1-17-16,2-3-17 15,-4-4-52-15,-2 0-44 16,-3-2-104-16,-1-10-78 16,-5-1-276-16</inkml:trace>
  <inkml:trace contextRef="#ctx0" brushRef="#br0" timeOffset="6925.16">21482 7219 915 0,'0'0'164'0,"0"0"-4"16,0 0-89-16,101-33-55 0,-75 26-12 15,-1 1-3 1,1-2-45-16,-1-1-100 15,-4-3-155-15,2-1-284 0</inkml:trace>
  <inkml:trace contextRef="#ctx0" brushRef="#br0" timeOffset="7178.44">22147 6757 907 0,'0'0'31'16,"0"0"135"-16,-42 97-109 15,20-58-32-15,-1-4-34 16,6 1 1-16,0-5-116 15,3-7-106-15,8-1-178 16</inkml:trace>
  <inkml:trace contextRef="#ctx0" brushRef="#br0" timeOffset="7800.55">22320 6956 641 0,'0'0'109'15,"0"0"29"-15,0 0-13 16,0 0-24-16,0 0 8 15,-30 82-25-15,12-42-24 16,2 3-19-16,1 1 5 16,2 2-34-16,1-3 10 15,9-5-27-15,3-3 21 16,0-8-26-16,17-3 18 16,6-7-11-16,4-6-2 0,2-3-11 15,-2-8-43-15,-1 0-61 16,-4 0-89-16,-8-9-93 15,-1-8-277-15</inkml:trace>
  <inkml:trace contextRef="#ctx0" brushRef="#br0" timeOffset="8044.26">22457 7181 915 0,'0'0'184'0,"0"0"-30"16,0 0-64-16,85 89-16 15,-59-70-28-15,-5-2-16 16,0-5-33-16,-5-6 17 16,-4-1-29-16,-5-5 5 15,-2 0-70-15,-2 0-26 16,-3-10-88-16,0-4-106 15,0-7-156-15</inkml:trace>
  <inkml:trace contextRef="#ctx0" brushRef="#br0" timeOffset="8218.11">22599 7168 856 0,'0'0'117'0,"0"0"65"16,-77 104-88-16,55-69-46 15,2-4-46-15,3-4 7 16,4-6-17-16,4-8 3 16,5-6-96-16,1-7-85 0,3 0-133 15,0-16-298-15</inkml:trace>
  <inkml:trace contextRef="#ctx0" brushRef="#br0" timeOffset="8519.02">22721 6927 932 0,'0'0'150'0,"0"0"17"15,79 97-47-15,-48-54-50 16,1 0 2-16,-1 1-28 15,-7-1-8-15,-5 3-1 16,-11-1-8-16,-5-1-7 16,-3-3-16-16,0-4 12 15,-16-6-23-15,-4-7 12 16,0-6-60-16,3-6-3 16,-1-10-63-16,5-2-42 15,7-1-155-15,6-18-267 16</inkml:trace>
  <inkml:trace contextRef="#ctx0" brushRef="#br0" timeOffset="8772.95">23283 7247 1050 0,'0'0'189'0,"0"0"-68"16,106-18-65-16,-73 13-24 15,-10 0-11-15,-6-1-14 16,-3 1-8-16,-12 1-16 16,-2-1-65-16,0-1-54 15,-11 0-168-15,-11 0-195 16</inkml:trace>
  <inkml:trace contextRef="#ctx0" brushRef="#br0" timeOffset="8934.26">23266 7089 1047 0,'0'0'111'15,"0"0"-3"-15,0 0-108 16,100-1 2-16,-69-5-34 15,-5-2-125-15,-4-3-326 16</inkml:trace>
  <inkml:trace contextRef="#ctx0" brushRef="#br0" timeOffset="9802.27">23873 6797 602 0,'0'0'167'15,"0"0"-4"-15,0 0-1 16,0 0-44-16,14-8-56 16,9 1-8-16,6-1-10 15,1 4-17-15,1 4-21 16,-5 0 5-16,-6 0-22 16,-6 8 20-16,-5 7-22 15,-6 5 28-15,-3 2-28 16,0 0 24-16,-6 3-17 15,-5-2 9-15,0-3-2 16,2-2 0-16,3-5 7 16,4-2-10-16,2-4 11 15,0-1-16-15,9-2 20 16,10-1-22-16,7-3 25 16,2 0-28-16,6 0 18 15,0 0-36-15,0-7-34 16,-3 1-72-16,-5 0-89 15,-6 2-82-15,-6 0-172 16</inkml:trace>
  <inkml:trace contextRef="#ctx0" brushRef="#br0" timeOffset="10156.37">23854 7243 658 0,'0'0'141'0,"0"0"20"0,0 0-11 16,0 0-28-16,0 0-1 15,115-18-56-15,-66 9-13 16,-1 1-26-16,0 0-9 16,-6 1-11-16,-4 3-6 15,-7 2 1-15,-8 0-33 16,-4 2 2-16,-7 0-48 16,-3 0-13-16,-4 0-86 15,-4 0-49-15,-1 0-39 16,0 0-38-16</inkml:trace>
  <inkml:trace contextRef="#ctx0" brushRef="#br0" timeOffset="10620.92">24095 7307 615 0,'0'0'142'0,"0"0"12"16,0 0-52-1,0 0 6-15,0 0-3 0,53 0-36 16,-27-1-24 0,-1-2-25-16,-1 3 0 0,-5 0-20 15,-4 0 13-15,-7 4-23 16,-5 7 20-16,-3 4-21 15,0 2 22 1,-1 0-19-16,-9 2 11 16,1 0-3-16,3-6-1 0,3 1 2 15,3-2-5-15,0-2 8 16,2-1-13-16,11 1 19 16,1-2-21-16,0 1 32 15,-2 0-23-15,-4 0 43 16,-5 1-20-16,-3 0 8 15,-3 5 6-15,-17 0-10 16,-5 1-13-16,-3 1-14 16,-1-1 12-16,3-5-21 15,2-2-3-15,6-7-57 16,3-2-16-16,7 0-140 16,5-16-213-16</inkml:trace>
  <inkml:trace contextRef="#ctx0" brushRef="#br0" timeOffset="11213.6">24648 7057 620 0,'0'0'164'0,"0"0"-11"16,0 0-32-16,0 0-30 15,-1 16 17-15,11 0-24 16,4 5-4-16,9 2-28 16,3 4 10-16,5 2-34 15,0 0 28-15,3 0-32 16,-4 0 16-16,-1-2-26 16,-3-3 7-16,-7-4-9 15,-2-6-12-15,-5-1 6 16,-7-6-16-16,0-2 3 15,-4-5-48-15,-1 0 11 16,0 0-43-16,0 0 3 0,-8-5-128 16,-1-11-146-16,-3-7-134 15</inkml:trace>
  <inkml:trace contextRef="#ctx0" brushRef="#br0" timeOffset="11421.75">24853 7084 868 0,'0'0'99'0,"-55"80"86"0,24-32-71 16,-3 3-37-16,0-7-48 16,3-4 7-16,7-9-45 15,6-10 19-15,6-9-62 16,4-10-61-16,8-2-113 15,0-14-221-15</inkml:trace>
  <inkml:trace contextRef="#ctx0" brushRef="#br0" timeOffset="12080.56">24976 6569 754 0,'0'0'124'16,"0"0"18"-16,0 0-59 16,0 0 20-16,0 0-51 15,49 4-18-15,-36-4-5 16,-1 2-12-16,-2 4-7 15,-7 2-16-15,-3 4 12 16,0 5 2-16,-2 2 16 16,-9 1-25-16,2-1 24 15,2 0-30-15,1-4 19 16,6-3-19-16,0-3 5 16,0-2 3-16,12-3-1 15,5 0 6-15,-1-4-15 16,1 0 18-16,-1 0-35 15,0 0-3-15,-6 0-70 16,-1-3-53-16,-2-2-102 0,-1 1-65 16,-2-3-132-16</inkml:trace>
  <inkml:trace contextRef="#ctx0" brushRef="#br0" timeOffset="12345.99">25324 6514 872 0,'0'0'152'0,"-12"94"50"15,1-42-107-15,-6-1-34 16,1-1-29-16,3-6-18 15,2-11-7-15,2-3-11 16,3-6 1-16,3-8-58 16,3-8-35-16,0-8-103 15,1 0-75-15,14-3-110 16</inkml:trace>
  <inkml:trace contextRef="#ctx0" brushRef="#br0" timeOffset="12806.23">25422 6714 734 0,'0'0'49'15,"0"0"112"-15,0 0-42 0,0 0-21 16,0 0-24-16,0 0-6 15,3 0-46-15,13 0 22 16,6 0-15-16,-3 0-15 16,-1 0-8-16,-5 0-8 15,0 0 2-15,-8 0-31 16,-5 0 6-16,0 5-28 16,-3 7 57-16,-8 1-23 15,3 0 28-15,2 0-19 16,5-4 12-16,1 1-2 15,0-3 1-15,6-1 8 16,6-2 5-16,0 1 23 16,-2-1-19-16,-1 0 14 15,-6 2-25-15,-3 1 24 16,0 2-15-16,-12 2 22 16,-4 0-34-16,-2 0 1 15,-1-2-2-15,1-3-13 16,7-2-24-16,-1-4-72 15,5 0-92-15,4 0-210 16</inkml:trace>
  <inkml:trace contextRef="#ctx0" brushRef="#br0" timeOffset="13071.03">25866 6702 1015 0,'0'0'57'0,"0"0"126"16,0 0-140-16,99 0-35 15,-79 0-25-15,-3-3-93 16,-6-5-131-16,-5-1-295 16</inkml:trace>
  <inkml:trace contextRef="#ctx0" brushRef="#br0" timeOffset="13396.31">26271 6559 858 0,'0'0'143'0,"0"0"59"16,23 101-45-16,-12-62-72 15,-5-3-37-15,2-4-18 16,-1-7-24-16,-1-4 2 16,-1-9-23-16,-1-2-16 0,-1-8-81 15,-3-2-127 1,0 0-256-16</inkml:trace>
  <inkml:trace contextRef="#ctx0" brushRef="#br0" timeOffset="14060.06">26484 7258 693 0,'0'0'215'15,"0"0"0"-15,0 0-45 16,85 0-90-16,-58 0-7 16,0 0-50-16,-4 0-13 15,-3-1-5-15,-7-2-14 16,-2-4-36-16,-5 1-86 15,-6-3-86-15,0 1-147 16,-1-1-237-16</inkml:trace>
  <inkml:trace contextRef="#ctx0" brushRef="#br0" timeOffset="14223.21">26453 7140 896 0,'0'0'80'0,"0"0"27"16,0 0-63-16,0 0-30 16,105-25-17-16,-68 16-36 15,-3-2-145-15,0 0-263 0</inkml:trace>
  <inkml:trace contextRef="#ctx0" brushRef="#br0" timeOffset="14956.89">27228 6822 855 0,'0'0'119'16,"0"0"6"-16,79-20-55 15,-50 20-33-15,-3 0-4 16,-6 0-22-16,-7 9-7 15,-7 11 6-15,-6 5 2 16,0 4 7-16,-16 2-15 16,0 0 12-16,-4 1-21 15,5-4 26-15,4-3-29 16,5-3 23-16,6-6-20 16,0 0 9-16,13-9-2 15,12-1 4-15,7-6 11 16,4 0-20-16,1 0 15 15,1-6-29-15,-5-5-32 16,-4 2-95-16,-6-1-71 16,-10 4-181-16</inkml:trace>
  <inkml:trace contextRef="#ctx0" brushRef="#br0" timeOffset="15205.01">27213 7283 944 0,'0'0'111'0,"77"-3"59"16,-20-8-60-16,7-3-69 15,1 0 11-15,-1 0-51 16,-8 3 8-16,-13 4-14 15,-7 2-31-15,-14 5-66 16,-8 0-101-16,-12 0-99 16,-2 4-213-16</inkml:trace>
  <inkml:trace contextRef="#ctx0" brushRef="#br0" timeOffset="28622.3">27402 7436 573 0,'0'0'72'16,"0"0"57"-16,0 0-7 0,-7 2-44 15,7-2 28-15,0 0-50 16,0 0-4-16,9 0-13 16,4 0-3-16,3 0-13 15,1 0-13-15,3 0 5 16,0 0-18-16,-1 0 11 16,0 3-17-16,-7 4 21 15,-3 2-23-15,-6 2 18 16,-3 4-22-16,0 1 17 15,-5-2-2-15,-5 1 0 16,1 0 2-16,4-3-6 16,5 1 5-16,0-5-8 15,11 3 15-15,9-3-19 16,2 3 22-16,4-2-22 16,0 3 22-16,-5-3-18 15,-6 2 11-15,-4-1 4 16,-9 3 8-16,-2 1 52 15,-10-1-5-15,-12 0-13 16,-9 1-37-16,0-3 4 16,-1-2-22-16,0-4 16 15,5-2-50-15,4-3-15 16,4 0-84-16,6 0-106 16,4-14-191-16</inkml:trace>
  <inkml:trace contextRef="#ctx0" brushRef="#br0" timeOffset="29366.74">27947 7089 708 0,'0'0'98'0,"0"0"56"0,0 0-1 16,0 0-50-16,53 28-25 16,-31-12-11-16,1 5-12 15,6 2-4-15,2 0-27 16,3 1 14-16,-1-1-19 16,-1-1 15-16,0-2-28 15,-8 0 14-15,-5-4-26 16,-2-3 14-16,-8 0-9 15,-3-5 1-15,-3 0-3 16,-3-5-14-16,0 0-18 16,0-3-23-16,-6 0-1 15,-7 0-73-15,0 0-45 16,-2-6-144-16,3-11-231 16</inkml:trace>
  <inkml:trace contextRef="#ctx0" brushRef="#br0" timeOffset="29602.98">28227 7093 884 0,'0'0'66'0,"-66"71"104"16,31-29-52-16,-1-1-38 15,5-4-40-15,4-6-4 0,8-6-40 16,5-8 14-16,6-7-20 16,4-4-52-1,3-6-72-15,1 0-101 0,0-14-207 16</inkml:trace>
  <inkml:trace contextRef="#ctx0" brushRef="#br0" timeOffset="30295.85">28325 6742 862 0,'0'0'93'15,"0"0"82"-15,0 0-77 16,0 0-28-16,68 0-37 16,-53 0-19-16,0 0-13 15,-3 0-5-15,1-4-41 16,-3 1-98-16,-1-3-94 15,-2-1-148-15</inkml:trace>
  <inkml:trace contextRef="#ctx0" brushRef="#br0" timeOffset="30610.8">28640 6521 636 0,'0'0'57'0,"0"0"85"0,0 0 1 16,0 0-13-16,0 0-51 15,3 75 4-15,-3-58-54 16,1 2 0-16,1-2-27 15,-1 1 0-15,1-2-2 16,1 0-15-16,0 0-25 16,2-3-51-16,1-3-27 15,-2-5-115-15,2-4-77 16</inkml:trace>
  <inkml:trace contextRef="#ctx0" brushRef="#br0" timeOffset="30871.39">28858 6596 847 0,'0'0'144'0,"-3"71"15"16,-7-36-86-16,-4-2-19 16,2-1-47-16,1-9-4 15,2-3-2-15,3-6-33 16,0-5-74-16,2-5-108 16,0-4-107-16</inkml:trace>
  <inkml:trace contextRef="#ctx0" brushRef="#br0" timeOffset="31910.97">28932 6722 469 0,'0'0'78'16,"0"0"51"-16,0 0-23 15,0 0-3-15,13 0-15 16,-3 0 12-16,4 0-40 15,-2 0 1-15,-2 0-42 16,3 0 9-16,-6 0-26 16,2 0 2-16,-5 0-3 15,0 0-3-15,-2 9-2 16,-2-2-7-16,0 1 16 0,0 1-13 16,0-1 17-16,0 2-21 15,3-2 22 1,1 0-20-16,2 0 18 0,-2 1-13 15,-1-2 6 1,0-1 1-16,-1 0 6 0,-2 2 17 16,0-1 1-16,0-1 18 15,-6 2-15-15,-6-2 5 16,-1 2-35-16,2-3 16 16,-1-1-24-16,1-3 2 15,2-1-56-15,2 0-53 16,-1 0-119-16,3-1-216 15</inkml:trace>
  <inkml:trace contextRef="#ctx0" brushRef="#br0" timeOffset="90394.33">20522 10160 636 0,'0'0'49'0,"0"0"14"15,0 0 6-15,0 0-1 16,0 1-12-16,0-1 10 16,3 2-13-16,1-2-10 15,0 0 1-15,2 0-7 16,3 0 12-16,-2 0-22 16,5 0 15-16,2-8-21 15,6-7 22-15,5-7-37 16,5-2 15-16,3-5-23 15,7-5 8-15,0 2-3 16,3-3-1-16,-1-1 4 16,1 1-11-16,-1-2 15 15,0-2-19-15,4-4 23 16,2 0-28-16,1-5 33 16,5-3-31-16,1-2 26 15,1-1-19-15,3-4 7 0,3 1-3 16,-1 0-3-1,1 1 8-15,0 4-13 0,-3 0 19 16,-4 6-20-16,-3 0 30 16,-4 2-25-16,-2 2 29 15,-3 0-22-15,-1-2 15 16,0 1-17-16,0-1 5 16,-1-3 4-16,2-1-4 15,-3 2 8-15,-4 3-17 16,2 2 17-16,-7 6-22 15,-6 7 28-15,-3 3-28 16,-5 6 33-16,-4 4-25 16,-3 0 18-16,0 3-8 15,-2 1 0-15,-3 1 3 16,1 1-7-16,-3 3 11 16,0 1-18-16,-3 2 22 15,0-1-25-15,0 3 29 16,-14 1-33-16,-3 0 22 15,-9 0-30-15,-1 0 12 16,-2 0-4-16,-3 4 0 16,4 1 2-16,2-1-5 15,3-1 14-15,4 0-16 16,4-3 20-16,5 0-20 16,4 0 31-16,6 0-33 15,0-6 26-15,0-6-20 16,13-2 9-16,13-3 0 15,6-5-3-15,7-1 7 16,7 0-10-16,-1 1 15 16,0 4-19-16,-6 4 25 15,-4 2-28-15,-7 7 29 0,-7 1-30 16,-5 4 27-16,-4 0-20 16,-6 0 6-16,-3 9 7 15,-3 10 1-15,0 4 10 16,-6 9-12-16,-6 3 9 15,-2 5-1-15,2 2 18 16,1-1-24-16,4-2 25 16,4-4-38-16,3-10 19 15,0-2-15-15,0-11-8 16,0-4-32-16,9-8-26 16,1 0-14-16,1 0-59 15,-3 0-115-15,-2-4-305 16</inkml:trace>
  <inkml:trace contextRef="#ctx0" brushRef="#br0" timeOffset="94444.2">20987 5203 355 0,'0'0'51'0,"0"-8"62"16,0 1-22-16,0 2-16 15,-3-1-1-15,-3 1 2 16,-4-1-30-16,0 1 8 16,-3 1-45-16,-1 3 29 15,-5 1-5-15,-1 0-7 16,1 0-9-16,-4 10-4 16,1 10-7-16,2 4-12 15,1 4 14-15,2 11-17 16,8 5 27-16,2 5-27 15,7 6 26-15,0 7-22 16,0 1 32-16,9 4 1 16,3 1-2-16,2 3 2 15,-3-2 16-15,1 1-16 16,-6 1-24-16,1-2 20 16,-3 2-16-16,0 0 28 15,-1 0-31-15,-1 0 17 16,0-1-11-16,0 0 5 15,-1 0-13-15,2-6 4 16,0 0-5-16,-1-3 12 16,-1-4 2-16,1 0-22 15,-2-4 23-15,0 1-21 16,0 0 32-16,0-1-27 16,0 0 28-16,-8 2-29 0,1-1 21 15,-1 2-12 1,0-2-4-16,5-2 2 0,2-4-8 15,1-6 12 1,0-2-20-16,4-8 23 0,8 0-26 16,-2-5 34-1,0 0-34-15,0 0 17 0,-1-5-3 16,-2 1 1-16,-1-2-1 16,2-3-3-16,-5 2 5 15,3-4-8-15,-4 2 13 16,0-4-21-16,1 1 28 15,0-4-31-15,0 1 33 16,0-4-33-16,4 0 27 16,-4-1-21-16,1-1 9 15,2-2-1-15,2 0-1 16,0-2 3-16,2 0-12 16,0 1 18-16,3-3-22 15,0 0 27-15,1 0-29 16,3 0 35-16,1 0-36 15,0 0 3-15,2 0 26 16,4 0-11-16,1 0 1 16,3 0-5-16,1 0 9 15,2 0-15-15,4 0 20 16,2 0-23-16,2 0 30 16,0 0-31-16,5-3 30 15,-1 1-30-15,1 0 21 16,0 2-20-16,0 0 1 15,3 0 5-15,-2 0-3 0,1 0 11 16,0-1-14 0,0 0 23-16,-1 1-25 0,1 0 32 15,-2 0-32 1,-2 0 30-16,0 0-28 0,-2 0 14 16,1 0 0-16,0 1-2 15,1 0-1-15,1-1-7 16,1 0 11-16,-1 0-19 15,1 0 26-15,-1 0-25 16,0 0 32-16,-1 0-33 16,0 0 29-16,3 0-22 15,0 0 11-15,1 2-2 16,2 2-1-16,2-2 1 16,3 1-10-16,0 0 16 15,4-2-16-15,2 0 23 16,2 2-35-16,0-1 49 15,-1 4-40-15,-2 1 27 16,3 0-23-16,-4 2-1 16,1-2 20-16,3 2-12 15,-1-5 6-15,3 1-12 16,-1-1 18-16,1 0-22 16,-1 0 26-16,0 2-31 15,1-2 39-15,-7 1-35 16,1-1 25-16,-6 2-32 15,1-2 36-15,-2 0-15 16,0-1-8-16,0-1 15 16,-2 3-44-16,0-1 75 15,0 0-51-15,-1 0 28 16,0 0-39-16,-1 0 50 16,0-1-39-16,1 1 23 0,-2 2-15 15,3-4 5 1,0 1 4-16,1-2-24 15,0-1 39-15,1 0-31 0,2 0 22 16,2 3-51-16,-4-2 84 16,5 2-57-16,-1 1 30 15,-1 1-29-15,1-2 18 16,0 0-5-16,3-2-2 16,-1-1 4-16,2 0-7 15,-2 0 13-15,1 0-18 16,-1 0 23-16,2 0-27 15,-2 0 32-15,0 0-33 16,-1 1 30-16,2 2-25 16,-1 0 12-16,-1 0 0 15,2 0-3-15,-1-2 4 16,4 2-10-16,-2-3 19 16,2 0-23-16,3 0 22 15,-1 0-27-15,4 0 33 16,-1 0-33-16,1 0 26 15,2 0-17-15,2 0 7 16,2 0 1-16,-1 0-2 16,1 0 5-16,3 0-12 15,-3-2 17-15,2 0-18 16,-1 0 25-16,1 0-29 16,1-3 30-16,2 2-33 15,-1 2 29-15,-1-2-17 16,-2 2 4-16,0 1 3 15,-1 0-4-15,-1-1 7 16,0-1-20-16,-3 0 24 16,3-1-24-16,-1-1 29 15,0-2-29-15,-1 4 29 0,-1-2-29 16,0 0 21-16,-2 1-9 16,-4-1 1-16,0 4 3 15,2-3-5-15,-5-1 10 16,2 1-17-16,-2-2 20 15,-4 0-22-15,0-4 30 16,-3 1-34-16,-3-2 32 16,-3 1-29-16,-2-3 19 15,-3 1-7-15,-3-3 0 16,-5-3 4-16,-1 1-9 16,-5-4 15-16,-1-2-18 15,-5-3 22-15,0-1-28 16,-2-3 34-16,-2-2-35 15,-1-1 31-15,-3-5-24 16,0-5 12-16,-4-2-3 16,0-6-1-16,-4-4 5 15,1-4-10-15,-3-1 15 16,-3-1-19-16,0-3 23 16,0 2-24-16,0 0 32 15,0-3-31-15,-7 3 25 16,-3-2-22-16,-2-3 10 15,-4-3 0-15,3-2-2 16,-3-3 4-16,2 0-13 16,-2 4 14-16,1-1-21 15,-2 4 30-15,1 4-29 16,-2 5 31-16,-4 3-32 16,3 2 25-16,-4 2-16 15,0 2 6-15,0-1 0 0,-2-1-1 16,-1-1 4-1,3 2-16-15,0-1 22 0,4 4-23 16,-1 3 29-16,4 4-27 16,-1 4 29-16,4 4-31 15,-2 2 22-15,4 3-11 16,-2 2 1-16,1 5 3 16,-1 1-5-16,-1 3 10 15,-1 3-20-15,-2 1 26 16,-3 2-28-16,-2 3 33 15,-4 1-36-15,-7 0 33 16,-5 1-30-16,-6 3 19 16,-7-1-4-16,-7-1 0 15,-8-1 2-15,-8 1-9 16,-5 2 19-16,-4-4-22 16,-5 4 25-16,-1-3-28 15,-2 1 32-15,-2 1-33 16,-2 2 30-16,0 1-24 15,-2-2 12-15,0 1-4 16,-2 1-3-16,-2 0 5 16,1-1-9-16,-1-1 17 15,-2 0-21-15,1-1 27 16,-1 2-28-16,-2-2 30 16,1 0-31-16,0 2 26 15,6 0-19-15,-2-1 9 16,2 1 0-16,-1 1-1 15,1-2 3-15,5 0-23 16,-1 0 35-16,3 0-31 16,0-2 29-16,5 1-28 15,0 0 31-15,2-1-31 16,2-1 24-16,1 1-14 16,3 1 4-16,3-1 1 0,4 1-3 15,-1 0 9-15,4 2-17 16,3-1 22-16,3 2-26 15,1-3 31-15,3 3-29 16,5-1 29-16,4 1-30 16,3 0 17-16,6-4-7 15,9 0 0-15,8 1 4 16,5 1-5-16,5-1 12 16,7 3-20-16,6-1 30 15,0-1-32-15,0 2 33 16,0 0-35-16,0 0 29 15,3 0-27-15,5 0 19 16,2 0-5-16,-5 0-1 16,1 0 3-16,-3 0-8 15,0 0 15-15,-1 0-21 16,-2 0 25-16,0 0-29 16,0 2 36-16,0-1-36 15,0-1 32-15,0 0-27 16,0 0 13-16,0 0-19 15,-5 0-27-15,-7 0-56 16,-3 0-122-16,-4 0-182 16</inkml:trace>
  <inkml:trace contextRef="#ctx0" brushRef="#br0" timeOffset="96065.47">20959 5154 385 0,'-1'0'86'0,"1"0"29"0,0 0-1 15,0-3-56-15,4 3-1 16,7-2 28-16,3 0-26 15,5 1 19-15,2 0-38 16,5-1 6-16,5 2-34 16,5-2 7-16,4-1-19 15,9 0 4-15,2-1 1 16,8 1-2-16,2-1 4 16,4 0-14-16,0 3 19 15,3 0-23-15,1 1 27 16,3-2-30-16,3 2 31 15,3-4-32-15,6 0 22 16,4-4-10-16,6 0 0 16,3-2 5-16,3 1-5 15,2 0 8-15,-1 1-14 16,3 2 23-16,1-2-26 16,0 3 28-16,0-1-24 15,-3 2 28-15,0-2-24 16,-6 2 13-16,-5 1-8 15,-4 0 0-15,-6 3 3 16,-3 0-7-16,-6 0 11 16,-3 0-18-16,-4 0 25 15,-6 0-27-15,-5 0 29 16,-3 3-33-16,-8 2 33 16,-6 3-26-16,-3 1 12 15,-7-1-3-15,-4 1 0 16,-3-1 2-16,-1 1-7 15,-3-1 13-15,1-1-18 0,-2 0 23 16,1-2-26 0,-2 2 28-16,3-3-27 0,0 0 24 15,0 0-20-15,0-1 9 16,3-1 1-16,3 1-3 16,0-3 4-16,1 1-10 15,2 1 16-15,0-1-18 16,-3 2 20-16,3-1-23 15,-4 0 27-15,1 0-32 16,2-1 31-16,3-1-20 16,2 0 7-16,2 0 0 15,0 0-2-15,1 1 5 16,-1 2-13-16,-3 0 21 16,-3 1-26-16,-6-2 28 15,-1 3-27-15,-6-2 27 16,-2-1-40-16,-4 1-2 15,-4-1-34-15,0 0-39 16,-3-2-70-16,0 0-103 16</inkml:trace>
  <inkml:trace contextRef="#ctx0" brushRef="#br0" timeOffset="98298.99">2433 5811 722 0,'-20'-27'21'15,"1"0"17"-15,-4-2 41 16,0 5-47-16,2 3 16 16,1 5-11-16,2 6 0 15,3 6-3-15,-1 4-21 16,5 0-6-16,-1 11-17 16,2 14 15-16,3 9-18 15,5 7 21-15,2 6-18 16,0 5 28-16,8-1-3 15,9-1 15-15,2-2 0 16,1-1 1-16,0-7 3 16,-4-1-26-16,1-3 19 15,-4-4-12-15,-1-2 3 16,-6-6-26-16,-5-2 22 16,-1-4-25-16,0-2-13 15,-1-4-67-15,-14-2-67 16,-4-6-89-16,-4-4-206 15</inkml:trace>
  <inkml:trace contextRef="#ctx0" brushRef="#br0" timeOffset="98475.99">2160 6165 771 0,'0'0'85'0,"0"0"36"15,98-27 9-15,-57 20-124 16,-4-2 8-16,-1 1-24 16,-2-3-28-16,-4 0-102 15,-3-2-109-15,-2-2-257 16</inkml:trace>
  <inkml:trace contextRef="#ctx0" brushRef="#br0" timeOffset="98736.07">2739 5772 992 0,'0'0'31'0,"0"0"-14"15,-47 110 66-15,36-60-54 16,1 1-18-16,6 1 3 15,4-4-8-15,0-4 6 16,4-4-16-16,14-8-2 16,5-6-32-16,0-9-28 15,3-5-63-15,-3-12-5 16,0 0-70-16,-4-4-193 16</inkml:trace>
  <inkml:trace contextRef="#ctx0" brushRef="#br0" timeOffset="98976.6">2894 5997 689 0,'0'0'65'0,"0"0"29"0,0 0 45 15,69 71-11-15,-46-53-74 16,0-1 1-16,-2-2-47 15,-3-2 8-15,-3-6-27 16,-2 2 8-16,-3-5-65 16,-3-4-39-16,0 0-40 15,-4-1-40-15,-1-15-164 16</inkml:trace>
  <inkml:trace contextRef="#ctx0" brushRef="#br0" timeOffset="99149.03">3063 6041 731 0,'0'0'83'0,"-41"69"81"15,20-33-44-15,-3-5-100 16,3-6-1-16,2-6-30 16,8-7-13-16,-1-8-74 15,3-4-67-15,5-3-208 16</inkml:trace>
  <inkml:trace contextRef="#ctx0" brushRef="#br0" timeOffset="99449.68">3053 5747 782 0,'0'0'129'0,"0"0"31"0,106 81-9 16,-62-46-73-16,-1-1 5 16,-1 1-25-16,-6-3-19 15,-6-3-12-15,-8-1-13 16,-12-2 4-16,-10 3-12 16,0 1 15-16,-7 2-27 15,-16 4 11-15,-6 0-46 16,-3-1 1-16,2-3-74 15,4-8-77-15,4-9-166 16,9-8-158-16</inkml:trace>
  <inkml:trace contextRef="#ctx0" brushRef="#br0" timeOffset="99607.58">3621 6029 984 0,'0'0'111'16,"0"0"2"-16,0 0-100 16,0 0 0-16,0 0-34 15,50-2-59-15,-50 2-131 16,-9-3-142-16</inkml:trace>
  <inkml:trace contextRef="#ctx0" brushRef="#br0" timeOffset="99766.74">3548 5918 1081 0,'0'0'52'0,"0"0"44"0,0 0-67 16,79-23-26-16,-45 10-38 16,-3-2-153-16,0-2-235 15</inkml:trace>
  <inkml:trace contextRef="#ctx0" brushRef="#br0" timeOffset="100966.67">4112 5906 645 0,'0'0'128'15,"0"0"52"-15,0 0-44 16,0 0-68-16,-3 0 4 16,15-4-38-16,11-9 12 15,4-6-22-15,1 1 8 16,1 4-26-16,0 1-1 15,-3 7 0-15,-3 6-10 16,-7 5 12-16,-2 17-6 16,0 6 18-16,-3 4-21 15,-2 4 21-15,1-1-28 16,1-4 26-16,5-2-29 16,1-5 19-16,3-2-10 15,3-3 2-15,-2-3 2 16,0-6-11-16,-1 0-12 15,-5-5-35-15,0-4-13 16,-3-1-42-16,-4 0 8 16,-2-2-103-16,-5-11-45 15,-1-2-184-15</inkml:trace>
  <inkml:trace contextRef="#ctx0" brushRef="#br0" timeOffset="101211.76">4465 5878 893 0,'0'0'129'0,"-39"79"28"16,16-32-36-16,0-4-78 15,0-3-5-15,4-8-37 16,0-4 15-16,9-8-20 15,1-8-2-15,6-5-38 16,1-4-58-16,2-3-75 16,0 0-156-16,0-18-254 15</inkml:trace>
  <inkml:trace contextRef="#ctx0" brushRef="#br0" timeOffset="102236.37">4662 5270 702 0,'0'0'109'0,"0"0"35"15,0 0-41-15,1 19-44 16,3-2-5-16,-1 4-15 15,0 2-15-15,1-3 1 16,1-1-29-16,-2-3 18 16,0-1-25-16,-1-4 16 15,0-4-77-15,1-3-59 16,-2-4-101-16,2 0-102 0</inkml:trace>
  <inkml:trace contextRef="#ctx0" brushRef="#br0" timeOffset="102517.96">4953 5228 893 0,'0'0'92'16,"-17"97"77"-16,2-41-89 16,1-2-46-16,-1-2-8 15,1-5-28-15,5-6 13 16,2-6-62-16,3-8-29 16,2-7-100-16,1-7-62 15,1-8-231-15</inkml:trace>
  <inkml:trace contextRef="#ctx0" brushRef="#br0" timeOffset="102851.86">5024 5438 866 0,'0'0'84'15,"0"0"49"-15,0 0-14 0,0 0-97 16,0 0 6 0,0 0-19-16,81-7 17 0,-81 25-22 15,0 3 4-15,0 5 2 16,0 1-7 0,0-3 7-16,0-1-6 0,0-7 13 15,0 0-24-15,0-7 22 16,0-2-25-16,10-4 25 15,7-3-22-15,2 0 23 16,3 0-19-16,1-4-11 16,0-11-30-16,0 2-74 15,-3-1-99-15,-4 2-150 16</inkml:trace>
  <inkml:trace contextRef="#ctx0" brushRef="#br0" timeOffset="104184.88">2472 7018 719 0,'0'0'70'0,"0"0"47"15,0 0-13-15,-13-39-42 16,0 21-49-16,-3 0 36 0,-1-1-35 16,-1 0 1-1,-2 3-22-15,0 4 9 16,1 3-5-16,1 9-8 0,0 0 0 16,1 6-25-16,2 13 15 15,5 11 9-15,5 8 16 16,5 7-14-1,0 4 35-15,7 5 2 0,10 1 11 16,-1 1-22-16,3-2 29 16,-4-3-5-16,-3-3 9 15,0-3-15-15,-4-6-19 16,-5-3 5-16,0-6-22 16,-1-6 16-16,-2-1-26 15,0-5 3-15,0-3-61 16,-2-4-23-16,-8-1-62 15,-3-5-91-15,-7-3-195 16</inkml:trace>
  <inkml:trace contextRef="#ctx0" brushRef="#br0" timeOffset="104378.5">2258 7310 961 0,'0'0'75'15,"0"0"-5"-15,0 0-71 16,90-21 0-16,-69 20-76 16,-4 0-91-16,1-3-119 15</inkml:trace>
  <inkml:trace contextRef="#ctx0" brushRef="#br0" timeOffset="104699.7">2758 6868 996 0,'0'0'7'15,"0"0"56"-15,0 0-4 16,0 0-40-16,-23 85-11 15,10-56-9-15,4-1-36 16,-1-3-84-16,-1-3-93 16,5-6-272-16</inkml:trace>
  <inkml:trace contextRef="#ctx0" brushRef="#br0" timeOffset="105189.53">2982 6861 496 0,'0'0'78'16,"0"0"61"-16,0 0-24 15,-19 74-22-15,10-35-2 16,1 6-8-16,-2 10-14 16,0 3 2-16,2-1-32 15,2-1 3-15,2-2-32 16,4-7 11-16,0-5-29 16,0-5 17-16,13-5-15 15,3-4 7-15,1-5-2 16,-1-4-25-16,-1-4-20 15,-2-4-51-15,-5-4-50 16,-3-3-104-16,-5-4-157 16</inkml:trace>
  <inkml:trace contextRef="#ctx0" brushRef="#br0" timeOffset="105597.91">3180 7193 775 0,'0'0'113'15,"0"0"46"-15,0 0-21 16,65 85-80-16,-42-60 26 16,1-1-48-16,-1-1 18 15,-1-2-35-15,0-2 3 16,-4-4-13-16,-3-3-8 15,-5-4 2-15,-1-1-26 16,-3-4-11-16,-5-3-62 16,-1 0-37-16,0 0-100 15,0-14-121-15</inkml:trace>
  <inkml:trace contextRef="#ctx0" brushRef="#br0" timeOffset="105782.39">3330 7243 834 0,'0'0'91'0,"-44"95"59"15,21-45-52-15,2-5-79 16,0-8-17-16,4-7-11 16,6-10-58-16,-1-11-72 15,6-9-88-15,2 0-208 16</inkml:trace>
  <inkml:trace contextRef="#ctx0" brushRef="#br0" timeOffset="106089.56">3412 6974 905 0,'0'0'150'16,"67"87"7"-16,-30-38-49 15,-2 1-58-15,-3 2 19 16,-5 0-33-16,-4-2 19 16,-8 3-24-16,-7-5 15 15,-8-2-18-15,0-3-18 16,-1-4-2-16,-13-3-12 15,-3-9-2-15,0-5-43 16,3-8-14-16,-4-10-50 16,5-4-50-16,1-4-233 15,3-20-357-15</inkml:trace>
  <inkml:trace contextRef="#ctx0" brushRef="#br0" timeOffset="106298.37">3955 7310 1122 0,'0'0'102'0,"0"0"28"0,0 0-71 16,86-26-61-16,-75 21 17 15,-7-4-49-15,-4 2-18 16,0-5-111-16,-8 3-190 15,-13-1-363-15</inkml:trace>
  <inkml:trace contextRef="#ctx0" brushRef="#br0" timeOffset="106436.85">3862 7168 1012 0,'0'0'56'16,"0"0"80"-16,0 0-104 15,80-20-52-15,-54 9-106 16,-4-1-242-16</inkml:trace>
  <inkml:trace contextRef="#ctx0" brushRef="#br0" timeOffset="106887.65">4575 6913 1032 0,'0'0'103'0,"11"70"3"16,-6-26-14-16,-1-2-87 15,1-1 12-15,-3-3-32 16,2-5-12-16,-2-2-92 16,-2-6-98-16,0-4-126 15,0-3-291-15</inkml:trace>
  <inkml:trace contextRef="#ctx0" brushRef="#br0" timeOffset="107095.32">4501 7340 1007 0,'0'0'73'0,"0"0"104"16,108-60-117-1,-60 35-27-15,3 2-41 0,-3 0 20 16,-4 7-38-16,-8 5-55 16,-11 8-93-16,-11 3-147 15,-11 0-340-15</inkml:trace>
  <inkml:trace contextRef="#ctx0" brushRef="#br0" timeOffset="107429.23">4624 7449 1000 0,'0'0'58'0,"0"0"69"15,0 0-71-15,0 0-39 16,92-1-9-16,-79 1-11 15,-6 6 9-15,-4 10 2 16,-1 6 16-16,-2 5-21 16,0-1 23-16,0 1-25 15,0-3 23-15,0-2-17 16,0-5 10-16,0-6-14 16,12-4-3-16,5-5 1 15,4-2-4-15,4 0-4 16,6-9-44-16,4-12-36 15,0-5-128-15,0-1-243 16</inkml:trace>
  <inkml:trace contextRef="#ctx0" brushRef="#br0" timeOffset="107915.61">5206 7110 904 0,'0'0'98'15,"0"0"62"-15,0 0-39 16,0 0-25-16,82 87-55 16,-58-60 16-16,2 2-36 15,-1-3 7-15,0-5-21 16,-4-2-2-16,-2-2-3 16,-3-3-19-16,-7-3-10 0,0-2-41 15,-8-4-26-15,-1-2-107 16,0-3-102-16,0 0-230 15</inkml:trace>
  <inkml:trace contextRef="#ctx0" brushRef="#br0" timeOffset="108115.73">5431 7121 835 0,'0'0'138'16,"0"0"-2"-16,-45 76-24 15,18-34-28-15,-5 5-48 16,-2-4-16-16,-1-5-20 16,4-9 5-16,7-7-59 15,5-8-39-15,9-9-69 16,6-5-90-16,4-6-262 16</inkml:trace>
  <inkml:trace contextRef="#ctx0" brushRef="#br0" timeOffset="109318.4">5613 6509 520 0,'0'0'114'0,"0"0"-1"0,0 0-32 16,0 32-32-16,0-13 21 16,0 2-43-16,0-1 1 15,0-1-27-15,2 0 16 16,2-2-25-16,2-5-31 15,-2-4-69-15,-3-1-58 16,2-4-140-16</inkml:trace>
  <inkml:trace contextRef="#ctx0" brushRef="#br0" timeOffset="109593.37">5519 6778 699 0,'0'0'121'16,"0"0"63"-16,103-54-40 15,-61 33-75-15,0 0-17 16,-5 3-19-16,-2 1-35 15,-9 5 15-15,-4 5-45 16,-8 3-53-16,-4 3-113 16,-7 1-99-16,-3 0-307 15</inkml:trace>
  <inkml:trace contextRef="#ctx0" brushRef="#br0" timeOffset="109940.72">5645 6841 740 0,'0'0'36'0,"0"0"81"16,0 0 27-16,0 0-74 15,0 0-36-15,74 0-25 16,-64 0-4-16,-3 3-16 16,-3 9 21-16,-4 5-15 15,0-1 23-15,0 3-21 16,0-4 22-16,0-1-22 16,2-5 11-16,8-4-10 15,4 0 1-15,6-5 4 16,3 0-3-16,2-5-10 15,3-7-47-15,-5-3-68 16,-5-1-121-16,-2 0-228 16</inkml:trace>
  <inkml:trace contextRef="#ctx0" brushRef="#br0" timeOffset="110218.64">6166 6688 961 0,'0'0'75'15,"0"0"58"-15,0 0-78 16,97-32-51-16,-75 25-9 16,-7 3-83-16,-4 0-165 15,-4 2-375-15</inkml:trace>
  <inkml:trace contextRef="#ctx0" brushRef="#br0" timeOffset="111062.15">6509 6438 591 0,'0'0'138'0,"0"0"5"0,0 0-13 16,0 0-17-16,15 57-30 15,-9-24-29-15,2 3 17 16,-1 4-37-16,1-1-3 16,-2-3-29-16,-1-8 21 15,-2-4-37-15,-1-9 17 16,3-6-49-16,-3-3-30 15,-2-6-79-15,0 0-164 16,0-2-257-16</inkml:trace>
  <inkml:trace contextRef="#ctx0" brushRef="#br0" timeOffset="111699.62">6888 7311 856 0,'0'0'162'15,"0"0"9"-15,0 0-71 16,93-1-74-16,-79 1-12 15,-2 0-28-15,-6 0-23 16,-6 0-67-16,0-1-61 16,-3-5-205-16</inkml:trace>
  <inkml:trace contextRef="#ctx0" brushRef="#br0" timeOffset="111875.66">6829 7177 982 0,'0'0'82'0,"0"0"-25"15,0 0-48-15,93-21-42 16,-65 10-63-16,3-3-157 16,1-2-417-16</inkml:trace>
  <inkml:trace contextRef="#ctx0" brushRef="#br0" timeOffset="112298.26">7606 6909 859 0,'0'0'115'0,"0"0"17"0,32 106-58 16,-25-67-68-16,-2-4 9 15,-1-3-31-15,-4-5-22 16,0-5-91-16,0-3-81 15,-3-5-204-15</inkml:trace>
  <inkml:trace contextRef="#ctx0" brushRef="#br0" timeOffset="112513.72">7463 7282 1034 0,'0'0'86'0,"78"-43"49"16,-28 16-108-16,7 2 1 15,0 2-36-15,-3 4 24 16,-3 5-38-16,-9 4-46 16,-13 10-92-16,-13 0-114 15,-15 1-205-15</inkml:trace>
  <inkml:trace contextRef="#ctx0" brushRef="#br0" timeOffset="112843.19">7579 7406 826 0,'0'0'93'0,"0"0"1"15,0 0-48-15,0 0-22 16,0 0 7-16,0 0-18 16,62 67 0-16,-62-40-1 15,0 1-12-15,0-1 12 16,0-2-9-16,0-2 16 16,0-4-26-16,0-6 22 15,13-6-22-15,7 0 36 16,3-6-20-16,2-1-2 15,-1 0-4-15,0 0-10 16,-1-4-36-16,-3-4-63 16,-3-3-93-16,0-2-151 15</inkml:trace>
  <inkml:trace contextRef="#ctx0" brushRef="#br0" timeOffset="113816.21">8204 7084 564 0,'0'0'126'0,"0"0"1"15,0 0 29-15,22 2 2 16,1 15-48-16,4 5-17 16,5 7-44-16,-2 2 5 15,2 0-23-15,-2-2 12 16,-2-2-35-16,-6-4 12 16,-4-5-24-16,-4-4 7 15,-5-3-15-15,-3-7-23 16,-4 1-13-16,-2-2-32 15,0-3-36-15,0 0-85 16,-5 0-99-16,-7-14-257 16</inkml:trace>
  <inkml:trace contextRef="#ctx0" brushRef="#br0" timeOffset="114015.55">8426 7059 789 0,'0'0'81'0,"-37"78"70"16,17-32-54-16,-3-5-60 15,0-1-28-15,4-9 2 16,0-7-17-16,4-5-15 16,3-8-82-16,6-9-91 15,0-2-179-15</inkml:trace>
  <inkml:trace contextRef="#ctx0" brushRef="#br0" timeOffset="114508.01">8582 6691 957 0,'0'0'46'0,"0"0"94"0,0 0-47 16,0 0-46-16,83-15-21 15,-64 7-28-15,-2 1 13 16,-6 2-51-16,0 2-58 16,-8 1-145-16,1 2-189 15</inkml:trace>
  <inkml:trace contextRef="#ctx0" brushRef="#br0" timeOffset="114982.98">8909 6442 639 0,'0'0'132'0,"0"0"3"16,0 0-18-16,0 0-45 15,0 0 24-15,0 37-58 16,0-14-16-16,0 0-22 15,0 4 2-15,0-1 0 16,0-3-9-16,2-1-18 16,2-4-39-16,4-3-38 15,1-8-79-15,3-7-22 16,1 0-231-16</inkml:trace>
  <inkml:trace contextRef="#ctx0" brushRef="#br0" timeOffset="115229.92">9134 6463 927 0,'0'0'175'16,"-13"122"-41"-16,0-54-43 15,-4 1-60-15,1-8 1 16,-1-6-45-16,5-10 18 16,2-12-66-16,4-10-68 15,1-9-119-15,0-11-173 16</inkml:trace>
  <inkml:trace contextRef="#ctx0" brushRef="#br0" timeOffset="115563.11">9186 6687 943 0,'0'0'49'16,"0"0"112"-16,0 0-94 15,0 0-40-15,0 0-9 16,0 0 6-16,60 31-10 15,-58-11-7-15,1-1 10 16,-1 5-17-16,-1-3 17 16,2 2-19-16,0-4 24 15,0-4-28-15,3-4 22 16,2 0-28-16,5-7 18 16,2-3-9-16,0-1 1 15,4 0-4-15,0-1-18 16,0-10-32-16,-3-2-93 15,-3 4-90-15,0-2-295 16</inkml:trace>
  <inkml:trace contextRef="#ctx0" brushRef="#br0" timeOffset="119745.5">1603 5282 211 0,'0'0'9'0,"0"0"-9"16,3 70 18-1,-2-37 7-15,2 5 1 0,1 5 9 16,0 5 9-16,-2 5 5 16,-2 3 18-16,1 3 23 15,-1 4-71-15,0-2-1 16,2 2-20-16,-1-3 16 15,2 0-17-15,1-2 3 16,1 1 0-16,-4 0-6 16,1 1-4-16,-2 2 4 15,0 2 10-15,0 3-72 16,0 4 20-16,-6-1 7 16,0 3 7-16,0 1 1 15,-1-2 19-15,0 2 9 16,3-6 6-16,1-1 4 15,0-3-2-15,1-2 3 16,1-7-12-16,1 1 9 16,0 0-11-16,0-1 14 15,0 0-15-15,0-1 12 16,1-2-41-16,5-5 14 16,3-3-5-16,4-4 24 15,0-8 12-15,3-1 6 16,1 0 2-16,0-2-17 15,-2 3 14-15,2 1-19 16,-4-1 14-16,0 4-12 16,-1-4 1-16,-1 0-17 15,4-2-28-15,-1-5-12 16,3-2 52-16,1-2 10 16,2-3-6-16,2 1 6 15,1-5 0-15,0 1 11 0,4-2-14 16,2 0 8-1,3-1-11-15,1-2 10 16,4 1-8-16,1-3 14 0,3 0-5 16,-2 0-8-16,4 0 0 15,0-2-9-15,2 0 10 16,0 1-3-16,1 2 11 16,5-2-10-16,-1 1 15 15,5-3-9-15,-3-1 11 16,6 0-5-16,0-2 8 15,-1 2 17-15,1-2-12 16,1-2 0-16,2 2-12 16,0 0 20-16,-2 0-18 15,3-1 12-15,0 0-29 16,0 1 14-16,2-2-13 16,-1 0 7-16,-1 0-1 15,-1 0 2-15,1 0-4 16,-3 0 1-16,-2 0 4 15,2 0-5-15,-1 0 15 16,1 0-18-16,-1 0 13 16,1 0-17-16,0-3 17 15,0 0-10-15,-1-3 4 16,-3-1-3-16,3 0-1 16,-2 2 1-16,-1-3-4 15,1 5 7-15,0 1-9 16,0 0 12-16,0-3-13 15,2 4 19-15,-1-2-11 16,3 0 23-16,-1-1-19 0,-2 2-1 16,1-1-3-1,-3 0-1-15,2-1 1 0,-3 4-5 16,3 0 9-16,-3-3-7 16,3 3 12-16,1 0-17 15,2 0 18-15,3 0-19 16,0 0 14-16,2 0-11 15,4 0 5-15,-1 0 1 16,3-1-2-16,-1-5 2 16,1 4-8-16,2-2 13 15,-2 0-15-15,4 1 19 16,0 1-16-16,3-2 20 16,-3 2-20-16,3-2 15 15,-4 0-11-15,2 1 2 16,-5 0 5-16,0-1-2 15,-1 1 14-15,0-1-2 16,0 2 14-16,0-1-29 16,3-1 14-16,-2 1-21 15,2-3 18-15,-2 2-19 16,-1 2 16-16,1-1-8 16,-1 2 4-16,-2 1 1 15,-1 0-5-15,2 0 6 16,-2 0-14-16,2-2 15 15,-4 1-19-15,1 1 26 16,1 0-26-16,-4-1 23 16,1 1-19-16,-4 0 17 15,3 0 1-15,-4 0-9 16,0 0 3-16,-1 0-9 0,-2 0 10 16,-2 0-14-16,2 0 18 15,-1 0-20-15,-2 0 25 16,2 0-28-1,0 0 27-15,-3 0-21 0,3 0 10 16,-2 0-1-16,1 0 0 16,-1-2 3-16,0-2-9 15,2 0 12-15,-4-1-17 16,2 0 20-16,-1-3-26 16,-2 2 33-16,-3-2-29 15,-1-2 21-15,-3 3-16 16,-3-1 7-16,-3 0 0 15,-2-3-2-15,-3 3 4 16,-2-4-8-16,-3-7 10 16,-4 0-25-16,-2-6 23 15,-7-3-18-15,-5-3 25 16,-2-5-20-16,-6-3 26 16,-1-5-4-16,0-7-5 15,0-7-6-15,-8-6-3 16,-1-3-1-16,0-9-12 15,2-6 14-15,-1-1-10 16,0-4 23-16,4 2-18 16,-2 4 24-16,3 4-27 15,-2 6 17-15,0 3-7 16,1 1 4-16,-2 2-3 16,2-2-5-16,-4-2 0 15,0 0-23-15,-2-1 7 16,0 2-3-16,-5 0 27 0,2 2-27 15,-3 0 10 1,2 2-6-16,-2 1 21 0,-1 1-3 16,-1 1 1-1,1 4 0-15,1 0-3 0,0 1 7 16,2 0-10-16,1 3 16 16,0 2-19-16,1 1 20 15,1 5-26-15,1 8 24 16,-2 5-16-16,-1 6 9 15,2 3 8-15,-1 4-5 16,-1 3-3-16,1 3-6 16,1 0 9-16,-2 2-13 15,1 4 19-15,-2 2 2 16,1 0 5-16,-3 1-29 16,1 0 23-16,-3 3-19 15,-1 0 7-15,-4 0-1 16,-2 1-2-16,-4-2 5 15,-2 1-7-15,-7 1 7 16,-1 0-11-16,-6-1 15 16,-4 1-21-16,0-2 27 15,-7 1-24-15,1 0 21 16,-4-3-14-16,0 0 5 16,-2 1 0-16,-1 0-2 15,-2-1 5-15,-1 0-5 16,0-1 10-16,-3 1-15 15,-1-1 18-15,-2 2-16 16,-2-1 26-16,2 0-16 16,-4 0 17-16,0-3-21 0,0 3 6 15,-1-1-6 1,3-4-1-16,-5 3 3 16,1-1-13-16,-1-1 15 15,-2 0-10-15,4-1 16 0,-3-1-23 16,4-2 22-16,-2 1-21 15,2-3 15-15,0-1-7 16,-1 2 1-16,0 0 2 16,0 0-4-16,-4-1 8 15,1 0-12-15,1 1 16 16,1 1-17-16,2-1 24 16,0 0-28-16,1 1 22 15,3 3-24-15,0-3 14 16,-2 4-5-16,0 2-10 15,1 0-4-15,-1 2 5 16,0 0 2-16,-3 1-10 16,6 2 8-16,-2 0 2 15,1-1 26-15,1 2-17 16,1 0 17-16,-2 0-11 16,1 0 5-16,-4 0-6 15,-3 0-2-15,0 0 3 16,-5 0-13-16,0 0 6 15,-1 7-12-15,-3 1 13 16,1-2-20-16,-2 3 17 16,2-1-8-16,-3 1 22 15,6-2-15-15,-6 2 5 16,0-1 4-16,-2 0-6 16,1 2 9-16,-7 0-9 15,-1 3 15-15,-2 1-17 16,-4 1 16-16,2 0-16 15,0 1 16-15,1-2-19 16,4 1 15-16,3 0-9 0,1-3 3 16,1 0 0-16,1 1 1 15,-1 0 8-15,3 1-14 16,1-1 14-16,1 1-14 16,4 1 22-16,5-2-18 15,2 0 17-15,1-1-22 16,8-2 15-16,2-3 7 15,8 2 4-15,4-4 2 16,10 1-7-16,9-4 9 16,7 1-29-16,8-3 14 15,7 0-17-15,5 1 22 16,6-1-28-16,0 0-96 16,0 0-234-16</inkml:trace>
  <inkml:trace contextRef="#ctx0" brushRef="#br0" timeOffset="121050.83">9970 6497 524 0,'5'0'67'16,"1"0"9"-16,4 0 32 0,7 0-10 15,6 0-18-15,9 0-4 16,7 0 0-16,14-2-23 16,5-7 4-16,13-3-40 15,6 1 34-15,5-4-26 16,0 5 10-16,1-1-33 15,-1 2 5 1,-4 1-7-16,-6 4-3 0,-4 0 6 16,-8 1-6-16,-3-1 14 15,-12 1-21-15,-8 0 23 16,-10 1-25-16,-11 2 27 16,-4-3-36-16,-6-1-3 15,-5 2-2-15,-1-1-31 16,0-3-59-16,0 1-86 15,-1 0-48-15,-6-3-128 16</inkml:trace>
  <inkml:trace contextRef="#ctx0" brushRef="#br0" timeOffset="122286.35">10282 6347 341 0,'0'0'67'15,"0"0"-3"-15,0 0 11 16,11-4-15-16,-11 4 7 15,0 0 44-15,0 0-27 16,-12 8 4-16,-4 6-41 16,-6 4 16-16,-5 2-22 15,-3 4-2-15,-1-1-7 16,-2 1-7-16,1 4 4 16,2-5-15-16,7 2-3 15,3-2-6-15,8-4 12 16,6-3-16-16,6-4 22 0,0-1-37 15,13-3 40-15,12 0-13 16,5-2 10-16,2 1 5 16,4-3-2-16,-3 0-2 15,-2 0-23-15,-7-2 14 16,-4 3-26-16,-8 0 22 16,-5 0-49-16,-1 1 1 15,-6 5-86-15,0-2-55 16,0 4-104-16,0 1-201 15</inkml:trace>
  <inkml:trace contextRef="#ctx0" brushRef="#br0" timeOffset="127951.35">24773 5188 163 0,'9'4'40'0,"3"3"43"0,4 0 44 16,0-2-109-16,5 1 2 15,2-2 35-15,2 0-27 16,3-1-5-16,-2 0-18 16,0 0 22-16,-3 1-30 15,-2 1 9-15,0-2-1 16,-4-1 4-16,-3 0 4 15,1-2-12-15,-8 0 0 16,-3 0-50-16,-2 0-46 16,-2 0-122-16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6:40:32.51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7651 5214 134 0,'-1'0'35'0,"-1"0"6"16,-1 0-32-16,2 0-11 16,-2 0 1-16,2 0 17 15,-2 0 9-15,0 0 11 16,1 0-19-16,1 0 22 15,-1 0-17-15,1 0-2 16,-1 0 4-16,2 0 7 16,0 0 3-16,0 0-3 0,0-1 4 15,0-1-9-15,0 2 5 16,0-1-31-16,0 1 18 16,0 0-24-1,0 0 20-15,0 0-20 0,3 0 9 16,3 0-3-16,3 0 0 15,1 0 1-15,1 0-3 16,3 0 9-16,0 0-14 16,0 0 16-16,2 0-17 15,-1 0 20-15,2 0-23 16,-2 0 20-16,0 0-15 16,0 0 7-16,1 4-3 15,-2-3-23-15,3 2-31 16,-2 0-2-16,-1 0 19 15,1 0 13-15,2-1 29 16,-2 1-13-16,2-1 21 16,2 2-20-16,-1 0-21 15,2 0-59-15,1-2 14 16,-2 1 31-16,2 1 45 16,0-2 31-16,-1 2-58 15,1-2-23-15,-2-2 1 16,3 3 4-16</inkml:trace>
  <inkml:trace contextRef="#ctx0" brushRef="#br0" timeOffset="820.18">8288 5266 182 0,'0'0'15'0,"0"0"-41"15,94 0 21-15,-62 0 6 16,1 0-5-16,2 0 11 16,-1-3 0-16,-2 3 16 15,2 0-14-15,-2 0 16 16,0 0-20-16,-3 0 2 0,0 0-8 15,-3 0 1 1,-1 0-1-16,-4 3-13 0,1 1 1 16,-5 0 4-16,2 0 1 15,-5 0-26-15,2 0 29 16,-1-1-31-16,-1-1 5 16,-1 2-3-16,3-1 21 15,-2-2 1-15,2 1 61 16,-1-1-38-16,3-1-31 15,-1 0 3-15,3 4 13 16,-2-3 10-16,3 2-7 16,-1-2 20-16,3 2-16 15,0 0 24-15,3-2-2 16,2 0 16-16,0-1-17 16,4 2-6-16,-3-2-2 15,1 0-1-15,2 0 11 16,-3 0-22-16,0 0 5 15,-2 0-15-15,2 0 15 16,-3 4-16-16,0-4 11 16,0 0-11-16,3 2 1 15,-3-2 5-15,3 0 1 16,-2 0 3-16,2 0 1 16,2 0 16-16,-1 0-17 15,3 0 10-15,-3 0-15 16,2 0 12-16,0 0-15 15,-2 0 23-15,4 0 1 16,-1 0-10-16,2 0-5 0,-1-2 2 16,5 0 0-1,-1 0-10-15,-1 2 13 0,1 0-17 16,0-3 17 0,0 3-16-16,0 0 16 0,-2 0-17 15,3 0 7 1,0 0-19-16,-3 0 0 0,2 0 15 15,-1-1-3-15,-2-1 10 16,1 1-7-16,-5 1 11 16,1 0-12-16,-5 0 17 15,0 0-20-15,-1 0 18 16,-2 0-17-16,-1 0 9 16,-1 0-3-16,0 0-18 15,-1 0 11-15,-1 0 3 16,-2 0 11-16,-1 0-9 15,-4 0 18-15,-1 0-14 16,-3 0 19-16,-5 0-20 16,-4 0 12-16,0 0-17 15,-3 0-20-15,-16 0-256 16</inkml:trace>
  <inkml:trace contextRef="#ctx0" brushRef="#br0" timeOffset="2051.48">9046 3855 445 0,'0'0'105'0,"0"0"11"16,-1-5-2-16,-1 5-32 15,-1 0-28-15,-1 10 3 16,3 7-27-16,-1 6 23 15,1 2-16-15,1 3-2 16,0-2-36-16,0-3 17 16,4-4-28-16,6-6 19 15,0-3-8-15,2-4 2 16,1-5 1-16,-2-1-6 16,4 0 3-16,-2-9-13 15,1-8 21-15,-1-3-24 16,0-2 26-16,0-1-20 15,-3-3 17-15,2 1-23 16,-5 5 12-16,-1 2 1 16,0 4 4-16,-3 7 0 15,1 1-6-15,-2 6 8 0,4 0-21 16,0 8 26-16,5 13-2 16,1 6 26-1,3 7-20-15,4 4 41 0,-2 4-12 16,2 0 15-16,-3 0 5 15,0 1-23-15,-5-2 1 16,-1-3-14 0,-7-2 7-16,-3-5-21 15,0-4 19-15,0-1-28 0,-7-3 24 16,-6-4-21-16,0 1 22 16,-6-7-26-16,-4-1 6 15,0-2-1-15,-5-6-4 16,1-4-12-16,-2 0-30 15,3-3-2-15,5-12-79 16,4-3-84-16,3-5-176 16,7 0-377-16</inkml:trace>
  <inkml:trace contextRef="#ctx0" brushRef="#br0" timeOffset="2303.77">9558 4014 872 0,'0'0'13'15,"0"0"130"-15,0 0-107 16,96-18-18-16,-78 17-24 0,-5 1 10 15,-3 0-24-15,-6 0-76 16,-4 0-77-16,0 0-116 16,-4 0-181-16</inkml:trace>
  <inkml:trace contextRef="#ctx0" brushRef="#br0" timeOffset="2493.02">9435 3924 950 0,'0'0'43'16,"0"0"9"-16,0 0-46 16,0 0-62-16,0 0-115 15,88-14-108-15,-77 14-242 16</inkml:trace>
  <inkml:trace contextRef="#ctx0" brushRef="#br0" timeOffset="3107.33">9816 3995 758 0,'0'0'93'15,"0"0"34"-15,0 0 14 16,36 71-69-16,-27-55-27 16,0-3-6-16,-3-2-17 0,0-4-4 15,-1-3-20 1,-2 0 17-16,-2-4-28 0,1 0 30 16,-2 0-31-16,1-7 23 15,-1-12-25-15,0-5 15 16,0-4-8-16,0-4-18 15,2 4-21-15,-1 2 4 16,2 8 18-16,1 3 5 16,3 8 25-16,2 6-24 15,1 1 24-15,1 0-21 16,3 15 36-16,0 1-2 16,-2 3 8-16,-2 2 13 15,1-5-17-15,-4-1-2 16,-2-5-10-16,1-2 4 15,-3-2-17-15,1-5 16 16,0-1-27-16,0 0 31 16,4-7-33-16,-1-9 32 15,3-3-29-15,0-3-5 16,0-1 0-16,2 4 1 16,-2 2 4-16,0 6 1 15,1 4 15-15,1 6-16 16,-2 1 19-16,3 3-13 15,-4 13 32-15,1 3-21 16,1 3 21-16,1 2-21 16,-1 1 2-16,-2-3-3 15,3-1-4-15,-1-1 0 16,-1-5-43-16,2-5-31 16,1-2-87-16,-3-8-57 15,-1 0-241-15</inkml:trace>
  <inkml:trace contextRef="#ctx0" brushRef="#br0" timeOffset="3394.19">10407 3892 883 0,'0'0'102'0,"0"0"31"16,0 0-45-16,72 71-48 16,-49-51 12-16,0-2-39 15,-3-1 12-15,-1-1-31 16,-2 0 10-16,-5-3-9 16,-2-2-32-16,-4-2-27 15,-1-1-40-15,-2-4-43 16,-3-1-51-16,0-3-72 15,0 0-200-15</inkml:trace>
  <inkml:trace contextRef="#ctx0" brushRef="#br0" timeOffset="3597.61">10531 3863 828 0,'0'0'93'0,"0"0"40"16,-67 89-49-16,46-54-36 16,2-2-26-16,3-5-15 15,6-3-21-15,3-7-10 0,4-4-74 16,3-8-76-16,0-3-101 16,0-3-158-16</inkml:trace>
  <inkml:trace contextRef="#ctx0" brushRef="#br0" timeOffset="3892.63">10843 3871 931 0,'0'0'103'0,"0"0"5"15,24 78-31-15,-16-48-38 16,-4-4-22-16,2-1-6 16,-2-2-13-16,-3-5-10 15,-1-2-60-15,0-5-38 16,0-7-116-16,-8-1-34 15,-2-3-229-15</inkml:trace>
  <inkml:trace contextRef="#ctx0" brushRef="#br0" timeOffset="4085.76">10791 3964 850 0,'0'0'150'0,"0"0"14"15,0 0-96-15,99 0-42 16,-77 0-16 0,1 0-19-16,-4-3-25 0,-3-3-77 15,-3-6-92-15,-3 0-140 16</inkml:trace>
  <inkml:trace contextRef="#ctx0" brushRef="#br0" timeOffset="4520.52">11035 3696 851 0,'0'0'22'15,"8"75"120"-15,-2-35-45 16,-1-1-19-16,0-4-34 15,4-3 16-15,-2-6-49 16,0-6 14-16,2-5-33 16,-3-6 14-16,5-5-7 15,1-4 1-15,4 0-2 16,0-8-9-16,4-7 2 16,2-4-24-16,1 0 16 15,0 4-17-15,0 2 30 16,-1 4-21-16,-4 5 32 15,0 4-21-15,-7 0 28 16,-2 11 15-16,-3 3 17 0,-5 3 24 16,-1 2-9-1,0 0 16-15,-7 1-33 0,-10-2 1 16,-6-1-40-16,-3-2 29 16,-3-4-44-16,-3-5 26 15,0 1-48-15,-4-4-39 16,-2-2-53-16,-3 2-174 15,-3-3-453-15</inkml:trace>
  <inkml:trace contextRef="#ctx0" brushRef="#br0" timeOffset="7043.51">9435 3923 242 0,'0'0'97'0,"0"0"22"16,0 1-25-16,0-1-12 16,-2 0 12-16,1 0-5 15,1 1-24-15,0-1 17 16,-2 0-25-16,2 0 10 15,0 0-40-15,0 0 14 16,0 0-26-16,12 0 15 16,1 0 5-16,5-5-12 15,2 1-2-15,1-3-3 16,2 2 2-16,0-1-20 16,0 0 21-16,-1-1-25 15,-4 1 23-15,-4 2-29 16,-4 2 21-16,-3-1-25 0,-4 2-12 15,0 1-46 1,-3 0-50-16,0 0-59 0,0 0-124 16</inkml:trace>
  <inkml:trace contextRef="#ctx0" brushRef="#br0" timeOffset="7613.02">9461 4075 412 0,'0'0'124'0,"0"0"-1"0,0 0-4 15,0 0-44-15,0 0 17 16,23-12-3-16,-10 9-13 15,1 2-3-15,2-3-24 16,3 1-7-16,-1 1-21 16,-1-2 1-16,-2-2-30 15,0 4 25-15,1-2-30 16,-5 0-11-16,2 1-60 16,-1-1-65-16,-3 1-126 15,-2-2-353-15</inkml:trace>
  <inkml:trace contextRef="#ctx0" brushRef="#br0" timeOffset="15024.2">15345 4079 203 0,'-9'0'13'0,"-2"0"56"0,2 0-18 15,-3 0-14-15,2 0 8 16,-2 0-9-16,1-1 8 16,-2 1-16-16,1 0 24 15,-1 0-20-15,-1 0-9 16,1 0-12-16,-2 0 4 16,-1 4-4-16,1 3 7 15,-1-1-8-15,-2 1-5 16,1-2 8-16,0 2-16 15,1 0 19-15,-3-1-20 16,0 4 11-16,2-1-12 16,0 1 7-16,-2 0-3 15,1 2 0-15,1-1 4 16,3-2-6-16,1 1 6 16,-2-2-8-16,2 0 11 15,-3 1-14-15,2-1 19 16,-2 3-20-16,-1 1 16 15,-2-1-12-15,-1 2 6 16,2 1 0-16,0 1-2 16,-1 0 3-16,2-1-6 15,-1-1 9-15,7-1-10 16,-3 0 12-16,3-2-14 16,1 2 16-16,3-3-16 15,-3 2 13-15,0 1-10 0,1 1 4 16,-1 0 0-16,3 1-1 15,-2-2 2-15,2 1-5 16,0 0 8-16,2-3-9 16,-1 4 11-16,2-1-17 15,1-1 11-15,-1 0-16 16,-1 3 16-16,0-1-16 16,0-1-3-16,0 3-9 15,-1 1 1-15,0-1 5 16,1 2-2-16,2-1 4 15,0-2-3-15,0-1 10 16,3 1-10-16,0-1 13 16,-3 0-2-16,1 1-10 15,-1 2-22-15,-1 1-3 16,1 0-6-16,0 1 16 16,-1 0 18-16,-2 2 4 15,3-4 17-15,-1 1-19 16,2-3 13-16,0 0-7 15,2-2 11-15,0-1-3 16,0-1 4-16,0 2-1 16,0-1 1-16,0-2 1 15,5 3-3-15,0-3 1 16,2 0-8-16,-3 2 6 16,0-1-2-16,1 2 9 0,-1 1-9 15,1 1 8 1,-1-1-7-16,1 1 3 15,0-3-1-15,1-1 3 16,1-2 5-16,2-2-3 0,1 0 47 16,-2-2 19-16,3 0-53 15,1 0-17-15,2-1 18 16,-2 1-20-16,3-1 9 16,1 4-10-16,0-2 4 15,-1-1-1-15,2 4 0 16,-2-4 0-16,1 1-1 15,0-1 5-15,-1-1-8 16,-1 3 10-16,-2-2-7 16,-2 2 17-16,3-1-10 15,-3 0 15-15,2-2-3 16,0 4 0-16,3-6-4 16,4 0-7-16,1-2-2 15,0 0-3-15,3 0 13 16,3 0-9-16,0 0 6 15,0-4-14-15,-3 4 14 16,3 0-17-16,-3 0 13 16,-3 0-9-16,-2 0 2 15,-1 2-2-15,-2 3 2 16,-1-1 2-16,1-2-6 16,-1-2 7-16,2 0-7 15,4 0 22-15,1 0-4 16,3 0-5-16,-1-5-15 15,3 1 9-15,-2 0-5 16,3-4 1-16,-1 5 2 16,-2-1-4-16,1 0 5 0,-2 1-10 15,-4 1 7-15,1-1-26 16,-6 3 16 0,3 0-17-16,0 0 27 0,-3 0-6 15,0-1 6-15,4 1-14 16,-2-3-9-16,2 3 13 15,1-3 7-15,0 1 6 16,0 0-8-16,1 0 11 16,-1-1-14-16,-2 3 9 15,0-4-31-15,1 1 26 16,-2 1-2-16,2-4 7 16,-2 4 0-16,1-1-2 15,1 0 2-15,-4 1-3 16,-1 0 12-16,2 0-8 15,-2 2 7-15,0 0-16 16,0 0 15-16,1 0-13 16,-1 0 10-16,-3 0-8 15,2 0 3-15,-2 0 2 16,-1 0 2-16,1 2 19 16,0-2 2-16,2 0-1 15,5 0-5-15,0 0-2 16,2 0-20-16,-1-6 12 15,3-1-15-15,0-1 13 16,0 4-9-16,-2-1 2 16,1 3 1-16,-3-2-2 15,0 4 3-15,1-3-6 16,-4 1 10-16,5-1-10 16,-5-1 26-16,2 3-4 15,2-3 3-15,-3 1-13 0,1-1 9 16,2 1-7-16,-1-1-6 15,-1 0-2-15,0 2-2 16,-2-1 2-16,-1 0-6 16,0 2 8-16,-4-1-9 15,2 1 16-15,-4 0-20 16,2-2 21-16,0 1-20 16,1 0 13-16,-1-1-6 15,1 1-3-15,1-1 3 16,-1-1-8-16,2-1 9 15,-2 1-9-15,0 0 13 16,-1 0-12-16,1 0 20 16,-3-2-20-16,2 2 20 15,0 0-16-15,1-1 5 16,0 1-3-16,3-3-1 16,-2 2-2-16,1-2-6 15,1-1 10-15,-3 2-10 16,0 0 17-16,0-1-14 15,0 1 19-15,-1-1-20 16,1 2 16-16,0-2-13 16,-1 0 8-16,2 0-2 15,-2 1 0-15,1-2 1 16,0 1-6-16,-1-1 11 16,-2-1-7-16,1 2 14 15,3-4-19-15,-4 3 22 16,3-5-19-16,0 2 21 15,2-4-11-15,-2 1 1 16,0-1 9-16,0-1-6 16,-2 3 14-16,-1 2-1 15,0 1 17-15,-1 0-22 0,-2 3 7 16,0 0-24-16,2 1 15 16,0-4-20-16,1 1 19 15,2-2-13-15,0 3 5 16,-1-3-5-16,1 2-2 15,-3 2 3-15,-1-3-8 16,1-1 16-16,0 1-10 16,-2 0 22-16,1-1-8 15,-1-1 9-15,-1 0-30 16,3 1 12-16,-3-2-9 16,4-3 2-16,0 0 1 15,-1-1-3-15,0-1 6 16,1-1-11-16,-2-2 15 15,0 2-26-15,-4 0 25 16,-1-1-23-16,0 1 26 16,0-1-18-16,0-5 12 15,0 2-4-15,0 2 1 16,0-1 1-16,0 1-6 16,0 2 9-16,-1 2-13 15,-4 1 16-15,0 2-16 16,-2 1 21-16,1-1-22 15,0 1 20-15,-3 1-10 16,-1 0 10-16,0-3 3 16,0-1-9-16,-2-2 3 15,1 1-5-15,-2 0 7 0,1 3-4 16,-1 0 23 0,-1 3-25-16,-1-1 21 15,-2 2-20-15,1 0 15 0,-3 0-17 16,1 0 0-1,-3 0-1-15,0 0-4 0,-2-1 10 16,1-1-7-16,-4 1 7 16,-2-1-14-16,3 0 18 15,-1-1-22-15,0 1 22 16,4 1-22-16,-3 3 24 16,2 1-16-16,-1 2 5 15,2 2 7-15,-6 2-11 16,0 1 6-16,-1 0-9 15,-5 0 12-15,3 0-17 16,-5 0 20-16,3 1-19 16,-1 2 23-16,4-1-24 15,1 0 24-15,3-2-15 16,0 0 4-16,3 0 1 16,0 0-3-16,0 1 5 15,0 2-12-15,-2-2 12 16,1 3-17-16,-5 2 21 15,-2-1-21-15,1 2 21 16,0 0-21-16,-2 0 14 16,2-1-8-16,1 2 4 15,3-3 0-15,2-1-1 16,4 0 5-16,2 0-13 16,2-1 21-16,0 0-24 15,0-1 24-15,2 2-22 16,-2 1 21-16,-2 1-21 15,1-2 15-15,-3 4-8 16,0-1 3-16,-5 3 1 16,-3 0-5-16,0 3 11 0,-3-1-16 15,-1 3 19-15,4-1-21 16,-1-2 23-16,3-2-24 16,4-3 22-16,5 1-23 15,-2-4 11-15,6 0 3 16,2-3-5-16,0 2 6 15,5-2-7-15,2 2 10 16,0-3-14-16,2 1 18 16,0 3-21-16,-4-4 26 15,0 4-27-15,-1 1 23 16,-5 2-17-16,2 0 7 16,-2-1 1-16,1 1-2 15,1 0 3-15,3-3-10 16,1-1-47-16,0-3-83 15,6 0-36-15,0 0-248 16</inkml:trace>
  <inkml:trace contextRef="#ctx0" brushRef="#br0" timeOffset="22801.78">13484 8561 844 0,'0'21'21'0,"-4"7"95"15,-1 3-83-15,3 3-7 16,2-1-19-16,0-2 11 16,0-7-26-16,4-7 15 15,6-5-8-15,2-3 1 16,4-7 2-16,-5-2-3 16,2 0 10-16,-1-8-15 15,-1-11 13-15,2-6-20 16,-3-3 24-16,3-6-23 15,-1-1 24-15,-2-5-21 16,3 4 10-16,-4 4 1 16,-1 4 0-16,-2 7 16 15,0 10 0-15,0 8 15 0,1 3-28 16,3 14 8-16,6 20 22 16,1 9 18-16,6 16-33 15,3 5 35-15,3 4-20 16,2 0 8-16,-3-2-1 15,0-7 3-15,-4-7-9 16,-3-4-14-16,-9-3 16 16,-6-6-19-16,-6-3 32 15,0 0-36-15,-23-3 16 16,-6-8-36-16,-5-1 27 16,-4-8-27-16,-3-8 10 15,-4-6-4-15,4-2-17 16,-2-7-20-16,4-15-27 15,4-6-17-15,5-4-62 16,5-7-119-16,8-1-255 16</inkml:trace>
  <inkml:trace contextRef="#ctx0" brushRef="#br0" timeOffset="23030.47">13964 8168 1107 0,'0'0'52'0,"0"0"30"0,-44 77-46 16,36-49-46-16,-5 0-29 15,3 0-105-15,-1 1-193 16</inkml:trace>
  <inkml:trace contextRef="#ctx0" brushRef="#br0" timeOffset="23405.57">14341 8703 924 0,'0'0'131'16,"0"0"34"-16,0 0-76 15,90-21-75-15,-76 17 3 16,-4 1-27-16,-3-1-12 15,-6 0-104-15,-1-2-96 16,0 3-193-16</inkml:trace>
  <inkml:trace contextRef="#ctx0" brushRef="#br0" timeOffset="23571.49">14289 8567 945 0,'0'0'87'0,"0"0"22"16,0 0 3-16,76-20-105 16,-44 11 2-16,2 0-93 15,-9-2-132-15,-3 0-320 16</inkml:trace>
  <inkml:trace contextRef="#ctx0" brushRef="#br0" timeOffset="24320.24">14944 8233 757 0,'0'0'98'16,"0"0"40"-16,0 0-63 15,0 0 15-15,0 0-22 16,72-11 2-16,-51 11-41 16,-2 0-21-16,-6 0-2 15,-3 0-9-15,-6 11 7 16,-4 6-5-16,0 4 19 15,-4 5-27-15,-11 0 26 16,1 2-28-16,-3-4 25 16,3-3-25-16,5-4 17 15,6-3-8-15,1-5 2 16,2-2 0-16,0 0-4 16,7-4 9-16,11-2-13 15,2 0 18-15,2-1-20 16,2 0 23-16,2 0-30 0,-2 0 23 15,1 0-39 1,-5-1-8-16,1 1-20 0,-5 0-39 16,-7 0-55-16,-3 0-59 15,-6 0-122-15</inkml:trace>
  <inkml:trace contextRef="#ctx0" brushRef="#br0" timeOffset="24620.98">14920 8674 848 0,'0'0'64'0,"0"0"72"15,0 0 0-15,90-9-62 16,-47 0 7-16,-1-2-47 16,2 2 1-16,-3-2-42 15,-5 4 17-15,-6 2-18 16,-5 2-20-16,-6 3-40 16,-5 0-56-16,-4 0-81 15,-4 0-66-15,-2 0-143 16</inkml:trace>
  <inkml:trace contextRef="#ctx0" brushRef="#br0" timeOffset="25170.5">15171 8779 330 0,'0'0'72'16,"0"0"82"-16,0 0-13 15,0 0-14-15,0 0-13 16,-7 0 12-16,7 0-60 16,0 0 8-16,0 0-27 15,0 0-6-15,0 0-13 16,5 0-7-16,9 0 4 15,0 0-12-15,3 0 1 16,1 0-20-16,-4 0 20 16,-3 0-29-16,-2 0 24 15,-4 8-35-15,-5 4 15 16,0 4-17-16,0 4-9 16,-5-1 23-16,-3-2 6 15,4 2 10-15,1-5-8 16,1 0 13-16,2 0-17 15,0-4 21-15,0 2-18 16,3-2 26-16,3-1-13 16,1-1 21-16,-1 0-9 15,-2 0 7-15,-2-1-1 16,-2-1 2-16,0 3 5 16,0-1-19-16,-6 1 8 15,-8-2-24-15,-3 1 19 16,-3 1-40-16,3-2 19 15,-3-2-62-15,0-3-10 16,3 0-68-16,2-2-99 16,6 0-148-16</inkml:trace>
  <inkml:trace contextRef="#ctx0" brushRef="#br0" timeOffset="25632.42">15563 8491 606 0,'0'0'144'15,"0"0"-6"-15,0 0 30 16,0 0-39-16,40 51-34 16,-23-24-17-16,6 0-22 15,6 0-2-15,3 2-25 16,3 0 17-16,1-5-29 15,2-1 26-15,-1-4-43 16,-4-2 21-16,-6-2-24 0,-5-3 7 16,-4-4-1-16,-8-1-8 15,-4-2-5 1,-6-1-24-16,0-1-12 0,0-2-28 16,-3-1-14-16,-8 0-84 15,1-1-67-15,-1-14-108 16,1-5-130-16</inkml:trace>
  <inkml:trace contextRef="#ctx0" brushRef="#br0" timeOffset="25852.48">15864 8471 806 0,'0'0'92'0,"0"0"77"15,-57 83-27-15,31-47-68 16,-1-1-10-16,1 4-39 16,2-6 10-16,1-2-39 15,8-8 19-15,3-3-47 16,1-8-21-16,8-7-79 16,2-5-107-16,1 0-152 15</inkml:trace>
  <inkml:trace contextRef="#ctx0" brushRef="#br0" timeOffset="26810.82">15997 7986 415 0,'0'0'137'16,"0"0"27"-16,0 0-54 16,0 0-11-16,19-17-12 15,-10 15 8-15,2-4-35 16,1 6 13-16,2 0-41 16,-2 0 3-16,-1 0-22 15,-1 0 5-15,-4 10-8 16,-3 5 3-16,-3 2-2 15,0 2-18-15,0 1 23 16,-7-1-20-16,-5-1 16 16,5-4-23-16,3-3 25 15,1-3-23-15,1-3 16 16,1-2-11-16,1 0 2 16,0-2 0-16,0-1-2 15,3 0 6-15,6 0-13 16,1 0 17-16,3 0-22 15,0 0 16-15,-3-1-41 16,0-2-4-16,-1-1-84 16,-3-2-57-16,0 1-108 15,2-3-205-15</inkml:trace>
  <inkml:trace contextRef="#ctx0" brushRef="#br0" timeOffset="27068.38">16328 7863 792 0,'0'0'114'0,"0"0"36"16,-26 111-40-16,10-60-12 15,-1-1-49-15,1-1-22 16,-1-1-28-16,3-10 2 15,2-2-9-15,4-9-52 16,2-8 9-16,5-5-72 16,1-7-51-16,0-7-105 15,0 0-118-15</inkml:trace>
  <inkml:trace contextRef="#ctx0" brushRef="#br0" timeOffset="27539.52">16329 8124 797 0,'0'0'100'0,"0"0"62"15,0 0-70-15,0 0-33 16,0 0-10-16,49-24-44 15,-41 24 12-15,-4 0-29 16,-1 0 19-16,-3 0-38 16,0 6 3-16,0 3-18 0,0 0 0 15,0 2 42-15,0 0-3 16,0 1 13-16,0 1-16 16,0-2 21-16,0 0-21 15,6-1 23-15,4 1-20 16,1 0 20-16,1-1-1 15,-2-3 24-15,0 1 2 16,-2 0 5-16,-3-1 14 16,-2-1-8-16,-3 1 2 15,0 1-24-15,0-2 15 16,-4 1-36-16,-9 0 15 16,-3 1-29-16,-6 0 6 15,1-1-21-15,-4 1-18 16,2 0-20-16,0 1-53 15,3-3-93-15,5-5-127 16,6-1-203-16</inkml:trace>
  <inkml:trace contextRef="#ctx0" brushRef="#br0" timeOffset="27940.65">16744 8112 551 0,'0'0'157'0,"0"0"30"15,0 0-15-15,0 0-58 16,79 0-24-16,-57 0-34 15,-2 0-35-15,-2 0-11 16,-3 0-29-16,-4 0-40 16,-3-4-113-16,-3-1-125 15,-1-3-267-15</inkml:trace>
  <inkml:trace contextRef="#ctx0" brushRef="#br0" timeOffset="28160.02">17095 7975 1010 0,'0'0'96'0,"0"0"78"16,30 103-96-16,-20-65-20 15,2-3-30-15,-3-3-31 16,1-6 20-16,-2-4-3 15,-1-6-73-15,-2-5-37 0,-5-4-127 16,0-5-195-16</inkml:trace>
  <inkml:trace contextRef="#ctx0" brushRef="#br0" timeOffset="35198.08">12121 9968 202 0,'-6'-1'52'16,"0"-2"33"-16,1-2-25 15,0 1-16-15,-1 2-17 16,-2-1 13-16,4-1-11 0,-2 1 7 15,-2-1-23 1,1 4 9-16,0-3-19 0,0 3 3 16,0 0 3-16,-1 0 33 15,-2 0-14-15,3 0-18 16,-2 0 7-16,-2 0-22 16,1 0 12-16,0 3-15 15,0 3 20-15,1-4-22 16,-1 2 17-16,-2 0-14 15,4 0 4-15,-3 1-2 16,-1 2-1-16,1-2 1 16,1 1-11-16,0 2 13 15,0-1-8-15,1 3 19 16,0-3-17-16,0 2 20 16,0 3-18-16,-1-2 13 15,0-1-12-15,1 2-8 16,-1 0-19-16,1 1 20 15,-1-1 12-15,1 1-8 16,1 2 14-16,-2 0-13 16,2 0 8-16,1 1-11 15,-3-1 17-15,3 3-13 16,0-4 11-16,-1 3-5 16,0-1-7-16,1 0-20 15,1 1 12-15,-2-3 13 16,3 1-4-16,-4-1 12 15,3 3-11-15,-1 0 8 16,0-1-14-16,1 4 15 16,-1-2-13-16,3 1 10 0,-2 0-3 15,1 1 4 1,-3 0-13-16,2 0-11 0,-1 3 20 16,-1-2-2-16,3 2 8 15,-2 0-10 1,2-1-4-16,-1 0-27 0,2 0 22 15,-2 1 8-15,2-2 9 16,-3 0-1-16,3 0-1 16,-1-2 2-16,-1-1-2 15,3-1 7-15,-3 1-10 16,1-1 12-16,1 2-12 16,-1-1 11-16,1 2-14 15,-2 2 12-15,5 0-7 16,-2 0 9-16,0-1-3 15,0-1 2-15,2-2 1 16,-1-1-5-16,-1 3 12 16,3-3-10-16,0 3 9 15,0 0-16-15,0 1 12 16,0 0-14-16,0 0 11 16,0-1-11-16,0 2 6 15,0-2 1-15,0-2-4 16,0-1 5-16,0 0-4 15,0-5 14-15,3 2-16 16,0-1 11-16,1 1-13 16,-1 2 12-16,0 3-13 15,-2 0 11-15,4 3-8 16,-2 2 3-16,0 2 0 16,-2-1 0-16,2 1 2 15,-1 0-5-15,-2-2 8 16,1-2-12-16,-1-3 1 15,0-1-34-15,2-2 41 0,1-3-6 16,3-2 9-16,-1-3-5 16,2 2 1-16,0-2-2 15,3 1 0-15,-2 3-3 16,0-2-11-16,1 2 25 16,-2-2-9-16,2 2 8 15,-2-2-13-15,3-3 11 16,-1 1-13-16,-2 0 10 15,3 2-3-15,2 1-1 16,-2-1 2-16,0 1 7 16,4 1 117-16,-2-3-99 15,4 1-16-15,-2-2-17 16,2-3 6-16,0 4-22 16,0-3 29-16,-3 1-10 15,3 0-2-15,-5-2-2 16,2-2 7-16,-3 0 2 15,1 0-5-15,1-1 10 16,-1 2 2-16,0-3 1 16,4 0-15-16,-1 0 15 15,3 0-15-15,2 0 12 16,1 0-9-16,5-3-4 16,-1-2-11-16,-2-1 11 15,4 4 9-15,-3-2-4 16,0 2 6-16,-4 2-9 15,1 0 11-15,-2 0-13 16,-2 0 15-16,-1 0-15 16,0 0 14-16,2 0-9 15,-1-2 3-15,3 0 1 16,0-3-3-16,2-3 2 0,2 2-6 16,0-1 11-16,-1-3-20 15,1 4 10-15,0 0-14 16,-4 2 22-16,1 0-12 15,-2 1 14-15,-1 0-9 16,0 0 0-16,2-4-32 16,4-2-33-16,2-1-43 15,1-3-61-15</inkml:trace>
  <inkml:trace contextRef="#ctx0" brushRef="#br0" timeOffset="35293.53">12893 11559 64 0,'0'0'-64'16</inkml:trace>
  <inkml:trace contextRef="#ctx0" brushRef="#br0" timeOffset="35435.76">13174 11430 141 0,'0'0'0'0,"0"0"0"15,0 0-69-15</inkml:trace>
  <inkml:trace contextRef="#ctx0" brushRef="#br0" timeOffset="35554.08">13359 11333 61 0,'0'0'10'0,"0"0"19"0,0 0-22 16,0 0-20-16,0 0-17 16,79-57-34-16</inkml:trace>
  <inkml:trace contextRef="#ctx0" brushRef="#br0" timeOffset="36977.44">13503 11219 23 0,'0'0'50'0,"0"0"-39"15,0 0 25-15,0 0-15 16,0 0-13-16,0 0-7 15,66-50 3-15,-61 45-10 16,-1-1 0-16,0-1 9 16,2-1-23-16,-3 1-2 15,4-1 16-15,-1-1 4 16,0-2 4-16,0 0 41 16,-2 0-12-16,3 0-18 15,0 1-8-15,-4 0 27 16,0 0 25-16,2 2 8 15,-2-2 10-15,1 2-25 16,0-1-23-16,3 0-17 16,-1 0 5-16,-2 1-23 15,1-1 15-15,-1-1-28 16,-1-1-11-16,3 2-6 16,-2-3 30-16,0 0 9 15,2 0-2-15,2-2 7 16,-3 2-7-16,-1 3 10 15,1-3-14-15,-4 4 15 16,1 0-16-16,-2 1 15 16,0-4-14-16,0 3 6 15,0-4-5-15,1 1 6 0,4-3-2 16,-3-1-3 0,4 0 7-16,-1 2-9 0,0-1 12 15,-2 2-13-15,-1-2 20 16,-2 2-8-16,0-1 18 15,0-1-22-15,0-2-1 16,0-3-1-16,0 3-1 16,0-3 2-16,0 3-3 15,0-1 5-15,0 1-6 16,0 2 10-16,0 0-13 16,0 3 13-16,0-3-12 15,0 3 10-15,0-2-9 16,0 1 6-16,0 0 8 15,0 0 2-15,0 0 6 16,0-2-9-16,-5 3 2 16,-2 0-10-16,3 1 14 15,-2 0 17-15,-1 0 17 16,1 1-38-16,-2 2 9 16,-1-2-7-16,0 1 2 15,-2 1 0-15,0-1-5 16,1 2 3-16,-3 0-5 15,0 1 30-15,-1-3-6 16,-1 1 13-16,2 0-28 16,-3-2 7-16,2 1-26 15,-3 0 14-15,0-3-7 16,-1 2-1-16,-1-2 2 16,0 4 1-16,-1-1 5 0,-1 4-8 15,-1-2 12-15,-3 4-24 16,-1 0 20-16,-1 1-18 15,-2 0 30-15,3-2-21 16,0 1 7-16,3-2-9 16,3 1 0-16,0-1 4 15,2-1-7-15,1 0 10 16,2-1-17-16,-2 1 18 16,0-2-18-16,-2 3 24 15,-3 0-27-15,2 0 24 16,-4-2-18-16,-4 2 11 15,2-1-4-15,0 0 2 16,3-2 1-16,0 1-5 16,3-2 7-16,4 1-9 15,0-1 14-15,3 1-17 16,-1 0 25-16,2 2-30 16,-2-1 20-16,0 2-18 15,1 1 15-15,-1-1-7 16,2 1 2-16,0-1 2 15,-2-3-8-15,2 2 12 16,1-2-15-16,-2-1 17 16,-1 1-17-16,2-1 21 15,-2 0-21-15,1-2 20 16,-3 2-18-16,0 0 8 16,2-2 0-16,-1 2-4 15,0 0 4-15,0 0-7 16,-1 0 11-16,2 3-14 15,-3 0 16-15,0 2-16 16,2 1 19-16,0 2-23 0,-1 0 21 16,2 0-13-1,-2-2 5-15,3 2 2 0,-4 0 11 16,1 0 1-16,-3 0-18 16,-3 0 13-16,-1 0-17 15,-3 2 18-15,-3 8-21 16,0-1 22-16,-2 2-25 15,2-2 16-15,-2 2-9 16,4-3 6-16,8 0 1 16,0-2-4-16,6-2 7 15,3-1-29-15,6 0 0 16,4-3-31-16,0 0-60 16,1 0-93-16,11 0-124 15</inkml:trace>
  <inkml:trace contextRef="#ctx0" brushRef="#br0" timeOffset="42630.61">17482 8722 816 0,'19'-6'52'16,"4"0"79"-16,3 0-29 15,1-1-61-15,-2 1-30 16,-2 2 6-16,-6 0-25 16,-2 2 8-16,-8-1-69 15,-4 2-72-15,-3-1-79 16,0 0-166-16</inkml:trace>
  <inkml:trace contextRef="#ctx0" brushRef="#br0" timeOffset="42802.82">17516 8542 922 0,'0'0'51'15,"0"0"62"-15,0 0-85 16,97-39-25-16,-61 22-117 16,2-2-201-16</inkml:trace>
  <inkml:trace contextRef="#ctx0" brushRef="#br0" timeOffset="43622.54">18348 8233 719 0,'0'0'98'0,"0"0"40"15,0 0-10-15,0 0-67 16,0 0 1-16,19-11-44 15,6 2 27-15,2 2-26 16,1 4-4-16,-2 3-7 16,-6 0-6-16,-7 11 1 15,-6 10-5-15,-7 5 17 16,0 3-24-16,-6 0 26 16,-9 1-28-16,-2-2 27 15,2-6-28-15,2-5 23 16,5-5-9-16,5-5 3 15,3-1-4-15,0-2-4 16,0-2 6-16,11 1-10 16,6-2 16-16,5-1-16 15,4 0 17-15,1 0-20 16,-1 0 18-16,-6 0-52 16,-1-4-1-16,-5 0-48 15,-8 0-75-15,-4 4-91 16,-2 0-243-16</inkml:trace>
  <inkml:trace contextRef="#ctx0" brushRef="#br0" timeOffset="43956.22">18250 8584 805 0,'0'0'83'0,"0"0"45"0,0 0 3 15,107-34-15-15,-52 15-64 16,4-2 13-16,2 2-46 15,-2 2-7-15,-10 3-9 16,-6 4-12-16,-12 3-29 16,-11 7-55-16,-7 0-42 15,-10 0-94-15,-3 3-60 16,0 5-179-16</inkml:trace>
  <inkml:trace contextRef="#ctx0" brushRef="#br0" timeOffset="44506.48">18454 8689 708 0,'0'0'94'0,"0"0"38"0,0 0 4 16,0 0-46-16,0 0-26 15,0 2-35-15,23-10 22 16,3-2-35-16,3-2 13 15,1 5-39-15,-1-1 16 16,-7 6-11-16,-2 2-4 16,-11 0-11-16,-8 14-8 15,-1 6 8-15,0 3-5 16,-7 1 19-16,-5-2-17 16,6-1 34-16,4-6-22 15,2-5 19-15,0 0-20 16,10-6 15-16,3 3-1 15,1-3-2-15,-1 3 11 16,-4 0-5-16,-4 3 21 16,-5 2 12-16,0 5 23 15,-11 2-33-15,-5 1 7 16,-6-1-29-16,2-3 22 16,1-5-35-16,2-3-6 15,4-5-39-15,-1-3-54 16,2 0-105-16,2-3-189 15</inkml:trace>
  <inkml:trace contextRef="#ctx0" brushRef="#br0" timeOffset="45023.39">19105 8325 613 0,'0'0'92'0,"0"0"66"15,0 0 7-15,0 0-47 16,0 0-25-16,64 70-9 15,-41-45-34-15,1 0-6 16,4 1-21-16,-1-4 10 16,2 0-26-16,0-2 23 15,-4-1-32-15,-4-4 20 16,-1-2-22-16,-5-2 9 16,-4-3-8-16,-2-3-15 0,-3-1-24 15,-5-1-43 1,-1-3-54-16,0 0-78 0,0 0-77 15,-2-10-282-15</inkml:trace>
  <inkml:trace contextRef="#ctx0" brushRef="#br0" timeOffset="45260.59">19401 8317 821 0,'0'0'129'0,"0"0"55"16,-79 82-58-16,44-45-37 15,2 5-52-15,-3-5 4 16,6-1-33-16,4-6 10 16,8-10-31-16,5-4-3 15,7-8-76-15,5-8-74 16,1 0-143-16,0-7-190 15</inkml:trace>
  <inkml:trace contextRef="#ctx0" brushRef="#br0" timeOffset="45736.27">19498 7995 823 0,'0'0'104'0,"0"0"79"16,0 0-77-16,0 0-25 16,84-15-38-16,-63 8-13 15,-2 1-35-15,-3 0 18 16,-3 2-37-16,-4 0-18 16,-4-2-97-16,-3 1-65 15,-2-2-158-15</inkml:trace>
  <inkml:trace contextRef="#ctx0" brushRef="#br0" timeOffset="46023">19758 7796 743 0,'0'0'53'0,"0"0"93"16,0 0 20-16,0 76-67 16,0-38-6-16,0 5-39 15,0-1-20-15,-4-1-14 16,1-4-16-16,3-10 4 16,0-4-43-16,0-10-27 15,0-3-84-15,3-9-61 16,5-1-100-16,0 0-267 15</inkml:trace>
  <inkml:trace contextRef="#ctx0" brushRef="#br0" timeOffset="46342.45">19943 7883 756 0,'0'0'90'16,"0"0"105"-16,-45 98-96 15,32-62-27-15,2-3-34 16,0 0 0-16,3-4-41 0,-1-5 21 16,5-2-37-1,1-6-18-15,3-3-69 0,0-7-59 16,0 0-98-16,0-6-321 16</inkml:trace>
  <inkml:trace contextRef="#ctx0" brushRef="#br0" timeOffset="46856.52">19980 8056 813 0,'0'0'15'16,"0"0"124"-16,0 0-52 16,0 0-37-16,0 0-42 15,71 0-4-15,-62 0-4 16,-4 0-4-16,-3 9-5 15,-2 4-3-15,0 4 13 16,0-2-9-16,-6 0 13 16,5 1-22-16,0-3 28 15,1 0-22-15,0-2 21 0,1-2-11 16,10 3 23 0,1-5 14-16,1 1 24 0,-3 1 11 15,-1 1-19-15,-3-1 12 16,-6 0-26-16,0 3 15 15,0 2-25-15,-11-1 22 16,-3 0-50-16,-5-1 20 16,-1-2-29-1,1-2-1-15,-4-1-29 0,0-3-45 16,-3 0-89-16,-1-3-158 16,3-1-388-16</inkml:trace>
  <inkml:trace contextRef="#ctx0" brushRef="#br0" timeOffset="47899.51">20463 8606 811 0,'0'0'84'15,"0"0"86"-15,0 0-82 16,79-6-33-16,-51-1-44 16,-2 2 8-16,-2-1-29 15,-3 2-1-15,-4 0-44 16,-6 1-39-16,-5 3-78 15,-4-4-55-15,-2 2-113 16</inkml:trace>
  <inkml:trace contextRef="#ctx0" brushRef="#br0" timeOffset="48108.25">20402 8488 811 0,'0'0'83'0,"0"0"20"16,0 0-12-1,0 0-26-15,91-33-58 0,-51 24-9 16,2-5-62-16,-1 2-153 16,-4 0-253-16</inkml:trace>
  <inkml:trace contextRef="#ctx0" brushRef="#br0" timeOffset="51795.18">19228 7868 123 0,'0'0'-6'0,"-32"20"16"16,16-8 30-16,-1 2-11 15,4 3 7-15,-3-2 22 16,3 0-9-16,-1 4-15 15,2-2-26-15,-3 4 3 16,1-2-2-16,3 1 8 16,-4 1-12-16,5 0 8 15,-4-1-18-15,5-3 11 0,-1 2-9 16,1 2 2-16,-2-2 0 16,5 1-1-16,-3 3 5 15,1-4-8-15,-1-1 1 16,3 0-8-16,-3 2 18 15,1-4-11-15,2 0 15 16,-1-1-10-16,2 2 9 16,2-2-7-16,1 1 2 15,0 0-3-15,1-1-3 16,-2 1 2-16,3 1-24 16,0-2 25-16,0 1-8 15,0-4 15-15,0 2-16 16,0-1 16-16,4-4-6 15,2 1 0-15,0 2 2 16,-2-4 1-16,2 1 1 16,1 1-7-16,0 0 6 15,1 1-10-15,-1 0 11 16,4 1-13-16,-2-2 16 16,1 0-16-16,3 1 14 15,-3-1-11-15,0-2 5 16,0-1-1-16,-1-2 0 15,-2 0 2-15,2 1 0 16,1 0 14-16,-3 0-7 16,2 1 3-16,1-3-1 15,0 0 12-15,2 0-25 16,2-2 12-16,1-2-12 16,2 0 5-16,2 0-2 15,0 0 0-15,-1 0 1 16,-2 0-5-16,1 0 8 15,0 0-10-15,0 0 12 0,-3 0 5 16,3 0 40-16,1-3-30 16,-1-2 5-16,-4 3-20 15,3-1-2-15,-3 3-2 16,0 0-4-16,0 0 3 16,0 0-7-16,0 0 11 15,4-1-12-15,-2-3 14 16,3-3-16-16,0-1 12 15,1 0-21-15,-2 0 18 16,0 1-5-16,-1 3-1 16,0 0-1-16,-3 1-8 15,3 0-5-15,-3-1 7 16,3-3 18-16,0-1-12 16,1-3 14-16,-1 2-14 15,1-3 13-15,0 1-13 16,1 0 9-16,-2 1-6 15,0 0 3-15,1-2 1 16,2 3-2-16,1-2 3 16,0 3-9-16,-2-3 15 15,-1 4-14-15,-1 1 14 16,-5-1-15-16,1 2 13 16,-5 2-12-16,3-1 8 15,-1 0-2-15,1-2 0 16,1 0 1-16,1-1-3 15,1-1 4-15,3 0-35 16,-1-2 9-16,-1-1-2 0,-1 3 25 16,0-3-9-1,-3 3 16-15,-1 0-9 0,-1-1 12 16,0-1 18-16,-3 2-6 16,4-2-10-16,-3-1-10 15,4 0 6-15,0-1-12 16,0 0 13-16,3-3-16 15,-3-2 18-15,3 2-9 16,-3-2 14-16,-1-2-6 16,1 5 5-16,-4-3 12 15,0 2 3-15,-2-1 4 16,0 0-11-16,1 2 3 16,2-1-19-16,-3 0 14 15,2 0-23-15,-2 3 2 16,-1 0-5-16,0-1 19 15,-3 1-3-15,0-2-10 16,0 1 4-16,0 1 13 16,0-5 15-16,0 3-21 15,-4-3 2-15,-2-2-20 16,-3 2 18-16,-1-2-20 16,3 0 18-16,-2 0-17 15,-2 3 15-15,2-2-10 16,-3 1 2-16,1 3 0 15,-2-2-5-15,-4 0 3 16,2 0-21-16,-2-1 21 16,-2 0-16-16,-1 3 16 15,0 1-10-15,-1-1 20 16,0 3-15-16,-1 3 10 16,0 0 0-16,-1 2 14 0,-1 1 9 15,-2 2-15-15,-3 1-1 16,0-1-15-16,-1 3 14 15,2 0-24-15,-2-2 18 16,-1 2-12-16,3 0 19 16,-1 0-15-16,-2 0 2 15,4 0-4-15,-2 2 6 16,2 3 4-16,-1 5-4 16,1-2 7-16,1 1-7 15,1-1 11-15,-1 2-18 16,3-2 20-16,0 1-20 15,3-1 12-15,0 0-19 16,-2-1 5-16,5 1 3 16,-5 1 6-16,-1 1 4 15,0 1 1-15,-2 2 4 16,-5 4-13-16,1 2 14 16,2 1-17-16,2 4 20 15,8-1-21-15,4-2 17 16,8 1-14-16,5-5-13 15,0-4-48-15,0-3-23 16,11-5-35-16,1-5-66 16</inkml:trace>
  <inkml:trace contextRef="#ctx0" brushRef="#br0" timeOffset="54363.89">21459 8036 537 0,'0'0'107'0,"0"0"30"15,6-7-81-15,9 0 9 16,3-1 5-16,2 0 0 16,2 1-24-16,-2 1-30 15,0 3 0-15,-5 3-21 16,-1 0 15-16,-5 2-22 15,-7 15 33-15,-2 2-27 16,0 2 23-16,0 7-20 16,-11-1 17-16,-4 1-8 15,0-2 2-15,1-1 1 16,2-5-3-16,3-1 10 16,1-6-15-16,7-2 13 15,1-3-24-15,0-1 25 16,0-3-24-16,12 0 26 15,4-2-13-15,4 0 16 16,2-1-14-16,4-1-6 16,0 0 5-16,0 0-9 15,-3 0-1-15,0 0-49 16,-1 0-63-16,-5 0-99 16,-5 0-38-16,-1 0-181 15</inkml:trace>
  <inkml:trace contextRef="#ctx0" brushRef="#br0" timeOffset="54873.94">21059 8464 700 0,'0'0'98'16,"0"0"12"-16,0 0 16 15,0 0-23-15,107-9-17 16,-52 4-39-16,13-2 4 16,10 0-25-16,8 3 20 15,1 1-33-15,7 2 16 16,-3 1-31-16,0 0 10 15,-6 0-4-15,-5 0-2 16,-7-1-1-16,-9-2-4 16,-9-1 10-16,-12 3-16 15,-10-2 17-15,-7 2-26 16,-10-1 10-16,-7 2-48 16,-5 0 3-16,1 0-43 15,-4 2-36-15,1 3-95 16,-2-1-128-16</inkml:trace>
  <inkml:trace contextRef="#ctx0" brushRef="#br0" timeOffset="56430.16">19007 8719 430 0,'0'0'60'0,"0"0"40"0,94 0-13 15,-47 0-35-15,8 0-4 16,3-9-32-16,7 0 5 16,0 1-25-16,1 0 10 15,1 4-6-15,-2 0 0 16,-6 4 1-16,-4 0-3 16,-7 0 8-16,-6 0-13 15,-9 0 6-15,-6 0-27 16,-8 0 19-16,-3 0-22 15,-7 2-14-15,-5-2-27 16,-4 2-17-16,0-2-42 16,0 0-20-16,-3 2-54 15</inkml:trace>
  <inkml:trace contextRef="#ctx0" brushRef="#br0" timeOffset="56848.69">19429 8890 450 0,'0'0'44'16,"0"0"54"-16,0 0-2 15,0 0-40-15,1 87 5 16,-1-54-20-16,0 2-13 16,0-2-22-16,0-4 0 15,0-4-5-15,3-8-16 16,-1-8-62-16,-1-6-127 16,0-3-247-16</inkml:trace>
  <inkml:trace contextRef="#ctx0" brushRef="#br0" timeOffset="58666.46">20113 8505 235 0,'0'0'82'0,"0"0"7"16,0 0-30-16,35 73-14 15,-24-51 0-15,-2 0-26 16,0 2-7-16,-2 3-12 16,0-1 6-16,-4 2-10 15,-3-1 12-15,0 2-13 16,0-1 16-16,0 3-10 15,-10-2 35-15,-2 1-5 16,-2 1-13-16,-5-3-2 16,1 1 7-16,0-6 0 15,-2-3 3-15,5-2 11 16,1-7-17-16,2-3 5 16,5-3-24-16,-1-3 21 15,0 0-21-15,4-2 10 16,0 0-11-16,-1 0 3 15,0 0 0-15,2 0-3 16,1 0 5-16,1 0-9 16,1 0 12-16,0 0 2 15,0-6 12-15,0-3-27 16,3-3 16-16,4 4-19 16,-3 1 15-16,-1 2-10 15,0 2 1-15,-3 1-5 16,0 0-9-16,0 0 4 15,0 0-15-15,0 1 25 0,-1-2-10 16,-7 0 21-16,0 2-16 16,2-1 18-16,0 2-20 15,0-1 14-15,2 1-9 16,-1 0-7-16,0 0-2 16,2 0 5-16,-1 0 6 15,-1 3-6-15,1 4 14 16,0 1-15-16,-2 0 22 15,3-4-21-15,2 3 25 16,1-2-13-16,0-1 6 16,0 1 4-16,0 2 4 15,4-2 6-15,7 1-1 16,-2 4 6-16,4-1-17 16,-3 1 28-16,2 0-11 15,-1-1-8-15,-1 0-31 16,-1-3 18-16,1-5-29 15,0-1-56-15,-1 0-53 16,-2 0-109-16,2 0-273 16</inkml:trace>
  <inkml:trace contextRef="#ctx0" brushRef="#br0" timeOffset="60351.08">21179 8797 507 0,'0'0'85'16,"-3"0"49"-16,3 0-45 15,0 0-19-15,0 0-5 16,2 0-8-16,12-2-22 16,3-2 31-16,5-3-31 15,1 2 15-15,-1 4-33 0,-5 1 5 16,-1 0-27 0,-6 0 11-16,-4 9-8 15,-2 7-7-15,-4-2-7 0,0 4-15 16,0 1 4-16,-8 0-19 15,3-2 14-15,2-1-10 16,3-4 37-16,0-1-22 16,2 1 24-16,8-2-5 15,4 0 11-15,0 4 1 16,1 1 4-16,-5 1 25 16,-1 2 6-16,-3 0 15 15,-5-2 0-15,-1 0 12 16,0-3-22-16,-3-1 15 15,-10-1-42-15,0-3 4 16,-4-3-22-16,-2 1 3 16,-2-2-19-16,-2 2-31 15,-2 2-24-15,2 0-52 16,0 2-64-16,1-2-127 16,8-3-214-16</inkml:trace>
  <inkml:trace contextRef="#ctx0" brushRef="#br0" timeOffset="60661.99">21742 8961 1120 0,'0'0'70'0,"0"0"45"15,0 0-32-15,0 0-67 16,0 0 1-16,-4 0-55 15,-3 0-77-15,-5 0-189 16,1 0-398-16</inkml:trace>
  <inkml:trace contextRef="#ctx0" brushRef="#br0" timeOffset="61504.96">21981 8850 708 0,'0'0'85'0,"0"0"30"15,0 0 53-15,0 0-94 16,50-8-3-16,-32 8-40 16,2 0 3-16,0 0-17 15,2 5 1-15,-2 9 3 0,-3 6-3 16,-1 3-1-1,-6 2-6-15,0 4 12 0,0-2-21 16,-1 0 19-16,4-3-29 16,4-2 24-1,3-4-25-15,2-4 15 0,3-5-8 16,-1-2-2-16,-4-3-18 16,-1-3-22-16,-4-1-41 15,-7 0-89-15,-6 0-65 16,-2 0-93-16</inkml:trace>
  <inkml:trace contextRef="#ctx0" brushRef="#br0" timeOffset="61780.81">22262 8869 827 0,'0'0'170'15,"-62"75"-17"-15,27-30-52 16,2 2-46-16,1-5-2 16,6-3-45-16,6-9 5 15,7-6-16-15,9-13 1 16,4-3-36-16,0-8-73 15,9 0-61-15,8-16-106 16,6-7-246-16</inkml:trace>
  <inkml:trace contextRef="#ctx0" brushRef="#br0" timeOffset="62271.34">22506 8614 592 0,'0'0'86'0,"0"0"60"16,0 0-20-16,0 0-2 16,0 0-37-16,31 59 3 15,-26-43-38-15,-2-1 0 16,2 1-43-16,-4 0 7 16,-1-1-22-16,0 1 4 15,0-5-27-15,0-2-34 16,0-4-40-16,0-2-78 0,0-3-79 15,3 0-219-15</inkml:trace>
  <inkml:trace contextRef="#ctx0" brushRef="#br0" timeOffset="62584.51">22776 8590 751 0,'0'0'98'15,"0"0"82"-15,-49 105-48 16,29-68-75-16,6-2-1 15,-1-5-26-15,7-2-19 16,2-6-6-16,1-2-8 16,5-6-7-16,0-2-50 15,0-2-7-15,0-4-77 16,0-5-65-16,0-1-143 16</inkml:trace>
  <inkml:trace contextRef="#ctx0" brushRef="#br0" timeOffset="63154.82">22772 8779 650 0,'0'0'81'0,"0"0"36"16,0 0-50-16,0 0-13 16,0 0-9-16,4 0-9 15,-1 0-6-15,0 0 7 16,3 0-2-16,1 0-14 16,5 0 8-16,1-1-24 15,4-5 14-15,0 2-21 16,-1 1 16-16,0 2-23 15,-3 1 17-15,-4 0-11 16,-6 0 2-16,-3 8 1 16,0 7 0-16,0 1 11 15,-5-1-17-15,-4 2 12 16,4-5-18-16,5-2 20 16,0-6-21-16,0 2 18 15,5-2-14-15,7-4 14 16,0 3-6-16,2 0 1 15,1 0 4-15,-2 2 0 16,-5 0 16-16,0 5-1 16,-4-1 27-16,-4 1-10 15,0 0 19-15,0 3-25 16,-13-1 16-16,-4-2-40 16,-4 3 2-16,0-4-8 15,-2-1-9-15,1-2-25 16,2-2-36-16,0-2-28 0,1-2-87 15,1 0-125-15,1 0-275 16</inkml:trace>
  <inkml:trace contextRef="#ctx0" brushRef="#br0" timeOffset="64747.88">22256 8439 207 0,'0'0'25'16,"0"0"0"-16,0 0-21 16,0-3-1-16,0 3-13 15,0-1 7-15,0 1-1 16,0 0 41-16,0-3 26 15,0 3 23-15,0-1 15 16,0 1-17-16,3 0-15 16,0-2-22-16,0 2-21 15,3-1-13-15,0 1 24 16,2 0 2-16,0 0 43 16,2 0-48-16,-1 0 25 15,3 0-19-15,-1 0 5 16,1 0-19-16,0 0 2 15,1 0 1-15,3 0-8 16,-1 0 1-16,2 0-7 16,0 0 17-16,0 0-22 15,-1 0 8-15,0 0-26 16,1 0 25-16,1 0-23 16,1 0 16-16,-3 0-11 15,2 0 2-15,-1 0 2 16,-1 0-4-16,0 0 7 15,-3 0-9-15,1 0 21 16,-2 0-18-16,0 1 18 0,-1-1-22 16,-2 2 24-1,-2-1-25-15,2-1 15 16,0 0-8-16,-1 0-1 0,1 0 1 16,2 0-6-16,0 0 11 15,3 3-17-15,3-3 21 16,-2 0-21-16,4 1 24 15,-1 1-25-15,-2-1 23 16,2-1-21-16,-4 0 12 16,0 2-2-16,-2-2-2 15,-2 0 3-15,2 1-6 16,-2-1 12-16,-1 1-14 16,2-1 21-16,-1 0-18 15,-1 0 27-15,1 2-27 16,-3-1 26-16,0-1-20 15,-1 0 8-15,0 0-3 16,-2 0 0-16,1 0 5 16,0 0-7-16,-2 0 13 15,0 0-16-15,-1 0 16 16,-2 0-28-16,0 0 24 16,0 0-49-16,0 0-5 15,0 0-60-15,-6 0-135 16,-6 1-305-16</inkml:trace>
  <inkml:trace contextRef="#ctx0" brushRef="#br0" timeOffset="66262.96">23562 8450 771 0,'0'0'110'0,"25"-4"41"0,-11 4-84 15,3-3-13-15,-1 3-20 16,-1 0-25-16,-4-1-4 16,1 0-21-16,-5 1-30 15,-4-2-72-15,-3-1-88 16,0 2-107-16,0-2-189 15</inkml:trace>
  <inkml:trace contextRef="#ctx0" brushRef="#br0" timeOffset="66440.45">23533 8329 796 0,'0'0'59'0,"0"0"44"16,0 0-12-16,0 0-63 16,85-29-39-16,-57 19-93 15,1 1-216-15</inkml:trace>
  <inkml:trace contextRef="#ctx0" brushRef="#br0" timeOffset="67291.25">24779 7961 663 0,'0'0'85'16,"0"0"6"-16,0 0 17 0,0 0-23 16,56-11-35-16,-33 3-1 15,1 4-14-15,1 4-25 16,-3 0-6-16,-5 0-7 16,-4 0 9-16,-6 15-13 15,-7 5 19-15,0 4-15 16,-12 7 22-16,-5-2-27 15,-5 1 21-15,4-1-17 16,3-7 16-16,5-5 3 16,4-4-6-16,6-3-2 15,0-4-12-15,6-3 14 16,11-3-5-16,8 0 19 16,4 0-26-16,3 0 18 15,-1-8-33-15,3 1 5 16,-1-1-47-16,-1 2-37 15,-4-1-79-15,-3 3-79 16,-4 0-203-16</inkml:trace>
  <inkml:trace contextRef="#ctx0" brushRef="#br0" timeOffset="67775.59">24506 8404 774 0,'0'0'92'16,"0"0"46"-16,0 0-6 15,131-27-1-15,-61 15-49 16,16 1-9-16,12 1-35 15,6-1-14-15,3 3-5 16,-8 4-12-16,-3 1 1 16,-11 3-13-16,-17 0 14 15,-13 0-18-15,-16 0 8 16,-13 0-38-16,-11 4 6 16,-10 2-59-16,-5-1-57 15,0-1-186-15,-6 0-352 16</inkml:trace>
  <inkml:trace contextRef="#ctx0" brushRef="#br0" timeOffset="68927.25">24537 8722 286 0,'0'0'34'0,"0"0"62"16,0 0-23-16,0 0-11 16,-14 9 28-16,14-8-4 15,-2-1 5-15,2 0-28 16,0 0-4-16,0 0-11 16,0 0 18-16,7 0-12 15,8 0 17-15,5-5-12 16,3-2-15-16,3 3-10 15,-1 1-18-15,-1 2 6 16,-3 1-24-16,-7 0 14 16,-7 5-22-16,-5 9 23 15,-2 1-24-15,-3 3 20 16,-11 1-15-16,-3 1 6 16,6-5-1-16,-1-2-7 0,8-2 4 15,4 1-14-15,0-5 13 16,0 3-10-16,13-3 23 15,1 1-15-15,5 2 21 16,0 0-17-16,-2-2 25 16,-4 1-4-16,-1 3 10 15,-10-1 15-15,-2 4-5 16,-8 2 7-16,-14 2-21 16,-7 0 6-16,-3 0-35 15,-1-3 24-15,4-4-31 16,3-4 16-16,8-5-63 15,5-3-16-15,2 0-74 16,7 0-113-16,3-11-279 16</inkml:trace>
  <inkml:trace contextRef="#ctx0" brushRef="#br0" timeOffset="69170.38">25028 8842 1164 0,'0'0'60'16,"0"0"70"-16,0 0-75 15,0 0-54-15,0 0 15 0,25 5-70 16,-25-5-86 0,-9 0-275-16</inkml:trace>
  <inkml:trace contextRef="#ctx0" brushRef="#br0" timeOffset="70444.38">25363 8904 789 0,'0'0'87'16,"0"0"43"-16,0 0-27 15,32 75-54-15,-22-50-6 16,2 2-12-16,0-3-2 16,0 3 8-16,-2-6-5 15,2-2-9-15,-7-3-11 16,0-4 4-16,-1-4-17 0,-2-5 19 15,-1 1-25 1,-1-4 22-16,2 0-25 0,-2 0 28 16,0-11-21-16,0-5 3 15,0-4-1 1,0-5-3-16,0 0 6 0,0-4-10 16,0-4 17-1,0 0-21-15,-6-5 17 0,1-1-19 16,0 0 23-16,0 1-26 15,1 5 19-15,-2 2-9 16,3 4 5-16,-1 5 3 16,1 5 0-16,-1 3 2 15,2 2-9-15,1 3 16 16,-2 3-16-16,3-1 21 16,0 2-19-16,0-2 21 15,7 0-26-15,15 0 19 16,7 1-9-16,10-2 2 15,11 2 4-15,7 1 0 16,5 1 8-16,7 4-14 16,-1 0 16-16,0 0-25 15,-6 0 23-15,-4 0-21 16,-8 0 23-16,-9 0-25 16,-8 0 16-16,-7 0-10 15,-7 0 1-15,-4 0 3 16,-1 0-4-16,-5 0 8 15,-1 0-16-15,-5 0 19 16,-2 0-48-16,-1 0-10 16,0 0-74-16,-18-2-111 15,-7 0-162-15</inkml:trace>
  <inkml:trace contextRef="#ctx0" brushRef="#br0" timeOffset="71596.45">25275 8586 214 0,'0'0'12'0,"0"0"26"15,0 0-28-15,-7 0 42 16,7 0 25-16,-2 2 2 16,2-2-22-16,0 0 9 15,0 0-11-15,0 0 7 16,0 0-18-16,0 0 10 16,0 0-21-16,0 0 1 15,0 0 1-15,0 0-5 16,0 0-1-16,0 0-11 15,0 0 6-15,0 0-20 0,2 0 27 16,8 0-10 0,1 0 23-16,1 0-25 15,-1 0 15-15,0 0-18 16,-5 0-11-16,0 0-2 0,-4 0-7 16,-2 9 8-1,0 3 2-15,0 0 8 0,-4 0-25 16,-3 0 28-16,1-1-29 15,4-2 24-15,1 0-20 16,1-2 9-16,0-1-2 16,0 0-1-16,6 1 4 15,1-1-5-15,1 0 9 16,0 2-12-16,-5-3 36 16,0 2-8-16,-3 2 37 15,0-3-28-15,0 2 20 16,-6 1-30-16,-5-2 0 15,0-4-10-15,-1 2-8 16,1-2 2-16,-2-3-19 16,3 0-7-16,-2 0-39 15,2 1-14-15,-2 0-77 16,4 2-75-16,1 0-161 16</inkml:trace>
  <inkml:trace contextRef="#ctx0" brushRef="#br0" timeOffset="72271.7">25843 8917 703 0,'0'0'131'0,"0"0"61"16,0 0-64-16,0 0-35 15,59 38-21-15,-39-19-23 16,-1 1-13-16,2 2 9 15,1 1-30-15,-2-4 18 16,1-1-31-16,-3-1 20 16,-3-1-26-16,-4-3 16 0,-2-4-14 15,-2-1 2-15,-4-2-5 16,-1-4-17-16,-2 1-8 16,0-3-39-16,0 0-18 15,0 0-74-15,0-11-70 16,-3-6-17-16,-2-2-18 15,1-2-67-15</inkml:trace>
  <inkml:trace contextRef="#ctx0" brushRef="#br0" timeOffset="72475.45">26087 8906 566 0,'0'0'139'0,"0"0"21"15,0 0-1-15,-103 93-37 16,71-65-51-16,2-2-19 16,1-3-33-16,5-4 4 15,6-7-31-15,8-4 11 16,4-4-72-16,5-1-35 16,-1-3-128-16,2 0-162 15</inkml:trace>
  <inkml:trace contextRef="#ctx0" brushRef="#br0" timeOffset="74187.16">25508 8325 341 0,'0'0'97'0,"0"0"25"0,0 0-27 15,9 0-25-15,-1 0-26 16,-1 0 10-16,2 0-24 16,4 0 17-16,0 0-21 15,1 0 26-15,1 0 12 16,-1 0-7-16,0 0-22 15,2 4-5-15,-1 0-4 16,0-1-3-16,2-2 0 16,1 0-16-16,1-1 13 15,6 0-24-15,-1 0 34 16,4 0-17-16,-1-1 17 16,2-4-31-16,-4-2 10 15,1 5-6-15,-3 1-1 16,-3 0-1-16,-3 1-5 15,2 0 11-15,-2 0-15 16,4 0 19-16,-1-3-21 16,-1 2 24-16,2-2-25 15,1-1 23-15,-3 3-20 16,1-2 11-16,0 3-3 16,-3 0-2-16,4 0 4 15,-2 0-7-15,1 0 12 16,0 0-15-16,-1 0 19 15,4 0-21-15,-3 0 25 16,-1-3-26-16,-1-1 22 16,0 1-18-16,-5 0 9 15,-3 3-1-15,0 0-2 0,-3 0 6 16,0 0-9-16,1 0 15 16,2 0-17-16,0-1 23 15,-1-1-20-15,3 2 26 16,-1 0-31-16,-3-4 26 15,4 4-11-15,-5 0 1 16,2 0 2-16,-2 0 3 16,0-2 2-16,-3 2-11 15,1-2 13-15,-5 2-21 16,3 0 23-16,-3 0-28 16,0 0 24-16,0 0-25 15,0 0 14-15,0 0-14 16,0 0-15-16,0 0-14 15,0 0-3-15,0 0 4 16,0 0-21-16,-2-2 10 16,-4-1-60-16,-2 0-103 15,-7 0-178-15</inkml:trace>
  <inkml:trace contextRef="#ctx0" brushRef="#br0" timeOffset="75147.97">24276 8412 301 0,'0'0'96'16,"0"0"20"-16,9 0 26 15,-3 0-49-15,2 0-17 16,-1 0 11-16,4 0-17 15,5 0-20-15,4 0-15 16,2 0 21-16,1 0 0 16,5-2-29-16,-2-2-32 15,0 3 18-15,-2 0-23 16,-2 1 17-16,0 0-9 16,-2 0 1-16,-1 0 1 15,-2 0-10-15,-2 0-10 16,-1 0-37-16,-3 2-30 15,-3 2-91-15,-1-2-89 16</inkml:trace>
  <inkml:trace contextRef="#ctx0" brushRef="#br0" timeOffset="81087.48">18165 7520 580 0,'0'0'35'0,"0"0"58"15,0 0-30-15,0-1-8 16,0-2-38-16,0 0 52 0,1-1-23 16,1-1-1-1,-1-2 0-15,1-1 1 16,-1 0 3-16,1 0-19 0,1-4 10 16,1 1-30-16,3 1 13 15,-1-2-30-15,3-1 20 16,1 1-19-16,0-1 10 15,-2 5-4-15,-2-1 1 16,0 3 1-16,-3 0-5 16,1 4 11-16,-4 0-14 15,3 2-29-15,0-3 74 16,0 0-22-16,4 1-31 16,6-5 25-16,-1 3-22 15,1 1 18-15,4 1-3 16,1 1-4-16,-1 1 4 15,-3 0-9-15,3 0 16 16,-2 6-13-16,-2 3 22 16,0-1-24-16,0 0 23 15,0-2-26-15,0-1 21 16,0-1-8-16,4 0 4 16,-2 0-2-16,2 0-4 15,-1-4 3-15,0 2-11 16,-2-1 14-16,2-1-18 15,-3 0-29-15,-1 0 101 16,1 0-41-16,-5 0-23 16,0 0 21-16,0 0-19 15,-2 0 2-15,0 0-1 16,1-3-4-16,1-1 4 16,3 4-9-16,-1-5 15 15,3 1-18-15,1-3 22 16,2 2-24-16,0-5 24 0,1 2-24 15,-1-1 19 1,3-2-11-16,-3-1 4 0,1 3 0 16,-2 2-5-16,-1-5 11 15,-2 5-18-15,-2 1 23 16,-3 0-25-16,-1 2 7 16,-5 1 17-16,1 2 2 15,-1 1-22-15,1-2 14 16,-2 2-6-16,0 0 1 15,1 0 2-15,-1 0-6 16,0 0 9-16,0 0-16 16,0 0 23-16,0 0-25 15,0 0 28-15,5 0-30 16,1 0 30-16,2 2-19 16,2 6 11-16,4-2-3 15,-1 3-2-15,6-1 0 16,0 0-64-16,4-1 128 15,3 0-73-15,0-1 18 16,1 2-23-16,1-4 1 16,-2 0 26-16,0-3-5 15,0 1-16-15,-2-2 7 16,-1 0 0-16,-1 0-3 16,1 0 7-16,2 0-13 15,-1-3 16-15,3-3-18 16,1-1 21-16,3-2-23 15,2-1 24-15,0 2-23 16,0 0 19-16,-1-1-15 16,0-1 8-16,-4 3 0 15,-3 0-6-15,1 0 7 16,-3 3-70-16,0-1 135 0,-1 2-77 16,1-1 22-16,2 1-23 15,1 2 24-15,0 1-25 16,0 0 18-16,-2 0-10 15,4 0-2-15,-4 0 4 16,2 0-1-16,-1 1 8 16,-5 6-13-16,0 0 18 15,-1 2-18-15,-4 3 28 16,-4-1-22-16,-1 2 23 16,-1 0-20-16,-2 1 11 15,-1-3-9-15,-1 0 2 16,1-1 2-16,-1 1-6 15,-1-1 10-15,-1-3-46 16,0 1 76-16,-3 0-54 16,0-3 30-16,0-1-46 15,-6-4 0-15,-9 0-76 16,-8 0-142-16,-7 0-289 16</inkml:trace>
  <inkml:trace contextRef="#ctx0" brushRef="#br0" timeOffset="82290.55">18406 6092 338 0,'0'0'72'0,"-14"0"0"16,11 0 124-16,3 0-86 16,0 0-9-16,3-4-34 15,14-1 7-15,3-2-9 16,5 1 3-16,1 3-22 15,0 3 3-15,-3 0-47 16,-4 0 14-16,-1 0-17 16,-4 12 15-16,-6 4-4 15,-4 0-4-15,-4 5 8 0,0 1-10 16,0 2 16-16,-12 0-21 16,0-1 19-1,-7-3-24-15,5-1 24 0,-2-2-27 16,4-5 22-1,5-3-19-15,0-3-52 0,4-1 119 16,3-2-64-16,0-1 1 16,7 0-7-16,9-2 21 15,4 0-11-15,6 0 19 16,3 0-26-16,-4 0 23 16,2 0-28-16,-4 0 20 15,-3 0-16-15,-5 0-2 16,-2 7-18-16,-3 1-49 15,-4 2-31-15,0-1-50 16,-2 0-84-16,0-4-263 16</inkml:trace>
  <inkml:trace contextRef="#ctx0" brushRef="#br0" timeOffset="82675.96">18383 6545 729 0,'0'0'150'0,"0"0"50"15,0 0-63-15,107-32-49 16,-70 21-11-16,0 4-55 16,-3 1 8-16,1-1-40 15,-6 4 22-15,-3 2-22 16,-3-3-15-16,-4 4-24 15,-2-1-35-15,-4 1-46 16,-3 0-80-16,-3 0-34 16,-5 0-178-16</inkml:trace>
  <inkml:trace contextRef="#ctx0" brushRef="#br0" timeOffset="83206.47">18578 6656 426 0,'0'0'103'0,"0"0"42"16,0 0-23-16,0 0-2 15,0 0 3-15,-20 7-28 16,20-7-47-16,0 0 15 15,6 0-87-15,2-3 136 16,4-1-107-16,-1-1 46 16,1 3-37-16,1 0-7 15,-3 2-1-15,0 0-10 0,-1 0 11 16,-5 2-18 0,-1 12 20-16,-3 2-27 15,0 4 26-15,0-1-27 0,-6 1 26 16,1-1-48-16,3-3 37 15,2-3 22 1,0 0-35-16,13-3 5 0,5-2 2 16,3-1 14-16,1-2-15 15,-2 1 22-15,-1-1-19 16,-6 0 29-16,-6 2-9 16,-7 2 36-16,0 5-32 15,-12 3 56-15,-8-1-47 16,-6 3-15-16,0-4 0 15,0-1-13-15,3-6 13 16,4-4-34-16,3-4-9 16,3 0-70-16,6-9-57 15,-1-11-178-15,8-6-260 16</inkml:trace>
  <inkml:trace contextRef="#ctx0" brushRef="#br0" timeOffset="83721.34">19128 6320 856 0,'0'0'134'0,"0"0"-4"16,0 0-29-16,0 0-29 15,20 52 4-15,-3-25-38 16,1-1 23-16,5 4-34 16,-1 1 5-16,3-2-3 15,-1-2-3-15,0 0-5 16,-2-7-14-16,-1-1 8 15,-3-5-22-15,-6-4 21 16,-2 1-26-16,-3-4-11 16,-4-1 11-16,0-1-28 15,-3-2-40-15,0-3-45 16,0 0-79-16,0 0-126 16,-6-5-272-16</inkml:trace>
  <inkml:trace contextRef="#ctx0" brushRef="#br0" timeOffset="83973.67">19319 6339 987 0,'0'0'139'0,"0"0"-7"15,-91 108-46-15,59-67-30 16,5-4-30-16,3-5-13 16,4-4-19-16,6-9-2 15,3-7-72-15,3-4-31 16,4-7-116-16,2-1-99 16,2-2-336-16</inkml:trace>
  <inkml:trace contextRef="#ctx0" brushRef="#br0" timeOffset="84518.37">19485 5975 907 0,'0'0'120'15,"0"0"27"-15,0 0-58 16,0 0-47-16,78 0-11 16,-58 0-21-16,-4 0-9 15,-1 0-7-15,-4-1-49 16,0-3-70-16,-3-3-116 15,-4 0-113-15</inkml:trace>
  <inkml:trace contextRef="#ctx0" brushRef="#br0" timeOffset="84840.42">19800 5822 767 0,'0'0'153'0,"0"0"17"0,16 75-54 16,-12-43-29-16,0-1-24 15,2-2-22-15,-1 0-20 16,-3-8-20-16,1-1 5 16,-1-4 1-16,-1-4-47 15,-1 0-14-15,0-5-81 16,0 1-69-16,0-7-163 16</inkml:trace>
  <inkml:trace contextRef="#ctx0" brushRef="#br0" timeOffset="85170.48">20071 5902 833 0,'0'0'128'0,"-17"71"72"16,4-28-94-16,-3 2-18 16,3-3-47-16,0 1 12 0,3-7-42 15,3-7 8 1,1-3-30-16,3-4 10 15,3-4-59-15,0-3-62 0,0-6-37 16,0-4-139-16,0-3-186 16</inkml:trace>
  <inkml:trace contextRef="#ctx0" brushRef="#br0" timeOffset="85624.98">20076 6209 820 0,'0'0'98'0,"0"0"56"16,0 0-85-16,0 0 15 15,0 0-40-15,29-20-2 16,-16 17-26-16,1-1 6 15,2 4-29-15,-3 0 22 16,-3 0-26-16,-6 4 21 16,-2 12-25-16,-2 3 15 15,0 1 0-15,-5 0-2 16,-2 1 3-16,0-3-4 16,3-5 9-16,4-2-16 15,0-4 18-15,1-3-19 16,14 0 25-16,-1-2-13 15,0-2 23-15,0 2-20 16,-3-2 8-16,-7 6-7 16,-4 4-4-16,0 0 31 15,-17 4-20-15,-6 2 2 16,-2-4-34-16,-7 1-6 0,2-3-46 16,1-6-56-16,-1-4-188 15,4 0-331-15</inkml:trace>
  <inkml:trace contextRef="#ctx0" brushRef="#br0" timeOffset="88409.72">18038 5942 232 0,'0'0'20'16,"-16"95"21"-16,10-44-23 16,3 3-9-16,2-1-7 15,-1 2 30-15,2-1-31 16,-1 2 18-16,1-2-18 15,0-1 11-15,-3 1-14 16,-4-1 6-16,3 1-4 16,-2 0-2-16,0-1 2 15,0-5-7-15,2 1-40 16,0-7 18-16,1-3 46 16,3-3-27-16,0-5 0 15,0-2-28-15,0-4 7 0,0-4 14 16,0-2 13-1,3-3 3-15,5 0 0 0,-1-3-5 16,1-1 0 0,2-2 5-16,0-3-11 0,-1-1 4 15,1-3-5-15,1 0 22 16,2-3-10-16,2 3 12 16,-2-1-6-16,5 1 17 15,0 2-3-15,5-4-17 16,3 2 2-16,3-3-5 15,4 0 7-15,2 0-9 16,5 0 27-16,6-4-17 16,2-1 27-16,4 2 118 15,1 2-7-15,2-2-139 16,0 2-12-16,3 0 6 16,-2-1 1-16,2 1 2 15,-3-1-6-15,0 2 11 16,-3-2-4-16,1 2 24 15,-1-2-19-15,-3-3 11 16,0 1-27-16,-1-4 16 16,0 0-11-16,-2-3 2 15,0 2-10-15,-4-3-16 16,3 3 18-16,-3 0-7 16,1 3 20-16,0-2-26 15,-2 4 19-15,2 0-18 16,-2-2-5-16,-1 2-2 15,2-1 26-15,0 1-1 16,0-3 1-16,4-1 3 16,-3-1-4-16,6 1 6 0,-4-1-11 15,0 0 15-15,-2 3-16 16,-5 0 18-16,-1 2-20 16,-2 3 15-16,-2-1-45 15,-4 2-43-15,0-1 1 16,-2 1 2-16,0-3-3 15,-2 1 84-15,1-3 18 16,0-2 3-16,-1 3 21 16,-1 0-32-16,-3 0 4 15,-1 1-20-15,-3 0 13 16,1 1-11-16,0-1 5 16,-5-2-2-16,4-1 0 15,0 1 7-15,0-3 13 16,0 0 5-16,2-2 5 15,-3 1-9-15,1-3-21 16,-1 1 38-16,0-2 18 16,-3-2 36-16,0-1-13 15,-1-2-11-15,-4-3-22 16,2 0-12-16,-4-7-14 16,0-2 34-16,-2-4-7 15,-1-4-15-15,-1-5 3 16,-2-5-27-16,0-4 37 15,0-3-48-15,-6 1 24 16,-4-4-9-16,-1 2-4 16,-3-1 1-16,2 2-7 15,1 1 9-15,2 1-13 16,2 0 13-16,1 0-21 16,3 5 22-16,3 0-23 0,0 3 15 15,-4 7-34-15,1 4 0 16,-1 5 11-1,-5 6 12-15,-1 4 7 0,-3 3-9 16,1 1-28-16,1 1 43 16,-1 0 1-16,5 3-17 15,-4 3 23-15,2-2-26 16,-3 5 18-16,1 3-26 16,-5-1 23-16,-4 3-3 15,-1 0-1-15,-5 0 3 16,-2 0-5-16,-6 0 9 15,1 3-11-15,-6-2 21 16,0-1-19-16,-3 0 20 16,-2 0-23-16,-3 0 20 15,-2 0-20-15,-4 0 12 16,2 0 4-16,-5 0-2 16,1 0-1-16,-4 3-6 15,-2-3-4-15,-1 1 14 16,-3 1 2-16,0 2-18 15,0-4 41-15,0 2-40 16,6 2 19-16,4-4-12 16,6 0 4-16,3 0-3 15,5 0-4-15,5 0 4 16,2 0-8-16,2 2 11 16,2 0-15-16,-4 2 17 15,1 3-23-15,-6 1 19 16,-3 2-28-16,-7 1 28 0,-3 3-9 15,1-2-19 1,1-1 49-16,2-2-27 0,5-1 6 16,5 0-24-1,8-6-2-15,4 1 14 0,2 0 20 16,9-3-21-16,-1 1 19 16,6 0-21-1,-2 1 17-15,0-1-9 0,-3 0 2 16,-5 4 3-16,-6 0-5 15,-3 3 6-15,-1 3-13 16,-3 1 19-16,-1 5-22 16,4 1 27-16,-2 2-27 15,3 0 10-15,2-1-20 16,5 1 24-16,-1-3-3 16,4 1-28-16,3-2 61 15,-1 1-36-15,4-4-13 16,-4 0-45-16,2-4-12 15,-2-4-75-15,2-1-79 16</inkml:trace>
  <inkml:trace contextRef="#ctx0" brushRef="#br0" timeOffset="89780.67">21215 6167 620 0,'-3'19'21'0,"-1"5"38"16,1 3 19-16,3 0-35 15,0-2 13-15,0-2-7 16,9-4 12-16,7-7-27 16,5-4 9-16,2-6-60 15,2-2 63-15,-2 0-35 16,-3-14-10-16,-3-2 3 15,-5-6-17-15,-5 0 18 16,-7-1-15-16,0 0 18 16,-1 0-19-16,-12 2 15 15,-6 5-24-15,-1 0 15 16,1 6-20-16,-1 6 13 16,4 1 7-16,3 3-21 15,6 0 13-15,4 0 1 16,3 4 16-16,0 2-19 15,19-2 28-15,3-4-6 16,9 0 38-16,3 0-14 16,4-20 2-16,-2-4-39 15,1-6-2-15,-3-7-25 16,-5-5 2-16,-6-3-4 16,-7-5-5-16,-7-4 2 15,-6-2 3-15,-3-1 34 16,0 3-12-16,-7 2 23 15,-5 8-19-15,0 10 9 16,-2 11-5-16,2 18 2 16,1 5 11-16,4 21-2 15,-1 22 0-15,4 14 7 16,3 13 19-16,1 7-20 16,0 2 39-16,5-3 20 15,7-5-7-15,5-8-12 0,-1-9-4 16,1-14-29-16,2-7 20 15,-1-10-13-15,0-9-19 16,-2-8 8-16,4-6-15 16,1-4 28-16,2-17-23 15,1-6 14-15,2-2-29 16,0-6 19-16,-3 3-19 16,-4 4 5-16,-6 4 4 15,-6 7-2-15,-4 4 7 16,-3 7-8-16,-1 6 12 15,-15 0-15-15,-4 3 21 16,-5 15-21-16,2 4-3 16,0 3 28-16,7 0-3 15,7 2-14-15,8-2 4 16,1-5 0-16,4-1-5 16,18-7 12-16,6-1-8 15,6-7 13-15,2-4-26 16,3 0 19-16,-3 0-51 15,-2-4-48-15,-7-3-174 16,-7 2-287-16</inkml:trace>
  <inkml:trace contextRef="#ctx0" brushRef="#br0" timeOffset="92744.92">24041 7667 344 0,'0'0'48'15,"5"43"29"-15,-2-16-37 16,-2 4 13-16,1 6-15 15,-1 5-2-15,-1 2-26 16,0 3 6-16,0-3-12 16,0 3 7-16,0-6-4 15,0-2-7-15,-3-2 6 16,2-3-10-16,-1 1 10 16,1 3-11-16,-1-1 18 15,-2 2-13-15,0 3 16 16,0-1-29-16,-1 2 28 15,1 1-18-15,-2-5 2 16,2 1 4-16,-1-4-4 16,0-1 4-16,3-3-9 15,1-1 4-15,-1 0-4 0,2 4 11 16,-3 0-14 0,2 1 19-16,-1-3-19 0,0-1 14 15,2-4-7-15,0-3 0 16,0-5-8-16,0-3-15 15,0-1-2-15,0-1-11 16,0 1 17-16,0 1 3 16,0 2 27-16,0 1-18 15,0-1 19-15,0 1-15 16,0-3 7-16,0-2-3 16,5-1-7-16,0-2 18 15,5 1-13-15,-3-1 6 16,0 0-9-16,2 1 15 15,2 1 2-15,0 3 2 16,0 2-26-16,5 0 13 16,0 0-3-16,3 2 11 15,2-1-7-15,2 0-1 16,-1-1 10-16,3-3 3 16,1 0-1-16,0-3-18 15,-1-2 14-15,2 1-16 16,2-5 19-16,2 2-20 15,0-4 15-15,2 2-10 16,3-3 5-16,1 2 0 16,1-2-21-16,3 0 74 15,5-3-34-15,-1 1-9 16,4-2-17-16,1 0 11 16,-2 0-19-16,2 0 20 15,-3 0-16-15,0 0 18 0,-3 0-13 16,-1 0 5-1,-4 0-1-15,-2-2 1 0,1 2 3 16,-2 0-8-16,1-4 12 16,1 3-15-16,1-5 18 15,0 1-19-15,3-2 20 16,0-1-21-16,3-1 6 16,-3 2-14-16,0-2 12 15,2 1 7-15,0 0-5 16,-1 4 10-16,2 2-14 15,4 0 16-15,1-2-16 16,7-2 20-16,2-2-18 16,4 0 17-16,4-4-31 15,3 0 6-15,-2 2 10 16,-1 0 3-16,1 1 3 16,-6 2-3-16,-4 0 5 15,-2 1-12-15,-1-1 13 16,-4 3-37-16,-3-1 34 15,-1-1-10-15,-3 2 23 16,-3 1-26-16,-3-2 26 16,-8 1-14-16,-4 0-1 15,-3 1-3-15,-7 2-10 16,-3-3 19-16,-4 4-12 16,-2 0 12-16,0-3-9 15,-1-1 34-15,1-3-11 16,2-2 15-16,1-4-26 15,0-3 11-15,0-4-8 16,3-2 13-16,-4-4 0 0,1-4-17 16,0-2 8-1,-3-8-18-15,-1-5 18 0,-3-6-20 16,0-6 19-16,-3-7-25 16,0-2 28-16,0-5-29 15,1 2 22-15,1-1-9 16,-2 3 1-16,1 4 8 15,3-3-8-15,-3 1 7 16,1-2-18-16,1-3 23 16,-3 0-22-16,0 1 24 15,0 3-25-15,0 4 13 16,0 6-12-16,-11 8 5 16,-1 9 5-16,-5 8-8 15,-2 6 11-15,-1 5-11 16,1 1 14-16,-4 3-17 15,1 3 25-15,-1 1-24 16,3 1 21-16,-2 0-23 16,1-1 16-16,0 4-13 15,1 0 11-15,-5 1-4 16,0 2-2-16,-3 1 13 16,-4 1-18-16,-2 3 18 15,-7-1-23-15,-2 1 26 16,-8 0-27-16,-5-1 23 15,-3-3-18-15,-3 2 11 16,-5-2-4-16,-2 0 0 16,-5 0-1-16,0 2-3 15,-3 1 8-15,-3 1-17 16,-2 0 18-16,-2 0-21 16,-1 3 23-16,-6 4-26 15,3-2 24-15,-3-1-17 0,3-1 8 16,1 0-3-16,4-2 12 15,3 2-2-15,0 1-8 16,4 1 12-16,-4 3-15 16,2 3 21-16,0 2-24 15,0 0 23-15,3 1-24 16,5-1 19-16,4-2-12 16,6 1 12-16,7-3-1 15,10-2-5-15,7-3 4 16,12-1-3-16,5-2 27 15,12-1-13-15,5 0 23 16,2 0-34-16,0 0-11 16,0 0 4-16,3 0 9 15,5 0-13-15,1 0 2 16,-3 0 2-16,0 0-5 16,-1 0-34-16,-1 5-40 15,0 0-100-15,-4-4-239 16</inkml:trace>
  <inkml:trace contextRef="#ctx0" brushRef="#br0" timeOffset="94315.13">27537 8123 462 0,'0'-1'68'0,"0"1"22"15,0 0-7-15,0 0-15 16,0 9-18-16,0 10-13 16,0 9 9-16,3 5 1 15,6 6 4-15,2 3-39 16,-1 2 4-16,0-3-23 15,-4-3 24-15,1-4-24 16,-3-4 27-16,-1-6-15 16,0-9 14-16,-1-2-12 15,1-6-6-15,1-7 2 16,-2 0-9-16,3 0 8 16,1-9-11-16,2-10 19 15,4-1-33-15,1-3-1 16,3 2-39-16,0 3 33 15,4 6 2-15,-1 8 17 16,2 4 7-16,1 0-2 16,-5 4 13-16,1 8 6 0,-5 5 29 15,-2-1-9-15,-4 2 29 16,-2-2-19-16,-5-2 23 16,0-1-35-16,0 1 20 15,-9-3-22-15,-7-1-17 16,-1 0-8-16,-2-6-5 15,-2 2 3-15,0-5-32 16,0-1 3-16,2 0-49 16,1 0-35-16,3 0-117 15,6-5-117-15</inkml:trace>
  <inkml:trace contextRef="#ctx0" brushRef="#br0" timeOffset="95069.91">27967 8454 697 0,'0'0'0'15,"0"0"91"-15,0 0-29 16,0 0-14-16,0 0-29 15,75-42 11-15,-65 30-20 16,-1 1 9-16,-2-1 7 16,-1-1-3-16,-5 3-10 15,-1-3-11-15,0 5 14 16,0 0-17-16,-7 2 18 16,-4 4-23-16,-3 2 19 15,-1 0-28-15,-1 0 19 16,-2 6-16-16,4 9 8 0,-2 5 4 15,4 3-2-15,1 1 2 16,5 3-9-16,5-2 17 16,1-3-18-16,0-2 21 15,4-8-24-15,13-4 26 16,2-5-24-16,6-3 23 16,1 0-13-16,1-3 3 15,1-9 0-15,-1-2-3 16,-2-3 6-16,-2-1-12 15,0-1 8-15,-7 2-15 16,0-2 23-16,-3 1-29 16,-2-2 19-16,-4 4-28 15,1-4 10-15,-4 6-6 16,3 2 19-16,-4 2 6 16,1 3-3-16,1 3 9 15,1 4-11-15,1 0 21 16,3 0 0-16,1 4 27 15,2 7-27-15,2 2 29 16,-1 2-9-16,2 4 27 16,-1-3-10-16,-1 3 4 15,-4-3-15-15,-4-2-9 16,-3 0 12-16,-3-2-20 16,0 0 17-16,-16 1-31 15,-7-1 18-15,-4 0-38 16,-5-1 22-16,-4-3-45 0,-1-4-6 15,4-4-25 1,3 0-41-16,4-10-86 16,6-13-92-16,8-9-170 15</inkml:trace>
  <inkml:trace contextRef="#ctx0" brushRef="#br0" timeOffset="95280.75">28432 8033 712 0,'0'0'56'0,"11"99"61"15,-3-43 18-15,-1 1-33 16,5-6-43-16,-1-3-25 16,-1-6-26-16,1-6-5 15,-3-7 0-15,-2-4-23 16,-6-6-22-16,0-4-83 15,0-7-88-15,-16-4-127 16</inkml:trace>
  <inkml:trace contextRef="#ctx0" brushRef="#br0" timeOffset="95462.91">28317 8180 1030 0,'0'0'35'0,"0"0"108"16,108-33-78-16,-58 21-45 16,5-1-13-16,3-1-17 0,1-1-54 15,-2 1-85 1,-7-2-135-16,-5-1-300 0</inkml:trace>
  <inkml:trace contextRef="#ctx0" brushRef="#br0" timeOffset="148562.85">18227 10007 144 0,'0'0'20'16,"0"0"36"-16,0-6-1 0,-1 2-26 15,-2 2 13-15,1 1-25 16,-1-2 8-16,1 2-2 16,0-2 16-16,1 3-9 15,-4 0-19-15,1 0-7 16,-2 0 61-16,2 0 3 16,-2 0-36-16,2 0 25 15,1 0-13-15,0 0 32 16,0 0-22-16,2 0 1 15,-1 0-33-15,-2 0-7 16,-2 0-9-16,0 8-4 16,-2 2 3-16,-2 3-5 15,-2 2 12-15,-1 5-7 16,1 0 23-16,-2 3-9 16,1 2 25-16,0 0-31 15,2 1 7-15,0 3-22 16,1-3 7-16,3 1 0 15,1 1-6-15,0-1 3 16,2 0-6-16,-3 2 13 16,1 2-10-16,2 0 14 15,-2 1-16-15,0 0 26 16,2 1-29-16,-3-2 16 16,2 4-14-16,1-4 5 15,0 1 2-15,1-1-2 16,0-4 6-16,3-1-8 15,-3 1 12-15,3-2-14 16,0 0 22-16,-2 0-25 16,1 3 21-16,1-2-24 15,-4-1 20-15,4 2-11 0,0-1 1 16,-1-1 3-16,-1-2-3 16,2 3 4-16,-1 0-10 15,-1 0 20-15,-1 1-17 16,0 2 19-16,-1 0-27 15,1-2 25-15,0-1-24 16,-1 0 17-16,1-5-5 16,3 1 2-16,-1-3 0 15,1 1 2-15,0-1 4 16,0-2-17-16,0-2 23 16,0 1-16-16,0 2 18 15,5 1-27-15,1 1 28 16,0 2-23-16,0 2 11 15,0 0-7-15,-1 0-1 16,1 0 2-16,-2-2-4 16,2 0 10-16,3-2-17 15,-2-1 21-15,0 0-23 16,0-1 26-16,1-3-27 16,-1 4 25-16,-2-1-20 15,0 3 13-15,1 2-1 16,-2 2 1-16,1 0 1 15,1-1-10-15,0-4 10 16,3-1-16-16,1-4 20 16,4 0-22-16,0-3 27 15,3-1-27-15,-1 0 25 0,1-2-19 16,1 1 16 0,0-3-2-16,2 0-7 15,1 0 3-15,-1-1-9 0,4 0 18 16,1-1-22-1,0 0 22-15,1 1-26 0,0-2 29 16,1-3-31-16,2-1 25 16,-2 0-16-16,2 0 6 15,0 0 0-15,-2-1-3 16,-3-3 6-16,0-2-13 16,1 1 20-16,-2 0-24 15,-1-1 29-15,2 0-26 16,2-1 28-16,-3-1-33 15,0-2 26-15,-1 0-16 16,4 2 6-16,-5-4 2 16,4 1 3-16,-3 0 5 15,1-1-18-15,0 0 18 16,-4-4-22-16,2 1 26 16,-2-2-27-16,0-2 27 15,1-1-28-15,-3-3 22 16,1 2-12-16,-1-3 3 15,-1-2 2-15,0-2-5 16,-1-1 11-16,0-4-13 16,-2 0 25-16,3-3-25 15,-3 1 28-15,-1-2-27 16,-1-1 25-16,-2-1-29 16,-2 0 17-16,0-2-5 15,-1-2-1-15,-3 3 6 0,-3 3-6 16,0 0 12-1,0 4-20-15,0-2 21 16,0 3-26-16,0 1 33 0,0 0-36 16,0 3 31-16,-4 0-25 15,-3 1 15-15,1-2 1 16,-1-1-18-16,-2-2 28 16,-4 0-30-16,3-4 18 15,-1 1-15-15,-1 1 33 16,3 1-41-16,-1 2 40 15,0 3-56-15,1 5 67 16,2 3-43-16,-4 1 8 16,-1 2 5-16,0 1-20 15,-5-1 31-15,-1 2-15 16,-5-3 10-16,2 1-20 16,-5 1 25-16,0-3-29 15,1 0 30-15,-1 3-30 16,0-1 24-16,0 1-17 15,0 1 8-15,2 2 0 16,-1 1-3-16,-1 0 5 16,0-2-12-16,2 2 19 15,-1 1-23-15,3-3 26 16,-1 2-42-16,2-2 60 16,0 2-45-16,0 0 22 15,2 1-14-15,-4 1 4 16,1 0 4-16,-1 1-8 15,2 1 10-15,0 0-16 16,1 1 23-16,0-1-25 16,4 3 28-16,-1-2-28 15,2 3 27-15,-1 0-27 16,2 0 20-16,-1 1-10 16,1 2 2-16,0 1 3 15,2-2-7-15,-1 2 11 0,0 0-16 16,-2 0 21-16,0 0-23 15,1 0 29 1,-1 0-33-16,2 0 33 0,0 0-27 16,3 0 15-16,1 0-5 15,0 0 0-15,-1 0 4 16,3 0-7-16,1 0 11 16,2 0-18-16,1 0 23 15,0 0-26-15,2 0 31 16,1 0-33-16,0 0 27 15,0 0-24-15,0 0-1 16,0 0-24-16,0 0-33 16,0 2-47-16,0 2-159 15,5 0-155-15</inkml:trace>
  <inkml:trace contextRef="#ctx0" brushRef="#br0" timeOffset="149546.64">19010 9995 575 0,'0'0'96'0,"0"0"18"16,0-1 7-16,0 1-39 16,0 0 6-16,0 0-35 15,0 9-1-15,0 10-11 16,0 5-25-16,0 3 21 15,0 3-14-15,0 0 1 16,0-3-21-16,3-4 14 16,8-3-22-16,2-7 20 0,3-2-26 15,-1-7 22 1,2-3-16-16,-1-1 5 0,1 0 0 16,-2-5-2-1,0-10 2-15,-1 0-15 0,-3-1 11 16,-1-2-22-16,-4 1 14 15,0 4-23-15,-2 3 32 16,0 4-14-16,-1 2 22 16,-1 4-8-16,-1 0-1 15,2 0-1-15,3 4-15 16,0 6 41-16,4 3-29 16,-2-1 17-16,1-1-17 15,1-3 20-15,3 0-19 16,-4-4 25-16,1-1-8 15,-3-2 20-15,-1-1-12 16,0 0-1-16,-2-2 8 16,-1-11 4-16,0-1 8 15,1-7-24-15,-3-2 4 16,-1-1-24-16,0-1 23 16,0 2-27-16,0 4 24 15,0 6-23-15,-4 2 11 16,0 6-13-16,-2 2-35 15,0 3-38-15,2 0-56 16,1 0-67-16,2 8-45 16,1 0-78-16</inkml:trace>
  <inkml:trace contextRef="#ctx0" brushRef="#br0" timeOffset="150149.29">19528 10007 550 0,'0'0'76'15,"0"0"4"-15,0 0 27 16,0 0-26-16,0 19 4 16,0-6-9-16,-3 1-1 15,2-2-13-15,1-3-28 16,0-2-7-16,0-2-20 16,0-1 20-16,0-4-34 15,0 0 23-15,0 2-24 16,0 2 16-16,-1 1-23 15,-1 4 32-15,2 3-13 16,-1-1-6-16,1 5 7 16,0-4-23-16,0 2 36 15,1-4-28-15,8-1 25 16,5-2-20-16,2-4 37 16,3-3-17-16,0 0 13 15,2 0-17-15,-2-5-4 16,-3-9-2-16,0-3-4 15,-6 1 7-15,-1-4-12 16,-5-1 17-16,-4 0-23 16,0 2 27-16,0 2-28 0,-3 2 26 15,-8 5-24 1,-5 3 12-16,1 3-23 16,-2 4 27-16,1 0-33 0,-1 0-28 15,2 0-8-15,1 4-55 16,4 0-35-16,1 1-86 15,6-1-92-15</inkml:trace>
  <inkml:trace contextRef="#ctx0" brushRef="#br0" timeOffset="150500.79">19745 9726 877 0,'0'0'110'15,"0"0"72"-15,23 111-72 16,-11-63-41-16,2-1-10 15,-1-1-16-15,4-2-3 16,-4-5-23-16,0-6 11 16,-3-4-33-16,-1-4 21 15,-3-8-27-15,0-1 5 16,-4-6-12-16,0-1-14 16,-1-5-40-16,-1-1-50 0,0-3-96 15,0 0-87-15,0-6-323 16</inkml:trace>
  <inkml:trace contextRef="#ctx0" brushRef="#br0" timeOffset="150980.01">20178 9771 774 0,'0'0'71'0,"0"0"29"16,-36-76-64-16,19 57 27 15,2 7-2-15,-2 6-9 16,1 6-3-16,-4 0-26 16,1 18-3-16,2 9-28 15,2 9 21-15,4 3-24 16,8 5 28-16,3-1-25 16,0 1 15-16,6-2 25 15,11 1-4-15,5-4-2 16,-2-1-6-16,2-5-1 15,-2-1-15-15,-3-5 10 16,-3-5-22-16,-3-3 22 16,-4-4-26-16,-4-3 11 15,-3-4-65-15,0 0-24 0,-2-4-69 16,-12-1-94-16,-8-3-107 16</inkml:trace>
  <inkml:trace contextRef="#ctx0" brushRef="#br0" timeOffset="151813.04">20015 10065 916 0,'0'0'181'0,"0"0"-54"16,85-28-70-16,-60 24-37 16,-5 4-2-16,-3 0-29 15,-4 0 12-15,-1 2-84 16,-2 5-34-16,0 5-81 15,-1 3-7-15,5-2 59 16,1 1 88-16,2-1 45 16,-1 0 16-16,1-2 64 15,-2 0 72-15,1-3 13 16,-5-2-40-16,-1-1 53 16,-3-4-79-16,-2-1-7 15,-4 0-40-15,-1 0 14 16,0-12-17-16,0-7 4 15,0-1-33-15,0-5-10 16,-1 2 12-16,-2 4-20 16,1 2 16-16,2 2-31 15,0 8 14-15,0-3-49 0,12 4 11 16,5 2-16 0,2-1-33-16,4 1-21 15,0 2-21-15,-1 2-19 16,-2 0-1-16,0 0 57 15,-2 0 42-15,-5 0 52 0,-2 0 2 16,-1 0 24-16,-1-2 46 16,-5 0 80-16,-1-2-9 15,-1 3-15-15,-2-4-4 16,0 5-1-16,0 0-36 16,-7 0-42-16,-8 2-9 15,-4 12-35-15,-4 11 21 16,2 3-23-16,0 6 19 15,1-2-30-15,7 0 21 16,3-5-4-16,7-4 4 16,3-8 2-16,0-5-3 15,5-5 8-15,9-5-5 16,3 0 24-16,2-2-22 16,1-14 22-16,-2-3-34 15,-1-2 37-15,-4-3-36 16,-2 1 15-16,-5 1-8 15,0 5-1-15,-3 2 1 16,0 4-5-16,-2 4 12 16,2 4-15-16,0 3 18 15,3 0-26-15,-2 0 31 16,3 10-23-16,2 4 30 16,-1 4-14-16,1-1 17 15,0 1-2-15,-2-1-5 16,3-3 0-16,-1-2-16 15,-2-2-22-15,3-5 42 16,-4-2-25-16,1-3-71 0,-1 0-28 16,-1-6-117-1,-3-9-156-15</inkml:trace>
  <inkml:trace contextRef="#ctx0" brushRef="#br0" timeOffset="152331.57">20769 10065 788 0,'0'0'126'0,"0"0"59"16,0 0-55-16,0 0-28 15,43 53-54-15,-37-46-9 16,-2-3-19-16,-1 0-17 16,-3-4 9-16,2 0 5 15,-2 0-24-15,0-8 30 16,0-7-35-16,0-1 11 15,0-4-27-15,0 0-12 16,0 1-3-16,0 2-4 16,1 6 14-16,6 3 1 15,-2 3 33-15,0 5-13 16,3 0 23-16,-1 0-21 16,1 5 36-16,1 5-17 15,-1-1 21-15,-1 2-4 16,1-3-7-16,-2 0 3 15,-2-4-17-15,2-2 2 16,0-2-15-16,3 0 8 0,-1-5-4 16,3-10 15-1,1-2-34-15,-3 0 14 16,3 0-27-16,-1 4 19 16,-4 1 6-16,2 6 7 15,-3 3 4-15,1 3-5 0,-1 0 9 16,1 4-10-1,-1 8 25-15,1 4-18 0,5 0 23 16,-2-1-32-16,1-1 21 16,2 0-23-16,-1-2-9 15,-2-3-73-15,-6-4-145 16,-4 0-106-16</inkml:trace>
  <inkml:trace contextRef="#ctx0" brushRef="#br0" timeOffset="153022.57">21394 9974 613 0,'0'0'64'0,"0"0"52"16,0 0-39-16,0 0-44 16,-40-31-2-16,27 31 5 15,-3 0-29-15,0 4 6 16,0 11-23-16,0 6 22 15,1 3-23-15,4-2 20 16,3-1-15-16,6-2 10 16,2-4-1-16,0-5 1 15,0-3-2-15,10-7-3 16,5 0 14-16,1 0 10 16,1-4 3-16,-3-8-27 15,2 0 18-15,-6 0-26 16,-1 0 18-16,-4 2-36 15,-2 4 44-15,-3 2-17 16,1 1-5-16,-1 3 7 16,2 0-13-16,1 0 22 15,3 0-24-15,0 0 36 16,1 0-15-16,2 7 12 16,-2-1-27-16,2 1 17 15,-2-3-29-15,0 0-38 16,-1-3-32-16,1-1-51 15,-1 0-70-15,-1-1-95 16</inkml:trace>
  <inkml:trace contextRef="#ctx0" brushRef="#br0" timeOffset="153307.35">21403 9609 725 0,'0'0'11'0,"0"0"103"15,10 86 20-15,4-44 13 16,3 3-35-16,1 1-29 16,2-2-48-16,-5-4-10 15,1-5-30-15,-5-6 22 16,0-6-28-16,-6-4 25 15,2-8-35-15,-4-5-31 16,-3-4-81-16,0-2-53 16,0 0-111-16,0-11-415 15</inkml:trace>
  <inkml:trace contextRef="#ctx0" brushRef="#br0" timeOffset="153816.04">21745 10133 896 0,'0'0'125'0,"16"75"36"16,-9-41-72-1,1-4-5-15,-3-5-44 0,1-5 10 16,-2-7-37-16,-1-1 20 16,-3-8-34-16,0-4 21 15,0 0-21-15,0-10 14 16,0-13-10-16,-10-10-15 16,2-8-2-16,-1-8-22 15,-2-2 2 1,5 0-40-16,1 3 11 0,2 7 6 15,3 11 37-15,0 8 24 16,11 7-4-16,4 7-10 16,-2 6 9-16,3 2-2 15,-3 1 47-15,-1 15 10 16,-4 3-1-16,-5 6-1 16,-3 3-35-16,0 0 19 15,0-2-38-15,-8 1 20 16,-7-5-29-16,2-3 18 15,0-4-23-15,2-5-20 16,2-7-20-16,1-3-44 16,3 0-70-16,2-12-142 15,0-10-202-15</inkml:trace>
  <inkml:trace contextRef="#ctx0" brushRef="#br0" timeOffset="154618.76">21759 9506 951 0,'0'0'-10'0,"0"0"87"0,17 97 3 16,-9-45 2-16,2 7 12 15,-1 3-45-15,3-2 4 16,0-7-21-16,3-6 7 15,1-9-32-15,-2-9 21 16,4-9-35-16,-1-8 13 16,3-8 2-16,3-4 0 15,-4-7-2-15,4-12-3 16,-1-4 1-16,-5 0-16 16,-1 1 7-16,-6 6-18 15,-4 6 27-15,0 6-25 16,-6 4 31-16,0 0-23 15,0 1 18-15,0 11-18 16,0 3 12-16,0 3 2 16,0-1-1-16,5-1 3 15,4-3-10-15,3-5 16 16,4-1-34-16,0-7 51 16,2 0-55-16,2 0 11 15,-2 0-40-15,1-5-4 16,-2-5 8-16,0-2-4 15,0-1 22-15,-5-2 22 16,0-1 18-16,-2 0-11 16,-6 0 17-16,-1 1-11 15,-3 0 55-15,0 3-12 16,0 2 13-16,0 1-33 16,-6 4 12-16,-8 5-13 0,-4 0-7 15,-2 5-13 1,0 11-3-16,0 3 7 15,1 3-18-15,7-4 14 16,4 0-33-16,7-1 54 0,1-7-37 16,0-1 25-16,9-5-19 15,5-4 14-15,4 0-5 16,1 0 2-16,-2-5 2 16,3-5-7-16,-5-1 12 15,-2 1-16-15,-1 4 23 16,-4 2-21-16,-2 1 27 15,1 3-29-15,0 0 25 16,-1 0-3-16,3 1 18 16,2 6-12-16,0 2-12 15,0-1-4-15,2-1-9 16,0-1 13-16,-2 0-34 16,-2-5-38-16,-1-1-105 15,-4 0-220-15</inkml:trace>
  <inkml:trace contextRef="#ctx0" brushRef="#br0" timeOffset="158642.29">25272 7133 614 0,'0'-1'87'16,"0"1"-22"-16,0 0 38 16,1 0-45-16,4 1-4 15,1 12-14-15,4 6 60 16,3 9-29-16,-2 6 10 15,1 3-40-15,1 5-2 16,-3 2-13-16,0-4-11 16,-1-1 12-16,-2-8-13 15,-1-4 2-15,0-8-24 16,-2-6 21-16,-1-7-25 16,-2-3 10-16,-1-3-59 15,0 0 0-15,0-5-63 16,0-9-116-16,0 0-120 0,0-4-158 15</inkml:trace>
  <inkml:trace contextRef="#ctx0" brushRef="#br0" timeOffset="160107.18">25270 7150 465 0,'0'0'98'15,"0"0"9"-15,0 0-24 16,0 0-5-16,0 7 3 16,-9 4-34-16,-2 4-6 15,0 2-16-15,-4 1-10 16,4-4 20-16,1-3-7 16,3-3 0-16,1-1-28 15,3-4 19-15,0-3-26 16,1 0 15-16,2 0-7 15,0-4-8-15,0-10 2 16,0-5-5-16,11-2 15 16,2-3-13-16,2-1 18 15,-1 0-21-15,1 2 26 16,-1 5-23-16,-2 4 20 16,-1 1-17-16,-4 6 12 15,0 0-4-15,-1 6 4 16,-2 1 16-16,2 0 3 0,3 0 6 15,-2 1 7-15,3 9 6 16,2 0-30-16,2 0 9 16,-4-1-33-16,2 0 22 15,0-2-22-15,2 0-8 16,0-3-62-16,0-3-74 16,-2-1-145-16,-1 0-257 15</inkml:trace>
  <inkml:trace contextRef="#ctx0" brushRef="#br0" timeOffset="161089.47">24717 5642 628 0,'0'0'118'0,"0"0"27"16,0 0-2-16,0 0-69 15,0-1-2-15,2-6-43 0,7 2 20 16,2-3-28 0,3 5 4-16,1 0-19 0,-1 3-2 15,0 0-3 1,-6 0-2-16,1 14 6 15,-3 3-9-15,-6 7 20 0,0 6-21 16,0-1 23-16,-9 3-26 16,-3-2 22-16,2-3-25 15,1-7 19-15,5-1-12 16,2-6 4-16,2-4 0 16,0 0-4-16,0-4 8 15,14-1-12-15,0-4 17 16,8 0-22-16,2 0 26 15,2 0-25-15,2 0 21 16,-3 0-34-16,3-2-4 16,-3-2-41-16,1-1-39 15,-5 1-83-15,-2 0-90 16,-4 1-229-16</inkml:trace>
  <inkml:trace contextRef="#ctx0" brushRef="#br0" timeOffset="161477.35">24489 6115 639 0,'0'0'90'0,"0"0"-1"0,0 0 19 16,0 0 38-16,108-9-33 15,-43-5-25-15,12 0-34 16,11-3-1-16,3 1-28 15,2 2 8-15,-5 2-37 16,-9 1 20-16,-10 3-27 16,-9 1 20-16,-12 2-19 15,-12-1-26-15,-10 3-46 16,-11 1-62-16,-7 2-35 16,-8 0-92-16,0 0-117 15</inkml:trace>
  <inkml:trace contextRef="#ctx0" brushRef="#br0" timeOffset="162103.32">24855 6218 515 0,'0'0'99'0,"0"0"24"15,0 0-35-15,0 0 18 16,0 0-11-16,11 0 6 16,1 0-45-16,-1-4 6 15,4 0-26-15,1 0 0 16,1-2-8-16,0 1-12 16,1 1-4-16,-7 2-15 15,1 2 12-15,-7 0-20 16,-5 0 16-16,0 11-37 15,0 6 39-15,-9-1-35 16,0 3 11-16,2 0-4 16,4-3 12-16,3-2-3 15,0 0-3-15,0-1 13 16,7 0-7-16,5-1 15 16,0-1-14-16,2 1 24 15,-3-1-10-15,-2 1 33 16,-6-4-22-16,-3 3 21 15,0 2-7-15,-9 0 6 16,-11 2-20-16,-3 0-14 16,-6-1 4-16,2-2-15 15,-1-1 0-15,2-3-44 16,3-2-5-16,1-2-77 16,8-4-68-16,3 0-156 15</inkml:trace>
  <inkml:trace contextRef="#ctx0" brushRef="#br0" timeOffset="163975.29">25259 6331 927 0,'0'0'104'0,"0"0"16"16,0 0-13-16,-4 0-91 15,1 4-1-15,1 0-24 16,1-2-57-16,-2-2-147 16,-1 0-223-16</inkml:trace>
  <inkml:trace contextRef="#ctx0" brushRef="#br0" timeOffset="165608.44">25499 6367 846 0,'0'0'67'0,"0"0"17"16,0 0-6 0,1 55-33-16,10-35 13 0,0 1-20 15,2-3 9-15,3 1-21 16,-5-2 19-16,3-1-24 16,-3-4 2-16,-2 0-8 15,-2-4-7-15,0 0 0 16,-3-6-12-16,-2 0 11 15,1-2-15-15,-3 0 21 16,0-4-25-16,0-12 32 16,0-6-27-16,0-7 16 15,-3-6-15-15,-10-1 5 16,0-4-1-16,-1 2-3 16,-3 0 1-16,3 2-18 15,1 3 23-15,1 2-10 16,1 7 20-16,4 4-21 15,-1 4 22-15,5 4-21 16,1 5 17-16,2 1-13 16,0-1 8-16,2-2 3 15,18-3-5-15,8 1 9 16,14-8-8-16,10 0 13 16,12-1-18-16,11-1 19 15,4 1-20-15,6-2 28 16,-2 4-27-16,-8 0 16 15,-11 5-11-15,-14 6 2 16,-15-1 0-16,-14 4-6 16,-12 4 6-16,-8 0-18 15,-1 0 11-15,0 0-44 16,-13 0-17-16,-5 0-131 16,-5 0-145-16,-2 7-214 15</inkml:trace>
  <inkml:trace contextRef="#ctx0" brushRef="#br0" timeOffset="166771.75">25320 6134 246 0,'0'0'100'15,"0"0"38"-15,0 0 16 0,0 0-46 16,0 0-3-16,0 0-16 16,0 0 5-16,0 0-30 15,0 0-13-15,0 0-3 16,3 0-2-16,3 0-12 15,0 0-28-15,-1 0 4 16,-2 0-18-16,-2 0 18 16,-1 0-30-16,0 6 5 15,0 4-4-15,0-1 20 16,0 2-12-16,0 1 8 16,0-5 3-16,5 1-4 15,5 1 8-15,4-2-11 16,-1-1 15-16,1 0-14 15,-3 0 21-15,-2-3-18 16,-4 1 26-16,-4 2-20 16,-1 0 23-16,0 0 10 15,-4 2-1-15,-7 1-12 16,-1 0-20-16,-2 1 5 16,2-5-16-16,-1 2 6 15,3-3-55-15,0 0-13 16,3-3-78-16,-2 1-73 15,5-2-107-15</inkml:trace>
  <inkml:trace contextRef="#ctx0" brushRef="#br0" timeOffset="169712.35">25879 6311 602 0,'3'0'101'16,"1"0"31"-16,1 0-3 15,3 0-7-15,1-2-30 16,-4-6-19-16,5-1-34 16,-2-4-2-16,-5 0-32 15,-1-3 14-15,-2 0-22 16,0 0 21-16,0 0-27 15,-1 3 17-15,-9 1-17 16,-6 2-15-16,0 6-18 16,-4 4 1-16,0 0-9 15,4 6-11-15,-1 7 29 16,5 2-12-16,5 3 41 0,4-1-14 16,3-1 21-16,0-1-16 15,7 1 16 1,12 1-7-16,0-1 9 0,5 1 5 15,0 1 2-15,0 2 15 16,-4-3-2 0,-4 2 27-16,-6-1-7 0,-7-1 18 15,-3 0-34-15,0-2 22 16,-3-3-25-16,-7-4 13 16,-2-1-16-16,1-4-10 15,0-3 2-15,2 0-6 16,-2-8 7-16,3-10-19 15,-1-6 13-15,3-1-24 16,2-1 21-16,4-3-35 16,0 4 9-16,0 4-47 15,0 2-39-15,7 3-97 16,2 2-117-16,-1 3-249 16</inkml:trace>
  <inkml:trace contextRef="#ctx0" brushRef="#br0" timeOffset="171372.02">25305 6144 154 0,'0'0'61'16,"0"0"-3"-16,-1 0-4 16,-1 0-21-16,1 0-9 15,-3 0-11-15,-1 0-17 16,2 0 21-16,1 2 2 16,-1-2 21-16,-2 1-6 15,2 2 24-15,0-3-25 16,-2 1 3-16,2 2-24 15,-1-2 8-15,-1 1-9 16,1 0-8-16,1 2 9 16,0-4 6-16,3 4 6 15,-2-4-9-15,2 0 17 0,0 0-13 16,0 0 18 0,0 0-15-16,0 0 14 15,0 0-11-15,0 0 16 0,0 0-9 16,0 0 1-16,0 0-2 15,0 0-6-15,0 0 10 16,2 0-11-16,2 0 10 16,2 0-21-16,-1 0 7 15,0 0-25-15,1 0 16 16,0 0-19-16,1-4 9 16,0 4-39-16,2-6-72 15,-3 3-107-15,-1-1-141 16</inkml:trace>
  <inkml:trace contextRef="#ctx0" brushRef="#br0" timeOffset="172826.75">25349 5974 177 0,'0'0'59'0,"0"0"47"15,-3 0-9-15,3 0 0 16,0 0-23-16,0 0 12 16,0 0-26-16,0 0 0 15,0-4-7-15,6 0 19 16,5-1 7-16,3 0-28 15,8-1 3-15,1-3-23 16,12 0 16-16,4-2-11 16,13-4 6-16,4-5-34 15,15-3 20-15,9-4-23 16,6-3 5-16,7-1 0 16,-1 1 0-16,0 4-3 15,-6 4-10-15,-11 4 12 16,-13 5-18-16,-10 3 23 15,-10 2-28-15,-13 1 27 16,-9 3-27-16,-10 1 3 16,-2 2-36-16,-6 0-20 15,-1 1-49-15,-1 0-90 16,0 0-113-16</inkml:trace>
  <inkml:trace contextRef="#ctx0" brushRef="#br0" timeOffset="173483.15">26858 6027 877 0,'0'0'127'0,"0"0"-12"16,0 0-47-16,82-23-58 15,-67 18 6-15,-1-1-27 16,-8 1-41-16,-6 0-153 16,0 3-151-16</inkml:trace>
  <inkml:trace contextRef="#ctx0" brushRef="#br0" timeOffset="173664.93">26723 5855 1098 0,'0'0'63'0,"0"0"-48"16,0 0 17-16,0 0-44 15,0 0 20-15,0 0-83 16,90-24-129-16,-55 12-314 16</inkml:trace>
  <inkml:trace contextRef="#ctx0" brushRef="#br0" timeOffset="174832.88">27973 5420 749 0,'0'0'57'0,"0"0"14"16,0 0 51-16,0 0-44 15,102-46-8-15,-64 36-33 16,1 2 11-16,-4 5-41 15,-4 3 10-15,-6 0-21 0,-11 3 2 16,-10 15-6-16,-4 8-6 16,-6 5 17-16,-15 4-14 15,-6 1 14-15,-2 0-21 16,0-5 33 0,6-7-27-16,8-3 28 0,6-6-28 15,7-4 19-15,2-5-12 16,10 1 0-16,19-4 11 15,7-2-1-15,9-1 6 16,5 0-18-16,2 0 20 16,-1 0-24-16,-2 0 12 15,-10 0-100-15,-7 0-79 16,-9 0-116-16</inkml:trace>
  <inkml:trace contextRef="#ctx0" brushRef="#br0" timeOffset="175183.34">27817 5914 876 0,'0'0'83'0,"147"-28"54"16,-37 9-40 0,20-2-3-16,12-3-46 15,3 4 11-15,0-3-43 16,-12 7 8-16,-17 2-27 15,-22 6 2-15,-26 4-41 0,-20 4-35 16,-26 0-128-16,-21 0-202 16,-4 6-292-16</inkml:trace>
  <inkml:trace contextRef="#ctx0" brushRef="#br0" timeOffset="175800.12">27957 6159 706 0,'0'0'101'0,"0"0"8"15,0 0-1-15,0 0-26 16,0 0-22-16,36 0-2 0,-10-2-4 16,3-4-39-16,1 3 3 15,-3 2-24-15,-6 1 19 16,-7 0-26-16,-8 8 27 16,-6 12-45-16,0 4 35 15,-7 2-11-15,-7 1 6 16,2-2 2-16,6-2-2 15,3-7 2-15,3-3-9 16,0-1 14-16,10-2-18 16,5-1 29-16,1 1-16 15,-3-1 35-15,-2 0-11 16,-2 3 23-16,-9 2-12 16,0 0 1-16,-3 2-5 15,-14 3-15-15,-1-4-4 16,-3 0-18-16,-2 1 11 15,1-4-54-15,2-4-21 16,4-6-97-16,4-2-85 16,8-2-181-16</inkml:trace>
  <inkml:trace contextRef="#ctx0" brushRef="#br0" timeOffset="176068.33">28546 6002 1054 0,'0'0'42'0,"-53"85"-4"16,34-34 57-1,5 4-70-15,8 2 9 0,6-5-28 16,0-3 6-16,16-5-8 15,8-8-5-15,5-8-6 16,3-6-23-16,1-6-34 16,-4-7-96-16,-3-5-125 15,-5-4-232-15</inkml:trace>
  <inkml:trace contextRef="#ctx0" brushRef="#br0" timeOffset="176550.38">28731 6197 698 0,'0'0'55'0,"0"0"16"15,0 0 41-15,0 0-6 16,0 0-9-16,6 0-40 16,8 0 3-16,5 0-20 15,6 0 21-15,5 0-42 16,3 0 18-16,-3 0-40 0,-2 0 16 15,-12 12-17 1,-6 4 3-16,-9 11 5 0,-1 2-2 16,-3-1 6-16,-11 1-14 15,2-6 20-15,4-4-23 16,1-6 28-16,7-3-31 16,0-4 26-1,5-4-28-15,10-2 22 0,6 0-11 16,5 0-1-16,2-12-8 15,-2-5-24-15,0-2-56 16,-8-3-163-16,-4 1-284 16</inkml:trace>
  <inkml:trace contextRef="#ctx0" brushRef="#br0" timeOffset="176903.63">29052 5709 801 0,'0'0'34'0,"0"0"121"15,66 109-31-15,-30-57 0 16,0 9-36-16,5 4-20 0,-1 3-17 16,-1 0 1-1,-3-3-9-15,-7-2-3 16,-10-4 12-16,-6-6-46 16,-13-6 16-16,0-1-32 0,-16-6 27 15,-9-7-59-15,-2-6-4 16,-2-7-44-16,3-13-42 15,3-7-145-15,3-9-212 16</inkml:trace>
  <inkml:trace contextRef="#ctx0" brushRef="#br0" timeOffset="177663.63">29732 5716 850 0,'0'0'77'0,"0"0"55"15,0 0-5-15,0 0-74 16,87-4-12-16,-69 0-49 15,-2-3 24-15,-3-2-75 16,-6-2-135-16,-7 1-234 16</inkml:trace>
  <inkml:trace contextRef="#ctx0" brushRef="#br0" timeOffset="177841.89">29696 5540 1077 0,'0'0'-6'0,"0"0"22"15,0 0-25-15,108-29 20 16,-66 17-141-16,4-3-180 16</inkml:trace>
  <inkml:trace contextRef="#ctx0" brushRef="#br0" timeOffset="178552.77">30611 5163 789 0,'0'0'53'0,"0"0"15"15,0 0 70-15,0 0-49 16,97-39-2-16,-68 38-39 15,-3 1-16-15,-3 0-40 16,-10 14 28-16,-7 9-35 16,-6 6 26-16,-4 6-21 15,-18 0 0-15,2-1 26 16,-2-6-19-16,6-5-15 16,6-7 21-16,7-3 1 15,3-5-8-15,6-4 21 16,20-1-30-16,7-2 33 15,10-1-50-15,4 0 42 0,0 0-44 16,-5 0-30 0,-7 0-134-16,-12 0-151 0</inkml:trace>
  <inkml:trace contextRef="#ctx0" brushRef="#br0" timeOffset="178854.17">30538 5657 916 0,'0'0'125'0,"137"-26"43"16,-52 9-77-16,9 1-11 16,-5 0-51-16,-3 1 0 15,-17 3-40-15,-18 3 4 16,-14 5-69-16,-21 0-102 16,-16 4-161-16,0 0-323 15</inkml:trace>
  <inkml:trace contextRef="#ctx0" brushRef="#br0" timeOffset="180722.55">31033 5791 230 0,'0'0'92'0,"0"0"-7"0,0-3-14 15,0 3-14-15,0 0 48 16,0-1-1-16,0 0-19 15,-3-1-1-15,-1 2 13 16,-2 0-9-16,0 0-41 16,-4 0-16-16,-1 4-23 15,-4 14 14-15,-2 7-29 16,-1 7 27-16,1 7-27 16,1 0 20-16,2 3-11 15,5-2 5-15,8-3 14 16,1-5-9-16,1-5 4 15,19-3-16-15,5-6 25 16,8-6-19-16,6-7 27 16,3-5-31-16,0 0 24 15,1-3-28-15,-7-9 17 16,-5-1-15-16,-10 1-10 16,-9-2 28-16,-9 4-16 15,-3-1 17-15,-2 3-20 16,-14-1 22-16,-7 2-22 15,-4 7 21-15,-2 0-36 16,-3 0 30-16,-1 12-32 16,3 3 9-16,2 1-28 15,8-4-31-15,4 1-37 16,9-6-70-16,4-4-76 0,3-3-177 16</inkml:trace>
  <inkml:trace contextRef="#ctx0" brushRef="#br0" timeOffset="181072.52">31604 5650 805 0,'0'0'101'16,"0"0"67"-16,0 0-8 15,96-21-77-15,-65 11-2 16,-4 2-67-16,-7 2 10 16,-7-1-39-16,-7 1-45 15,-6 0-138-15,-10 2-172 16</inkml:trace>
  <inkml:trace contextRef="#ctx0" brushRef="#br0" timeOffset="181238.37">31619 5473 1064 0,'0'0'47'0,"0"0"39"16,86-26-60-16,-56 17-42 16,-4-1-44-16,-6 2-256 15</inkml:trace>
  <inkml:trace contextRef="#ctx0" brushRef="#br0" timeOffset="181601.73">32532 5108 924 0,'0'0'112'15,"0"0"-31"-15,0 0 43 16,26 79-30-16,-9-39-15 16,1 3-61-16,1 1-1 0,-2-5-14 15,0-3-12-15,-6-2-46 16,-9-6-79-16,-2-2-116 16,0-4-166-1</inkml:trace>
  <inkml:trace contextRef="#ctx0" brushRef="#br0" timeOffset="181801.83">32470 5599 1175 0,'0'0'47'15,"79"-32"83"-15,-24 11-80 16,7-2-30-16,-1-1-15 15,-3 2-9-15,-9 4-35 16,-10 1-128-16,-13 6-172 16,-15 3-322-16</inkml:trace>
  <inkml:trace contextRef="#ctx0" brushRef="#br0" timeOffset="182274.17">32542 5724 882 0,'0'0'108'16,"0"0"-20"-16,0 0 42 15,0 0-61-15,0 0-3 16,94 0-54-16,-75 4 14 0,-2 5-39 15,-4 1 27-15,-6 6-30 16,-5 0 1-16,-2 4 6 16,0-1-3-16,-10 1 4 15,1-5-2-15,2-3 16 16,4-3-23-16,3-1 27 16,0-4-32-16,7 2 29 15,9 1-16-15,4 4 21 16,0-2-18-16,-3 5 7 15,-2-2-2-15,-6 3 0 16,-7 2 10-16,-2-1 6 16,0 2 19-16,-9-2-19 15,-10 0 34-15,-4-2-22 16,-2-1 20-16,-2 0-43 16,-1-1 15-16,-2-5-23 15,3-3-6-15,-1 0-27 16,5-4-54-16,0 0-85 15,-2-4-182-15,2-11-353 16</inkml:trace>
  <inkml:trace contextRef="#ctx0" brushRef="#br0" timeOffset="182781.06">32194 5010 897 0,'-37'90'23'0,"2"30"23"16,9 24 13-16,9 16-53 15,11 5-3-15,6-1-1 16,20-9 1-16,22-21 8 16,20-24-13-16,19-27 18 15,14-26 40-15,12-22 11 16,7-20-35-16,3-15 36 16,-3-4-44-16,-7-23 17 15,-6-11-33-15,-8-15 5 16,-9-17 0-16,-8-21 1 15,-12-19 12-15,-13-18-9 16,-14-13 11-16,-23-7-33 16,-14-5 35-16,-29 5-37 15,-36 9 30-15,-24 21-27 16,-24 19 34-16,-17 29-14 16,-6 28-2-16,2 29-7 15,4 20-4-15,9 47-18 16,12 34-58-16,14 25-48 15,10 17-136-15,14 13-267 16</inkml:trace>
  <inkml:trace contextRef="#ctx0" brushRef="#br0" timeOffset="186479.35">25253 4721 628 0,'-6'0'65'0,"1"0"8"16,-2 4 25-16,1 9-40 15,1 9-13-15,2 3 8 16,3 6-14-16,0 2-3 15,0-2-24-15,3-4 35 16,12-3-35-16,1-5 18 16,2-8-27-16,1-6 21 15,1-5-17-15,1 0 16 16,-5-9-7-16,-2-9-4 16,-2-4 8-16,-8-4-13 15,-4-2 2-15,0-2-12 0,0-1 14 16,-6 2-20-1,-10 2 18-15,2 6-32 0,-5 3 16 16,2 9-18-16,-3 3 7 16,1 6-17-16,3 0-9 15,3 13-15-15,0 3-42 16,6 0-29-16,4-1-79 16,3-7-178-16</inkml:trace>
  <inkml:trace contextRef="#ctx0" brushRef="#br0" timeOffset="186733.35">25489 4481 838 0,'0'0'118'16,"44"118"20"-16,-21-62-82 16,-3-5 0-16,-3-7-57 15,-4-6 14-15,0-7-25 16,-3-7-29-16,-4-3-120 16,1-9-107-16,-6-5-272 15</inkml:trace>
  <inkml:trace contextRef="#ctx0" brushRef="#br0" timeOffset="187244.13">25925 4686 714 0,'0'0'44'0,"0"0"37"15,0 0-50-15,-78 5 6 16,56 10-30-16,-1 6-8 16,1 2 2-16,5 4-3 15,4 0 4-15,6-3-9 16,7-1 7-16,0-4-11 16,0-2 17-16,14-8-2 15,7-4 43-15,-1-5-22 16,2 0 18-16,1-14 1 15,0-7-2-15,-3-7-22 16,-4-6 1-16,-6-6-4 16,-3-5-23-16,-7-9 13 15,0-10-19-15,0-7 4 16,-11-7-37-16,-7 1 17 16,-2 7-27-16,1 10 13 15,2 15 28-15,3 15 13 16,2 19 4-16,6 11-4 15,2 18 1-15,4 21-4 16,0 13 15-16,0 11 12 16,14 7 28-16,5-1-22 15,3 0 12-15,4-6-31 16,1-8-4-16,1-3-5 16,0-11-4-16,3-6-51 15,-5-11-110-15,-3-9-223 0</inkml:trace>
  <inkml:trace contextRef="#ctx0" brushRef="#br0" timeOffset="187594.3">26449 4492 609 0,'0'0'2'0,"-14"-81"93"16,-2 39-23-16,-1 4-25 15,-2 5 21-15,0 8-22 16,3 9-2-16,-1 15-19 16,0 1 7-16,2 20-34 15,5 18 2-15,0 11-3 16,7 6 0-16,3 5 7 15,0 1-4-15,14-1 12 16,4-2-12-16,2-2 19 16,0-5-22-16,-1-3 15 15,-1-9-23-15,-4-3 19 16,-3-8-101-16,-5-5-114 16,-6-9-229-16</inkml:trace>
  <inkml:trace contextRef="#ctx0" brushRef="#br0" timeOffset="187770.68">26300 4779 830 0,'0'0'87'0,"0"0"45"0,99-52-93 15,-63 35-26-15,0 5-39 16,-7-1-80-16,-3 3-138 15,-3 2-217-15</inkml:trace>
  <inkml:trace contextRef="#ctx0" brushRef="#br0" timeOffset="188395.55">26599 4646 626 0,'0'0'90'15,"0"0"2"-15,0 0-20 16,0 0-29-16,-62 83-13 15,51-57-20-15,2-3-8 16,6-1 1-16,3-4-9 16,0-5 9-16,3-7-29 15,14-4 25-15,1-2-13 16,5 0 30-16,0-11-23 16,-1-2 12-16,-2-3-7 15,-3-1-2-15,-7 1 10 16,-3 3-6-16,-5 2 8 15,-2 3-12-15,0 3 14 16,0 5-17-16,0 0 22 16,0 0-24-16,-4 9 6 15,2 9-8-15,2 0 13 16,0 1-3-16,0-1 0 16,0-4 2-16,9-2-4 15,4-6 9-15,0-6-7 16,4 0 14-16,-2 0-9 0,2-15 26 15,-1-5-17-15,2-3 16 16,0-2-28-16,2 1 7 16,0-1-6-16,-2 5-2 15,0 3 2-15,-3 8-6 16,-2 3 10-16,-3 6-13 16,-3 0 24-16,0 7 15 15,-1 9 34-15,0 4 10 16,-3 3 8-16,0 2-25 15,-3-2-2-15,0-1-12 16,0-3-21-16,-3-2 1 16,-13-1-7-16,-4-4 9 15,-6-3-28-15,0-2 14 16,0-2-47-16,4-3 1 16,2-2-44-16,8 0-33 15,11 0-110-15,1-12-52 16,10-7-70-16,19-1-149 15</inkml:trace>
  <inkml:trace contextRef="#ctx0" brushRef="#br0" timeOffset="189062.82">27126 4489 366 0,'0'0'98'0,"-1"-115"0"16,-25 58-27-16,-7 4-16 15,-2 8-13-15,2 7-21 0,1 9 5 16,6 11 35-16,5 15 2 15,6 3-12 1,1 15-57-16,6 16 10 0,4 13-16 16,4 12 25-16,0 6 12 15,4 1 19-15,14 1 38 16,5-2-17-16,3-7-2 16,3-4-2-16,-2-10 11 15,-2-5-32-15,-3-9 13 16,-4-5-38-16,-3-8 18 15,-5-7-17-15,-3-3 10 16,-4-4-16-16,1 0 0 16,1-12 10-16,1-11-5 15,3-6-10-15,2-3-37 16,3-4-11-16,2 3-21 16,0 5 9-16,1 8-20 15,2 7 42-15,-6 6 11 16,1 7 23-16,-2 0-4 15,-1 0 0-15,-2 12 9 16,-2 3 2-16,1 1 21 16,0 3-11-16,2-1 10 15,-1 0-26-15,0-2 21 16,2 0-30-16,-1-3 18 16,2-2-18-16,-2-3 9 15,0-4-2-15,1-1-3 16,0-3-4-16,0 0-4 15,2-4 10-15,-1-11-16 16,-1-5 7-16,2-3-14 16,-3-2 7-16,2 1-25 15,-5 2 3-15,0 3-26 16,-2 6 44-16,-1 4 21 16,-2 7-2-16,-1 2 2 0,-1 0-12 15,0 16 20-15,0 3-2 16,0 4 9-1,0 4-23-15,4-2 18 0,3 2-46 16,1-7-96-16,-2-1-97 16,1-9-163-16</inkml:trace>
  <inkml:trace contextRef="#ctx0" brushRef="#br0" timeOffset="189260.44">27576 4382 1349 0,'0'0'-26'16,"0"0"60"-16,0 0-25 16,0 0-1-16,-5-12-74 15,15 24-30-15,2 4-57 16,3 0-149-16,2 1-299 15</inkml:trace>
  <inkml:trace contextRef="#ctx0" brushRef="#br0" timeOffset="189819.33">27808 4538 897 0,'0'0'26'0,"0"0"27"15,0 0-14-15,-55 75-20 16,41-48 0-16,1-1-26 0,7-1 14 16,5-5-14-1,1-4 6-15,1-5 2 0,15-5-2 16,0-6 3-16,2 0-10 16,0-2 24-16,1-11-19 15,-3-6 17-15,-2-5-20 16,-5 1 21-16,-3-4-23 15,-1 1 19-15,-5 3-15 16,0 4 6-16,0 4-1 16,0 5 0-16,1 4 7 15,2 4-8-15,3 2 7 16,3 0-20-16,1 4 24 16,3 9-7-16,2-1 47 15,-3 3-9-15,-1-3 21 16,-1 0-17-16,0-2-12 15,-3-5-9-15,2 0-11 16,1-5 4-16,0 0-5 16,2-13 24-16,2-5-35 15,-2-4 13-15,2-1-25 16,-5 3 22-16,-2 2-25 16,-1 5 11-16,-2 5-20 15,2 5-6-15,-2 3 15 16,2 0-2-16,0 15 15 15,1 3-11-15,3 3 19 16,-1 3-28-16,-1-3-38 16,-1-2-100-16,-2-2-137 15,-4-6-532-15</inkml:trace>
  <inkml:trace contextRef="#ctx0" brushRef="#br0" timeOffset="190497.33">28223 4582 722 0,'0'0'144'16,"0"0"54"-16,0 0-64 15,85-17-49-15,-59 8-6 16,0-4-50-16,-3 0 6 0,-4-2-36 16,-4 0 13-16,-4 0-13 15,-4 0 1-15,-5 1 2 16,-2 4-5-16,0-2 3 16,-9 5-16-16,-4 1 14 15,-3 2-17-15,0 4 28 16,0 0-23-16,3 0 22 15,0 4-21-15,6 10 12 16,1 6-7-16,6-1 3 16,0 3 2-16,0-2 1 15,12-1 6-15,11-4-22 16,7-5-20 0,8-4-31-16,6-4-16 0,4-2-108 15,1 0-67-15,-3-8-128 16</inkml:trace>
  <inkml:trace contextRef="#ctx0" brushRef="#br0" timeOffset="190947.43">28779 4389 521 0,'0'0'25'0,"0"0"55"16,0 0-18-16,-86-15-49 15,59 23 0-15,-5 11-7 16,3 7-7-16,2 3 0 15,1 0 6-15,7 2-11 16,9-2 11-16,6-5-14 16,4-5 9-16,7-5-13 0,17-6 71 15,10-8 15-15,6 0 13 16,8-12 22 0,2-17-22-16,0-7 8 0,-3-8-23 15,-8-7-26-15,-4-2-19 16,-12-1 14-16,-7-6-28 15,-11-1 14-15,-5 1-34 16,0-5 15-16,-18 7-22 16,-5 3-5-16,-2 14-3 15,-1 15-9-15,-4 17 10 16,-2 9 2-16,4 34-8 16,1 18 1-16,5 14 31 15,8 13-16-15,11 0 24 16,3 0-13-16,10-5 24 15,15-12 4-15,5-5-10 16,3-12-12-16,3-9-31 16,-4-12-89-16,-3-8-151 15,-7-9-386-15</inkml:trace>
  <inkml:trace contextRef="#ctx0" brushRef="#br0" timeOffset="191814.46">29476 4310 711 0,'0'0'87'0,"0"0"28"15,0 0-28-15,0 0-3 16,48 72-23-16,-32-63-20 15,4-5-8-15,-1-4 6 16,1 0-33-16,-3 0 18 16,-2-13-36-16,-1-2 25 0,-7-1-35 15,-1 1 5-15,-1 3-10 16,-4 2 1-16,2 3 12 16,-3 3 5-16,0 3 15 15,1 1-16-15,2 0 19 16,4 0-29-16,4 5 33 15,3 5-19-15,5 0 32 16,4-3-17-16,1-1 31 16,1 0 5-16,-2-6-5 15,0 0 8-15,-7 0-16 16,0 0 10-16,-6-14-1 16,0-4 10-16,-4-4-37 15,-6-4 20-15,0-1-42 16,0-3 31-16,-10 4-30 15,-3 3-9-15,-6 4-33 16,0 7-23-16,-4 8-68 16,0 4-152-16,3 0-251 15</inkml:trace>
  <inkml:trace contextRef="#ctx0" brushRef="#br0" timeOffset="192682.46">30122 4109 815 0,'0'0'51'15,"0"0"89"-15,0 0-41 16,0 0-69-16,0 0-30 16,-70 65 0-16,52-39 3 15,5-1-5-15,5-3 7 16,8-4-13-16,0-4 17 0,0-6-12 15,15-4 34-15,2-4-24 16,4 0 24-16,0-4-24 16,4-14 13-16,-1-2-11 15,-2-4-6-15,-2 3 0 16,-4-1-4 0,-3 5 7-16,-9 5-16 0,-1 5 16 15,-3 5-15-15,0 2 4 16,-1 0-15-16,-5 11 11 15,0 4-12-15,1 4 23 16,5 0-5-16,0-2 0 16,0-1 4-16,8-5-3 15,5-3 16-15,4-4-3 16,1-4 24-16,0 0-23 16,0-4 28-16,-1-11-32 15,0-5 18-15,-5 1-31 16,-2 1 11-16,-4 0-6 15,1 4-4-15,-5 4-15 16,-1 6-21-16,-1 3-3 16,0 1-39-16,3 0 5 15,0 12 1-15,3 4 87 16,1 0-22-16,3-1 21 16,0-1-15-16,2-4 18 15,2-3 6-15,-4-1 6 16,3-5 8-16,-3-1-3 15,2 0 13-15,-2-1-22 16,0-11 20-16,-1-4-37 16,2 0 16-16,1-3-30 15,2 1 20-15,-2 3-17 16,0 5 5-16,2 4-11 16,-4 6-20-16,2 0 35 0,-1 8-17 15,-1 14 17-15,3 8-8 16,-1 8 30-16,-1 4-4 15,7 7 55-15,-1 3-9 16,3 0 26-16,3-1-14 16,-4-4 29-16,1-7-26 15,-4-5-46-15,-6-11 2 16,-5-5-15-16,-5-3 8 16,0-3-31-16,-18-5 33 15,-11 3-40-15,-4-8 17 16,-9 3-56-16,3-4 12 15,0-2-31-15,3 0-39 16,10-7-21-16,3-9-99 16,6-8-166-16,8-8-360 15</inkml:trace>
  <inkml:trace contextRef="#ctx0" brushRef="#br0" timeOffset="193152.59">31125 3620 975 0,'0'0'79'0,"-43"98"75"16,24-31-23-16,-1 5-53 16,10 1-32-16,7-7-22 15,3-3-29-15,0-13 23 16,16-9-27-16,10-10 25 16,1-11-33-16,5-7 18 15,1-7-49-15,-1-6-17 16,-6 0-50-16,-3-6-92 15,-10-11-107-15,-7-3-343 16</inkml:trace>
  <inkml:trace contextRef="#ctx0" brushRef="#br0" timeOffset="193569.16">31232 3844 990 0,'0'0'46'0,"0"0"84"15,0 93-8-15,6-67-39 16,3-5-29-16,-2-3-27 16,2-5-12-16,1-1 1 15,4-5-21-15,1-2 24 16,6-4-28-16,5-1 32 15,6 0-35-15,1 0 26 16,2 0-27-16,-2-4 13 16,-4 2-7-16,-3 2 1 15,-9 0 3-15,-5 0-6 16,-8 5 16-16,-1 3-15 16,-3 1 28-16,0 1-21 15,-1 2 39-15,-12-2-20 16,-6 0 24-16,-1 3-41 15,-2-3 7-15,-1 2-5 16,1-4-15-16,2 1-29 16,3-7-33-16,5-2-46 15,2 0-160-15,6 0-186 16</inkml:trace>
  <inkml:trace contextRef="#ctx0" brushRef="#br0" timeOffset="194051.2">31654 3960 936 0,'0'0'45'0,"0"0"71"15,0 0-29-15,30 78-28 0,-21-65-35 16,1-1 3-16,3-8-32 15,-1-1 27-15,1-3-30 16,-2 0 12-16,3-4-5 16,1-11 5-16,-2-2-9 15,3-2-5-15,-3 2-11 16,1 2-11-16,-5 4 8 16,1 4-2-16,0 7 26 15,-1 0-29-15,0 13 27 16,2 11 8-16,-1 12 42 15,5 8 11-15,2 7 38 16,3 1-2-16,2 5-7 16,1-3 22-16,-1 0-48 15,-2-11 1-15,-6-5-9 16,-5-9 2-16,-4-6-60 16,-5-8 31-16,0-4-37 15,-15-4 14-15,-9-3-11 16,-8-3-25-16,-7-1-60 15,-6 0-9-15,-3-9-49 16,4-11-98-16,6-6-196 16,8-3-362-16</inkml:trace>
  <inkml:trace contextRef="#ctx0" brushRef="#br0" timeOffset="195167.78">32139 3452 1162 0,'0'0'9'0,"0"0"-16"16,18 94 84-16,-9-45 11 15,0 2 5-15,3-2-46 16,-2-2 12-16,0-7-25 16,0-8-8-16,-1-8-9 15,-2-7-4-15,-3-6 7 16,2-6-24-16,-1-3 19 16,4-2-35-16,3 0 46 15,4-10-38-15,2-3 30 16,2 3-38-16,-1 0 2 15,-4 5 6-15,-2 1 1 16,-2 4 7-16,0 0-18 16,-2 9 11-16,-2 7-14 15,4-2 27-15,-2 3-24 16,1-1 5-16,3-4-53 16,3-2 8-16,1-6-58 15,5-4-22-15,0 0-34 16,2-2-44-16,-2-11-10 15,-2-2 122-15,-1-1 97 16,-4-5 23-16,-3 2 89 16,-4 1 28-16,-4-1 13 15,-1 1-36-15,-3 3 23 16,0 3-37-16,0 4-31 16,-4 3 23-16,-9 5-35 15,-3 0-21-15,-2 4-37 0,-2 13 13 16,0 2-17-16,5 1 24 15,5-3-34-15,3-2 29 16,6-3-26-16,1-4 26 16,0-3-16-16,8-4 12 15,8-1 2-15,1 0-1 16,3 0 7-16,1 0-15 16,-1-6 16-16,-4 2-22 15,0 0 26-15,-6 2-32 16,0-1 36-16,-3 3-33 15,2 0 25-15,-2 0-14 16,2 0 7-16,0 4 2 16,-1 5 4-16,0-2 6 15,-2 2-16-15,-2-2 19 16,1-3-24-16,-3 0 25 16,-1-3-30-16,-1-1 28 15,3 0-27-15,0 0 24 16,4 0-13-16,-1-9-4 15,6-4-6-15,-1-1-25 16,0-3 9-16,-2 3 0 16,0 5 27-16,-2 1-21 15,-4 3 33-15,0 5-33 16,1 0 37-16,-4 0-30 16,0 0 24-16,0 5 9 15,2 4 2-15,-1-2 1 16,-1-2-12-16,3-3 4 0,-3 2-22 15,2-4 19 1,-1 0-26-16,5 0 31 0,1 0-40 16,6-11 27-16,-1-1-20 15,3 3 9-15,-1-2-7 16,-1 3 7-16,0 4 5 16,-5 1-8-16,0 3 9 15,0 0-8-15,-1 0 15 16,-1 3-32-16,2 6 17 15,1 0-58-15,2-2-85 16,0-4-145-16,5-1-82 16</inkml:trace>
  <inkml:trace contextRef="#ctx0" brushRef="#br0" timeOffset="195619.67">33210 3715 700 0,'0'0'93'0,"0"0"45"15,0 0-29-15,0 0-53 16,-2-63-39-16,-8 54-11 16,-6 8-24-16,-3 1-11 15,-1 4-38-15,-3 15 14 16,7 3-11-16,2 4 19 16,7-1 23-16,5-4 35 15,2-2-4-15,0-6 14 16,13-2 18-16,3-7 36 15,5-4 27-15,5 0-31 16,3-8 9-16,2-12-32 16,-4-10 15-16,2-5-58 0,-3-9 12 15,-6-5-29 1,-7-6 20-16,-4-8-15 0,-8-7-3 16,-1-1-5-1,-3 3-24-15,-12 8-6 0,-1 9-3 16,-5 16 44-16,-2 20 1 15,-1 15 14-15,1 14-46 16,2 25 33-16,7 14-13 16,14 11 16-16,0 3 1 15,22-2 0-15,8-4 9 16,5-10-5-16,-5-12 1 16,-4-8-73-16,-9-13-132 15,-7-14-124-15,-8-4-335 16</inkml:trace>
  <inkml:trace contextRef="#ctx0" brushRef="#br0" timeOffset="195888.33">33331 2985 845 0,'0'0'89'0,"117"126"101"16,-54-39-24-16,-9 4-29 16,-11 3-67-16,-11 1-8 15,-13-3-46-15,-13-10 23 16,-6-10-44-16,-8-9 23 16,-21-10-26-16,-13-11-26 15,-15-8-61-15,-17-12-156 16,-20-8-535-16</inkml:trace>
  <inkml:trace contextRef="#ctx0" brushRef="#br0" timeOffset="197363.39">26266 4702 640 0,'0'0'67'0,"0"0"-49"16,-20 4 71-16,14-3-28 15,0 2-40-15,-2-2-17 16,5 1-8-16,0-1 6 16,1-1-58-16,2 0-54 15,0 0-169-15</inkml:trace>
  <inkml:trace contextRef="#ctx0" brushRef="#br0" timeOffset="200956.89">25301 6020 441 0,'0'-1'81'0,"0"1"1"15,0 0 17-15,-10 10-58 16,0 10-6-16,-6 7 28 16,1 7-17-16,0 10 9 15,3 11-12-15,2 6-3 16,1 7-1-16,6 3-3 16,3-2-29-16,0-3 22 15,15-13-25-15,11-8 10 16,4-11-22-16,8-11 12 15,1-8-30-15,3-7-42 16,-2-8-125-16,-4 0-250 16</inkml:trace>
  <inkml:trace contextRef="#ctx0" brushRef="#br0" timeOffset="201807.51">26305 5708 525 0,'0'0'74'0,"0"0"29"16,0 0 20-16,75 93-31 15,-33-48 14-15,7 6-37 16,-4 6-13-16,-5 7-5 16,-7 1 21-16,-11-1-25 15,-12 2 5-15,-8-4-41 16,-2-2 10-16,-12-7-23 15,-8-3 8-15,1-11-7 16,-1-6-24-16,4-10-55 16,-2-8-141-16,7-7-217 15</inkml:trace>
  <inkml:trace contextRef="#ctx0" brushRef="#br0" timeOffset="-211350.71">12431 10749 57 0,'0'0'6'0,"0"-4"19"0,0 3 15 16,0-1 6-16,-1 1 27 16,-5 1-17-16,2 0 7 15,-2 0 2-15,-1 0-3 16,1 0-22-16,-1 0-15 16,3 0-12-16,1 0-12 15,0-1 1-15,1-2-3 16,-1 2 7-16,0-2 5 15,-1-1 19-15,1 2-6 16,0 1 4-16,-4 1-3 16,0 0-10-16,1 0-8 15,-1 0-5-15,-2 0-2 16,2 0-1-16,1 3 3 16,0 0-3-16,1-2 6 15,1-1-8-15,-1 0 15 16,2 3-6-16,-3-3 3 15,1 4-11-15,-1 4 5 16,-1 2-3-16,1 3-1 16,0 3 2-16,2 1-1 15,1-2 3-15,-2-2-4 16,0 1 8-16,1-2-7 16,1 2 7-16,1-2-11 15,-1 1 8-15,3 4-7 16,0-3 4-16,0-2-1 15,0-2-1-15,0-1 2 16,0 3-3-16,0-1 4 16,0 3-5-16,0 4 6 0,2 5-8 15,7 0 6-15,2 0-8 16,-2-1 9 0,-1-3-8-16,-1-4 6 0,-2-4 0 15,-4-2-2-15,-1 0 1 16,2-2-6-16,-1 3 5 15,3 2-1-15,-1 2 8 16,3 1-10-16,3 2 10 16,-2-2-12-16,-1-2 8 15,0-3-19-15,-2-2-1 16,4-3 17-16,-2-2-1 16,0 1 3-16,1-1-3 15,-1 1 6-15,4 2-5 16,-3-1 5-16,4 2-6 15,0 0 8-15,-1-3-8 16,0 0 7-16,2 0-5 16,-3-4 1-16,-1 0 0 15,1 0 2-15,-2 0 5 16,0 0-8-16,1 0 5 16,1 0-7-16,-1 0 9 15,-1 0-9-15,2 0 8 16,-1 0-9-16,0 0 12 15,0-4 1-15,0-2-3 16,1-4 0-16,-1-2-2 16,-1-4 0-16,3-3-1 15,-1-1 11-15,2 1-11 16,-2-2 5-16,1 2-10 0,-3 2 13 16,-1 2-3-16,-3 1 4 15,-1 1 9-15,-2 0-2 16,0 0-5-1,0 2 3-15,0-3 1 0,-6 0-3 16,-6-5 14-16,-1-1-18 16,0-6-2-16,0 0-9 15,0-1 8-15,4 0-6 16,-2 8 14-16,5 2 10 16,0 6-6-16,-1 6 3 15,1 1-7-15,-4 1 5 16,0 0-12-16,-2-1 4 15,-2-1-15-15,0-3 9 16,-4 0-11-16,2-2 9 16,1 0-9-16,1-1 5 15,2 3 2-15,-1 1 0 16,1 1 6-16,-1 4-10 16,3-1 15-16,-1 2-11 15,0 1 5-15,1 0-8 16,3 0 23-16,1 0-4 15,2 0 1-15,-2 0-16 16,3 0 0-16,0 0-3 16,0 0 0-16,-1 0 0 15,3 0-4-15,-1 0 7 16,-1 0-8-16,2 0 9 16,-2 0-10-16,0 4 10 15,-1 1-15-15,2 1-15 16,1 1-46-16,1-2-79 0,0 1-115 15,0-4-240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6:44:26.24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9196 3574 141 0,'0'0'15'0,"0"0"1"15,0 0-2-15,0 0 11 16,0 0 36-16,0 0-28 15,0 0 5-15,0 0 9 16,0 0-9-16,0 0 4 16,0 0 4-16,0 0 8 0,0 0 5 15,0 0 11 1,0 0-12-16,0-1 2 0,0 1-18 16,0-2 7-16,0 2-11 15,0 0-5-15,0 0-2 16,0 0-6-16,0 0-1 15,0 0-10-15,0 0 11 16,0 0-10-16,0 0 16 16,0 0-21-16,-1 0 7 15,-3 2-26-15,-1 3 30 16,1 2-20-16,0 0 5 16,-1 2 4-16,1 2-3 15,-1 1 7-15,-1 3-10 16,1 3 8-16,-2 3-18 15,2-3 19-15,1 3-20 16,1-2 16-16,-4-2-14 16,3 0 7-16,1-2-1 15,0-2 0-15,0 3 1 16,2-3-4-16,-1-3 9 16,2 1-9-16,0 0-5 15,0 0 19-15,0 0 0 16,0 3-18-16,0 0 20 15,0 2-23-15,0 1 21 16,0 1-9-16,0-3 1 16,0 1 11-16,0-2-3 15,0 4 7-15,0-2-18 16,0-2 14-16,2 3-18 16,-1-5 15-16,0 1-19 15,2-2 16-15,0-3-8 16,2 1 6-16,3 1-1 0,-1-1-1 15,4 4 6-15,0 1-6 16,1-2 13 0,-1 0-7-16,2-1-17 0,-4-1 33 15,-2-4-8 1,1-1-20-16,0 1 14 0,-4 2-8 16,2-1-2-16,0 0 5 15,-2 1-5-15,2 2 6 16,-3-5-13-16,-2 1 12 15,2-3-13-15,-3-1 17 16,2-1-19-16,-2-1 17 16,0 0-18-16,0 0 14 15,0 0-17-15,0-3-34 16,0-7-87-16,0-6-134 16,0-4-256-16</inkml:trace>
  <inkml:trace contextRef="#ctx0" brushRef="#br0" timeOffset="1356.5">10608 3456 421 0,'0'0'60'15,"0"0"49"-15,-3-1-23 16,3 1 7-16,0 0-29 16,0 0 5-16,0 0-12 15,0 0-8-15,0 0-7 16,0 0-10-16,0 0 3 16,0 4 2-16,0 4 9 15,0 4 11-15,4 4-15 16,7 2-30-16,0 2 30 15,1 0-28-15,1 4 8 16,1-1-11-16,0 1-2 16,-1-1-19-16,1 1 36 15,-2 0-12-15,2-1-10 16,-4-1 7-16,1 3-15 16,-3-1 18-16,-2 1-13 15,-2 1 19-15,-4 0-22 16,0 3 15-16,0-1-4 15,0-1 1-15,0 1 0 16,-1-1-6-16,-5-2 3 0,3 0-13 16,2-2 18-1,-3-1-19-15,4-3 18 0,-2-1-20 16,2-5 20-16,-1 2-18 16,-1-2 10-16,1 1-3 15,-1 2 1-15,-1 0-28 16,2-1 63-16,-2-1-27 15,2-3-10-15,-1-3 14 16,1-4-18-16,1-1 19 16,-2-3-22-16,2 0 19 15,0 0-16-15,-1 0 9 16,1 0-1-16,0 0 0 16,0 0 2-16,0 0-7 15,0 0 10-15,0 0-14 16,0 0 17-16,0 0-19 15,0 0 20-15,0 0-22 16,0 0 15-16,0 0-31 16,0 0-26-16,0-4-26 15,4-7-60-15,-2-1-131 16,-2-5-245-16</inkml:trace>
  <inkml:trace contextRef="#ctx0" brushRef="#br0" timeOffset="4631.59">15655 3451 666 0,'-4'16'77'16,"-4"6"47"-16,2 6 23 0,6 7-46 15,0 9-13-15,0 3-17 16,6 1-29-16,5-5-27 16,-2-3-2-16,-1-7-18 15,-4-9 15-15,-1-7-25 16,1-8-27-16,-4-4-77 16,0-5-123-16,-1 0-123 15</inkml:trace>
  <inkml:trace contextRef="#ctx0" brushRef="#br0" timeOffset="4970.83">15457 3403 775 0,'0'0'67'15,"87"-8"63"-15,-35 8-10 16,6 0-43-16,1 12-20 16,-1 10-30-16,-7 8-4 15,-10 4-6-15,-9 2 0 16,-14 5-10-16,-10 1 13 16,-8 2-18-16,-2-4 20 15,-24 3-16-15,-6-4 11 16,-8 0-17-16,-8-6 4 15,1-6-5-15,1-4-25 16,3-6-36-16,6-3-51 16,8-6-81-16,7-6-131 0,8-2-255 15</inkml:trace>
  <inkml:trace contextRef="#ctx0" brushRef="#br0" timeOffset="5620.76">16028 3766 844 0,'0'0'44'16,"0"0"103"-16,0 0-77 16,0 0-32-16,60-79-9 15,-48 51-13-15,-6-1 0 16,-5 3-16-16,-1 3 11 15,0 5-13-15,-7 4 20 16,-6 7-12-16,0 7 4 16,-3 0-6-16,1 8-3 15,0 16-1-15,-1 10-2 16,-4 4 3-16,2 7-17 16,7-2 15-16,3-3-14 15,7-4 18-15,1-9-11 16,6-8 13-16,14-9-15 15,6-5 13-15,3-5-5 16,1-1 7-16,2-16 1 16,1-7-5-16,-1-7 5 15,-6 0-14-15,-7 0 8 16,-4 5-21-16,-1 5 20 16,-7 8-10-16,0 8 17 15,-4 5-14-15,1 0 5 0,1 1-4 16,0 14 6-16,3 1 8 15,2 9 9-15,3 0 23 16,4 1-6-16,-3-3 18 16,2-4-10-16,-6-3 14 15,1-7-28-15,-3-5 4 16,-4-2-18-16,-4-2 10 16,0 0 3-16,0-14 3 15,0-5-6-15,0-5-22 16,-8-6 6-16,-2-3-13 15,5 0 14-15,1 3-19 16,4 6 21-16,0 3-36 16,0 6-11-16,0 6-32 15,9 0-23-15,1 0-80 16,3 1-132-16,3 4-121 16</inkml:trace>
  <inkml:trace contextRef="#ctx0" brushRef="#br0" timeOffset="5783.39">16588 3669 974 0,'0'0'215'0,"0"0"-61"15,11 84-63-15,-9-59-45 16,1-1-14-16,0-7-33 16,1-3 12-16,-1-6-30 15,1-3-45-15,-4-5-119 16,0 0-180-16,0-17-468 15</inkml:trace>
  <inkml:trace contextRef="#ctx0" brushRef="#br0" timeOffset="5910.26">16585 3423 951 0,'0'0'19'0,"0"0"29"15,0 0-60-15,0 0-93 16,0 0-163-16,0 0-252 15</inkml:trace>
  <inkml:trace contextRef="#ctx0" brushRef="#br0" timeOffset="6671.5">16833 3604 842 0,'0'0'106'0,"0"0"43"15,29 85-46-15,-20-54-55 16,-5-4 3-16,2-4-25 16,1-4-1-16,3-6-4 15,-1-8-2-15,3-2 1 16,1-3-10-16,0 0 7 16,1-8-18-16,-2-6 13 15,-1-7-18-15,1-3 18 16,-4-6-27-16,-3-1 11 15,-5 1-20-15,0 2-3 16,0 4 8-16,0 6 1 16,0 6 5-16,0 7-14 15,0-1 21-15,6 4-17 16,9 2 8-16,1 0-15 16,12 0-1-16,1 0 2 15,3 6 25-15,6-3-6 0,1 0 5 16,-4-3 4-16,-6 0 0 15,-6 0 6-15,-10-4 3 16,-6-1 19-16,-7 4-9 16,0 1 35-16,-5-2-19 15,-9 0-17-15,-7 2-23 16,-2 0 8-16,-3 0-10 16,2 18-13-16,-1 4-22 15,2 7-12-15,5 3-4 16,8-1-10-16,6-7 46 15,4-3 5-15,0-6 19 16,11-10-8-16,10-5 24 16,2 0-4-16,2-6 3 15,3-10-12-15,-3-4 1 16,-2 1 0-16,-3-3-2 16,-10 5 1-16,-3 0-4 15,-5 5 8-15,-2 5-12 16,0 5 10-16,0 2-13 15,-3 0 10-15,0 2-12 16,3 9 5-16,0 5 4 16,0 1 0-16,11 1 8 15,4 0 0-15,8-1 21 16,-1-2 2-16,4-4 2 16,1-4-15-16,-1-6 1 15,-1-1-32-15,-6-3-35 16,-4-14-77-16,-3-8-119 15,-2-6-63-15,-3-7-106 16</inkml:trace>
  <inkml:trace contextRef="#ctx0" brushRef="#br0" timeOffset="6880.68">17534 3189 599 0,'0'0'176'0,"0"0"-18"15,0 0-73-15,0 0-38 16,-10 86 21-16,7-28-21 15,3 8 9-15,0 2-7 16,9 0-9-16,8-3-29 16,5-8 9-16,-1-8-22 15,2-12 9-15,-7-10-10 16,-3-8-32-16,-7-10-52 16,-6-9-109-16,-4 0-162 15</inkml:trace>
  <inkml:trace contextRef="#ctx0" brushRef="#br0" timeOffset="7133.55">17456 3459 861 0,'0'0'119'0,"0"0"29"15,110-8-80-15,-69 12-48 16,-3 15-1-16,-5 5-21 15,-7 3 8-15,-10 5-5 16,-4 3 0-16,-8-3 6 0,-3 3-5 16,-1-5 9-1,0-2-2-15,0-5 4 16,0-4-21-16,-4-8 0 16,3-10-138-16,-2-1-187 0,-3-5-385 15</inkml:trace>
  <inkml:trace contextRef="#ctx0" brushRef="#br0" timeOffset="7270.75">17709 3338 948 0,'0'0'-1'0,"0"0"-32"15,0 0-133-15,0 0-170 16</inkml:trace>
  <inkml:trace contextRef="#ctx0" brushRef="#br0" timeOffset="7838.77">17873 3609 881 0,'0'0'109'0,"0"0"46"15,0 0-91-15,25 87-4 16,-19-68-18-16,5 0-13 16,-1-7-4-16,2-5-1 15,2-1-1-15,-4-6-13 16,-2 0 2-16,-4-4-15 16,-1-7 13-16,-3-5-19 15,0-2 8-15,0-8-17 0,0 1 7 16,0-1-13-16,1 2-2 15,2 6 12 1,0 4 9-16,-2 7 3 0,4 6-4 16,-1 1 2-16,5 0-7 15,4 0 23-15,3 0-16 16,4 5 24-16,1 2-16 16,1-3 8-16,0 0 4 15,4-2 0-15,-2-1 2 16,2-1-8-16,2 0 7 15,-3-3-14-15,-1-13 20 16,-1-5-16-16,-3-4 14 16,-8 0-25-16,-5 1 16 15,-4 5-15-15,-3 4 10 16,0 10 8-16,-10 5-6 16,-7 0-6-16,-2 16-11 15,-3 8 14-15,1 6-14 16,3 0 16-16,7 4-20 15,5-6 20-15,6 1-19 16,3-6 9-16,20-5-37 16,6-6-42-16,7-4-89 15,2-4-256-15</inkml:trace>
  <inkml:trace contextRef="#ctx0" brushRef="#br0" timeOffset="8606.42">18890 3552 722 0,'0'0'128'0,"0"0"14"16,0 0-84-16,0 0-16 16,-66 91-25-16,55-62 8 15,6-5-4-15,0-2-2 16,5-6-4-16,0-4 0 16,2-7 1-16,8-5-13 15,3 0 17-15,3-5-14 16,0-14 8-16,2-6-23 15,4-6 13-15,-4-7-13 16,-1-10 3-16,-7-4-17 16,-6-10 8-16,-4-2 6 15,0 4-14-15,-7 5 17 16,-3 11 2-16,0 13 13 16,7 12-15-16,3 19 16 15,0 0-20-15,0 23 10 16,3 16-6-16,10 17 12 0,4 12 8 15,6 11 15-15,2 7 37 16,-1 3 2-16,5 7 3 16,0 0-23-16,-4-6 21 15,-4-7 23-15,-4-11-18 16,-8-9-61-16,-7-19 29 16,-2-12-19-16,-9-11-5 15,-14-13 4-15,-4-8-5 16,-5-2 2-16,-3-23-19 15,2-14 13-15,7-7-23 16,6-3-4-16,11-1-36 16,9 5 5-16,0 5-65 15,22 5-49-15,2 2-137 16,4 0-400-16</inkml:trace>
  <inkml:trace contextRef="#ctx0" brushRef="#br0" timeOffset="9235.7">19495 3646 1042 0,'0'0'175'15,"0"0"-50"-15,28 74-45 16,-21-44-56-16,0-6-16 16,0-5-5-16,-4-3-11 15,-3-10-45-15,0-6-90 16,0 0-190-16,-14-8-447 16</inkml:trace>
  <inkml:trace contextRef="#ctx0" brushRef="#br0" timeOffset="9390.83">19527 3411 935 0,'0'0'72'0,"0"0"27"15,0 0-61-15,0 0-49 16,0 0-27-16,0 0-111 16,3 33-178-16,-2-10-231 15</inkml:trace>
  <inkml:trace contextRef="#ctx0" brushRef="#br0" timeOffset="9707.28">19716 3695 773 0,'0'0'161'0,"0"0"74"16,0 0-87-16,0 0-73 16,0 0-16-16,0 0-23 15,52 45-3-15,-50-51-18 16,-2-13 9-16,0-1-29 15,2-10 14-15,6 0-36 16,5 4 5-16,-2 6-15 16,5 4 7-16,-3 8-1 15,0 8 2-15,0 0 20 16,-6 12 0-16,2 6 16 16,-1 3-11-16,0 2 16 15,-1 1-13-15,-1-2 12 16,-2-1-17-16,0 0 9 15,-1-5-24-15,0-3-61 16,0-3-68-16,0-6-96 16,1-4-89-16,2 0-222 15</inkml:trace>
  <inkml:trace contextRef="#ctx0" brushRef="#br0" timeOffset="10792.13">20079 3537 609 0,'0'0'151'0,"0"0"-4"15,0 0-13-15,1 77-69 16,3-48-14-16,2-1-9 16,4-3-2-16,0-1-4 15,5-5-22-15,-1-6-2 16,-2-6-12-16,2-3 17 15,-4-4-14-15,-1 0 22 16,1-4-13-16,-3-12 11 16,-1 0-22-16,0-5 2 15,-3-1-2-15,1-2-2 16,-3-1-6-16,-1 4-11 16,0 3 1-16,0 4-7 15,0 5 22-15,0 6-9 16,0 2 20-16,0 1-20 15,0 0 5-15,0 1-7 16,6 8 15-16,6 1 0 16,4 1 4-16,-3-2 4 15,3 2-7-15,-2-3 19 16,2 1-14-16,0-5 16 16,1-2-18-16,-1-2 20 15,0 0-23-15,-1-12 10 0,-3-5-14 16,0-5 8-1,-5-1-7-15,-1-4 2 0,-6 6 0 16,0 2-15-16,0 2 12 16,0 10-20-16,-12 7 16 15,-1 0-18-15,-1 10 17 16,-5 12-12-16,0 6 2 16,2 3-11-16,7-3 6 15,6 0 8-15,4-4 10 16,0-5 5-16,4-7-9 15,15-4 16-15,1-1-9 16,5-3 22-16,3-2-18 16,3-2 12-16,1 0-16 15,-4 0 10-15,0 0-7 16,-8 0 0-16,-5 0 7 16,-11 2 11-16,-4 4 9 15,0-4-12-15,-7 2 24 16,-9-1-19-16,4 2 16 15,0-4-25-15,3-1 13 16,0 0-25-16,3-6 5 16,0-10-9-16,3-6-10 15,3-1-11-15,0-3-8 16,6 3 11-16,12-3-33 16,5 4 7-16,3-1-39 15,2 3 17-15,4 1-12 0,-6 3 49 16,-4 5 24-1,-5 3 13-15,-9 4 22 16,-8 4 25-16,0 0 10 0,-2 0-8 16,-10 15-20-1,-5 2-29-15,1 3 5 0,2 2-17 16,5-2 14-16,3-3-18 16,6-2 10-16,0-4-10 15,16 1 10-15,7 0 1 16,2 1 12-16,-2 3 26 15,-3 3 11-15,-4 1 5 16,-10 2-12-16,-6 0 16 16,0-1-18-16,-3-4 4 15,-13-2-36-15,2-4 9 16,-3-5-19-16,2-2-2 16,5-4-31-16,-3 0-50 15,4 0-27-15,3-1-84 16,6-11-110-16,0-2-128 15</inkml:trace>
  <inkml:trace contextRef="#ctx0" brushRef="#br0" timeOffset="11047.79">20831 3639 725 0,'0'0'131'0,"0"0"55"16,81-61-71-16,-60 42 5 15,-4-2-47-15,-5 2-13 16,-9-2-31-16,-3-2 0 15,0 3-23-15,-7 3 8 16,-7 3-6-16,-2 9-6 16,-3 5 7-16,0 5-13 15,0 18 10-15,2 9-12 16,1 6 15-16,3-2-15 16,6 0 21-16,7-4-19 15,0-4 14-15,2-6-16 16,13-6 1-16,3-4-63 0,3-9-166 15,-2-3-402-15</inkml:trace>
  <inkml:trace contextRef="#ctx0" brushRef="#br0" timeOffset="11812.64">21214 3467 828 0,'0'0'69'0,"0"0"59"16,0 0-63-16,-52 95-21 0,42-64-14 15,2-4 0 1,8-4 2-16,0-6-13 0,0-8-5 16,9-9-7-16,4 0 13 15,4 0-14-15,-1-13 13 16,3-8-21-16,-3-4 11 16,1-4-14-16,-5-10 7 15,-1-5-15-15,-2-5 0 16,-6-12 4-16,-1-3-10 15,-2-4 8-15,1 6-5 16,2 2 16-16,2 15-29 16,4 15 7-16,1 14-3 15,8 16 22-15,2 9-6 16,3 24 18-16,3 16 28 16,3 13 5-16,-2 12 15 15,-4 8-2-15,2 5 19 16,3 4-30-16,0 0 22 15,1-6-12-15,-3-4 62 16,-4-12-57-16,-6-9-28 16,-10-15-8-16,-6-11 4 15,0-9-13-15,-14-13 13 16,-10-10-6-16,-8-2-28 16,-7-11 12-16,-1-14-26 15,2-7 7-15,5-4-32 16,13-2 6-16,11-4-47 15,9 2-20-15,10-1-52 16,19-3-152-16,7-2-312 16</inkml:trace>
  <inkml:trace contextRef="#ctx0" brushRef="#br0" timeOffset="12460.72">22119 3301 857 0,'0'0'86'0,"0"0"37"16,0 0-78-16,-81 51-12 16,57-28-17-16,2-1-5 15,8-2-17-15,8-1 14 16,6 0-22-16,7-4 11 15,15 0-11-15,8 0 21 16,4 2-11-16,3-1 10 16,-2 1 16-16,-7 6 29 15,-10-5 3-15,-10 0-11 16,-8 0-1-16,-8-2-9 16,-21 0 5-16,-3-6-30 15,2 0 12-15,0-4-24 16,6-3 14-16,6-3-17 15,7 0 4-15,8-4-11 0,3-14-18 16,5-3-8-16,18-5 2 16,13-2 31-16,8-6-7 15,7 6 20-15,0 2-15 16,-2 7 20-16,-7 9-11 16,-5 6 21-16,-13 4-4 15,-10 4 12-15,-7 13 8 16,-7 2-6-16,0 5-9 15,0 1-19-15,-8 1 7 16,-4-5-38-16,-2-3-45 16,-1-7-162-16,-1-9-254 15</inkml:trace>
  <inkml:trace contextRef="#ctx0" brushRef="#br0" timeOffset="12620.11">22272 3140 990 0,'0'0'26'0,"0"0"3"15,0 0-42-15,0 0-49 16,0 0-113-16,9 66-426 16</inkml:trace>
  <inkml:trace contextRef="#ctx0" brushRef="#br0" timeOffset="13127.64">22495 3489 943 0,'0'0'190'0,"0"0"-30"0,0 0-66 15,0 0-42 1,0 0-11-16,0 0-28 0,81 25 9 16,-73-43-26-16,2-4 8 15,-1-3-35-15,1 4-6 16,-1 2-3-16,-2 5 9 15,0 4-5-15,-1 9 3 16,-1 1 25-16,1 0-5 16,0 8 15-16,2 7-10 15,2 1 17-15,3 0-16 16,1 0 14-16,3-2-11 16,1-4 9-16,5-2 9 15,3-6 7-15,3-2 11 16,1 0-6-16,3-11 7 15,-2-8-22-15,0-1 15 16,-2 0-18-16,-6-4 17 16,-4 1-19-16,-6 3 13 15,-8-2-12-15,-5 4 3 16,0 2-2-16,-15 4-7 16,-4 5 1-16,-2 7-11 15,-4 4 16-15,-1 16-19 16,1 10 19-16,4 7-18 15,2 0 20-15,8-2-19 16,9-1 16-16,2-6-8 16,10-7 3-16,10-5 3 15,5-3-5-15,-2-5 4 16,3-2-27-16,-3-2-41 16,-6-4-132-16,-5 0-219 0</inkml:trace>
  <inkml:trace contextRef="#ctx0" brushRef="#br0" timeOffset="15763.92">11324 3079 206 0,'0'0'45'16,"-5"4"-9"-16,1 1 40 15,0 2-39-15,-2 3-16 16,-1 1 21-16,2 1-13 16,-3 0-2-16,5 1-5 15,0 3-1-15,2 0-13 16,1 6 19-16,0 2-20 15,0 5 1-15,0 7-11 16,0 3 5-16,-2 4-3 16,1-1-5-16,1 1-5 15,0-4-6-15,0-3 12 16,1 3-1-16,5-6 11 16,2 2-10-16,-5-1 12 15,2 1-13-15,0 1 12 0,4-1-36 16,0 1-42-1,-2 3 10-15,2 1-18 0,-2-3 7 16,0-3 69-16,-1 0 13 16,-2-5-5-16,2-4 6 15,0-6-11-15,-2 5 12 16,0 1-9-16,-4 0 0 16,0 4-5-16,0 7 8 15,-11 3 26-15,2 0-12 16,0 0 43-16,3-2-52 15,4 1-16-15,2-6-3 16,0-3-11-16,0-3-31 16,0-2 40-16,0-1 9 15,0-3 11-15,4-1-4 16,5-2-2-16,-5 1 2 16,-1-1-3-16,-1 2 2 15,-2 3 20-15,0 1 0 16,-2-3-13-16,-4 2 6 15,-1-2-17-15,2 2 4 16,-1-2-12-16,1 1-5 16,-1-1-19-16,2 3-3 15,1-1 16-15,-4 4 0 16,6-6 85-16,-1-3-42 16,2-2-21-16,0 1-6 15,0-3-3-15,0-1-19 16,-3 6 14-16,-1 7-17 0,-2 6 13 15,-3 0 5-15,0-4 99 16,1-2-62-16,5-2-35 16,0-4 1-16,3-5-38 15,0-3-27-15,0 2-18 16,0 4 69-16,0 0 23 16,-4-2 142-16,2-1-66 15,2 0-84-15,0-4-7 16,0-4-3-16,0-1-11 15,0 3-14-15,6-2-4 16,-1-1 38-16,2 3 74 16,4-4-64-16,0 0-4 15,3-2 2-15,6 1 6 16,0 0-7-16,-2 0 45 16,2-2-7-16,2 3-37 15,-2-1-3-15,2-2 2 16,-1 2 3-16,3-2-7 15,-1 0-9-15,1 1-11 16,0-2 25-16,2 0-3 16,2 0 9-16,0 0-11 15,-1 0 3-15,3 0-1 16,1 0-2-16,-1 0-9 16,3 0 12-16,4 0 6 15,1 0-15-15,3 0-46 16,3 0-20-16,0 0 67 15,1 0 3-15,1 0 9 16,-1-4-3-16,1 0-10 16,-1 0 8-16,-1 0-2 15,-2-1 0-15,-1 3 3 16,2-1 7-16,-3 2-9 0,0 1 5 16,1-4-22-16,3 0-62 15</inkml:trace>
  <inkml:trace contextRef="#ctx0" brushRef="#br0" timeOffset="16073.69">13734 5311 49 0,'0'0'75'0,"0"0"-34"15,90 0-22-15,-60 0-8 16,-1 0-5-16,0 0-5 15,-1 0 17-15,1-2-24 16,2-2 4-16,0 1-64 16,1-1-32-16</inkml:trace>
  <inkml:trace contextRef="#ctx0" brushRef="#br0" timeOffset="17642.91">14261 5288 124 0,'0'0'17'15,"0"0"-20"-15,88 0 14 0,-63 0 10 16,-2 0 15-16,0 0-23 15,0 1-10 1,-3 2-2-16,-1-2 0 0,1 1 2 16,-2-2 3-16,1 0 22 15,-2 0 1-15,-4 0-1 16,-1 0-26-16,-5 0 2 16,-5-2-15-16,0-5 16 15,-2-2 26-15,0-5 8 16,0-1 4-16,1-2-18 15,2-7 25-15,-3 0 22 16,0-5-24-16,0-4-19 16,0-3-8-16,0-3-23 15,-7-1 11-15,0-5-16 16,0 1 13-16,-2-1-4 16,0 4 2-16,-1 2-1 15,2 0 2-15,-4 4 7 16,1 0-4-16,2 2 16 15,0-4 2-15,-1-6 4 16,0-3-25-16,4-5 5 16,-1-5-26-16,4-2-11 15,-1 0-14-15,4 2 13 16,0 3 20-16,0-1 6 16,0 4 4-16,10 1-10 15,0-2-15-15,-1 2 8 16,1-1 23-16,-8 2-12 15,-2 0 14-15,0 2-13 16,0 2 7-16,0 4-3 16,-5 1-3-16,-2 4-1 15,-1 1 1-15,1 4 6 0,0-2-8 16,2 5 11-16,-2 1-13 16,5 0 14-16,-4 3-14 15,1-2 17-15,-1 2-4 16,2 1 3-16,-3 2-9 15,1 0-5-15,0-1-9 16,4 2-3-16,-1 1 15 16,1 2 3-16,1 3 20 15,1-2-14-15,-6 5 19 16,5 0-10-16,-4 3-2 16,2-1-14-16,1 0 2 15,-1 0 3-15,0-1 3 16,3-3 0-16,0 4-6 15,0-2 6-15,0 4-8 16,0-2 14-16,-2 4-9 16,-4 1 14-16,-2 0-16 15,-4 2 5-15,2 1-13 16,-3 0 4-16,2 0 3 16,-4 0-3-16,4 0 3 15,-3 0-8-15,0 0 12 16,2 0-12-16,-3 0 12 15,2 0-14-15,-2-2 10 16,-1 1-9-16,-4 0 11 16,0-2-7-16,-6 2 2 15,-2-3 7-15,0 1-2 16,-6 0-3-16,3 0-8 16,-6 1-2-16,2-2-22 15,-2-2 36-15,0 0-13 16,1-2 0-16,-2 1-1 0,2 1 13 15,2-1-5 1,-1 2-2-16,2-2 3 0,-2 4-2 16,3-1 4-16,-1-1-7 15,0 1 9-15,1 0-12 16,-2 1 16-16,1 0-15 16,1-1 13-16,-3 1-12 15,1 0 7-15,0 0-2 16,0 0 0-16,0 1 6 15,-4-1-4-15,3 2 9 16,-6-2-8-16,-1 2 4 16,-2-2-10-16,-3 3 11 15,-2 0-15-15,-1 0 13 16,-1 0-11-16,-3 0 8 16,2 0-3-16,-1 3 0 15,2 1 1-15,0 0-4 16,1 1 8-16,5-3-10 15,-1 0 12-15,6 0-8 16,-1-1 23-16,7 1-7 16,3 0 12-16,1 1-19 15,1-1 3-15,6 2-9 16,-2 1-2-16,4-2 2 16,2 1-5-16,0 3 11 15,1-1-8-15,0-1 11 16,-4 0-16-16,-4 2 14 15,2-1-16-15,-2-3 18 16,-2 4 2-16,1-1 10 16,-2-1-8-16,-1-1-12 0,-2 0 0 15,-3 0-5-15,3-4 7 16,1 0-11-16,3 2 17 16,2-2-11-16,0 3 14 15,-1-2-22-15,1 3 16 16,-3 1-7-16,0 2 7 15,0 0 11-15,2 1-4 16,1 0 0-16,3 1-12 16,1-3 8-16,6 0-18 15,3 0 16-15,5-4-16 16,3 0 11-16,5-1-43 16,0-1-42-16,0 0-92 15,2 0-144-15,8 0-148 16</inkml:trace>
  <inkml:trace contextRef="#ctx0" brushRef="#br0" timeOffset="18993.96">12531 5392 359 0,'0'0'93'0,"0"-3"-8"16,0 3-12-16,0 0-55 15,1 0 1-15,8 0 19 16,5 0 14-16,4 0-22 16,5 0 1-16,3 0-21 15,1 0-1-15,4 0-11 16,0-4 4-16,1 1-2 16,4-1-1-16,2-1 2 15,5 2-11-15,1-1 5 16,-1 4-14-16,-1-2 4 15,-3 2-3-15,-6 0 24 16,-3 0-13-16,-4 0 10 16,-3 0-4-16,-1 0 1 15,0-4 1-15,-1-2 3 16,4 0 4-16,0-1-6 16,2 0 7-16,1 4-13 15,0-1 10-15,-2 2-12 0,0 2 12 16,-1 0-15-1,-2 0 12-15,0 0-11 0,0 0 1 16,0 2 2-16,-2 0 3 16,-1-2 4-16,0 0-6 15,-3 0 9-15,1 0-10 16,-1 0 15-16,0 0-17 16,-2 0 14-16,1 0-13 15,-5 0 9-15,2 0-4 16,-3 0 0-16,4-2 3 15,-3 0-4-15,0 0 6 16,1 0-9-16,-1 2 12 16,0-3-12-16,-2 3 14 15,-3 0-17-15,-3 0 10 16,-1 0-100-16,-2 0-83 16,0 0-67-16</inkml:trace>
  <inkml:trace contextRef="#ctx0" brushRef="#br0" timeOffset="20077.09">13426 4998 528 0,'0'0'62'0,"0"0"112"16,-7 44-88-16,7-22 6 16,-1 3-8-16,-1-2-17 15,2 3-23-15,-1-3-12 16,1 3-7-16,0-6-14 16,0 1-3-16,0-3-14 15,0-7 14-15,0-1-16 16,0-3 17-16,0-6-33 15,0-1-10-15,0 0-67 16,0-9-75-16,0-4-13 0,0-4-9 16,0-1-43-16</inkml:trace>
  <inkml:trace contextRef="#ctx0" brushRef="#br0" timeOffset="20476.18">13296 5089 372 0,'0'0'87'0,"0"0"33"16,0 0-35-16,0 0-1 15,0 0-11-15,0 0 2 16,-9-12-10-16,24-4 18 15,4-1-22-15,1-2-31 16,2 1-3-16,-1 2-3 16,-6 0 11-16,-3 7-20 15,-5 2 13-15,-3 3-17 16,-2 4-3-16,-1 0 0 16,0 6-3-16,2 7 13 15,2 4-11-15,-1 1 7 16,-2-2-18-16,2 0 13 15,1-1-16-15,3-5 14 16,-1 1-29-16,6-3 1 0,2-1-35 16,0-6-42-1,0-1-38-15,-3 0-64 0,0 0-129 16</inkml:trace>
  <inkml:trace contextRef="#ctx0" brushRef="#br0" timeOffset="21475.75">10543 4220 492 0,'0'0'97'16,"0"0"19"-16,0 0-9 15,0 25-15-15,0-2 23 0,-2 5-43 16,2 7-13-16,-1-3-23 16,-1 3 1-16,-1 1-14 15,-1-1 12-15,-1 0-28 16,1-4 15-16,0 0-24 15,-2-2 4-15,2-10-2 16,-2-2-8-16,3-10-34 16,0-7-56-16,0 0-49 15,3-15-101-15,0-9-111 16</inkml:trace>
  <inkml:trace contextRef="#ctx0" brushRef="#br0" timeOffset="21890.83">10444 4315 609 0,'0'0'126'15,"0"0"-11"-15,0 0-10 16,0 0-19-16,0 0-1 16,-10 0-15-16,19-12-11 15,8-7-20-15,0-2-14 16,4-3-16-16,-4 2-2 0,0 5 3 16,-5 2-13-16,-1 12 11 15,-5 3-15-15,0 0 19 16,0 15-12-16,1 5 18 15,-1 4-15-15,-1 1 21 16,-3 0-10-16,-1-5-9 16,-1-3-2-16,0-7-6 15,0-5 3-15,0-5-44 16,9 0-21-16,2 0-73 16,3 0-73-16,4 0-125 15,0 0-280-15</inkml:trace>
  <inkml:trace contextRef="#ctx0" brushRef="#br0" timeOffset="49007.79">24094 1017 563 0,'0'0'104'0,"3"-4"10"16,-3 4 18-16,0-2-26 15,0 2-35-15,0 0-11 16,0 0-13-16,0 0-7 16,0 4-5-16,0 7-17 15,0 10 22-15,0 5-12 16,0 8 14-16,0 5-36 16,0 2 20-16,0 2-28 15,0-4 15-15,0-3-12 16,7-6 4-16,9-6-4 15,2-8 8-15,8-2 3 16,3-5-13-16,1-1 14 16,4-7-20-16,0-1 21 15,0 0-27-15,-3 0 15 16,-3-3-36-16,-8-7-9 16,-3-3-59-16,-8-1-114 15,-4 2-182-15</inkml:trace>
  <inkml:trace contextRef="#ctx0" brushRef="#br0" timeOffset="49431.4">24070 971 887 0,'0'0'123'0,"0"0"8"16,112-42-23-16,-73 29-73 15,-3 1-24-15,-6 5-7 16,-7 1-16-16,-6 6-56 15,-6 0-91-15,-8 0-87 16,-3 0-189-16</inkml:trace>
  <inkml:trace contextRef="#ctx0" brushRef="#br0" timeOffset="49685.8">24029 1194 866 0,'0'0'63'16,"0"0"41"-16,0 0-23 16,0 0-32-16,99 0-48 15,-73 0 24-15,-1 0-34 16,-5 0-9-16,-5 3-83 15,-4 2-74-15,-5 1-100 16,0-4-177-16</inkml:trace>
  <inkml:trace contextRef="#ctx0" brushRef="#br0" timeOffset="49980.08">24406 1166 707 0,'0'0'102'16,"0"0"53"-16,0 0 4 16,63 68-56-16,-40-43-28 0,5-3-22 15,2 3-1-15,0-3-22 16,-2-2 3-1,-1-1-34-15,-4-5 18 0,-5-1-27 16,-4-4 19 0,-5-4-50-16,-2-1-24 0,-3-4-44 15,-2 0-68-15,-2 0-123 16,0-4-146-16</inkml:trace>
  <inkml:trace contextRef="#ctx0" brushRef="#br0" timeOffset="50238.18">24748 1171 961 0,'0'0'37'0,"0"0"49"16,-78 59-19-16,45-30-46 15,-1 1 5-15,0 4-1 16,2-2-25-16,3-2-1 16,5-4 2-16,6-4 0 15,10-7-67-15,5-7-53 16,3-5-120-16,3-3-89 16</inkml:trace>
  <inkml:trace contextRef="#ctx0" brushRef="#br0" timeOffset="50590.67">24917 883 1044 0,'0'0'65'15,"0"73"44"-15,1-28-28 16,7 3-27-16,1 5-3 16,2-6-29-16,0-2 13 15,2-2-36-15,-3-8 17 16,-1-2-23-16,0-6 11 15,-5-4-7-15,-3-5-27 16,-1-3-31-16,0-5-53 16,0-1-55-16,-8-6-127 15,-7-3-164-15</inkml:trace>
  <inkml:trace contextRef="#ctx0" brushRef="#br0" timeOffset="51342.77">24773 1193 996 0,'0'0'98'0,"0"0"8"15,0 0-22 1,90-23-50-16,-52 23-11 0,1 0-6 16,0 0-15-1,1 8 3-15,-2 5-11 0,-4 2 16 16,0 2-22-16,-5 1 21 15,-5-2-13-15,-4 1 16 16,1-4-21-16,-8-2 21 16,-3-3-7-16,-5-1 5 15,-2-3 1-15,-3-4-1 16,0 0 14-16,0 0-14 16,-4 0 19-16,-7-8-31 15,-3-4 19-15,3-5-26 16,2-2 22-16,5-1-25 15,4-4 15-15,0 0-7 16,6 2-1-16,12 2 3 16,4 0-24-16,1 4 33 15,2 4-31-15,-2 3 19 16,-2 5-14-16,-3 1 22 16,-5 3-13-16,-3 0 13 15,-4 0-21-15,-3 0 12 16,0 4 5-16,-3 4 0 15,0 3 3-15,0 4-5 16,-2 3 9-16,-9 5-12 16,-4 0 16-16,2 0-21 15,1 0 20-15,4-2-27 16,4-6 23-16,4-3-15 16,0-4 9-16,0-4-1 15,3-4 0-15,8 0 6 16,2-4-14-16,3-9 30 15,-3-5-27-15,4-1 19 0,-2-1-23 16,-5 1 26-16,0 4-26 16,-3 5 19-16,-2 2-13 15,-3 4 4-15,0 4 0 16,-1 0-5-16,1 5-10 16,1 10 2-16,2 4 22 15,1 3-15-15,3 0 23 16,5 1-18-16,4-3 18 15,2-4-26-15,6 0 19 16,-1-7-14-16,2-2-25 16,-1-6-97-16,-5-1-102 15,-3 0-174-15</inkml:trace>
  <inkml:trace contextRef="#ctx0" brushRef="#br0" timeOffset="51917.37">25773 1056 1131 0,'0'0'120'0,"0"0"-26"16,0 0-25-16,5 0-58 16,-5 0 9-16,0 6-28 15,1 5-21-15,0 1-75 16,1 3-98-16,1-2-122 15,3 3-158-15</inkml:trace>
  <inkml:trace contextRef="#ctx0" brushRef="#br0" timeOffset="52044.85">25844 1233 851 0,'0'0'171'0,"0"0"1"16,0 0-68-1,0 0-61-15,0 0-34 16,0 0 1-16,0 16-38 0,0-16-92 15,-7 0-254 1</inkml:trace>
  <inkml:trace contextRef="#ctx0" brushRef="#br0" timeOffset="52818.45">23746 1670 411 0,'0'0'65'0,"0"0"68"15,0 0-16-15,0 0 10 16,80 0 21-16,-35-7-28 16,14 0-18-16,9-3-20 15,17-3-24-15,14-1-33 16,12-3 10-16,12 0-26 16,7 1 14-16,6 2-25 15,3 0 19-15,4-1-27 16,-2 5 18-16,-6-4-15 15,-8 3-1-15,-11-2 13 16,-14 1-6-16,-19 2 6 16,-18 0-9-16,-20 3 20 15,-17 2-15-15,-10 2 19 16,-11 2-22-16,-7 0 26 16,0 1-11-16,0 0 13 15,0 0-31-15,-6-2-13 16,-2 1-20-16,2 0-27 15,-3 1-38-15,2-2-109 16,-5-2-131-16,4 2-429 16</inkml:trace>
  <inkml:trace contextRef="#ctx0" brushRef="#br0" timeOffset="55665.86">24427 2820 478 0,'0'-4'94'0,"0"-1"51"15,0 0-61-15,-7 1-17 16,-3 1-33-16,-5-1 6 16,1 1-22-16,-3 3 12 15,1 0-16-15,-5 0 9 16,3 0-11-16,-3 14 0 15,0 5-6-15,-1 4-5 16,2 7 5-16,1-2-10 16,5 3 21-16,4-3-17 15,5-8 18-15,5-1-19 16,0-7 23-16,3-5-1 16,14-5 13-16,0-2 9 15,0 0-9-15,0-9-1 16,0-9-15-16,0-5-1 15,-5-4-20-15,-1-6 17 16,-3-3-24-16,1-5 18 16,-4-5-23-16,-2-3 26 15,-3-2-26-15,2 0 12 16,-2 5 2-16,0 4-2 0,0 12 6 16,0 6-7-1,0 12 11-15,0 5-16 0,0 7 13 16,0 0-11-16,0 21 12 15,0 5-17-15,0 9 28 16,0 5-11-16,0 1 10 16,0 1 3-16,12-2-3 15,3-1 13-15,4-4-14 16,0-4 7-16,0-2-22 16,-5-10 15-16,-1-1-22 15,-6-5 12-15,-2-5-66 16,-5-2-36-16,0-4-105 15,-9-2-218-15</inkml:trace>
  <inkml:trace contextRef="#ctx0" brushRef="#br0" timeOffset="56115.69">23998 3187 767 0,'0'0'179'0,"0"0"1"15,128 0-57-15,-66-2-25 16,5-4-47-16,3 5 3 15,-4-3-33-15,-5 4-6 16,-5 0-7-16,-11-1-8 16,-9 1-3-16,-8 0-43 15,-8 0-34-15,-6 0-121 16,-5 0-158-16,-8 2-336 16</inkml:trace>
  <inkml:trace contextRef="#ctx0" brushRef="#br0" timeOffset="56888.08">24299 3633 654 0,'0'0'107'0,"0"0"20"0,0 0-33 15,0 0-20-15,0 0 0 16,-31-19-46-16,17 19 2 16,-2 2-33-16,-3 13 19 15,0 6-19-15,1 2 15 16,2 3-10-16,1 0 3 15,4-3 0-15,3-3-2 16,7-3 2-16,1-6-8 16,0-3 17-16,4-4-8 15,12-4 25-15,3 0-22 16,3-8 17-16,2-12-23 16,4-6 14-16,-1-3-12 15,1-7-4-15,-5-2 2 16,-6-6-4-16,0 0 7 15,-9-2-14-15,-2 1 11 16,-4 5-17-16,-2 5 23 16,0 9-17-16,0 9 21 15,0 6-16-15,0 7 23 16,0 4 13-16,-2 2-11 16,-7 15-18-16,1 8-12 15,3 9 14-15,-2 3-14 16,5 5 22-16,2 2-16 0,0-1 23 15,0-1-25 1,5-3 21-16,4-3-24 0,2-4 13 16,0-7-5-16,2-2-3 15,-3-10-8-15,2-2-30 16,-5-7-14-16,-1-4-52 16,-2 0-23-16,-2 0-97 15,-2-12-116-15</inkml:trace>
  <inkml:trace contextRef="#ctx0" brushRef="#br0" timeOffset="57219.63">24452 3609 708 0,'0'0'94'16,"0"0"33"-16,0 0-21 15,0 0 0-15,0 0-30 16,23 22-2-16,-14-11-27 16,2 3 13-16,6-1-19 15,3 5 10-15,-1 0-30 16,4 0 16-16,0-1-17 16,-1 2 3-16,0-5-15 15,-3-2-9-15,-8-2 8 16,0-3-15-16,-5 1 9 15,-3-4-47-15,-3-3 8 16,0 1-37-16,-1-2-8 16,-10 0-98-16,-1 0-74 0,2 0-91 15,-2-15-228 1</inkml:trace>
  <inkml:trace contextRef="#ctx0" brushRef="#br0" timeOffset="57402.83">24662 3620 889 0,'0'0'163'0,"0"0"12"15,-88 81-68-15,57-54-74 16,0-2-8-16,5 0-32 16,3-10 17-16,6-2-75 15,3-5-68-15,0-8-154 16,6 0-293-16</inkml:trace>
  <inkml:trace contextRef="#ctx0" brushRef="#br0" timeOffset="59313.2">25090 2985 376 0,'0'0'67'0,"0"0"53"15,4 0 17-15,-4 0-47 16,0 0 21-16,0 0-9 16,-8 11-39-16,-5 1-21 15,0 4-12-15,-5 1 2 16,4 2-25-16,0-3 13 15,0 0-22-15,5-1 16 0,1-2-23 16,7-3 16 0,1 0-14-16,1-2 5 0,16 0 1 15,5-1-1-15,4 0 6 16,2 1-9-16,-2-1 15 16,-3 2-5-16,-4-1 18 15,-7 3-17-15,-7-1 30 16,-5 4-1-16,0-1 21 15,-5 3-18-15,-12-1-5 16,-3-3-17-16,0 0-13 16,-2-1 5-16,5-6-13 15,2-1 12-15,8-4-28 16,4 0 8-16,3 0-36 16,0-11 9-16,13-7-18 15,9-4 33-15,4-3-6 16,3 1 2-16,2 1-7 15,-3-1 21-15,-2 5 14 16,-7 4-8-16,-4 5 18 16,-1 5-13-16,-8 5 30 15,-2 0-12-15,1 5 33 16,-2 9-31-16,2 7 7 16,-5 1 8-16,3 1-3 15,-3 0-13-15,1-1-11 16,1-4 3-16,-2-4-24 15,0-5-18-15,0-5-82 16,0-4-85-16,-2 0-172 16</inkml:trace>
  <inkml:trace contextRef="#ctx0" brushRef="#br0" timeOffset="59491.94">25288 2937 841 0,'0'0'34'0,"0"0"2"16,0 0-31-16,0 0-5 15,0 0-72-15,-7 67-39 16,8-55-105-16,9 0-76 16</inkml:trace>
  <inkml:trace contextRef="#ctx0" brushRef="#br0" timeOffset="59881.51">25398 3174 340 0,'0'0'165'0,"0"0"25"16,0 0-25-16,24 75-23 15,-18-64 4-15,-2-1-64 16,1-3 2-16,-2-3-43 16,-3-3-1-16,3 1-19 15,-3-2-5-15,2 0-3 16,0 0 2-16,4-7 10 15,4-10-25-15,-2-2 10 16,4-5-30-16,1 2 9 16,2 1-34-16,-1 2 18 15,-3 7-8-15,4 3 23 16,-7 5 2-16,3 4 2 16,-2 0 0-16,-3 6 7 15,2 7 10-15,-2 4-8 16,-1 1 17-16,1 2-18 15,0-3 22-15,0 3-21 16,-1-5 17-16,1 2-22 0,1-5 8 16,0-2-3-16,-2-3-8 15,1-3-22-15,1-4-49 16,-2 0-81-16,0-1-145 16,-2-13-257-16</inkml:trace>
  <inkml:trace contextRef="#ctx0" brushRef="#br0" timeOffset="60143.55">25746 2929 1139 0,'0'0'41'15,"0"0"80"-15,0 0-64 16,0 0-29-16,0 0-24 16,65 0-7-16,-52 0-63 15,-6 0-104-15,-3 0-185 16</inkml:trace>
  <inkml:trace contextRef="#ctx0" brushRef="#br0" timeOffset="60332.05">25996 2819 1002 0,'0'0'110'0,"0"0"8"0,0 0-48 15,17 84-60-15,-14-58-5 16,0-3-14-16,-3-2-85 16,0-3-146-16,0-5-294 15</inkml:trace>
  <inkml:trace contextRef="#ctx0" brushRef="#br0" timeOffset="61790.55">26314 2939 542 0,'0'0'112'0,"0"0"7"16,0 0-9-16,0 0-16 15,-3 7-9-15,-6 4-31 16,-1 9 12-16,-2 1-21 16,1 6 10-16,2 5-27 15,-3 2 13-15,7 2-26 16,2-1 9-16,3-3-12 15,0-3-1-15,0-2 3 16,10-3-11-16,6-3 12 16,0-6-19-16,1-1 20 15,-2-5-24-15,-1-1 23 16,-5-4-27-16,-2-2 17 16,-3 0-28-16,-4-2-4 15,0 0-25-15,0 0-38 16,0 0-56-16,-6 0-125 15,-1 0-170-15</inkml:trace>
  <inkml:trace contextRef="#ctx0" brushRef="#br0" timeOffset="62396.22">26484 3099 763 0,'0'0'77'16,"0"0"38"-16,0 0 15 15,0 0-55-15,0 0-19 16,0 60-17-16,-3-37-7 16,1 1 4-16,2-5-21 15,0-2 6-15,0-2-21 16,11-3 27-16,1-4-25 16,2-4 20-16,3-3-21 15,-1-1 12-15,1 0-8 16,-1-5-4-16,0-7 3 15,-2-1-7-15,-1-2 7 16,-4-1-9-16,-2 1 15 16,-2 0-21-16,-2 2 24 15,-2 1-28-15,-1 5 23 16,0 1-16-16,0 4 11 16,0 2-3-16,0 0 2 15,0 0 3-15,1 2-11 16,5 8 13-16,-3 2-12 15,4 2 19-15,0 0-21 16,4 0 28-16,-1-1-27 16,-2-2 20-16,3-2-19 15,-3-3 7-15,1-2-20 16,0-2-30-16,2-2-27 16,-1 0-80-16,2-2-94 15,-2-9-174-15</inkml:trace>
  <inkml:trace contextRef="#ctx0" brushRef="#br0" timeOffset="62811.74">26790 2827 689 0,'0'0'139'15,"0"0"40"-15,0 0-40 16,62 84-44-16,-32-56-2 15,4 2-50-15,-1 1 2 16,0 0-28-16,-1 2 29 16,-5 0-25-16,-5 2 24 15,-10 2-22-15,-8-2 9 16,-4 0-5-16,0-1-9 16,-10-5-7-16,-7-3-11 15,-1-2-2-15,-2-5-43 16,1-6-6-16,-1-2-57 15,3-4-42-15,2-6-169 16,1-1-250-16</inkml:trace>
  <inkml:trace contextRef="#ctx0" brushRef="#br0" timeOffset="64607.33">24920 2681 356 0,'0'0'42'16,"0"0"32"-16,-16-4-3 0,6 1-24 15,0 2 17-15,-2 1-27 16,-2-2 12-16,0 2-26 15,0 0-12-15,0 0 0 16,-4 0 9-16,2 3-1 16,1 4-13-16,-1 5 3 15,1 3-3-15,4 4 24 16,2 3-17-16,5 7 17 16,2 3-13-16,2 5 28 15,0 4-16-15,9 1 1 16,4 5 8-16,-1-3 1 15,0 3 2-15,-4-1-20 16,-2-1 1-16,-3 2-10 16,-3-5 9-16,0 1-19 15,0-4 27-15,0-1-24 16,-3-4 21-16,0-2-13 16,0-7 0-16,3-2-3 15,0-3-5-15,0-7 1 16,0 1-5-16,0-6 18 15,0 1-22-15,3-6 22 16,-2 1-24-16,1-1 24 16,1-2-21-16,-3 1 21 15,1-2-10-15,0 0 8 16,3 1-1-16,2 1-7 16,2-1 7-16,2 2-14 15,3 0 19-15,1 1-22 0,3 0 24 16,-1 0-27-16,3 0 22 15,0 0-25 1,0-2 16-16,1-2-11 0,0 0-27 16,5 0-26-1,1 0-38-15,0 0-80 0,0-6-177 16,-1-2-420 0</inkml:trace>
  <inkml:trace contextRef="#ctx0" brushRef="#br0" timeOffset="65908.5">27118 2604 462 0,'0'0'75'0,"0"0"19"16,0 0 3-16,16-2-37 0,-6 0 1 16,3 0-8-16,-2 2-7 15,4 0-24-15,-1 0 14 16,2 0-20-16,2 2 29 16,-1 8-31-16,0 3 24 15,2 1-13-15,-3 6 3 16,1 4-7-16,-2 5 1 15,-1 0-7-15,-2 7-4 16,0 0 5-16,-3 5-8 16,-3 5 20-16,0-2-28 15,-6 5 18-15,0-1-22 16,0 0 15-16,0-5-17 16,0 1 10-16,0-7-2 15,0-2 1-15,4-4 12 16,-1-3-5-16,0-3 7 15,-2-2-17-15,1 0 16 16,-2-2-18-16,0-1 24 16,0-3-22-16,0 0 24 15,0-2-19-15,-2-3 9 16,-2-3 0-16,1-3-1 16,-1-1 1-16,1 0-7 15,0-1 15-15,-1-1-14 16,-2 1 25-16,-2-1-21 15,-1 1 20-15,-3 0-34 16,-2-2 23-16,-1 0-18 16,2-2 5-16,-1 0-3 0,2 0-4 15,1 0 2 1,-1 0-17-16,2 0-7 0,-2 0-45 16,4 0 8-16,2 0-48 15,3 0-52-15,3-2-100 16,0-8-109-16</inkml:trace>
  <inkml:trace contextRef="#ctx0" brushRef="#br0" timeOffset="67149.42">27840 3182 751 0,'0'0'109'16,"0"0"86"-16,49 0-57 16,-33-3-49-16,3 3-34 15,-3-1-30-15,-2 1-17 16,-4 0-9-16,-1-3-4 16,-2 3-59-16,-4-1-36 15,-3-3-84-15,0 1-72 0,0 1-190 16</inkml:trace>
  <inkml:trace contextRef="#ctx0" brushRef="#br0" timeOffset="67362.88">27834 3073 989 0,'0'0'85'16,"0"0"29"-16,0 0-72 16,0 0-24-16,0 0-26 15,0 0 5-15,64-11-117 16,-43 10-142-16,0 0-340 16</inkml:trace>
  <inkml:trace contextRef="#ctx0" brushRef="#br0" timeOffset="68204.36">29326 2506 830 0,'0'0'42'16,"0"0"92"-16,16 82-52 16,-9-45-22-16,2 0-29 15,2 1-4-15,-2-4-20 16,0-3-6-16,1-5-3 15,-3-4-31-15,-1-6-28 16,-2-5-81-16,-1-5-89 16,-3-3-299-16</inkml:trace>
  <inkml:trace contextRef="#ctx0" brushRef="#br0" timeOffset="72599.87">28426 3151 96 0,'-4'2'67'16,"1"-2"-15"-16,3 2-21 15,-3-2-33-15,3 0 28 16,-3 0 18-16,3 0-31 16,-5 1-12-16,0 2-2 15,1-3 2-15,-2 1-2 16,0 1 2-16,0 1-4 15,-1-2 43-15,3 0 12 16,0 2 19-16,1-2-7 16,0-1 12-16,1 3 14 15,1-3-10-15,1 0-1 16,-2 0-8-16,1 0 2 16,1 0-12-16,0 0-2 15,0 0-33-15,-2 0 14 16,1 0-24-16,1 0 17 15,0 0-23-15,0 0 12 0,0 0-13 16,0 0 3-16,0 0 1 16,0 0 3-16,6 0 2 15,4 0-7-15,0 0 20 16,3 0-28-16,2 0 20 16,0 0-24-16,3 0 23 15,-1 0-25-15,2 0 16 16,0 0-7-16,-1 0-3 15,0 0 1-15,2 0-7 16,-3 0 10-16,2 0-12 16,1 0 16-16,-1 0-20 15,1 0 26-15,2 0-22 16,-3-4 24-16,1 1-24 16,0 1 17-16,-1-1-5 15,0 0-2-15,-1 3 1 16,0-4-8-16,-1 4 11 15,-2-2-16-15,2 2 18 16,-3 0-22-16,2 0 26 16,2-1-27-16,-3 0 24 15,0 1-21-15,2-2 12 16,-1 2-2-16,0-1-2 16,-3 0 5-16,3 0-10 15,0 1 11-15,1-2-12 16,-1 1 19-16,6 0-24 15,2-1 26-15,2-2-27 16,2 2 23-16,0-3-18 16,0 1 9-16,1 0 0 15,-2 2-3-15,-2-3 5 16,-4 2-10-16,-1 2 15 16,-3 0-19-16,-3-1 23 15,2 2-23-15,-3-1 25 16,3 1-26-16,-3 0 20 15,4-1-13-15,-1 1 4 0,4-2-1 16,2 1-5-16,0-2 8 16,5 1-10-16,1-3 17 15,-1 1-20-15,2 0 25 16,-6 0-25-16,0 0 25 16,-6 1-25-16,-1 2 18 15,-1 1-9-15,-1-1 0 16,1 1 5-16,3 0-5 15,1 0 8-15,4-2-14 16,3-1 18-16,0-1-21 16,-1 2 21-16,1-5-22 15,-3 6 24-15,-2-2-22 16,-3 1 15-16,-4 2-7 16,-1 0 3-16,-1 0 1 15,-2 0-5-15,0 0 9 16,0 0-14-16,0 0 20 15,2 0-22-15,1 0 25 16,0 0-26-16,4 0 24 16,-1 0-21-16,3 0 11 15,0 0-1-15,1 0-3 16,0-1 4-16,-4 0-8 16,3 1 12-16,-5 0-16 15,3 0 21-15,-3 0-22 16,0 0 25-16,-4 0-27 15,3 0 24-15,0 0-18 16,0 0 8-16,3 0 0 16,-1 0-2-16,3 0 2 15,-1-2-5-15,-1 2 11 16,2 0-17-16,-4 0 22 0,2 0-25 16,-3 0 28-16,3 0-26 15,-3 0 21-15,2 0-14 16,0 0 5-16,1 0 2 15,3 0 1-15,1 0 7 16,-2 0-15-16,0 0 15 16,-3 0-21-16,-1 0 28 15,-4 0-23-15,-1 0 28 16,-2 0-25-16,-4 0 21 16,-2 0-8-16,1 0 2 15,-2 0-1-15,0 0-11 16,0 0 6-16,0 0-13 15,0 0 18-15,0 0-38 16,0 0-6-16,-9-2-60 16,-10-1-66-16,-4-1-227 15,-2-3-489-15</inkml:trace>
  <inkml:trace contextRef="#ctx0" brushRef="#br0" timeOffset="74816.97">28487 3865 723 0,'0'1'75'0,"0"8"8"0,0 4 45 16,0 3-40-16,0 1-18 15,0 5-31-15,3-1 13 16,1 2-33-16,1-4 17 16,3 2-19-16,-1-4 8 15,2 2-6-15,0-7-6 16,-2 2-3-16,2-5-10 15,-2-1 11-15,-4-3-15 16,1-1 20-16,-1-2-26 16,-2-2 26-16,-1 0-23 15,0 0 20-15,0 0-8 16,0-10 7-16,0-5-4 16,0-6-8-16,0 0 3 15,0-6-8-15,0-1 13 16,0 1-21-16,0 0 20 15,0 1-18-15,0 0 23 16,0 3-23-16,0 3 18 16,0-1-12-16,0 2 4 15,0 0 2-15,-1 1-3 16,-3-1 5-16,1-1-10 16,-3 0 16-16,3 1-22 15,-1 0 22-15,1 2-23 16,3 1 20-16,0 2-21 15,0 5 20-15,0 1-8 16,0 0 1-16,0 3 2 0,0-1-2 16,0 2 8-16,1 1-14 15,2-1 18-15,0 1-21 16,0 1 24 0,1 0-23-16,1 0 21 0,0 2-20 15,4 0 15-15,0 0-8 16,5 0 1-16,1 0 3 15,3 0-4-15,4 0 8 16,3 0-15-16,1 0 20 16,1 0-24-16,-1 0 28 15,0 0-26-15,0 0 22 16,0 0-19-16,0 0 10 16,0 0-2-16,-2 0-1 15,1 0 4-15,0 0-8 16,1 0 11-16,1 0-14 15,0 0 21-15,1 0-22 16,1 0 23-16,-2 0-25 16,1 1 21-16,-4 2-16 15,2-2 8-15,-1 0-1 16,-1 1-2-16,2-1 4 16,-1-1-6-16,1 0 12 15,-2 0-19-15,1 1 23 16,-2 1-24-16,-1-2 24 15,1 3-24-15,-3-2 21 16,1-1-14-16,0 3 5 16,1-2 1-16,1-1-5 15,0 0 7-15,4 0-12 16,2 0 17-16,0 0-20 0,3 0 24 16,-3 0-26-1,0-1 27-15,-3-2-26 0,-2-1 18 16,-2 1-9-16,2 2 4 15,-1 1 1-15,0 0-5 16,-1 0 9-16,3 0-13 16,1 0 17-16,1 0-21 15,-1-3 26-15,3 2-26 16,-2-2 26-16,1 2-27 16,0-3 22-16,-1 1-9 15,-1 1-1-15,-5 1 2 16,0 1-4-16,-5 0 7 15,-3 0-13-15,-2 0 19 16,-5 0-21-16,1 0 30 16,-1 0-27-16,2 0 23 15,1 0-22-15,0 0 19 16,1 0-2-16,2 0-2 16,-4 0-4-16,1-2-6 15,-2 2 8-15,-4 0-17 16,-3 0 19-16,0-1-59 15,-13 1-18-15,-12 0-201 16,-10 0-531-16</inkml:trace>
  <inkml:trace contextRef="#ctx0" brushRef="#br0" timeOffset="75489.64">28982 3798 621 0,'0'0'159'0,"0"0"-16"0,0 13 8 15,0 3-31 1,0 7-33-16,0 4 2 0,2 2-40 16,-1 4-5-16,1 3-33 15,-1-4 22-15,2-3-25 16,0-2-2-16,1-8-5 15,0-3 1-15,1-3-2 16,-4-7-2-16,2 2 4 16,0-6-45-16,-3-2-2 15,2 0-66-15,-1 0-79 16,-1 0-143-16,0-6-271 16</inkml:trace>
  <inkml:trace contextRef="#ctx0" brushRef="#br0" timeOffset="75773.84">29310 4002 967 0,'0'0'119'0,"0"0"31"15,88-11-66-15,-63 8-41 16,-5 2-20-16,-4 1-29 16,-6-2 14-16,-4 2-76 0,-2 0-70 15,-4-1-138 1,0-1-140-16</inkml:trace>
  <inkml:trace contextRef="#ctx0" brushRef="#br0" timeOffset="76436.91">29774 3769 790 0,'0'0'63'0,"0"0"67"0,0 0 20 15,-32 83-70-15,16-50-21 16,-1 6-14-16,-1-2-35 16,2 3 7-16,4-2-23 15,4-6 25-15,7-1-28 16,1-4 27-16,0-6-22 16,14-2 7-16,5-5-3 15,4-4-10-15,0-3-10 16,2-6-30-16,-2-1-65 15,0 0-150-15,-7-3-170 16</inkml:trace>
  <inkml:trace contextRef="#ctx0" brushRef="#br0" timeOffset="77038.25">29951 3972 791 0,'0'0'86'0,"0"0"50"0,0 0-39 15,0 0-11-15,0 0 2 16,0 53-46-16,3-32-15 16,0-4-11-16,3 2 19 15,1-3-29-15,2-1 23 16,1-5-28-16,0-2 24 16,0-2-26-16,5-3 15 15,-2-3-9-15,1 0-1 16,-1 0-1-16,1 0-6 15,-2-9 7-15,1-3-15 16,-3 0 19-16,-1-2-24 16,-2-1 25-16,0 0-26 15,-4-2 27-15,0 1-26 16,0 4 8-16,-2 1-2 16,2 3-1-16,-3 4 8 15,2 0-5-15,-1 4 12 16,2 0-16-16,0 0 16 15,0 4-12-15,1 7 38 16,5 3-27-16,-2 4 22 16,-1 3-22-16,1-5 7 15,2 4-4-15,-4-1-5 16,1-4 3-16,0-3-10 16,0-3 10-16,-2-4-40 15,-1-3-10-15,-3-2-77 16,0 0-71-16,0-1-140 15,0-9-335-15</inkml:trace>
  <inkml:trace contextRef="#ctx0" brushRef="#br0" timeOffset="77408.66">30243 3732 738 0,'0'0'97'0,"0"0"98"16,0 0-68-16,71 98-35 15,-54-62-11-15,-1 0-33 16,0 1 3-16,-3-1-27 15,-3-1 15-15,0-2-24 16,-4-3 27-16,0-3-31 16,-3-4 19-16,-1-2-30 15,-2-5 13-15,0-2-9 16,0-3-3-16,-11-1-8 16,-5-4-33-16,-3-1-16 15,-2-3-47-15,0-2-57 16,0 0-187-16,2-3-293 15</inkml:trace>
  <inkml:trace contextRef="#ctx0" brushRef="#br0" timeOffset="77846.58">30441 3750 980 0,'0'0'84'15,"0"0"34"-15,0 0-3 16,0 0-38-16,0 0-13 15,69 0-40-15,-56 3 8 16,0 7-31-16,-7-3 25 16,-3 5-24-16,-3-1 24 15,0 3-29-15,0 0 20 16,0 2-16-16,0-3 0 16,0-1 1-16,0-1-6 15,0-2 9-15,0-2-15 16,0 1 19-16,10-3-29 15,4-3 24-15,1-2-32 16,4 0 23-16,1 0-42 16,0-7-25-16,0-5-96 15,-4 1-131-15,-3-3-192 16</inkml:trace>
  <inkml:trace contextRef="#ctx0" brushRef="#br0" timeOffset="78727.44">30299 3591 263 0,'0'0'81'0,"0"0"45"16,0 0-6-16,0 0-18 15,14 0-34-15,-9 0-26 16,4 0 24-16,0 0 13 15,1 0 2-15,4 0-19 16,-1 0 2-16,4 0-29 16,2 1 20-16,7 0-43 15,2-1 16-15,1 0-4 16,-1 0-2-16,1 0-8 16,-6 0-4-16,-5 0 5 15,-4 0-4-15,-4 0 10 16,-4 0-23-16,0-1 17 15,-2 1-24-15,-1 0 23 16,-2 0-26-16,1 0 16 16,-1 0-37-16,-1 0-25 15,0 0-53-15,0 0-123 16,-3-1-192-16</inkml:trace>
  <inkml:trace contextRef="#ctx0" brushRef="#br0" timeOffset="79895.97">30890 3017 560 0,'0'0'100'0,"0"0"51"15,0 0-26-15,23-3-25 16,-17 3-24-16,-3 0-9 16,1 0-31-16,-4 0 19 15,0 2-28-15,0 5 16 0,0-3-26 16,-1 0 12-16,-5 0-25 15,3-2 6-15,2-1-3 16,-1-1 3-16,2 0 9 16,0 0-10-16,0 0 14 15,0-5-31-15,0-1 20 16,0 0-24-16,0 2 25 16,0 1-27-1,3 3 22-15,0 0-15 0,1 0 1 16,-1 0 7-16,0 0 2 15,2 2 7-15,-4 2-10 16,-1 0 18-16,0-1-16 16,0 0 29-16,0-2-28 15,0 2 21-15,0-3-28 16,-1 1 14-16,-4-1-34 16,-1 0-31-16,2 0-49 15,0 0-121-15,2-1-233 16</inkml:trace>
  <inkml:trace contextRef="#ctx0" brushRef="#br0" timeOffset="81158.64">31524 2825 524 0,'0'0'72'0,"0"0"43"16,0 0-57-16,-23-18-2 16,4 16-39-16,0 2 16 15,-7 0-13-15,-1 0 10 16,-2 6-20-16,0 11 11 16,0 2-9-16,2 4-6 15,4 2 5-15,5 1-1 16,6-1 15-16,6 0-22 15,4-3 38-15,2-3-19 16,0-6 27-16,13-1-27 16,6-6 28-16,4-4-10 15,2-2-3-15,2 0-12 16,-1-6-6-16,0-9-4 16,0-7-20-16,-3-3 24 15,-1-6-25-15,-6-2 23 16,-2-6-27-16,-4-3 23 15,-4-2-26-15,-3-1 16 16,-3 0-11-16,0 3-2 16,0 3-12-16,-6 6 10 0,-3 8 12 15,1 5-22 1,-4 6 27-16,5 6-17 0,3 5 27 16,-1 3-27-16,2 0 29 15,3 16-31-15,-2 10 16 16,2 9 13-16,0 7 10 15,0 3 4-15,0 1-8 16,2 2 11-16,4-4-21 16,3-5 15-16,1 0-27 15,0-8 20-15,0-6-30 16,-1-2 24-16,1-7-21 16,-1-4-21-16,-2-3-33 15,-1-5-38-15,1-2-70 16,-3-2-115-16,2 0-83 15</inkml:trace>
  <inkml:trace contextRef="#ctx0" brushRef="#br0" timeOffset="81626.02">31699 2843 808 0,'0'0'104'15,"0"0"56"-15,0 0-78 16,0 0-21-16,0 0-39 16,1 20 4-16,2-4-2 15,-1 3-11-15,0 2 0 16,3-3-13-16,-1 0 13 16,2-4-20-16,1-2 26 0,3-5-17 15,0-2 26 1,2-2-27-16,1-3 17 0,0 0-15 15,1 0 8-15,-1-11-6 16,3-1 2-16,-3-5 2 16,-4-2-19-16,2-1 22 15,-5 1-27-15,-3 5 27 16,0 1-27-16,-3 7 30 16,0 3-27-16,0 3 19 15,0 0-10-15,0 0 0 16,0 8-7-16,0 6 1 15,3 4 16-15,4 3-12 16,0-2 17-16,3 1-22 16,5-4 25-16,2 1-30 15,-1-4 10-15,4-2-59 16,-2-2-59-16,-5 0-81 16,-6-1-105-16,-7-1-249 15</inkml:trace>
  <inkml:trace contextRef="#ctx0" brushRef="#br0" timeOffset="82040.71">31066 3292 677 0,'0'0'155'0,"0"0"-32"16,88-11 65-1,-26 1-65-15,12 1-35 0,11 3-18 16,6 0-35-16,-3 4 4 16,-11 2-31-16,-9 0 23 15,-12 0-36-15,-14 0 22 16,-11 2-27-16,-11 3 3 16,-9-3-34-16,-7 1-30 15,-4 2-44-15,0-1-91 16,-12 1-133-16,-5 2-382 15</inkml:trace>
  <inkml:trace contextRef="#ctx0" brushRef="#br0" timeOffset="82724.64">31543 3630 658 0,'0'0'99'0,"0"0"36"0,0 0-8 16,0 0-58-16,0 0-17 15,-23-2-26-15,8 2-21 16,-2 0 5-16,0 9-15 16,-2 7 12-16,0 4-16 15,0 2 21-15,2 3-13 16,4-1 24-16,3 1-26 16,4-5 21-16,3-2-19 15,3-4 6-15,0-4 13 16,10-3 0-16,5-3 6 15,5-4-13-15,3 0 12 16,4-4-23-16,-2-11 22 16,0-6-28-16,-2-3 19 15,-6-4-37-15,-2-7 19 16,-7 0-7-16,0-6 0 16,-4 0 7-16,-3 0-2 15,-1 3 11-15,0 8-13 16,0 6 19-16,0 7-21 15,0 8 26-15,-7 8-18 16,-2 1 35-16,1 4-38 16,-4 13 7-16,4 8-5 15,0 5 6-15,5 2 17 16,3 3-3-16,0 0 12 16,0-4-20-16,6 1 11 15,6-8-22-15,4-2 24 0,0-5-31 16,2-4 29-1,2-2-28-15,-4-7 7 16,3 0-24-16,-6-3-17 0,0-1-31 16,-3 0-89-1,-4-1-71-15,-3-10-102 0,-2-4-164 16</inkml:trace>
  <inkml:trace contextRef="#ctx0" brushRef="#br0" timeOffset="82980.17">31742 3609 642 0,'0'0'143'16,"0"0"82"-16,0 0-76 15,0 0-19-15,98 63-52 16,-75-44-12-16,-2-1-37 16,-1 0-7-16,-4-3-10 15,0-2-5-15,-5-2 3 16,2-2-15-16,-6-2 16 15,-1 0-29-15,0-5 8 16,-3-2-45-16,1 0-8 16,-1 0-63-16,1-9-14 15,-1-6-125-15,3-2-87 16,-1-8-88-16</inkml:trace>
  <inkml:trace contextRef="#ctx0" brushRef="#br0" timeOffset="83156.61">32001 3600 752 0,'0'0'96'16,"0"0"63"-16,-90 69-1 15,53-39-57-15,0 1-41 0,3-2-43 16,3-6-4-16,8-3-20 16,5-5 1-16,6-5-100 15,3-7-85-15,1-3-142 16,2 0-315-16</inkml:trace>
  <inkml:trace contextRef="#ctx0" brushRef="#br0" timeOffset="85344.26">25467 4685 621 0,'0'0'117'15,"0"0"9"-15,0 0 5 16,0 10-81-16,0 9-16 16,0 5 27-16,0 4-29 15,4 2-14-15,4-2-5 16,4-2 6-16,2-6 2 15,3-3 11-15,-1-5-17 16,2-4 10-16,-1-2-23 16,0-5 18-16,-4-1-27 15,3 0 18-15,0 0-15 16,-1-11 0-16,2-5-1 16,-3-5-2-16,0-2 8 15,1-2-16-15,-2-1 12 16,-3-2-14-16,-2 5 23 15,0 3-16-15,-5 6 22 16,0 5-21-16,-1 3 12 16,-2 3 16-16,0 3 8 0,0 0-1 15,0 13-22 1,0 6 2-16,0 6-8 16,7 3 29-16,2 2-18 0,1-1 18 15,5-2-27 1,1-4 15-16,-1-4-23 0,0-4 15 15,1-2-26 1,-3-5-32-16,3-3-39 0,-3-4-81 16,-3-1-122-1,3 0-240-15</inkml:trace>
  <inkml:trace contextRef="#ctx0" brushRef="#br0" timeOffset="85619.42">26274 4856 982 0,'0'0'89'0,"0"0"46"16,0 0-30-16,0 0-88 16,0 0 2-16,83 0-22 15,-83 0-16-15,0 0-59 16,0 0-95-16,-6-5-138 16,-8 1-408-16</inkml:trace>
  <inkml:trace contextRef="#ctx0" brushRef="#br0" timeOffset="85778.47">26220 4753 891 0,'0'0'75'0,"0"0"32"16,0 0-92-16,0 0-6 15,0 0-99-15,88-19-169 16</inkml:trace>
  <inkml:trace contextRef="#ctx0" brushRef="#br0" timeOffset="86321.76">26907 4601 626 0,'0'0'120'0,"0"0"23"15,0 0-29-15,0 0-40 16,4-83-31-16,-8 61-12 0,-9 1-11 16,0 2 0-16,-1 4-17 15,-2 5 34-15,-3 6-35 16,3 4 9-16,-4 0-20 15,1 14 5-15,3 11 1 16,3 6-1-16,3 5 5 16,6 3-6-16,4 0 16 15,0 3-14-15,0-3 23 16,3-2-17-16,8-2 31 16,1-2-24-16,-1-5 14 15,2-2-20-15,-4-2-2 16,0-4 0-16,-5-4-20 15,0-3-28-15,-4-3-57 16,0-4-78-16,0-4-68 16,-3-2-101-16</inkml:trace>
  <inkml:trace contextRef="#ctx0" brushRef="#br0" timeOffset="86525.74">26705 4815 859 0,'0'0'160'0,"0"0"-15"15,0 0-86-15,82-23-31 16,-59 19-20-16,2-2-12 16,1 1-27-16,0-2-103 15,0 1-108-15,-3-2-91 16,0 2-161-16</inkml:trace>
  <inkml:trace contextRef="#ctx0" brushRef="#br0" timeOffset="86917.69">27031 4759 734 0,'0'0'109'0,"0"0"71"16,0 0-54-16,1 69-63 16,4-52 2-16,2-2-46 15,2-2 8-15,1-3-19 16,-3-1-2-16,2-5-2 15,-1 1-3-15,0-5 1 16,-1 0-17-16,2 0 12 16,3 0-22-16,2-10 20 15,0-4-25-15,-1-2 3 16,-1-2-23-16,-1-1 32 16,-2 3 2-16,-3 3-3 15,-2 1 11-15,-2 6 9 16,-2 2 7-16,0 4-4 15,0 0 21-15,0 0-26 16,3 2 7-16,2 8-20 16,-1 5 29-1,2 1-13-15,3 1 10 0,2-3-11 16,-1 0 0-16,1-3 3 16,0-1-5-16,1-7 2 15,-2 0-33-15,0-3-20 16,-3 0-110-16,-1 0-43 15,0-4-261-15</inkml:trace>
  <inkml:trace contextRef="#ctx0" brushRef="#br0" timeOffset="87295.71">27395 4785 684 0,'0'0'139'0,"0"0"39"15,0 0-55-15,33 68-20 16,-27-51-23-16,0 0-36 16,0-8 1-16,-3 0-31 15,0-4 5-15,-2-5-26 16,3 0 24-16,0 0-28 16,2-7 15-16,0-8-24 15,3-4-5-15,1-1-19 16,-2-1-13-16,0 4 4 15,-1 3 21-15,0 6 33 16,-1 4-12-16,0 4 11 16,0 0-21-16,1 3 44 15,3 8-16-15,-3 2 23 16,2-1-2-16,1 1 0 16,0-1-17-16,0-1-10 15,3-2-2-15,-1-3-58 16,-1-4-69-16,4-2-183 15,1 0-196-15</inkml:trace>
  <inkml:trace contextRef="#ctx0" brushRef="#br0" timeOffset="87629.43">27876 4723 732 0,'0'0'57'0,"0"0"69"16,0 0-53-16,0 0-49 15,0 0 1-15,-53 47 33 16,44-28-34-16,5 0 3 16,4-2-26-16,0 1 16 15,4-5-22-15,12-3 15 16,3-1-4-16,4-5 1 15,0-3 6-15,1-1-4 16,0 0 12-16,3-7-23 16,0-9 9-16,-1-4-41 15,-1-5-6-15,-3-4-29 16,-2-4-22-16,-6-3-55 16,-2-4-42-16,-8-3-128 15</inkml:trace>
  <inkml:trace contextRef="#ctx0" brushRef="#br0" timeOffset="87829.61">28071 4470 547 0,'0'0'68'0,"-3"82"76"16,3-33-27-16,2 3 28 16,9 1-22-16,1-4-36 15,2-3-4-15,-4-5-42 16,0-6-1-16,2-6-39 15,-5-8 16-15,-4-6-34 16,0-6-2-16,-3-5-75 0,0-4-92 16,-10 0-137-1</inkml:trace>
  <inkml:trace contextRef="#ctx0" brushRef="#br0" timeOffset="88129.95">28043 4682 1020 0,'0'0'164'15,"0"0"-104"-15,97-8-24 16,-68 8-39-16,-4 0 17 16,-5 4-24-16,-4 7 9 15,-3 6-31-15,-6 4 8 16,0 2 13-16,-4 4 6 15,0 1 14-15,1 0 2 16,1-1 35-16,-1-4-22 16,2-3 37-16,-3-5-51 15,1-5 12-15,-4-4-30 16,0-6-3-16,0 0-109 16,-3-7-217-16,-4-17-541 15</inkml:trace>
  <inkml:trace contextRef="#ctx0" brushRef="#br0" timeOffset="88262.79">28302 4601 1352 0,'0'0'-23'0,"0"0"5"16,0 0-63-16,0 0-177 15,0 0-157-15</inkml:trace>
  <inkml:trace contextRef="#ctx0" brushRef="#br0" timeOffset="89096.95">28588 4731 718 0,'0'0'77'0,"0"0"40"15,0 0-16-15,0 0-36 16,0 0-21-16,-72 78 8 15,55-56-43-15,6-3 29 16,5-1-15-16,5-3 20 16,1-3-17-16,0-4-4 15,7-2-1-15,7-5-5 0,3-1 4 16,1 0-21-16,0-4 13 16,2-10-21-16,-5-2 24 15,-3-3-28-15,-4-1 23 16,-2-3-22-16,-5 1 7 15,-1-1-5-15,0 4-5 16,0 2 1-16,0 5-6 16,0 8 24-16,0 4-17 15,0 0 13-15,0 0-7 16,0 10 36-16,3 3-23 16,1 0 30-16,2 0-16 15,0-2 14-15,-2-3-4 16,5-1-11-16,-2-3 1 15,6-4-12-15,3 0 18 16,3 0-23-16,2-13 16 16,1-1-30-16,1-5 21 15,0 5-33-15,-3-1 19 16,-4 4-21-16,0 3 9 16,-6 4 8-16,2 4 3 15,-4 0 5-15,1 0-10 16,-2 8 24-16,1 4-19 15,0 3 23-15,-2 2-28 16,0-6 23-16,-2 2-38 16,-1-5-17-16,0-5-75 15,-3-3-100-15,0 0-186 16</inkml:trace>
  <inkml:trace contextRef="#ctx0" brushRef="#br0" timeOffset="89930.92">29555 4632 575 0,'0'0'138'0,"0"0"18"15,0 0-27-15,0 0-64 16,-41 37-14-16,23-21 5 16,0 1-29-16,3-1-17 15,1-1 6-15,5-2-14 16,6-3 23-16,3-5-28 15,0 0 19-15,0-2-26 16,6-3 17-16,11 0-8 16,-1-9-1-16,4-7 8 0,-1-5-13 15,0-4-6 1,-7-3-16-16,-1-3-4 0,-7-5-19 16,-2-3 25-16,-2-1-30 15,0 1 37 1,0 10-2-16,0 4 23 0,0 11-4 15,1 11 3-15,5 3-13 16,4 15-27-16,6 13 78 16,1 12-8-16,4 9 44 15,0 6-12-15,2 1 33 16,-1 4-24-16,-3-3 16 16,-2-1-30-16,-4-3 1 15,-1-5-10-15,-9-8-7 16,-3-4 14-16,0-6-21 15,-9-10-14-15,-10-6-13 16,-10-7 19-16,-1-7-30 16,-6 0 29-16,3-3-35 15,-2-15 28-15,3-2-31 16,8-2 8-16,8-1-19 16,7 1-8-16,9-1-6 15,0 3-32-15,20 0-15 16,9 2-40-16,9-1-59 15,2 4-147-15,-1-2-198 16</inkml:trace>
  <inkml:trace contextRef="#ctx0" brushRef="#br0" timeOffset="90253.34">30087 4674 1018 0,'0'0'98'0,"0"0"93"0,0 0-92 16,0 0-11-16,87 27-35 16,-60-14 12-16,2 4-40 15,-3 4 12-15,0 2-25 16,-1 2 6-16,-4-1-2 15,-2-1-10-15,-3 0 2 16,-4-5-14-16,-1-3 19 16,-4-4-27-16,-2-5 6 15,-1-3-55-15,-1-3-1 16,0 0-59-16,-2-8-30 16,1-8-125-16,0-6-168 15</inkml:trace>
  <inkml:trace contextRef="#ctx0" brushRef="#br0" timeOffset="90435.69">30310 4671 911 0,'0'0'150'0,"0"0"-5"16,-96 81-74-16,64-52-27 15,4-2-40-15,3-2 7 16,5-2-38-16,2-4-31 15,5-3-92-15,2-4-67 16,5-5-146-16</inkml:trace>
  <inkml:trace contextRef="#ctx0" brushRef="#br0" timeOffset="94825.24">23967 6174 493 0,'1'0'106'0,"0"0"29"15,1 0-19-15,-1 0-13 16,2 0-9-16,-3 0-38 16,0-1 11-16,0-2-20 15,0 3 20-15,0-1-24 16,0-1 0-16,-6 2-27 15,-5 0-7-15,-3 0-7 16,-1 0-4-16,-4 7 1 16,2 8-8-16,-3 5 10 15,2 2-15-15,2 3 9 16,3 2-9-16,5-2 23 16,6-2-22-16,2-4 21 15,0-5-17-15,15-5 9 16,4-6 2-16,5-3 3 15,4 0 7-15,0-13-6 16,-2-9 14-16,0-3-20 16,-5-4 14-16,-6-4-23 15,-6-3 23-15,-4 0-26 16,-5-8 13-16,0-6-12 16,0-3 3-16,-5-4 4 15,-5 0 1-15,0 6 2 16,-2 6-8-16,1 11 17 15,2 11-17-15,1 11 19 16,0 7-22-16,2 5 26 16,1 10-22-16,1 16 9 15,2 11-8-15,2 8 13 16,0 7 10-16,7 1 1 16,5 1 8-16,2 0-13 0,3-5 5 15,-1-6-23 1,-3-3 21-16,1-8-25 0,-3-5 19 15,-2-7-42-15,-6-5-32 16,-3-3-78-16,0-5-140 16,0-3-217-16</inkml:trace>
  <inkml:trace contextRef="#ctx0" brushRef="#br0" timeOffset="95280.16">23587 6578 849 0,'0'0'109'0,"0"0"80"15,102 0-68-15,-44-4-19 16,8 1-52-16,5 2 7 16,-2 0-21-16,-1 1-17 0,-8 0-10 15,-7-4-8-15,-10 2 2 16,-6-1-25-16,-9-3-7 16,-3 2-37-16,-7 0-17 15,-7 0-78-15,-4 3-53 16,-5 1-151-16</inkml:trace>
  <inkml:trace contextRef="#ctx0" brushRef="#br0" timeOffset="96040.54">23800 7046 667 0,'0'0'98'16,"0"0"26"-16,0 0-29 15,0 0-28-15,0 0-14 0,-52-21-37 16,35 21 9-16,-3 6-22 15,-3 13 16-15,1 5-14 16,0 8 10-16,2 2-3 16,6 0 11-16,4-4-1 15,10-2-10-15,0-9 0 16,1-2 3-16,19-9 13 16,2-4-23-16,1-4 24 15,2 0-25-15,1-6 12 16,-5-5-17-16,0-7 5 15,-6 0 1-15,-1-5-4 16,-5-2 4-16,-3-4-11 16,-1-8 9-16,-2-6-20 15,-2-5 14-15,0-2-15 16,-1 2 19-16,0 6-21 16,0 8 24-16,0 8-6 15,0 10 4-15,-7 9 13 16,1 5 4-16,0 2 1 15,0 2-16-15,-2 20 9 16,5 7-18-16,0 10 26 16,2 7-8-16,1 6 22 15,0-1-26-15,1-1 15 16,11-5-17-16,4-5-3 16,1-8-1-16,3-5-13 15,2-6-17-15,-2-6-52 16,1-7-57-16,-6-4-135 15,-2-1-115-15</inkml:trace>
  <inkml:trace contextRef="#ctx0" brushRef="#br0" timeOffset="96631.51">23982 7038 633 0,'0'0'99'0,"0"0"21"16,0 0 25-1,0 0-32-15,47 21-21 0,-29-3-21 16,4 1 1-16,0 3-8 16,1 1-22-16,0 0 4 15,-3 0-29-15,0-2 15 16,-1-4-26-16,-4-3 14 15,-3-3-26-15,-3-3 14 16,-3-3-10-16,-2-4-12 16,-2-1-17-16,-2 0-25 15,1 0-15-15,-1 0-53 16,0-10-68-16,2-2-70 16,-1-2-10-16,1 1-186 15</inkml:trace>
  <inkml:trace contextRef="#ctx0" brushRef="#br0" timeOffset="96858.74">24231 7040 722 0,'0'0'136'15,"0"0"47"-15,-80 53-69 16,46-25-38-16,0 1-28 15,1 0-14-15,4-4-28 16,8-2 9-16,6-7-26 16,8-4 18-16,7-4-83 15,0-8-69-15,7 0-152 16,9-9-107-16</inkml:trace>
  <inkml:trace contextRef="#ctx0" brushRef="#br0" timeOffset="97995.71">24628 6143 552 0,'0'0'54'16,"0"0"56"-16,0 0-19 15,0 0-33-15,-90 39 19 16,78-19-26-16,1 3 7 16,5 8-26-16,3 2 18 15,3 3-23-15,0 3 7 16,0 2 2-16,11 0 2 16,-1-1-3-16,0 2-15 15,-1-1-1-15,-4-2-8 16,1-1 23-16,-3-1-29 0,0-5 19 15,-3-1-27 1,0-6 23-16,0-3-22 0,0-1 10 16,0-6-6-16,0-6-1 15,0-1 2-15,0-2-7 16,0-4 12-16,0 0-17 16,0-2 19-16,10 0-11 15,3 0 30-15,3 0-30 16,1 0 18-16,4 0-24 15,-1 0 10-15,-1 0-2 16,1 0-3-16,-6 0 5 16,1 0-26-16,-5 0-13 15,-3 0-67-15,-1 0-62 16,-4 0-113-16,-2-10-278 16</inkml:trace>
  <inkml:trace contextRef="#ctx0" brushRef="#br0" timeOffset="99531.03">24972 6450 379 0,'0'0'75'16,"0"0"43"-16,10-7-21 16,-9 6-7-16,-1 1-3 15,0 0-1-15,0 0 20 16,0 0-32-16,-8 0-15 16,-8 4-49-16,0 5 8 15,-1 3-17-15,-2 2 29 16,0-2-22-16,3 1-4 15,2 2 4-15,3-4-9 16,5-2 5-16,4-2-12 16,2-1 13-16,0-3-19 15,16-1 17-15,7-2-12 16,7 0 21-16,2 0-22 16,0 0 17-16,-2 0-7 15,-4 0 0-15,-7 0 1 16,-6 5 1-16,-10 8 22 15,-3-1 17-15,-3 3 22 16,-17 1-34-16,-5 3 9 16,-1-2-33-16,3-5 11 15,0-1-24-15,4-6 15 0,7-2-16 16,4-3-33 0,2 0-22-16,6-11-47 15,0-5-61-15,0-5-107 16,6-2-151-16</inkml:trace>
  <inkml:trace contextRef="#ctx0" brushRef="#br0" timeOffset="99715.13">25176 6502 915 0,'0'0'130'16,"0"0"15"-16,15 91-86 15,-13-60-13-15,1-5-24 16,-1-4-22-16,-2-7-10 16,2-3-75-16,-2-11-107 15,0-1-186-15</inkml:trace>
  <inkml:trace contextRef="#ctx0" brushRef="#br0" timeOffset="99892.63">25179 6309 881 0,'0'0'-4'16,"0"0"30"-16,0 0-26 16,0 0-57-16,0 0-52 15,0 0-132-15,-6 26-114 16</inkml:trace>
  <inkml:trace contextRef="#ctx0" brushRef="#br0" timeOffset="100281.3">25359 6550 728 0,'0'0'188'0,"0"0"3"15,0 0-79-15,0 0-8 16,0 0-46-16,46 70 3 15,-43-66-45-15,-3-1 10 16,3-3-20-16,-3 0-4 16,3 0 5-16,3-11-8 15,2-6 6-15,1-5-23 16,1-1 4-16,3 0-32 16,-3 2 21-16,2 4-19 15,-3 6 33-15,2 7-8 16,-2 4 16-16,-1 0-2 15,1 8 15-15,-4 12 7 16,3-1-4-16,-1 6 7 16,1-2-14-16,-2-3 15 15,2-1-22-15,-2-7 20 16,0-1-31-16,-1-3 24 16,-2-4-36-16,0-2-19 15,-3-2-64-15,0 0-109 16,0 0-120-16,0-6-333 15</inkml:trace>
  <inkml:trace contextRef="#ctx0" brushRef="#br0" timeOffset="100713.84">25652 6231 774 0,'0'0'107'16,"0"0"91"-16,0 0-71 15,0 0-29-15,0 0-44 16,43 5-30-16,-31-4-17 15,-2 0-7-15,-1-1-10 16,2 0-53-16,-2 0-54 16,0 0-103-16,2 0-97 15,-2-9-255-15</inkml:trace>
  <inkml:trace contextRef="#ctx0" brushRef="#br0" timeOffset="100898.86">25876 6154 749 0,'0'0'121'0,"0"0"74"15,0 0-80-15,0 0-75 16,23 77-25-16,-20-60-16 16,-2-1-10-16,-1-3-100 15,0-1-145-15,0-5-265 16</inkml:trace>
  <inkml:trace contextRef="#ctx0" brushRef="#br0" timeOffset="102231.3">26254 6189 356 0,'0'0'100'16,"0"0"44"-16,0 0 4 15,-11 4-49-15,-4 13-30 16,-5 7 29-16,0 6-7 16,-1 7 4-16,3 7-44 15,-1 3 15-15,6 4-33 0,6 1-7 16,2 1 0-16,5-5-10 16,0-3 0-16,0-7-13 15,10-3 20-15,4-9-24 16,1-3 18-16,-1-8-24 15,0-4 22-15,-5-1-32 16,1-3 5-16,-3-3-31 16,0-1-27-16,-1-3-55 15,3 0-76-15,-1 0-105 16,1 0-312-16</inkml:trace>
  <inkml:trace contextRef="#ctx0" brushRef="#br0" timeOffset="103965.36">26419 6514 389 0,'0'0'113'0,"0"0"9"16,0 0-11-16,0 0-14 16,0 0 0-16,0 0 15 15,0 0-43-15,0 0 9 16,0 0-26-16,0 0 12 15,0 0-30-15,3-4 2 16,1 0-14-16,2 0-9 16,0-2 0-16,1 0-9 15,-2 4 8-15,0 0-19 16,1-2 18-16,0 3-22 16,-2 1 27-16,0 0-27 15,2 0 25-15,-3 5-14 16,3 9 13-16,1 4-5 15,3 1-4-15,1 0-1 16,4 2 0-16,-2-5 9 16,3 3-12-16,1-2 19 15,0-1-23-15,-2-1 30 16,1-1-29-16,-6 0 20 16,-3-3-18-16,-1 0 7 15,1-3-1-15,-4-2-3 16,0-1 3-16,0 0-11 15,0-4 14-15,0 2-17 16,-1-3 19-16,0 0-28 16,1 0 21-16,-2 0-29 15,1 0 16-15,-2 0-12 0,1 0 9 16,-1 0 0-16,0 0-5 16,0-2 2-16,0 0-9 15,0 0 20-15,0 1-15 16,0-1 25-16,0 0-21 15,0-1 12-15,0 1-38 16,0-2 0-16,0-3-47 16,0-1-25-16,0 0-80 15,0-3-190-15</inkml:trace>
  <inkml:trace contextRef="#ctx0" brushRef="#br0" timeOffset="105154.05">26669 6431 200 0,'0'0'48'16,"0"0"8"-16,0 0-11 15,0 0-18-15,0 0 8 16,0 0-29-16,0 0 0 16,0 0-2-16,0 0 9 15,0 0 22-15,0 0-9 16,0 0 11-16,0 0 16 16,0 0 23-16,0 0-27 15,0 0 8-15,0 0-20 16,0 0 13-16,0 0-12 15,0 0 0-15,0 0-2 16,0 0-4-16,0 0-1 16,0 0-9-16,0 0 14 15,0 0-15-15,0 0 20 16,-2 0-15-16,-2 0 16 16,-5 12-14-16,-2 6 0 15,-3 7-6-15,-4 6 17 16,-2 4-5-16,-2 2-1 15,0-3-1-15,1-1-19 16,5-6 12-16,-1-5-29 16,8-8 20-16,1-2-25 15,4-7 22-15,3-3-26 0,1-2 5 16,0 0-21 0,0 0-15-16,0-11-42 0,0-6-81 15,1-2-92-15,8-4-205 16</inkml:trace>
  <inkml:trace contextRef="#ctx0" brushRef="#br0" timeOffset="105786.93">26719 6274 531 0,'0'0'119'0,"0"0"13"16,0 0-33-16,0 0 5 16,18-5-16-16,-6 5-15 15,0 0-29-15,0 0-9 16,-2 0-16-16,-3 0-15 16,-4 9 29-16,-3 6-8 15,0 1 5-15,0 3-17 16,-3 0 21-16,-3-2-21 15,2-1 14-15,-3-3-25 16,7-3 14-16,0-3-14 16,0-3 2-16,0 0 3 15,0-4-4-15,11 1 8 16,4-1-18-16,3 0 6 16,3 0-28-16,0 0 1 15,1-5-72-15,-3 0-63 16,-3-1-136-16,-5 2-226 15</inkml:trace>
  <inkml:trace contextRef="#ctx0" brushRef="#br0" timeOffset="106505.26">26933 6073 484 0,'0'0'151'16,"0"0"-8"-16,0 0-35 15,0 0 9-15,71 61-38 16,-45-38-1-16,2 8-21 16,-1 2 5-16,-1 6-25 15,-3 3 11-15,-6 3-23 16,-7 3 19-16,-1 1-24 16,-6-1 16-16,0-2-11 15,-3-1-8-15,0-4 3 16,0-1 0-16,-13-5 9 0,-3-3-20 15,0-2 17 1,-1-5-30-16,2-5 22 16,1-1-29-16,2-7 16 0,5 1-49 15,-2-7-15-15,2-2-22 16,3 0-68-16,-1-4-96 16,4 0-124-16,1 0-318 15</inkml:trace>
  <inkml:trace contextRef="#ctx0" brushRef="#br0" timeOffset="110807.01">27184 6063 580 0,'6'0'35'0,"4"0"64"0,3 0-28 15,2 0-14-15,2 0-11 16,-1-3-4-16,1 3-25 15,-1 0 23-15,3 0-27 16,-6 0 18-16,1 0-16 16,-1 3 12-16,-4 6-14 15,1 6 18-15,-1 5-7 16,-5 7-8-16,0 2 8 16,2 5-14-16,-3 6 13 15,1 1-19-15,-1 5 23 16,2 0-17-16,-1 3 20 15,-1 2-23-15,3 0 8 16,-2-1-4-16,0-3 1 16,2-2 5-16,-3-6-10 15,1-5 6-15,1-3-14 16,-2-6 16-16,-2-2-19 16,0-3 24-16,-1-1-21 15,0 0 28-15,0-3-22 16,0-1 23-16,-5 1-5 15,-4-4-5-15,-3 1 2 16,1-2-10-16,-1-4 9 16,2-2-17-16,-4-3 19 15,2 2-25-15,-5-4 25 0,2 0-32 16,-3 0 25 0,-1 2-22-16,3 0 6 0,2-1-16 15,2 0-15 1,3-1-13-16,9 0-54 0,0 0-61 15,6-1-175-15,15-10-162 16</inkml:trace>
  <inkml:trace contextRef="#ctx0" brushRef="#br0" timeOffset="111264.32">27791 6525 912 0,'0'0'145'0,"0"0"-3"16,0 0-47-16,0 0-51 16,43 0 0-16,-28 0-43 15,-1 0 13-15,-2 0-32 16,-2 0-16-16,-2 0-44 16,-6-4-69-16,-2-2-117 15,0 0-174-15</inkml:trace>
  <inkml:trace contextRef="#ctx0" brushRef="#br0" timeOffset="111439.99">27761 6411 879 0,'0'0'87'0,"0"0"2"16,0 0-33-16,0 0-68 15,0 0-12-15,0 0-71 16,43-16-167-16,-24 8-359 16</inkml:trace>
  <inkml:trace contextRef="#ctx0" brushRef="#br0" timeOffset="112952.71">29423 5902 518 0,'0'0'76'16,"0"0"43"-16,1 3-7 16,1 7 0-16,-2 7-7 0,2 3 12 15,0 5-64 1,-1 2 3-16,2 1-24 16,0 3 11-16,0-5-36 0,1-1 5 15,1-1-11 1,-1-3 0-16,-1-2 1 0,1-4-7 15,-1-2-9-15,-3-5-49 16,0-1-34-16,0-7-125 16,0 0-113-16</inkml:trace>
  <inkml:trace contextRef="#ctx0" brushRef="#br0" timeOffset="114685.9">28529 6399 192 0,'0'0'87'16,"0"0"2"-16,0 0-10 15,0 0-18-15,-4 1 21 16,2 1-23-16,-1-1 3 15,2-1-44-15,-1 2 9 16,1-1-5-16,1 0 29 16,0-1 5-16,0 0-5 15,-2 0-1-15,2 2-8 16,0-2 4-16,0 0-22 16,0 0 16-16,0 1-26 15,0-1 23-15,0 0-28 16,0 1 25-16,6-1-14 15,4 3 8-15,5-3-2 16,1 0-6-16,2 0-2 16,4 0-12-16,4 0 11 15,-3 0-18-15,3 0 19 16,0 0-18-16,0 0 24 16,1 0-29-16,-3 0 20 0,2-3-15 15,-3 2 10-15,1 1-2 16,1-3-7-1,-3 2 7-15,1 0-9 0,1-1 14 16,2-1-20-16,-4 2 22 16,4-3-24-16,-3 1 24 15,0 2-26-15,0-2 20 16,-4 2-13-16,1 1 4 16,-4 0 1-16,3 0-2 15,-5 0 5-15,2 0-11 16,-3 0 16-16,3 0-21 15,-3 0 26-15,0 0-25 16,2 0 25-16,0 0-26 16,1 0 21-16,3 0-13 15,0 0 3-15,1-3 4 16,3 2-5-16,-1 1 7 16,-3-4-14-16,-1 4 18 15,-3-1-21-15,1-1 26 16,-2 2-26-16,-1-1 24 15,0 1-23-15,3 0 18 16,0-3-10-16,-2 1 2 16,4 0 2-16,-1 1-5 15,-1-2 11-15,4 0-18 16,-4 1 21-16,1-1-23 16,2 0 27-16,-4 1-27 15,-1 0 25-15,2 0-22 16,1 0 13-16,-1 0-4 15,1 2 0-15,2-2 3 16,3 0-7-16,-1 0 13 16,0 0-18-16,-1 1 21 0,-2-1-22 15,-1 1 25-15,-2 1-27 16,0-3 24-16,-1 3-19 16,-1-1 11-16,6-2-3 15,-3 0 0-15,7 1 1 16,-4-1-7-16,6-1 14 15,-4 1-16-15,1 0 19 16,-6 1-24-16,-2 2 27 16,-2-2-26-16,-4 2 22 15,2 0-16-15,-2 0 5 16,2 0 3-16,1 0-3 16,2-1 4-16,2 0-9 15,-1 1 14-15,-1-3-17 16,0 2 21-16,-1 1-24 15,-2 0 26-15,0 0-26 16,-3 0 20-16,-1 0-13 16,4 0 7-16,-3 0 0 15,3-3-2-15,-1 3 7 16,3 0-13-16,-4 0 17 16,1 0-20-16,-1 0 25 15,0 0-21-15,-2 0 29 16,-1 0-26-16,1 0 18 15,3 0-9-15,-2 0 1 16,-1 0 3-16,1 0-6 16,3-1 6-16,-4 1-15 15,-2 0 20-15,-1 0-24 16,0 0 26-16,-3 0-29 16,2 0 29-16,-2 0-27 0,0 0 15 15,0 0-21-15,0-3-17 16,-5 3-22-16,-5-2-46 15,-7 0-92-15,-6-2-181 16</inkml:trace>
  <inkml:trace contextRef="#ctx0" brushRef="#br0" timeOffset="116308.33">28784 6714 385 0,'0'0'85'0,"0"0"49"15,0 0-8-15,0 0-1 16,0 0-47-16,0 0 16 16,0 0-22-16,0 0 10 15,0 5-31-15,0 7-5 16,0 3 7-16,0 2-21 16,0 6 1-16,0 5-9 15,0 2 11-15,0 1-19 16,5 2 18-16,-1 0-30 15,-1 0 21-15,1 0-26 16,1-4 18-16,-2-2-12 16,2-4 5-16,-3-3 1 15,-1-8-2-15,2-5 0 16,-3 1-12-16,1-5 15 16,1-3-21-16,-2 0 24 15,0 0-35-15,0 0 1 16,0-5-53-16,0-4-27 15,-3 1-90-15,-4 0-117 16,-3 1-213-16</inkml:trace>
  <inkml:trace contextRef="#ctx0" brushRef="#br0" timeOffset="118227.33">28331 7137 524 0,'0'0'74'0,"0"0"66"0,0 0-30 16,0 0-14-16,0-4-24 15,6 4 8 1,0 4-7-16,5 9-11 0,-2 4-16 15,1 3-17-15,1 2 6 16,-1 1 1-16,1 0-3 16,-1 0-23-16,-3-6 17 15,0-2-24-15,1-3 21 16,-3-3-28-16,1-2 16 16,-3-3-11-16,1-4 0 15,-1 0 3-15,1 0 1 16,1 0 8-16,-2-4-14 15,2-10 17-15,-2-3-23 16,-1-3 24-16,-2-3-28 16,0-6 25-16,0-2-28 15,0-2 16-15,0-1-16 16,-3-3 5-16,0 0 7 16,-4 3-7-16,1 0 12 15,0 3-14-15,2 2 17 16,-2 2-22-16,-1 2 26 15,1 2-24-15,3 4 26 16,0 3-23-16,2 1 15 16,-1 2-6-16,2 2 1 15,0 2 2-15,0 1-5 16,0-4 10-16,0 5-15 16,0 0 18-16,0-1-21 15,2 1 25-15,2 1-27 16,-1-1 24-16,0 3-20 15,0 2 9-15,1-1 1 16,-1 0-2-16,0 0 3 16,0 2-7-16,1-3 13 15,2 2-17-15,-2 0 20 0,2-1-22 16,3 2 26-16,-1-2-28 16,1 2 25-16,4-2-18 15,0 2 8-15,0 0-1 16,0-1-1-16,4 0 4 15,2 0-9-15,1 2 17 16,-1-2-19-16,3 0 20 16,1 2-23-16,-3 0 25 15,-4-1-26-15,1 1 21 16,1 0-14-16,-4 0 5 16,1 0 0-16,0 0-1 15,3 0 6-15,-1-2-12 16,1 1 15-16,0 0-17 15,2-2 22-15,-2 2-24 16,-1-1 23-16,-1 1-23 16,1-1 19-16,-4 2-12 15,0 0 3-15,2 0 2 16,-2 0-3-16,0 0 6 16,0 0-12-16,3 0 18 15,-2 0-21-15,5 0 25 16,-2 0-26-16,2 0 25 15,0 0-24-15,-2 0 17 16,2 0-7-16,-1 0 0 16,-2 0 1-16,3 2-3 15,-3-2 9-15,3 0-15 16,-3 0 19-16,1 0-22 16,1 0 27-16,-1 0-27 15,1 0 24-15,0 0-21 0,2 0 12 16,-1 0-3-16,4 0-1 15,0 0 3-15,0 0-6 16,-1 0 10 0,1-2-15-16,1-1 20 0,1 3-24 15,-3-2 28-15,2 0-29 16,1 0 25-16,-1 2-20 16,2-2 10-16,-1 0 0 15,1 0-3-15,0 1 5 16,1-2-9-16,1 0 14 15,1 3-18-15,1-4 21 16,0 3-23-16,2-2 27 16,-3 3-28-16,1 0 24 15,-1 0-18-15,0 0 8 16,-2-1 1-16,1 1-4 16,1-3 6-16,0 2-10 15,0-2 17-15,1-1-21 16,-1 1 22-16,-2 2-23 15,1-2 27-15,-1 2-26 16,-1-1 22-16,0 0-18 16,-1 1 8-16,2-2-1 15,2-1-2-15,-1 1 5 16,-1-1-12-16,0 2 18 16,-1 0-21-16,-4 0 25 15,1 1-26-15,0 1 26 16,-5-1-26-16,0 1 20 15,-2-3-12-15,-3 3 4 16,0-1 2-16,0 1-4 16,-1 0 8-16,4 0-11 15,-2 0 18-15,2 0-23 0,-1 0 27 16,0 0-28 0,-3 0 29-16,-2-2-27 0,0 1 20 15,-4 1-8-15,-2 0 4 16,-1-1 1-16,-1 1-9 15,-2 0 8-15,1 0-16 16,-1 0 21-16,0 0-26 16,0-4 7-16,-13 0-72 15,-9-1-132-15,-5-1-355 16</inkml:trace>
  <inkml:trace contextRef="#ctx0" brushRef="#br0" timeOffset="119023.73">29041 7018 733 0,'2'0'80'15,"11"0"73"-15,6 0 5 16,2 0-40-16,4-4-15 0,0 1-38 16,-1 2-16-16,-4 0-34 15,-5-1 6-15,-1 2-30 16,-4 0 23-16,-1 0-48 16,2 0-14-16,-2 0-98 15,0-4-162-15,2 0-354 16</inkml:trace>
  <inkml:trace contextRef="#ctx0" brushRef="#br0" timeOffset="119472.78">29788 6759 874 0,'0'0'49'0,"0"0"98"16,0 0-56-16,0 0-15 16,0 0-19-16,-62 82-13 15,43-41-7-15,-2 5-20 16,1 4 12-16,3 0-26 0,8 0 25 16,6-4-28-16,3-6 24 15,4-3-26-15,19-6 17 16,3-8-8-16,6-8-2 15,1-3 1-15,-3-10-16 16,-1-2-8-16,-6 0-45 16,-5 0-48-16,-7-10-154 15,-5-1-193-15</inkml:trace>
  <inkml:trace contextRef="#ctx0" brushRef="#br0" timeOffset="120134.39">29911 6974 446 0,'0'0'109'0,"0"0"27"16,0 0-23-16,0 0-14 16,0 0 53-16,24 0-43 15,-6 5-5-15,-1 7-40 16,3 3 4-16,3 6-29 16,2-1 0-16,1 2 6 15,3-2-11-15,0 0 9 16,-5-4-27-16,-1-1 12 15,-5-5-32-15,-4 0 25 16,-5-5-31-16,-2 0 23 16,-4-2-26-16,-1-2-5 15,-2-1-29-15,0 0-29 16,0 0-12-16,-5-3-79 16,-2-8-96-16,-2-1-71 15,-1-3-166-15</inkml:trace>
  <inkml:trace contextRef="#ctx0" brushRef="#br0" timeOffset="120358.46">30152 6942 723 0,'0'0'97'0,"0"0"82"0,0 0-37 16,-94 96-33-16,64-64-39 15,1 1-30-15,3-3-14 16,7-7-27-16,5-5 11 16,7-7-46-16,5-7-32 15,2-4-79-15,0-2-74 16,10-15-117-16</inkml:trace>
  <inkml:trace contextRef="#ctx0" brushRef="#br0" timeOffset="120757.72">30246 6817 897 0,'0'0'67'0,"0"0"102"15,0 0-58-15,0 0-42 16,0 0-12-16,58 8-40 0,-54 4 9 16,-4 1-25-1,0 2 24-15,0 3-24 16,-9 0 21-16,2-1-22 0,0-4 9 15,7-1-5 1,0-1-5-16,0-4 5 0,17-1-2 16,5-5 12-16,1-1-21 15,3 0 13-15,-1 0-45 16,-2-3-12 0,-6-6-124-16,-4-2-255 0</inkml:trace>
  <inkml:trace contextRef="#ctx0" brushRef="#br0" timeOffset="121575.24">30536 6695 521 0,'0'0'163'15,"0"0"20"-15,0 0-19 16,0 0-40-16,89 55-45 15,-59-30 13-15,3 6-44 16,0 1 4-16,-7 7-28 16,-3-1 15-16,-7 3-6 15,-12 2-7-15,-4 0 8 16,0-1-16-16,-20-1 17 0,-7-1-32 16,-3-1 20-1,-4-8-30-15,4-2 24 16,3-9-36-16,6-4-3 0,7-6-48 15,5-6-23-15,6-4-43 16,3-1-96-16,0-16-199 16</inkml:trace>
  <inkml:trace contextRef="#ctx0" brushRef="#br0" timeOffset="123143.61">26604 6939 573 0,'0'0'95'0,"0"0"17"16,0 8-11-16,0 13 1 15,0 4 18-15,0 6-50 16,-6 2-12-16,3 0 6 15,3-2-40-15,0-4 4 16,0-5-28-16,0-7 21 16,0-3-28-16,0-6 18 15,0-6-21-15,0 0-15 16,0-4-49-16,0-12-48 16,0-3-60-16,0-1-59 15,-6-2-182-15</inkml:trace>
  <inkml:trace contextRef="#ctx0" brushRef="#br0" timeOffset="123478.94">26526 7025 578 0,'0'0'98'0,"0"0"42"0,0 0-23 15,0 0-6-15,0 0-39 16,0 0-34-16,7-38-16 16,-1 20-21-16,1 0 10 15,-1 2-20-15,0 1 20 16,-3 3-20-16,2 4 21 16,-1 5-19-16,2 3 16 15,1 0-7-15,5 0 23 16,1 4 12-16,2 7-7 15,3-3 4-15,1 0-16 16,-3-1 7-16,1-3-33 16,-2 0 22-16,2-4-36 15,-1 0-43-15,0 0-97 16,-2-14-214-16</inkml:trace>
  <inkml:trace contextRef="#ctx0" brushRef="#br0" timeOffset="124339.75">30171 7500 691 0,'0'0'53'0,"0"0"65"16,-2 83 13-16,2-57-44 16,0-4-12-16,0-3-39 15,9-8-9-15,-3-1-14 16,-2-4-8-16,-1-5 1 15,0-1-11-15,-3 0-10 16,0-1-51-16,0-11-41 16,0-3-131-16,0 0-41 15,-1-5-202-15</inkml:trace>
  <inkml:trace contextRef="#ctx0" brushRef="#br0" timeOffset="124644.74">30171 7500 630 0,'-87'35'141'0,"99"-42"-9"15,6 2 7-15,4-6-29 16,0 0-31-16,1-3-12 16,0 2-45-16,-7 1-4 15,-2 1-24-15,-5 2 26 16,-3 4-25-16,-6 3 22 0,0 1-23 15,0 0 18 1,0 0-4-16,0 0-7 0,1 0-3 16,1 0-3-16,5 7 3 15,0-1-4 1,6 1 2-16,7-1-37 0,6 0 1 16,3-4-81-16,3-2-35 15,1 0-158-15,-1 0-298 16</inkml:trace>
  <inkml:trace contextRef="#ctx0" brushRef="#br0" timeOffset="125512.72">30828 6706 655 0,'0'0'103'15,"0"0"53"-15,0 0 21 16,0 0-82-16,13 1 21 16,0-1-55-16,3 2-15 15,-2 0-23-15,1 2-26 16,-4 3 19-16,-2 3-20 16,-5 1 10-16,-1 1-10 15,-3 3 17-15,0 1-23 16,0-5 29-16,0 2-27 0,-3-2 30 15,-1-3-28 1,4 0 10-16,0-4-4 0,0 0-1 16,0-1 3-16,3-1-9 15,13-2 4-15,4 0-30 16,9 0-32-16,1-9-119 16,2-1-126-16,0 0-375 15</inkml:trace>
  <inkml:trace contextRef="#ctx0" brushRef="#br0" timeOffset="130017.7">24713 7607 701 0,'0'7'55'0,"0"8"36"16,0 5 34-16,-1 4-70 16,-4 5 20-16,4 2-30 15,0 0-6-15,1-2-4 0,0 0-14 16,0-6-7-16,7-4-5 16,9-7 14-16,0-2-21 15,2-8 16-15,2-2-23 16,1 0 18-16,-1-1-26 15,1-12 8-15,-4-3-17 16,-5-1-1-16,0-2 12 16,-6 0 1-16,-2-1 7 15,-2 4-6-15,-2 3 15 16,0 0-15-16,0 7 6 16,0 0 9-16,0 6 9 15,0 0-18-15,4 0 17 16,2 8-10-16,-1 9 21 15,6 0 2-15,3 2-8 16,-1 3 7-16,4-3-13 16,1-3 6-16,2 0-25 15,3-3 20-15,-3-2-26 16,2-3 10-16,1 0-52 16,-3-4-41-16,-1-1-100 15,-3-3-93-15,-8 0-238 16</inkml:trace>
  <inkml:trace contextRef="#ctx0" brushRef="#br0" timeOffset="130222.41">25357 7797 1006 0,'0'0'100'0,"0"0"0"0,0 0-69 16,83-27-38-16,-75 21-25 16,-3 3-76-16,-5 2-130 15,0-2-190-15</inkml:trace>
  <inkml:trace contextRef="#ctx0" brushRef="#br0" timeOffset="130401.36">25357 7797 926 0,'-85'-102'3'0,"89"97"38"16,11-1-46-16,8 0 0 15,4 2-57-15,1 1-60 16,1 1-202-16</inkml:trace>
  <inkml:trace contextRef="#ctx0" brushRef="#br0" timeOffset="130779.56">25785 7642 894 0,'0'0'174'16,"0"0"-34"-16,0 0-23 15,46 77-51-15,-27-52-10 16,4-4-19-16,3 1-15 16,-3-3-6-16,0-1-13 15,-1-3 6-15,-2-4-19 16,-5-1 3-16,-4-3-35 16,-2-2 1-16,-5-3-62 15,-1-2-50-15,-3 0-107 16,0 0-90-16</inkml:trace>
  <inkml:trace contextRef="#ctx0" brushRef="#br0" timeOffset="130990.64">26017 7646 785 0,'0'0'98'15,"0"0"93"-15,-79 104-89 16,52-65-37-16,2-5-28 16,2-6-5-16,6-5-38 15,5-9 6-15,4-3-66 16,6-11-75-16,2 0-131 16,0-4-219-16</inkml:trace>
  <inkml:trace contextRef="#ctx0" brushRef="#br0" timeOffset="131353.04">26058 7418 1034 0,'0'0'43'16,"0"0"49"-16,0 0-2 16,0 0-48-16,0 0-17 15,0 0 15-15,37 36-30 16,-37-17 16-16,0 3-24 16,0-1 24-16,-7-2-25 15,0-3 15-15,4-3-7 16,3-3-5-16,0-5-1 15,9-4-6-15,12-1 10 16,7 0-13-16,3 0 7 16,3-8-38-16,-1-4-17 15,-4-1-114-15,-6 1-174 16,-7 2-519-16</inkml:trace>
  <inkml:trace contextRef="#ctx0" brushRef="#br0" timeOffset="132504.71">31043 6248 1338 0,'0'0'35'0,"0"0"64"16,0 0-39-16,-3 0-27 16,3 0-6-16,0 0-22 15,0 0-6-15,0 0-58 16,0 0-21-16,0 0-119 16,0-3-204-16,0-1-435 15</inkml:trace>
  <inkml:trace contextRef="#ctx0" brushRef="#br0" timeOffset="136139.32">24647 8128 297 0,'7'1'77'0,"4"1"14"16,3-1-19-16,4 2-16 15,4 0-20-15,3 0 9 16,1-1-4-16,4 2-10 16,0-2-21-16,2 0 24 15,0-2-19-15,3 0 7 16,-1 0-24-16,1 2 6 0,1-2-4 16,1 0-1-16,4 0 4 15,2 0-6 1,0 0 8-16,3 0-11 0,-2 0 14 15,1 0-17-15,-3-4 18 16,-3-2-19-16,-3-1 16 16,0 2-22-16,-3-2 9 15,-1 2-1-15,-2-1-1 16,-4 1 5-16,0 1-9 16,-3 1 10-16,-1 2-10 15,-3-3 17-15,-1 1-15 16,2-1 19-16,1-2-26 15,1 0 13-15,1-1-15 16,1 0-12-16,-2 0 4 16,0 0 12-16,-1 2 0 15,-3-2-15-15,-1 3 12 16,-6 0 0-16,2 0 20 16,-4 1-13-16,0 0 20 15,-3 1-11-15,2-1 23 16,-1 0 1-16,4-2 0 15,-3 1-8-15,7-3-8 16,1-2 0-16,1 1-8 16,0-1 10-16,-1-3-14 15,0 5 15-15,-5-1-15 16,0-1 15-16,0 3-15 16,-2 1 13-16,-3-3-7 15,2 0 7-15,4-3 19 16,-1 0-13-16,4-2-4 15,-2-3-10-15,1 4 11 16,1-3-16-16,-4 2 15 16,1 1-14-16,-4-1 14 0,0 2-12 15,-4-3 26 1,2 1 3-16,-3-2 5 0,1 0-2 16,0-1-8-16,1 0-7 15,2 3-14-15,0-3 14 16,2 5-18-16,0-1 15 15,-2-1-17-15,0-1 15 16,-1 2-13-16,-3-1 9 16,-2-1-3-16,-1 0-1 15,0-2 6-15,0-1-4 16,0 0 8-16,-1 1-10 16,-5-3 13-16,-4 0-16 15,0 2 17-15,1 1-23 16,-1-2 17-16,1 1-18 15,-1-2 3-15,0 3-2 16,-2 0 4-16,1 0 6 16,-6 3-6-16,-1-2 10 15,-2 3-7-15,-2-3 11 16,0 2-17-16,-2 4 20 16,1 2-20-16,-2 0 20 15,2 3-17-15,2 3 6 16,-4 0 0-16,2 1-1 15,1 0 2-15,-2 0-4 16,1-2 7-16,0 2-10 16,1-1 13-16,-1-2-14 15,-3 2 14-15,0-1-15 16,-2 2 13-16,-3 0-11 16,-4 0 5-16,-6 0 0 0,-6 3-2 15,-1 4 4-15,-5-2-6 16,-2 2 11-1,3-1-7-15,3-2 22 0,6-2-25 16,3 0 14 0,9-2-19-16,5 0 15 0,1 0-10 15,6 0 4-15,1 0 2 16,-4 0-4-16,-4 2 3 16,-3 8-10-16,-6 3 12 15,-6 4-20-15,-4 5 13 16,-4 1-10-16,1 0 21 15,0 0-15-15,5 0 12 16,3-6-6-16,5 2-1 16,5-3 4-16,8 1-4 15,2 1 6-15,1-1-10 16,4 5 12-16,0-2-16 16,1 3 20-16,-1 2-18 15,0-2 14-15,-1 1-19 16,2-1 14-16,4 1-3 15,0 1 0-15,5 5 3 16,5 0-4-16,0 3 8 16,2-1-9-16,11 1 15 15,3-2-19-15,-2-3 19 16,1-6-33-16,2-2-17 16,-1-5-51-16,2-5-80 15,-3-6-107-15</inkml:trace>
  <inkml:trace contextRef="#ctx0" brushRef="#br0" timeOffset="137650.54">31566 5870 453 0,'0'0'122'0,"0"0"26"16,-4 0-32-1,-11 0-16-15,2 12-39 0,-4 8 24 16,-3 7-34-16,-2 5-8 16,0 9-1-16,3 7-6 15,2 2 5-15,4 4-21 16,9-2 15-16,4-1-27 15,0-2 16-15,7-4-27 16,9-7 26 0,6-5-28-16,-2-5 22 0,-1-8-20 15,-1-4 5-15,-3-7-6 16,-4-2-13-16,-5 0-15 16,0-3-45-16,-3-3-25 15,-2-1-79-15,-1 0-116 16,0 0-319-16</inkml:trace>
  <inkml:trace contextRef="#ctx0" brushRef="#br0" timeOffset="138243.26">31698 6182 783 0,'0'0'108'0,"0"0"34"0,0 0-49 16,0 0-22-16,0 0-48 16,44-15-4-16,-22 11-12 15,2-2 6-15,-1 3-21 16,-4 3 28-16,-4 0-25 15,-8 5 37-15,-4 11-16 16,-3 5 12-16,0 4-18 16,-6 4 8-16,-9 2-3 15,0-1-4-15,0-2 3 16,2-2-13-16,6-4 22 16,3-3-20-16,4-6 21 15,0 2-29-15,0-6 26 16,4-2-28-16,9-2 26 15,0-1-19-15,3 0 2 16,1 0-1-16,-1-4-8 16,0 0-2-16,-3 0-27 15,0 0-5-15,-1 0-80 16,-2 0-49-16,-2-10-113 16,0 0-148-16</inkml:trace>
  <inkml:trace contextRef="#ctx0" brushRef="#br0" timeOffset="138589.1">32189 6202 744 0,'0'0'89'0,"0"0"87"16,0 0-58-16,0 0 4 16,0 0-50-16,60 52-21 15,-44-32-12-15,1 2-1 16,2-2-9-16,0-1-20 16,-2-3 9-16,3 1-18 15,-4-5 17-15,-3-1-30 16,-3-3 32-16,-1-1-36 15,-4-3 10-15,-4 0-38 16,-1-4-18-16,0 0-60 16,0 0-77-16,0 0-77 15,0-11-236-15</inkml:trace>
  <inkml:trace contextRef="#ctx0" brushRef="#br0" timeOffset="138802.51">32430 6170 780 0,'0'0'80'0,"0"0"79"16,-71 68-2-16,43-36-80 16,1-2-15-16,3-2-50 15,3-5-8-15,7-2-6 16,4-7-36-16,1-5-45 15,6-8-78-15,3-1-98 16,0-1-193-16</inkml:trace>
  <inkml:trace contextRef="#ctx0" brushRef="#br0" timeOffset="139175.29">32413 5799 826 0,'0'0'16'0,"0"0"47"16,50 78 84-16,-23-36-42 15,5 6 9-15,-2 5-37 16,2 6-27-16,-7 0-9 16,-8 5-6-16,-5-6 9 15,-10 1-21-15,-2-6 22 16,0-3-37-16,-15-9 26 16,-3-2-46-16,-2-8 29 15,0-7-33-15,2-3-11 16,1-6-32-16,0-6-38 15,-2-6-108-15,3-3-234 16</inkml:trace>
  <inkml:trace contextRef="#ctx0" brushRef="#br0" timeOffset="140286.42">27726 8427 733 0,'0'0'159'16,"0"0"3"-16,0 0-37 16,56 0-35-16,-39 0-24 15,-2 0-32-15,-2-2-22 16,-3 0-7-16,-4-1-14 16,0 2-12-16,-2-2-46 15,0 2-15-15,-1-4-78 16,-3 1-80-16,0-1-102 15</inkml:trace>
  <inkml:trace contextRef="#ctx0" brushRef="#br0" timeOffset="140475.82">27747 8325 842 0,'0'0'84'0,"0"0"18"16,0 0-33-16,0 0-64 16,0 0 3-16,99-19-69 15,-70 12-124-15,1-2-277 16</inkml:trace>
  <inkml:trace contextRef="#ctx0" brushRef="#br0" timeOffset="141447.65">28722 8073 609 0,'0'0'132'15,"0"0"-32"-15,0 0 4 16,0 0-33-16,3 0-13 16,9 0-9-16,2 0-7 15,2 0-14-15,0 0-24 16,-3 0 12-16,-4 4-26 16,-1 8 25-16,-5 4-12 15,-3 3 25-15,0 3-25 16,0 0 14-16,-7 1-11 15,0-3-1-15,1-2 3 16,3-2-8-16,3-6 7 16,0 0-15-16,0-4 18 15,0-2-21-15,0 2 26 16,3-1-25-16,3-1 25 16,5-1-15-16,-1 1 7 15,2 0-5-15,4-2-2 16,0-1 0-16,1-1-18 0,3 0-4 15,2 0-49-15,4 0-61 16,-2 0-128-16,1-8-77 16</inkml:trace>
  <inkml:trace contextRef="#ctx0" brushRef="#br0" timeOffset="141843.82">29251 8052 876 0,'0'0'100'16,"0"0"38"-16,0 0-38 15,0 0-2-15,0 0-41 16,52 53 9-16,-32-35-42 16,2-2 13-16,-3 0-32 15,1 0 14-15,-6-3-19 16,-1-1 2-16,-4-1 1 15,1-4-6-15,-6 1-9 0,1-4-35 16,-4-2-13 0,2-1-68-16,-2-1-52 0,1 0-102 15,-2-7-110-15</inkml:trace>
  <inkml:trace contextRef="#ctx0" brushRef="#br0" timeOffset="142043.87">29452 8037 742 0,'0'0'103'15,"0"0"52"-15,0 0-32 16,-97 86-59-16,74-64-41 16,1-3-8-16,2-3-36 15,4-3-27-15,3-3-85 16,3-3-86-16,2-3-167 15</inkml:trace>
  <inkml:trace contextRef="#ctx0" brushRef="#br0" timeOffset="142877.01">28169 8547 584 0,'0'0'82'16,"0"0"14"-16,0 0 18 15,0 0-3-15,67 11 4 0,-13-11-30 16,17 0-19-16,19-11-11 15,14-3-26-15,13-1-1 16,13 0-16-16,7-1 10 16,0 0-29-16,0 2 24 15,-2 2-27-15,-8 2 23 16,-7 3-15-16,-12 1 4 16,-6 0 6-16,-9-1-3 15,-13 2 7-15,-10-2-5 16,-9 2 16-16,-12-1-25 15,-11 1 18-15,-11 2-20 16,-7 0 21-16,-10 2-29 16,-3 1 21-16,-7 0-29 15,0 0-10-15,-4 0-23 16,-9 0-52-16,-4 0-126 16,-1 0-193-16</inkml:trace>
  <inkml:trace contextRef="#ctx0" brushRef="#br0" timeOffset="144362.7">28355 9197 692 0,'0'0'74'15,"0"0"53"-15,0 0-32 16,29 6-10-16,-14 5-40 15,-1 4 13-15,1 5-26 16,-1 3 0-16,-1 1 11 16,0-4-20-16,0 3-10 15,-3-7-9-15,-1-2 14 16,-2-5-19-16,-1-1 18 16,-3-4-25-16,-2-3 25 15,1-1-28-15,-2 0 23 16,0-4-18-16,0-11 5 15,0-6-10-15,0-7 4 16,0-5 3-16,0-5-14 0,0-1 12 16,-2-7-14-1,-5 1 21-15,-1-3-27 0,-1 1 23 16,0 1-22 0,0 5 24-16,1 2-8 0,2 7 5 15,2 2 4-15,-1 5-1 16,4 6 6-16,1 2-3 15,0 3 19-15,0 3-11 16,0 1 22-16,0 3-26 16,9 2 17-16,9-2-29 15,6 2 17-15,6 1-7 16,10 1 7-16,8 3-2 16,7 0-4-16,7 0 6 15,9 0-14-15,8 3 15 16,6 1-19-16,6-3 23 15,3-1-24-15,0 0 29 16,1 0-20-16,2 0 16 16,0 0-10-16,-2-4 1 15,-4 1-6-15,-3 0-4 16,-7-1 9-16,-9 1-15 16,-8 0 21-16,-15-1-18 15,-13 1 23-15,-10-1-29 16,-14 2 26-16,-9 0-23 15,-3 0 25-15,0 0-3 16,-11 0-21-16,-1 0-29 16,-3 2-18-16,-1 0-39 15,0 0-113-15,-4 0-120 16,-2 2-254-16</inkml:trace>
  <inkml:trace contextRef="#ctx0" brushRef="#br0" timeOffset="144920.5">28884 9083 759 0,'0'0'100'0,"0"0"36"15,0 0-18-15,0 28-19 16,3-4-11-16,0 0-28 16,1 3-10-16,-1 4-33 15,2-3 13-15,-1-1-36 16,-3-3 22-16,2-4-23 16,-3-4 11-16,0-6-17 15,1-5-33-15,1-3-50 16,2-2-76-16,2 0-67 15,0-6-136-15</inkml:trace>
  <inkml:trace contextRef="#ctx0" brushRef="#br0" timeOffset="145143.01">29277 9217 896 0,'0'0'63'15,"0"0"63"-15,85-11-75 16,-63 9-53-16,-8 1-1 16,-5 1-76-16,-5 0-82 15,-2 0-117-15,-2 0-135 16</inkml:trace>
  <inkml:trace contextRef="#ctx0" brushRef="#br0" timeOffset="145907.1">29616 9103 486 0,'0'0'103'16,"0"0"25"-16,0 0-49 0,0 0 16 15,0 0-13-15,2 4 46 16,8 7-49-16,6 4-1 16,3 3-14-16,4 3-2 15,4 0-19-15,2 3-12 16,0-4-3-16,-2-1-21 15,-5-4 10-15,-2-1-18 16,-7-5 16-16,-3 0-26 16,-4-4 26-16,-6 0-33 15,0 1 12-15,0-2-28 16,0 0-10-16,0 0-12 16,-3-3-31-16,-4-1-40 15,0 0-72-15,1 0-48 16,3-4-132-16</inkml:trace>
  <inkml:trace contextRef="#ctx0" brushRef="#br0" timeOffset="146164.25">29830 9117 740 0,'0'0'73'0,"0"0"94"16,0 0-29-16,-84 96-41 15,58-68-52-15,3-2-4 16,4-3-47-16,5-5 23 16,5-6-30-16,5-4-3 0,4-5-61 15,0-3-33-15,3 0-55 16,10-11-32-1,1-6-282-15</inkml:trace>
  <inkml:trace contextRef="#ctx0" brushRef="#br0" timeOffset="146525.23">30013 8828 863 0,'0'0'36'0,"0"0"117"16,0 0-50-16,0 0-27 15,0 0-27-15,0 0 4 16,-2 62-33-16,2-55 15 15,5 0-28-15,7-1 22 16,1-2-15-16,4 0-3 16,-1-4-2-16,-3 0-8 15,0 0 0-15,-1 0-27 16,-5 0 2-16,0 0-45 16,-2 0-19-16,3-4-68 15,-4-1-42-15,2-4-72 0,0-1-77 16</inkml:trace>
  <inkml:trace contextRef="#ctx0" brushRef="#br0" timeOffset="146713.32">30162 8847 696 0,'0'0'119'0,"0"0"57"0,0 0-29 16,0 0-21-16,0 90-35 15,0-60-35-15,0-4-11 16,0-2-27-16,0-2-2 15,0-6-22-15,0-3 16 16,2-7-55-16,2-2-29 16,-3-4-128-16,-1 0-127 15,0 0-286-15</inkml:trace>
  <inkml:trace contextRef="#ctx0" brushRef="#br0" timeOffset="150483.79">27973 7800 384 0,'0'0'39'0,"0"0"59"16,0 0-21-16,-36 51-9 15,33-31-6-15,1 2 4 16,2 4-20-16,0 5 25 16,0 3-40-16,5 3 16 15,2 2-24-15,0 1 21 16,-1 3-25-16,-2 1-5 16,-2 2-4-16,-1 2-6 15,-1 0 0-15,0 2-10 16,0-1 14-16,0 1-16 15,0-2 20-15,0 0-21 16,0 0 21-16,0-2-23 16,0 2 19-16,0-1-11 15,6-3 21-15,0 4 7 16,2 1-24-16,1-4 6 16,0 3-5-16,-3-2 19 15,2 1-26-15,-1-4 21 16,-1 1-25-16,0-2 24 15,1-1-26-15,-3 2 20 16,1-3-11-16,-2 1 2 16,-2 1 5-16,-1-1-2 15,0-2 11-15,0-1-11 16,0-4 22-16,0-4-35 16,0-3 37-16,0-4-41 15,0-3 30-15,0 1-29 0,0-2 12 16,0-2 5-16,3 1-7 15,3 0 3-15,-2-1-5 16,2-1 11-16,-2 1-14 16,-1-2 16-16,3-2-27 15,-3 1 28-15,0-2-35 16,3-2 29-16,-1 1-20 16,4-2 19-16,0 1-4 15,1-2-6-15,5-3 0 16,3 0 0-16,1 1 8 15,5-6-19-15,4 0 25 16,2 0-33-16,6 0 51 16,2 0-37-16,5-4 23 15,2-3-18-15,2-1 10 16,5 1-2-16,5 2 0 16,2-2 6-16,3 3-10 15,3-2 11-15,3 0-16 16,1 0 23-16,3-1-26 15,2-1 28-15,4 2-28 16,-3-1 24-16,3 0-16 16,-1 2 7-16,-1-1 0 15,-1 2 1-15,0 3 3 16,-1-2-16-16,1 3 17 16,-3-3-19-16,2 3 24 15,1-3-25-15,-4 2 30 16,1 1-31-16,0-1 23 15,-4 1-13-15,-1 0 6 16,-2 0 2-16,-3 0-4 16,-3-3 5-16,0 3-12 15,-4-4 17-15,-2 3-21 16,-5-2 26-16,-2 3-27 0,-4 0 26 16,-4 0-29-16,-2 0 23 15,-3 0-14 1,-1 0 4-16,1 0 4 15,-3-2-3-15,1-2 1 0,-7 1-5 16,-1 0 15-16,-3-1-22 16,-5 0 26-16,-2 3-32 15,-3-2 34-15,2 1-30 16,2-2 29-16,-1-1-8 16,7-5 0-16,-2-2 1 15,3-4-8-15,-2-3 7 16,-3 0-16-16,-5-4 22 15,-5 1-23-15,-3-2 28 16,-3-2-32-16,0-2 31 16,-9-3-28-16,-2-3 14 15,-3-2-5-15,-1-7-2 16,4-2 5-16,-1-6-8 16,2-2 8-16,4-3-9 15,3-2 19-15,2-4-28 16,1 2 33-16,0 2-32 15,0 1 28-15,0 0-21 16,0 1 9-16,0 5 0 16,0-3-1-16,0 2 3 15,-2-5-8-15,-5 3 14 16,-1 0-21-16,0 0 28 16,4 4-29-16,-2 2 28 0,3 8-33 15,0 6 31 1,-1 2-19-16,1 4 5 15,-1 3 4-15,2 0-7 0,0 0 7 16,0 1-10-16,-1 2 15 16,-1 1-20-16,-1 4 27 15,0 2-30-15,-1 3 33 16,0 1-34-16,0 1 27 16,2 0-18-16,1 2 7 15,-1 3 0-15,-2-1-3 16,3 2 8-16,-1-2-16 15,0 2 18-15,-1 1-23 16,-1 0 26-16,3-1-26 16,-2-1 29-16,1 1-26 15,-1 1 21-15,2 0-13 16,0-1 3-16,0 1 5 16,-1 0-6-16,0-1 8 15,-2-1-20-15,3 1 23 16,0-2-21-16,0 2 28 15,2-2-29-15,-1 0 21 16,1-1-25-16,1 1 21 16,-3 3-5-16,2-3 1 15,-4 4 3-15,2-1-6 16,-4-2 11-16,0 4-20 16,1-2 25-16,-1 3-28 15,-3 0 35-15,3 0-36 16,-1 0 31-16,1 0-27 15,2 0 16-15,0 0-5 0,-1 0-3 16,2 0 12 0,-2 0-12-16,-1 0 13 15,-3 0-19-15,1 0 24 0,-1 0-27 16,-3 0 32 0,1 0-34-16,-2 0 27 0,1 3-28 15,-3 0 16-15,2 1 1 16,-2-1-2-16,3 1-2 15,0-2-13-15,0 0 20 16,-2-2-21-16,1 0 30 16,-1 0-26-16,-2 0 28 15,-2 0-39-15,-2 0 36 16,-4 0-18-16,-2 0 7 16,-5 0-1-16,0 2-3 15,-1-2 7-15,-3 0-10 16,0 2 16-16,-3-2-20 15,4 0 20-15,2 0-27 16,-2 0 32-16,5 0-26 16,1 0 22-16,0 0-16 15,5-2 6-15,-1 0 0 16,0 0-1-16,1-1 5 16,1 0-13-16,0 0 19 15,-2 2-22-15,1-2 26 16,-1 1-27-16,-1 1 28 15,0 0-28-15,1-1 22 16,-2 2-13-16,1-1 4 16,-4-2 1-16,1 1-6 15,0 0 13-15,-3 0-18 16,2-1 20-16,-2 0-21 16,2 0 27-16,0 2-29 0,-2-2 26 15,1 2-26-15,1-3 20 16,0 1-8-16,-2 1-2 15,2-1 4-15,1-1-6 16,-2-1 11-16,3 3-17 16,-1-2 20-16,0 1-23 15,-3-1 29-15,2 3-29 16,-2-1 25-16,0 1-23 16,2 1 17-16,-2 0-5 15,-1-2-1-15,1 0 2 16,-1 0-5-16,1 0 11 15,-1 2-16-15,-3-2 19 16,-3 2-22-16,0 0 27 16,-3 0-28-16,-1 0 25 15,-2 0-20-15,-4 0 10 16,4 0-3-16,-4 0 0 16,4 0 2-16,-1 2-7 15,2 0 13-15,1 1-15 16,0 0 19-16,-1 1-22 15,0 0 29-15,2 0-31 16,0 3 22-16,-1-2-20 16,-2 2 19-16,3 0-10 15,3-2 1-15,3 2 6 16,4-1-14-16,5 0 17 16,2-2-18-16,6 4 23 15,5-4-25-15,1 0 27 16,3-3-27-16,3 1 23 15,4 0-15-15,0-2 8 16,1 2-2-16,2-2-2 0,0 0 5 16,0 0-16-16,0 0 10 15,2-6-80-15,2-3-129 16,-1-3-174-16</inkml:trace>
  <inkml:trace contextRef="#ctx0" brushRef="#br0" timeOffset="158538.39">10410 3792 19 0,'-8'15'7'0,"1"-1"28"16,-1 5-20-16,-1-2 9 15,0 3 14-15,2 0-15 16,1 2 4-16,-1-2-24 15,2 2 7-15,0 0-14 16,3 0 9-16,-5-2-9 16,4 2 9-16,2 0 24 15,-1 0 0-15,2 1-8 16,0-3 0-16,0-1-2 16,0-1-16-16,0-4 3 0,6-2-9 15,3-3 15-15,-1 0-15 16,3-3 9-1,0 1-10-15,-1 2 2 0,0-1 1 16,3 0 1-16,-3 0 1 16,2 2-2-16,-2-2 5 15,2 0-6-15,-1-3 6 16,2 2-8-16,-1-3 17 16,2 0-10-16,2 0 6 15,0-1-10-15,1-3 3 16,2 0-1-16,0 0-1 15,1 0 2-15,0-9-7 16,0-1 9-16,-2-1-9 16,-1 0 9-16,-2 1-7 15,-4-1 9-15,-1 2-11 16,-1 0 9-16,-3-1-8 16,4 0-17-16,-3-3-7 15,0 1 13-15,2-3 12 16,1 0-1-16,0-2 8 15,-1 2-10-15,2-1-14 16,-3 0-52-16,-1-1 30 16,3 2 33-16,-6 2 24 15,0-3-3-15,-2 0 6 16,-2-1 4-16,0-1-2 16,0-1 4-16,0-2-5 15,0-2-4-15,-2 1 0 16,-3 1 1-16,-4 0-9 15,2 2 32-15,0-1-4 0,-2 3-1 16,-2-1-14 0,2 2 1-16,-3 0-5 15,-1 0-6-15,2 3 4 0,-5 1 1 16,3 2 6-16,-4 2-20 16,2 4 7-16,-4 0-14 15,3 0 13-15,-2 1-12 16,1 2 11-16,-1-2 0 15,1 2 11-15,1-1-3 16,0 2-3-16,0 0 3 16,0 0-17-16,-1 2 8 15,-1 9-16-15,-1 2 22 16,-1-2-18-16,-1 4 14 16,3 0-31-16,1 0-29 15,1 0-27-15,3 1-2 16,6-3-23-16,0 1-72 15</inkml:trace>
  <inkml:trace contextRef="#ctx0" brushRef="#br0" timeOffset="169694.79">31202 2459 183 0,'-3'0'13'0,"3"0"-6"15,-1 0 34-15,1-2 15 16,-2 1-3-16,2 1 0 16,0 0-14-16,0 0-5 15,-3 0-21-15,-3 0 2 16,-2 0-7-16,-2 1 8 16,-2 7-19-16,-1 2 16 15,2-1-17-15,-4 4 9 16,2-1 6-16,0 2 8 15,-1 1-1-15,2-1-15 16,-1 4 11-16,3-1-22 16,1 2 19-16,0 2-20 15,-2-2 21-15,3 5-21 16,-4-1 18-16,2 0-16 16,1 2 13-16,-2-2-3 15,-1 1-3-15,0 2 3 16,-2 0-7-16,3 0 11 15,-2 0-15-15,4-1 13 16,0-1-27-16,3-3 22 16,3 2-16-16,1-4 20 15,-1 1-16-15,3-1 10 16,-1 2 4-16,-1-2-2 0,-1 1 3 16,2 1-5-1,-1-2 16-15,-1 1-18 0,2-1 15 16,-1-3-19-16,2 0 19 15,0-1-21-15,0-3 14 16,0-1-7-16,0 2 3 16,0-1 1-16,0 2-2 15,0-1 5-15,0 3-9 16,0-1 12-16,0 3-15 16,0-2 20-16,5 2-23 15,-1-3 20-15,-1 0-18 16,2 0 12-16,0-1-3 15,-1 0-4-15,-1 0 3 16,0 1-4-16,0-2 11 16,0 0-14-16,0 1 18 15,0-4-18-15,1 1 22 16,0 1-21-16,-1-1 16 16,3 1-15-16,-2 0 10 15,1 0-5-15,-1 2 4 16,2 0 0-16,1 1-6 15,-4-1 10-15,1 3-11 16,2-1 15-16,-1-1-19 16,-1 1 24-16,4-2-22 15,-2 1 18-15,1-3-16 16,2 2 9-16,0-1-4 16,-2-2 2-16,0-1-1 15,2 0-8-15,-1-1 14 16,1-1-16-16,0 1 9 0,1-1-33 15,0-1 29 1,0 0-11-16,0 1 21 0,0 0-13 16,1-1 4-16,-4 1-2 15,1 1-9 1,-2-1 18-16,0 2-9 0,-2-2 13 16,2 2-16-16,1 0 20 15,-1-2-17-15,1 0 22 16,2 0-27-16,2 0 16 15,1 0-10-15,-3 0 4 16,4 1 0-16,-2-1 0 16,2-2 18-16,0 2-22 15,-1-3 14-15,-1 1-20 16,-2 0 22-16,-2 0-14 16,2-1 13-16,-2-1-21 15,-1 0 16-15,1 0-8 16,-1-1 3-16,4 0 0 15,-1 0-5-15,1-1 8 16,1 3-9-16,1-5 20 16,2 4-20-16,-1-4 18 15,3 4-26-15,0-4 20 16,-2 1-20-16,1 2 12 16,1-3 2-16,-2 0-2 15,-2 1 1-15,4-1-3 16,-2 0 7-16,5 0-13 15,-3 0 16-15,4 2-19 16,-1-1 23-16,-2-1-28 16,3 1 19-16,0 1-8 15,1-2 7-15,-1 2 1 16,0 0 7-16,1-2-2 0,0 0-6 16,1 0 7-16,-2 0-16 15,0 0 23-15,2 0-1 16,-2 0 16-16,-1 0-30 15,0 0 12-15,-2 0-15 16,2 0 7-16,-2-4 2 16,0 1-3-16,0-1 4 15,-2 0-10-15,1 0 10 16,0 0-16-16,-3-1 19 16,3 0-21-16,-3-1 23 15,3-2-23-15,-2 0 19 16,2 1-10-16,-1-2 6 15,0-1-1-15,-1 0-4 16,1 0 3-16,-3-1-10 16,0 1 17-16,-1-1-15 15,-1 2 30-15,0-1-25 16,0 0 21-16,2-3-25 16,1 0 17-16,-2-4-7 15,4 1 6-15,-1-3 5 16,-1 0 4-16,3-2 2 15,-3-3-8-15,2 5 21 16,-4-1-25-16,0 1 22 16,-2-1-34-16,-3 1 30 15,0 0-28-15,0 1 16 16,-2-5-7-16,3 0-3 16,-4-5 3-16,4 1-9 15,-2-5 5-15,1-1-15 0,1 0 19 16,-2 0-21-16,3 2 26 15,-4-1-27-15,1 3 25 16,-1 0-22-16,-3-1 13 16,3 1-3-16,-4-1 0 15,0-1 1-15,0-4-6 16,0 2 9-16,0 0-16 16,0 0 17-16,0 2-25 15,0 3 24-15,0 3-21 16,-1 2 25-16,-3 0-17 15,0 0 11-15,-1 2 2 16,2-3-7-16,-3-1 3 16,2 0-5-16,-2-1 10 15,1 0-24-15,0 2 24 16,-1-1-21-16,4 3 28 16,-3 0-27-16,2 1 24 15,-1 0-18-15,-2-3 10 16,1 5-1-16,-1-5-2 15,-2 1 5-15,2 0-10 16,-3 1 18-16,-2 3-16 16,4-3 20-16,-6 3-26 15,3-1 25-15,-2-2-29 16,1 1 22-16,-1-2-12 16,-2 1 4-16,2-1 1 15,1 2-3-15,-3-2 6 16,3 1-12-16,-3 3 16 15,1 0-18-15,-3 3 23 16,2-1-23-16,-4 1 22 0,2 2-26 16,-2 0 18-1,0-1-5-15,-2 0 1 0,1 0 3 16,0 0-5 0,-2 0 5-16,-1-1-11 15,0 3 17-15,1 0-20 16,-1 2 26-16,0-1-23 0,-2 5 20 15,-1-1-22-15,-1 2 17 16,2 0-9-16,-1 2 1 16,-1 0 3-16,0 0-4 15,2 0 9-15,-1 1-15 16,3 2 22-16,-5 1-21 16,1 0 23-16,0 0-29 15,-3 0 25-15,0 1-22 16,-4 7 13-16,-2 3-3 15,-1 1-2-15,-4 3-7 16,1 1-8-16,-2 1 16 16,5-2-13-16,-1-2 23 15,4-2-18-15,1 4 24 16,3-2-27-16,4 1 24 16,4 1-22-16,2 1 12 15,3 1-2-15,3-2-2 16,3 1 2-16,1-1-8 15,-1 0 15-15,3-2-17 16,1 3 22-16,0 0-23 16,2-3 24-16,1 3-26 15,-1-3 22-15,4 0-16 16,0-1-2-16,0 1-23 16,0-4 11-16,0 2 9 15,0 1-11-15,8-1 24 16,-2 1-16-16,0 1 7 0,0-3-65 15,-5 1 4-15,1-1-74 16,-2-4-28-16,0 0-102 16</inkml:trace>
  <inkml:trace contextRef="#ctx0" brushRef="#br0" timeOffset="185477.94">14959 6767 650 0,'3'4'69'16,"1"3"77"-16,2 1-36 15,-3 3-25-15,1 2-30 16,-2 2 25-16,2 1-36 16,-4 4 23-16,0 2-28 15,0 3 6-15,0-2-19 16,0-3-10-16,-10-1-2 0,1-2-11 15,-1-5 8-15,-2-4-18 16,1-5 12 0,-3-3-55-16,2 0-27 0,-1-15-106 15,0-8-114-15,3-6-170 16</inkml:trace>
  <inkml:trace contextRef="#ctx0" brushRef="#br0" timeOffset="185646.13">14930 6582 953 0,'0'0'122'0,"0"0"-24"16,0 0-75-16,0 0-28 16,0 0-9-16,-17 11-103 15,11-5-98-15,3-4-210 16</inkml:trace>
  <inkml:trace contextRef="#ctx0" brushRef="#br0" timeOffset="186812.3">15610 6581 458 0,'0'0'90'0,"0"0"55"16,0 0-48-16,0 0-27 16,-1-3-14-16,-8 3-20 15,-2 3-20-15,-4 8-17 16,-2 3 18-16,1 4-16 15,-1 1 34-15,0 5-26 16,5-4 7-16,1-1-15 16,4-3 7-16,3-4 2 15,4-3-4-15,0-5-1 16,0-1-10-16,7-3 18 16,8 0 8-16,0 0 21 15,4-12-34-15,1-2 17 16,-2-3-24-16,1-2 13 15,-2-2-17-15,-1-7 6 16,-2-2-2-16,-1-5 0 16,-2-2 2-16,-5-7-8 15,-3-2 11-15,0-1-21 16,-3 0 19-16,0 3-17 16,0 4 23-16,-7 5-20 15,-1 7 17-15,-1 10-12 16,1 4 6-16,0 9-3 15,-1 5 4-15,2 0 2 16,0 9-12-16,-3 15 11 16,6 11-18-16,1 9 27 15,3 7-15-15,0 8 26 16,0 3-12-16,3-1 14 16,8-5-14-16,-1-3-4 0,2-8-3 15,-1-7-6-15,-4-9 5 16,1-7-37-16,-5-8-39 15,-2-6-127-15,-1-5-140 16</inkml:trace>
  <inkml:trace contextRef="#ctx0" brushRef="#br0" timeOffset="187218.69">15330 6893 636 0,'0'0'136'16,"0"0"66"-16,86-7-68 16,-44 2-28-16,3 1-35 15,4 0-10-15,2 2-22 0,-3 2-16 16,-5 0-6-1,-7 0-20-15,-4 0 13 0,-6 3-28 16,-7 5-9 0,-7 2-69-16,-4 2-56 0,-7-1-159 15,-1 2-219-15</inkml:trace>
  <inkml:trace contextRef="#ctx0" brushRef="#br0" timeOffset="187962.76">15580 7284 589 0,'0'0'72'0,"0"0"38"16,0 0-34-16,0 0-46 0,0 0 56 16,-62-37-58-1,47 44-7-15,-1 13-24 0,4 5 15 16,-3 5-17-16,5 0 10 16,3 1 8-16,4-4 5 15,3-4 4-15,0-6-5 16,11-6 15-16,7-2-8 15,5-9 23-15,3 0-20 16,1-7 18-16,0-11-40 16,-2-6 9-16,-2-5-16 15,-6-3 5-15,-6-3-6 16,-7-2-10-16,-4-3-3 16,0-3-19-16,-1-1 5 15,-13 1-12-15,3 4 20 16,1 4-11-16,3 9 37 15,1 8-13-15,3 10 18 16,3 8-13-16,0 0 6 16,0 15 1-16,0 15-1 15,0 8 8-15,7 9 4 16,1 5 20-16,2-1-14 16,4 0 24-16,-1-5-28 15,1-5 3-15,2-6-24 16,2-11 11-16,-4-4-8 15,-1-8-6-15,-1-5-38 16,-2-7-44-16,-2 0-55 16,-3 0-79-16,-5-14-167 15</inkml:trace>
  <inkml:trace contextRef="#ctx0" brushRef="#br0" timeOffset="188224.66">15798 7245 725 0,'0'0'89'0,"0"0"90"15,0 0-46-15,0 0-40 16,81 65-9-16,-56-48-21 16,-1-2-22-16,0 2-23 15,-2 1-1-15,-4-3-22 16,-4-1 16-16,-4-2-27 15,-3-5 9-15,-2 1-43 16,-5-4-5-16,0-4-62 16,0 0-29-16,0 0-78 15,0-8-113-15,-3-7-112 16</inkml:trace>
  <inkml:trace contextRef="#ctx0" brushRef="#br0" timeOffset="188397.29">15939 7270 632 0,'0'0'87'16,"0"0"77"-16,-53 72-16 15,30-41-37-15,1-2-73 16,3-6-8-16,2 0-36 16,4-7 9-16,2-5-79 15,3-5-96-15,1-6-180 16</inkml:trace>
  <inkml:trace contextRef="#ctx0" brushRef="#br0" timeOffset="190132.67">16145 6406 606 0,'0'0'69'0,"0"0"-2"0,-39 1-19 15,21 7-26-15,5 5 31 16,-4 2-32-16,2 1 16 16,5 0-36-16,0 2 18 15,2 3-11-15,3 1 4 16,4-1-3-16,1 3-1 16,0 3 11-16,0 2-10 15,4-1 21-15,3 2-18 16,2 3 15-16,-2 2-28 15,-1-1 23-15,-5 2-24 16,2-4 23-16,-1 2-11 16,-2-5 10-16,0-3-7 15,1-4-3-15,1-3 0 16,-2-4-12-16,1-1 11 16,1-4-17-16,1-2 19 15,0-3-20-15,2-1 20 16,-2 2-20-16,3-4 18 15,-2 0-6-15,3-2 2 16,3 2 8-16,-1-2 1 16,3 0 3-16,1 0-18 15,0 0 11-15,-1 0-29 16,2 0-12-16,-1 0-70 16,0 0-26-16,-3-2-100 15,-3 2-133-15</inkml:trace>
  <inkml:trace contextRef="#ctx0" brushRef="#br0" timeOffset="190990.64">16511 6715 617 0,'0'0'51'0,"0"0"65"15,0 0-12-15,0 0-12 16,-5-1-36-16,-4 1-9 16,-4 0-33-16,0 8 15 15,-1 8-34-15,0 3 14 16,4 2-13-16,-1 3 5 15,5-1-1-15,3 0-1 16,3-6 3-16,0 0-8 16,6-3 12-16,11-5-16 15,1-1 21-15,3-5-19 16,1-1 20-16,0-2-19 16,-1 0 18-16,1-5-11 15,-6-4 1-15,0-2 2 0,-3 3-3 16,-6 0 4-16,0-2-10 15,-6 3 18-15,1 3-20 16,-1 2 21-16,-1-2-20 16,0 4 21-16,0 0-23 15,0 0 14-15,0 7-11 16,0 4 3-16,0 4 4 16,2-1-5-16,4-2 8 15,1-1-11-15,6-3 15 16,1-1-18-16,5-7 22 15,4 0-20-15,0 0 27 16,5-3-23-16,-4-9 12 16,-1 0-1-16,-5-3 5 15,-4 1-2-15,-5 0-9 16,-5 3 23-16,-4-2-18 16,0 3 13-16,0 0-19 15,-10-1 29-15,-4 1-35 16,-2 3 21-16,-4 2-20 15,-1 3 7-15,0 2-2 16,-1 0-4-16,-1 0-2 16,4 6-7-16,0 1-4 15,5 0-49-15,1 1-29 16,6-4-79-16,2-1-50 16,5-3-281-16</inkml:trace>
  <inkml:trace contextRef="#ctx0" brushRef="#br0" timeOffset="191436.64">17039 6693 790 0,'0'0'26'0,"0"0"93"15,0 0-41-15,0 0-16 16,-38 38-21-16,25-25-26 16,2 0-21-16,5-1 17 15,3-3-22-15,3-1 23 16,0-4-29-16,0 1 19 15,10 0-14-15,6 1 18 16,0-2-1-16,-2 3 2 16,-1-2 6-16,0 4 12 15,-7-2 17-15,-5 5 11 16,-1-2 27-16,0 3-37 16,-1-1 4-16,-12-1-40 15,-3 1 15-15,-1-1-29 16,-2-3-7-16,0 0-34 15,3-4-50-15,0-2-81 16,3-2-151-16,2 0-282 16</inkml:trace>
  <inkml:trace contextRef="#ctx0" brushRef="#br0" timeOffset="191700.05">17183 6541 937 0,'0'0'31'16,"0"0"107"-16,0 0-128 15,0 0 4-15,0 0-41 16,68-3-102-16,-61 2-169 16,0-1-321-16</inkml:trace>
  <inkml:trace contextRef="#ctx0" brushRef="#br0" timeOffset="191900.36">17401 6427 857 0,'0'0'176'15,"0"0"-38"-15,0 0-94 16,0 94-12-16,-4-65-37 16,-1-2 16-16,1-4-85 15,-2-3-153-15,2-3-249 16</inkml:trace>
  <inkml:trace contextRef="#ctx0" brushRef="#br0" timeOffset="192720.97">17692 6521 566 0,'0'0'106'16,"0"0"26"-16,0 0-13 15,0 0-40-15,-40 52 24 16,26-24-42-16,0 6-2 16,2 1-16-16,2 2-12 15,4 2-2-15,6-4-8 16,0-2 7-16,0-3-18 16,13-4 16-16,3-3-27 15,3-3 22-15,1-2-29 16,-3-6 21-16,-1-1-18 15,-4-4 5-15,-5-1-28 16,-4-3-35-16,-3-1-38 16,0 2-72-16,-7-1-113 15,-5-3-317-15</inkml:trace>
  <inkml:trace contextRef="#ctx0" brushRef="#br0" timeOffset="193318.63">17840 6710 695 0,'0'0'92'15,"0"0"24"-15,0 0-56 16,0 0 7-16,0 0 25 16,5 28-36-16,-5-9-16 15,0 6-29-15,0-1 19 16,0-2-26-16,0-2 18 15,4-4-27-15,6-5 13 16,2-3-1-16,2-5 7 16,2-3 6-16,1 0-9 15,-1 0 3-15,1-9-18 16,-2-4 18-16,-1-1-22 16,-2-4 25-16,-5 0-29 15,0-1 19-15,-4 2-19 16,-3 2 11-16,0-1-4 15,0 7-3-15,0 2 10 16,0 4-9-16,0 2 16 16,0 1-9-16,0 0 18 0,3 0-26 15,0 11 26 1,1 2-19-16,1 5 21 0,6-1-15 16,-4 3 11-1,2 2-2-15,0-4-9 0,-1-1 0 16,1-3-12-16,-5-6-8 15,2-1-58-15,-1-7-65 16,-3 0-150-16,-1-3-131 16</inkml:trace>
  <inkml:trace contextRef="#ctx0" brushRef="#br0" timeOffset="193685.69">18064 6438 685 0,'0'0'99'16,"0"0"82"-16,0 0-9 15,0 0-75-15,39 99-25 16,-20-62-7-16,2 1-13 16,4-1 0-16,-4 1-20 15,0-1 19-15,-4-4-24 16,-1 0 24-16,-3-2-33 16,-4-2 19-16,-5-2-39 15,-1-4 13-15,-3 0-10 0,0-3-11 16,-13 2-27-16,-10-1-48 15,-5-4-37-15,-5-2-190 16,0-6-420-16</inkml:trace>
  <inkml:trace contextRef="#ctx0" brushRef="#br0" timeOffset="194936.16">18210 6205 432 0,'0'0'120'0,"0"0"34"15,0 0-71-15,0 0-20 0,65 0 0 16,-49-3-15-1,-2 3-9-15,5 0-26 16,-4 0 7-16,-1 0-21 0,-1 9 25 16,0 5-20-16,-2 6 25 15,1 4-31-15,-2 7 22 16,0 6-11-16,-1 5-7 16,-1 7 9-16,0 4-8 15,-1 2 2-15,-1 1-10 16,2 1 14-16,-3 0-18 15,-1 0 21-15,-1-6-21 16,0-1 18-16,0-1-18 16,0-6 17-16,4-4-6 15,-2-7-2-15,3-5 4 16,-1-3-5-16,0-5 13 16,-1-1-8-16,-2 0 31 15,-2-1-21-15,-2-3 27 16,0 0-23-16,0-3 12 15,-2 1-19-15,-5-5 26 16,-1 0-9-16,-1-3-4 16,0-3 1-16,-5-1-8 15,2 0 2-15,-5 0-20 16,1 0 16-16,-3 0-25 16,3 0 27-16,-1 0-30 15,2 0 23-15,1 0-31 16,4 0-15-16,4 0-30 15,-1 0-63-15,7 0-74 0,0-8-112 16,0-4-337 0</inkml:trace>
  <inkml:trace contextRef="#ctx0" brushRef="#br0" timeOffset="195352.53">18831 6842 948 0,'0'0'140'15,"0"0"11"-15,0 0-91 16,0 0-29-16,73-4-25 16,-65 4-1-16,-4 0-64 15,-4 0-66-15,0 0-159 16,-7 0-247-16</inkml:trace>
  <inkml:trace contextRef="#ctx0" brushRef="#br0" timeOffset="195523.99">18796 6722 899 0,'0'0'127'0,"0"0"-10"0,0 0-105 16,0 0-14-16,0 0-58 15,0 0-177-15,78-8-248 16</inkml:trace>
  <inkml:trace contextRef="#ctx0" brushRef="#br0" timeOffset="196487.27">19721 6205 841 0,'0'0'144'16,"0"0"40"-16,0 0-84 15,0 0-23-15,70-3-55 16,-52-2-1-16,0 1-29 16,0 2 14-16,-1 0-28 15,-1 2-54-15,1 0-60 16,-5 0-88-16,2 0-111 16</inkml:trace>
  <inkml:trace contextRef="#ctx0" brushRef="#br0" timeOffset="196741.51">20216 6000 930 0,'0'0'65'0,"0"0"87"15,0 0-52-15,13 99-60 16,-9-67-12 0,2 0-27-16,3-4 11 0,1 2-51 15,-2-1-41-15,-2-2-109 16,-3 0-80-16,-3 0-219 16</inkml:trace>
  <inkml:trace contextRef="#ctx0" brushRef="#br0" timeOffset="197498.76">19727 6564 343 0,'0'0'84'0,"0"0"26"0,0 0 6 16,0 0-27-16,0 0-5 15,-11 0-13-15,11 0 11 16,6 0 11-16,11 5-10 15,6-4-26-15,12 3 14 16,10-1-41-16,13 1 16 16,8 0-28-16,9 0 3 15,6 0 0-15,3 0-6 16,1 0-6-16,-2-3-13 16,-3-1 19-16,-4 0-18 15,-8 0 26-15,-7-1-22 16,-10-4 24-16,-7-2-31 15,-7 1 21-15,-8 1-18 16,-7 1 6-16,-4 1-2 16,-4 2-3-16,-5 0 2 15,-3 1-40-15,-3 0-12 16,-2 0-59-16,-1 0-69 16,0 0-177-16,-8 0-319 15</inkml:trace>
  <inkml:trace contextRef="#ctx0" brushRef="#br0" timeOffset="199357.54">19603 7097 535 0,'0'0'82'0,"0"0"46"16,0 13-67-16,0 6 3 15,3 4 14-15,0 6 0 16,2 2 4-16,0-1-51 15,1-2-6-15,4-2-13 16,-1-4 13-16,1-5-13 16,-1-3 22-16,1-6-33 15,-3-4 16-15,-3 2-23 16,2-6 12-16,0 0-1 16,-2-8 3-16,0-9-5 15,-1-1-11-15,0-7 10 16,-1-2-16-16,-2-4 19 15,0-4-21-15,0-1 25 16,-5-3-30-16,-5-2 22 16,-3 1-12-16,0 4 10 15,0 2 1-15,2 4-1 16,-1 4 3-16,4 6-5 16,2 1 9-16,1 2-13 15,4 3 21-15,1 1-20 16,0 4 23-16,6-2-22 15,12 1 18-15,10 1-13 16,9 0 14-16,11-1 2 16,10 2-6-16,10 0 8 15,5 0-3-15,4 3 15 16,0-2-24-16,-5 2 12 16,-4 1-28-16,-9 1 22 0,-10 2-23 15,-10 1 20 1,-9 0-16-16,-10 0 8 0,-8 0-11 15,-9 0-24 1,-3 0-19-16,0 4-8 16,-3 8-26-16,-4-5-88 0,0 5-8 15,2-3-37-15,5-1-75 16</inkml:trace>
  <inkml:trace contextRef="#ctx0" brushRef="#br0" timeOffset="200401">19872 7070 327 0,'0'0'60'0,"0"0"36"15,0 0-21-15,0 0 1 16,0 0 0-16,0 0-22 15,0 0-14-15,0 0-5 16,0 0 3-16,0 0-9 16,0 0 28-16,0 0-14 15,0 0 16-15,0 0-40 16,0 0 11-16,0 0-17 16,0 7 27-16,0 9 13 15,0 9-17-15,0 7 5 16,0 3 9-16,0 4-18 15,0 1-15-15,0-1 13 16,0-9-26-16,0-4 20 16,0-7-33-16,0-4 21 15,0-6-19-15,3-5 0 16,0-1-23-16,0-2-26 16,-2-1-32-16,-1 0-56 15,1 0-67-15,-1 0-115 16,0-4-240-16</inkml:trace>
  <inkml:trace contextRef="#ctx0" brushRef="#br0" timeOffset="200676.39">20077 7222 833 0,'0'0'172'0,"0"0"-13"0,0 0-52 15,81-6-52-15,-67 6-9 16,0 0-49-16,-5 0 18 16,-3 0-29-16,0 0-17 15,-3 0-52-15,-1 0-50 16,-1 0-72-16,-1 0-67 15,0 0-109-15</inkml:trace>
  <inkml:trace contextRef="#ctx0" brushRef="#br0" timeOffset="201458.24">20396 7125 618 0,'0'0'117'0,"0"0"27"16,0 0-65-16,0 91-8 15,0-68-14-15,0 1-16 16,0-5-8-16,0-2-23 15,5-6 7-15,5-3-20 16,-2-1 18-16,1-3-17 16,3-4 26-16,-4 0-29 15,1 0 16-15,2-5-16 16,-2-8 2-16,-1-2 2 16,-1-3-2-16,4-5 2 15,-4 0-25-15,2 0 29 16,1 0-29-16,-3 1 23 15,1 6-14-15,-2 4 26 16,-2 5-19-16,0 3 16 16,-1 4-2-16,-2 0 13 15,2 8 16-15,-1 9 16 16,-1 3-9-16,2 2-28 16,0 1 19-16,1 0-33 15,-1-3 19-15,3-2-27 16,1-3 22-16,-1-1-23 15,1-5-2-15,-2-4-27 0,-1 0-19 16,1-5-49-16,-3 0-88 16,-2 0-72-16,0-2-207 15</inkml:trace>
  <inkml:trace contextRef="#ctx0" brushRef="#br0" timeOffset="201821.55">20682 6949 912 0,'0'0'109'16,"0"0"36"-16,0 0-95 15,0 0 3-15,0 0-36 16,39 16 14-16,-39-1-31 16,0 1 20-16,0 3-17 15,0 1 6-15,-3-4 1 16,0-2-8-16,0-2 4 16,3-3-13-16,0-2 16 15,0-3-20-15,6 1 23 16,5-4-23-16,4-1 21 15,1 0-34-15,3 0-5 16,-1-10-62-16,-1 1-98 0,-6-1-184 16</inkml:trace>
  <inkml:trace contextRef="#ctx0" brushRef="#br0" timeOffset="203353.39">20392 6746 449 0,'0'0'67'0,"0"0"27"16,0 0-59-16,-3 0 17 15,3 0 11-15,0 0 10 16,6 0-20-16,0 0 20 15,4 0-27-15,-2 0 15 16,4 0-24-16,1 0 21 16,0 0-28-16,4 0-1 15,1 0-5-15,6 4-5 16,1-4 4-16,2 3-20 0,2-2 14 16,0-1-19-16,1 0 18 15,-1 1-40 1,-4-1 50-16,1 2-36 0,1-2 18 15,-1 4-11-15,-3-2 3 16,3 2 2 0,-4-2-5-16,1 0 9 0,0 1-14 15,0-2 21-15,-1-1-15 16,-2 0 32-16,0 0-26 16,1 0 21-16,-3 0-24 15,-3 0 11-15,-1 0-5 16,-2-1-2-16,-5-2 3 15,0 2-9-15,-7 1 9 16,0 0-18-16,0 0 18 16,0 0-48-16,-1 0-11 15,-11 0-128-15,1 0-100 16,-4 0-266-16</inkml:trace>
  <inkml:trace contextRef="#ctx0" brushRef="#br0" timeOffset="203976.66">21157 6525 1237 0,'0'0'55'16,"0"0"35"-16,0 0-21 15,0 0-22-15,0 0-45 16,0 0 17-16,0 0-29 16,0 0-9-16,0 0-51 15,0 0-73-15,0 0-134 16,0-7-227-16</inkml:trace>
  <inkml:trace contextRef="#ctx0" brushRef="#br0" timeOffset="204985.77">21555 6254 420 0,'0'0'98'0,"0"0"39"15,0 0-47-15,0 0-25 16,-3-29-10-16,-5 22-6 16,-4 2-19-16,-2-2 9 15,0 1-38-15,-3 3 15 16,-2 3-21-16,0 0 17 16,0 0-18-16,-1 8 8 15,4 6-3-15,-1 4 0 16,5 1 3-16,4 2-8 15,5-1 15-15,3-1-10 16,0-4 17-16,0-3-11 16,11-2 36-16,0-4-12 15,4-5 18-15,1-1-23 16,3 0-4-16,-1-13-4 16,0-6-3-16,0-5-5 15,-3-7-12-15,0-2 8 16,-1-5-18-16,-5-3 22 15,-2-2-19-15,-3 0 24 16,-2-4-28-16,-2 5 16 16,0 4-33-16,0 7 28 15,-10 5-7-15,1 10-11 16,-3 12 38-16,0 4-23 16,1 6 22-16,4 18-22 0,0 6 30 15,4 6-8 1,3 5 31-16,0 2-14 15,0 1 11-15,12-5-20 0,2 0-8 16,2-6-8-16,0-6-8 16,3-6 0-16,-2-8-56 15,0-6-66-15,-5-4-171 16,-1-3-265-16</inkml:trace>
  <inkml:trace contextRef="#ctx0" brushRef="#br0" timeOffset="205474.68">21750 6113 753 0,'0'0'125'16,"0"0"37"-16,0 0-84 15,0 73-13-15,0-50-27 16,1-3-7-16,2-4-2 16,4-2-18-16,0-4 4 15,2-6-17-15,1-4 16 0,5 0-19 16,-1 0 24-1,2-13-30-15,-1-3 24 0,0-3-25 16,-2-4 6-16,-1 3 1 16,-5-5-3-16,-3 6 3 15,-1 0-12 1,-3 6 16-16,0 6-13 0,0-1 24 16,0 8-19-1,0 0 23-15,0 8-22 0,0 8 15 16,0 7-12-16,0 4 6 15,3 0-4-15,6-1 8 16,-1-4-4-16,1-2-62 16,-2-3-61-16,0-2-127 15,-4-3-123-15</inkml:trace>
  <inkml:trace contextRef="#ctx0" brushRef="#br0" timeOffset="205795.5">21365 6478 848 0,'0'0'190'0,"0"0"-87"16,0 0-29-16,110-32 13 16,-38 11-2-16,12-1-19 15,6 2-5-15,-1 2-11 16,-5 2-26-16,-15 4-4 16,-9 3-26-16,-18 2 19 0,-14 4-39 15,-9 1-10-15,-13 2-66 16,-6 0-66-16,-3 5-137 15,-19 8-230-15</inkml:trace>
  <inkml:trace contextRef="#ctx0" brushRef="#br0" timeOffset="206452.42">21621 6806 638 0,'0'0'98'16,"0"0"31"-16,0 0 13 15,0 0-57-15,0 0 1 16,2-36-45-16,-16 35 12 16,-4 1-54-16,-5 0 12 15,-1 8-16-15,0 8 2 16,-1 6-1-16,5 0-10 16,6-2 5-16,5-2-8 15,5-4 23-15,4-7-25 16,5-3 35-16,16-4-18 0,6 0 30 15,4-14-18 1,3-5 9-16,0-3-8 0,-3-5-6 16,0-2 1-1,-7-3-8-15,-4-3 10 0,-7-3-18 16,-4-3 15-16,-8-1-22 16,-1 1 24-16,0 2-23 15,-4 8 26-15,-6 8-21 16,1 7 17-16,-4 11-6 15,3 5 7-15,-3 4-2 16,3 19-11-16,0 6 10 16,3 7-9-16,2 5 27 15,5 0-17-15,0-1 64 16,5-5-40-16,9-1 17 16,3-4-31-16,0-6 6 15,1-2-13-15,4-8-7 16,-3-4 3-16,1-6-13 15,-3-4-19-15,0 0-48 16,-2-8-36-16,-4-4-124 16,-5-8-151-16</inkml:trace>
  <inkml:trace contextRef="#ctx0" brushRef="#br0" timeOffset="206678.05">21871 6560 905 0,'0'0'191'0,"0"0"-34"0,0 0-69 16,95 64-15-1,-66-41-14-15,-1-2-18 16,-2-2-6-16,-4 0-17 16,-2-6 2-16,-5 0-29 0,-5-7 23 15,-4 2-51-15,-1-7-2 16,-3-1-68-16,-2 0-36 15,0 0-93-15,0-12-176 16</inkml:trace>
  <inkml:trace contextRef="#ctx0" brushRef="#br0" timeOffset="206840.11">22065 6586 881 0,'0'0'131'16,"-70"70"36"-16,30-27-72 15,2 0-54-15,-1-6-19 16,8-2-28-16,3-9-8 16,5-6-102-16,-2-9-169 15,5-5-454-15</inkml:trace>
  <inkml:trace contextRef="#ctx0" brushRef="#br0" timeOffset="207953.98">21157 5961 596 0,'0'0'39'0,"0"0"88"15,0 0-13-15,0 0 6 16,-8 66-76-16,-4-2 46 16,2 23-26-16,-2 17 1 15,3 10-25-15,4 4-9 16,5-8-18-16,0-7-15 16,14-15 16-16,11-14-19 0,10-16 23 15,4-10-22 1,3-11 25-16,4-10-31 0,-3-5 21 15,-2-10-53-15,-5-3-42 16,-9-8-145-16,-5-1-319 16</inkml:trace>
  <inkml:trace contextRef="#ctx0" brushRef="#br0" timeOffset="208655.8">22116 5489 638 0,'0'0'31'16,"52"78"140"-16,-11-18-50 16,6 13 16-16,6 10-47 15,-1 4 2-15,-4 4-31 16,-6 1-29-16,-7 2-7 15,-12 1-1-15,-8 2 11 16,-10 2-8-16,-5-4 19 16,-4 0-42-16,-21-5 14 15,-5-6-29-15,-6-9 14 16,-1-9-49-16,1-7-5 16,-1-11-53-16,6-10-78 15,0-9-180-15,1-13-377 16</inkml:trace>
  <inkml:trace contextRef="#ctx0" brushRef="#br0" timeOffset="174932.2">7739 3198 563 0,'0'0'27'0,"0"0"59"16,0 0-25-16,0 0-23 16,-91-36-28-16,71 33 13 15,-3 3-8-15,0 0 40 16,0 0-46-16,1 3 11 16,-1 9-21-16,0 8 6 15,2 5-2-15,0 5-5 16,2 6 5-16,5 4-6 15,2 7 5-15,5 5-11 16,3 2 14-16,4 6-17 16,0 4 25-16,0 6-22 15,0 5 17-15,10 5-16 16,1 2 8-16,2 4-16 16,3 1-17-16,-1 0 2 15,5 3 10-15,-1-2 20 16,2-1-5-16,1-1 13 15,1 0-13-15,-3-1 15 0,2 1-16 16,-2-2 18-16,-1 5-14 16,-1-1 8-1,-1 5-2-15,0 1-2 0,-4 2 3 16,0 3-5 0,-3 0 9-16,-1 3-17 0,2-3 18 15,-4 2-18-15,1-3 20 16,3-1-21-16,1-2 18 15,2 0-10 1,3 0 2-16,1 3 3 0,4-2-4 16,-1 1 4-16,2-1-10 15,3 2 17-15,-3-2-19 16,2 1 16-16,-1 2-15 16,-1 2 14-16,-1 0-21 15,-2 5 11-15,-1 0-16 16,-4 1 0-16,2 4-4 15,-4 1 15-15,-1-1 10 16,0 0-5-16,-1-4 12 16,3 3-15-16,-5-6 17 15,4 3-15-15,-2-1 16 16,1 1-17-16,1 1 12 16,0 0-8-16,0 0 3 15,3 1 0-15,-2 1-3 16,2-2 6-16,-1 2-10 15,0-1 15-15,-2 0-15 16,-1 1 17-16,-2 2-16 16,-4 1 16-16,-3 2-16 15,-3-2 7-15,0 2-1 16,0-2-3-16,0 0 2 0,-5 0-5 16,-2-1 9-1,0-2-13-15,-3 1 16 0,0-2-19 16,1-2 19-1,-2 0-15-15,-3-1 15 0,0-3-12 16,0-4 6-16,-4-1-1 16,1 0 0-16,-3-2 1 15,-3-1-3-15,-1-1 7 16,-2 1-10-16,-2-4 14 16,-3 0-16-16,-1 0 20 15,-1 0-17-15,-3-1 26 16,-1 1 5-16,-1 3 4 15,2-1-6-15,-2 0-11 16,4 0-4-16,2-2-12 16,3-3 10-16,0 1-14 15,5-5 15-15,2 0-18 16,5-4 21-16,1 1-22 16,1-3 18-16,3 1-11 15,0 1 2-15,3 3 0 16,-2 0-2-16,2 2 8 15,-1-1-13-15,1-2 16 16,2-4-17-16,0-2 20 16,-2-2-21-16,1-6 21 15,0-1-20-15,1-3 13 16,0-2-7-16,4-3 1 16,0-2 1-16,3-1-2 15,0-3 6-15,0 0-10 16,3-2 15-16,5 3-17 15,3-1 17-15,0 0-17 16,1 3 17-16,-2-3-15 16,3 0 9-16,1 0-2 0,2-3-2 15,-1 0 2-15,2 1-2 16,-1 1 7-16,1 5-11 16,-2 2 13-16,0 1-14 15,-1 6 19-15,-3 1-20 16,-2 1 22-16,-4 3-12 15,0-2 7-15,-2-1 3 16,0-1-5-16,0-2 2 16,2 0-7-16,1-1 8 15,1-1-14-15,4-2 15 16,0 2-19-16,2-2 20 16,3 2-17-16,0-2 21 15,1 2-5-15,-1-1 9 16,0 0 3-16,0 2-2 15,-2 0-2-15,-1 0-12 16,0-2 14-16,-4 2-14 16,1 0 20-16,-3-2-19 15,2-2 21-15,-1 0-30 16,0-3 15-16,-2 0-15 16,2 0 2-16,-1 0 1 15,-2-1-3-15,-1 2 6 16,-1-4-12-16,0 1 20 0,-3-3-1 15,0 2 17 1,0-2-30-16,0 1 14 16,-3-1-21-16,-3-2 15 15,0-5-8-15,2-3-1 16,1-3 5-16,0-10-5 0,3-1 7 16,0-6-14-1,0-4 18-15,0-8-18 0,0-1 19 16,0-7-26-16,0 0 21 15,0-2-19-15,1 0 9 16,4 0 5-16,4 0 2 16,1 0 0-16,3 0-3 15,0 0 7-15,7 0-15 16,1 0 19-16,1 0-21 16,4 0 24-16,0 0-27 15,3 0 4-15,0 0-110 16,-5 0-59-16,-3 0-8 15,-2-6-330-15</inkml:trace>
  <inkml:trace contextRef="#ctx0" brushRef="#br0" timeOffset="175923.58">545 7752 701 0,'2'0'26'0,"2"0"-5"16,5 13 51-16,5 18-35 16,4 5 27-16,5 12-25 15,1 7 32-15,1 0-39 16,-5 4-3-16,-3-4-20 16,-2-5-1-16,-5-5-6 15,-4-11-4-15,-3-6-50 16,-3-12-91-16,0-11-60 15,-3-5-146-15</inkml:trace>
  <inkml:trace contextRef="#ctx0" brushRef="#br0" timeOffset="176251.01">359 7744 700 0,'0'0'20'16,"0"0"51"0,87-87-4-16,-34 66-13 0,8 10 6 15,4 8-2-15,4 3-46 16,-7 7 2-16,-4 18-14 16,-10 7 39-16,-12 7-30 15,-9 6 40-15,-15 7-27 16,-12 2 24-16,0 3-11 15,-19 2-14-15,-10-3-10 16,-6-5-7-16,-1-7 1 16,0-8-21-16,5-9-10 15,3-11-71-15,6-12-74 16,4-4-98-16,6-9-190 16</inkml:trace>
  <inkml:trace contextRef="#ctx0" brushRef="#br0" timeOffset="176432.37">1090 7797 686 0,'0'0'71'0,"0"0"74"16,73 98 8-16,-55-60-74 15,-5 0-65-15,-6-3-3 16,-4-5-31-16,-3-11-95 15,0-11-171-15,-6-8-291 16</inkml:trace>
  <inkml:trace contextRef="#ctx0" brushRef="#br0" timeOffset="176561.58">989 7599 814 0,'0'0'-6'0,"0"0"2"15,0 0-213-15,0 0-307 16</inkml:trace>
  <inkml:trace contextRef="#ctx0" brushRef="#br0" timeOffset="177090.98">1348 7871 931 0,'0'0'52'0,"0"0"75"16,0 0-3-16,0 0-19 16,0 0-51-16,0 0-2 15,-12-36-55-15,0 12 16 16,2-2-26-16,0 1 1 16,7 2-28-16,1 5-11 15,2 4-4-15,0 2 8 16,12 5 17-16,4-1 0 15,2 7 31-15,3 1-17 16,0 0 18-16,2 0-18 16,0 3 26-16,-2 3-14 15,0 1 10-15,-4-3-2 16,-2-1 3-16,-4-3 2 16,-2 0-8-16,-4 0 6 0,-4-5 0 15,1-9 34 1,-2-2-31-16,0-7 9 0,0 0-25 15,-5 3 20-15,-5-3-19 16,3 7 9 0,-2 2-1-16,2 7-1 0,-3 4 34 15,1 3-17-15,2 3-7 16,1 13-25-16,1 7 24 16,3 2-20-16,2 3 23 15,0 0-23-15,2-1 20 16,12-3-20-16,2-5 5 15,7-4 0-15,3-7-8 16,1-6-21-16,4-2-66 16,-1-6-96-16,0-14-192 15</inkml:trace>
  <inkml:trace contextRef="#ctx0" brushRef="#br0" timeOffset="177591.07">1896 7361 901 0,'0'0'67'0,"0"0"63"15,0 0-110-15,0 0-14 16,0 0-10-16,-87 72 0 16,73-35-1-16,4 2-45 15,5-1 1-15,5-2 2 16,0-9 16-16,13-4-10 15,10-9 23-15,6-8-22 16,3-6 28-16,4-6 5 16,0-19 14-16,-1-7-5 15,-1-11 0-15,-7-4 1 16,-4-8 12-16,-8-2 5 0,-7-3-11 16,-8-3 11-16,0-2-22 15,-13 0 12-15,-10 1-17 16,-8 6 4-16,-1 8-7 15,1 9 13-15,0 12-3 16,5 18 6-16,6 11 4 16,7 17-17-16,7 23 0 15,6 16-2-15,0 8 16 16,16 6-15-16,10-2 18 16,6-5 16-16,6-8 46 15,-2-9-9-15,-3-5-32 16,-4-11-23-16,-6-6-5 15,-4-7 0-15,-9-7-6 16,-9-4-26-16,-1-6-108 16,-10 0-95-16,-16-7-460 15</inkml:trace>
  <inkml:trace contextRef="#ctx0" brushRef="#br0" timeOffset="177750.47">1854 7235 903 0,'0'0'27'0,"0"0"110"16,0 0-80-16,78-71-35 16,-58 57-28-16,0-1 1 15,-3 1-82-15,0-4-55 16,-2-3-45-16,-3 0-106 16,0-5-35-16</inkml:trace>
  <inkml:trace contextRef="#ctx0" brushRef="#br0" timeOffset="178353.62">2053 6873 524 0,'0'0'82'0,"0"0"12"16,0 0 17 0,-39-73 17-16,35 70-18 0,4 3-36 15,0 18-23-15,0 15-68 16,17 11 31-16,6 9 2 16,2 7 14-16,5 0-29 15,2-7 15-15,-2-6-21 16,1-8 7-16,-5-12-1 15,-3-11-3-15,-3-9 1 16,-4-7-10-16,-2-5-19 16,-4-19-22-16,-4-5 37 15,0-4-16-15,-2-1-5 16,0 2-23-16,-2 9 49 16,-1 8 2-16,1 7 10 15,-2 8 4-15,3 0 0 16,0 19-9-16,1 3 3 15,5 1 9-15,4 3-16 16,0-7 16-16,1-6-17 16,-1-5 17-16,3-8-22 15,-3 0 11-15,0-14-16 16,0-9 14-16,-3-7 9 16,1-2-11-16,-3 0-12 15,-1 1-34-15,-2 11 16 16,0 3 13-16,2 9 24 15,2 8-13-15,1 6-2 16,7 20 3-16,4 8 23 16,9 8 4-16,12 9 93 15,6 1 64-15,5 2-6 0,3 0-35 16,-2-5-40-16,-11-1-7 16,-7-7-32-16,-11-7 7 15,-15 0-40-15,-10-5 17 16,0 1-20-16,-22-2 20 15,-11-1-31-15,-10-2-13 16,-5 2-24-16,-4-6-42 16,-3-4-35-16,3-7-67 15,6-9-223-15,5-1-347 16</inkml:trace>
  <inkml:trace contextRef="#ctx0" brushRef="#br0" timeOffset="179286.25">2963 6612 848 0,'0'0'66'0,"0"0"1"16,0 0 7-16,0 0-70 16,-23 68 7-1,16-41-16-15,2-3 27 16,3-6-14-16,2-6 14 0,0-6-29 15,0-3 17 1,2-3-13-16,7 0 5 0,5-3 5 16,-2-13 6-16,4-1-1 15,-4-4-15-15,-2 1 10 16,-2 1-19-16,-1 6 7 16,-4 3-16-16,0 5 26 15,-1 4-20-15,2 1 16 16,3 0-17-16,0 8 3 15,4 6 16-15,3-1 1 16,1 0 4-16,-4-3-13 16,6-3 12-16,-3-6-16 15,0-1 21-15,-1-4-20 16,0-11 14-16,-2-5-29 16,-2-3 16-16,1 1-29 15,-3 3-17-15,-1 3 25 16,2 3-7-16,0 8 5 15,1 5-11-15,4 3-9 16,3 17 8-16,5 10 53 16,4 8-15-16,7 7 17 15,5 4 20-15,-1 2 32 16,0-4 31-16,0 0-9 16,-4-6-9-16,-3-7-21 15,-7-10 15-15,-6-8-22 16,-5-6-8-16,-8-8-35 15,-3-2 21-15,-3-13-3 16,-17-14 6-16,-9-8-43 16,-9-9 1-16,-5-9-10 0,-4-4-11 15,1-7 1-15,1 2-13 16,11 1 30-16,11 3-18 16,15 6 24-16,8 4-6 15,2 10 15-15,20 11-16 16,5 8 21-16,1 10-10 15,3 9 11-15,-6 0 18 16,-2 12 1-16,-7 14 7 16,-7 4-4-16,-6 5 14 15,-3-2-26-15,-3 3 14 16,-16-3-27-16,2-9 9 16,-2-2-36-16,1-10-19 15,3-11-65-15,2-1-126 16,4-12-185-16</inkml:trace>
  <inkml:trace contextRef="#ctx0" brushRef="#br0" timeOffset="179693.08">3695 6578 887 0,'0'0'177'0,"52"101"-17"16,-33-53-76-16,-3-6-16 15,-4-9-38-15,-7-10 7 16,-2-8-33-16,-3-7 18 16,0-8-20-16,-1 0 13 15,-17-8 17-15,-6-14-25 16,-6-10-20-16,-7-11-7 0,-2-9 0 16,-2-7-30-1,2 0 3-15,2-4-21 0,11 4 36 16,8 7-5-16,13 4 29 15,5 10-2-15,0 12 12 16,19 8 0-16,3 9 8 16,0 9 10-16,-1 0 12 15,1 21 18-15,-5 6-15 16,0 6 21-16,-6 5-36 16,-10 1 11-16,-1-3-31 15,0-1 14-15,-15-6-22 16,-5-9-13-16,0-8-58 15,1-10-72-15,-2-2-87 16,-1-20-198-16</inkml:trace>
  <inkml:trace contextRef="#ctx0" brushRef="#br0" timeOffset="180374.27">3542 5853 1071 0,'0'0'20'0,"39"89"71"16,-13-30 11-16,5 3-50 15,-4-7-22-15,0-6-25 16,-1-10-5-16,-4-11 3 16,0-8-5-16,-5-10 8 15,-2-7-14-15,-4-3 5 16,-2 0-23-16,-1-11 30 15,1-5-20-15,1-3 3 16,-4 4-24-16,0 0 18 16,0 2 3-16,-3 2-3 15,-1 1-2-15,1 3-18 0,-3 0 16 16,1 6-3 0,1 1 25-16,1 0-41 0,3 0-4 15,2 0 28-15,2 8 27 16,3-1-14-16,-1 3 7 15,2-3 1-15,0 1-3 16,-2-8 4-16,-1 0-4 16,-3 0 16-16,2 0-1 15,-4-15 13-15,0-2-29 16,-2-2 18-16,-1-3-18 16,2 0 15-16,-2-1-14 15,0 5 4-15,2 4 0 16,2 6-6-16,2 4 3 15,1 4-12-15,3 4 14 16,0 17-10-16,4 9 32 16,3 8-1-16,2 6 41 15,4 5-8-15,5 1 24 16,0-1-9-16,0-1 1 16,-1-2 0-16,-3-7-24 15,-5-2-13-15,-6-3-12 16,-5-6 16-16,-5-1-33 15,-6-2 25-15,0-3-39 16,-9-4 20-16,-14 0-49 16,-8-4-3-16,-12-5-33 0,-7 0-30 15,-5-9-99 1,-7 0-203-16,0 0-404 16</inkml:trace>
  <inkml:trace contextRef="#ctx0" brushRef="#br0" timeOffset="180735.52">4260 5427 865 0,'0'0'76'15,"32"72"71"-15,-9-21-63 16,4 5-27-16,4-2 1 15,-1 2-39-15,-3-9 1 16,2-8-29-16,-6-9 22 16,-7-9-28-16,-7-4-32 15,-6-9-92-15,-3-7-80 16,-15-1-105-16</inkml:trace>
  <inkml:trace contextRef="#ctx0" brushRef="#br0" timeOffset="181373.06">4071 5681 840 0,'0'0'32'0,"36"-83"78"0,-11 38-63 16,-2 6-18-16,-1 4-28 15,-1 7 20-15,-2 9-24 16,-3 8 7-16,2 11-5 15,1 0-7-15,-1 20 8 16,2 11 9-16,0 4 9 16,2 8-3-16,-4-4 8 15,5-3-11-15,1-4 21 16,-3-8-30-16,-1-9 17 16,-1-9-3-16,1-6-3 15,-1 0 1-15,-1-17 2 16,-1-8-3-16,-3-4-14 15,1-3 7-15,-5 3-21 16,-3 5 16-16,-4 6-19 16,-1 8 26-16,-2 7-19 15,0 3 14-15,1 0-17 16,3 13-8-16,3 2 20 16,4 3-2-16,4-1 6 15,1-2-9-15,6-6 13 16,-2-1-13-16,3-4 22 15,-4-4-17-15,-3 0 19 16,-5-1-21-16,-2-13 16 16,-6 1-10-16,0-6 2 0,-3-2 0 15,0-4-5-15,0-1 4 16,0-3-10 0,0 5 11-16,0 1-19 0,1 5 17 15,2 6-14 1,6 11 21-16,1 1-29 0,0 7 12 15,3 14 5-15,0 6 23 16,1 5 1-16,-2-1-15 16,-2-3 2-16,0-5-16 15,-4-5 7-15,-6-7-72 16,0-6-91-16,0-5-250 16</inkml:trace>
  <inkml:trace contextRef="#ctx0" brushRef="#br0" timeOffset="181509.24">4751 5247 1169 0,'0'0'-25'0,"0"0"-56"16,0 0-152-16,0 0-127 15</inkml:trace>
  <inkml:trace contextRef="#ctx0" brushRef="#br0" timeOffset="181795.06">4888 5184 802 0,'0'0'59'0,"0"0"44"16,0 0-1-16,0 0-33 15,0 0-39-15,0 0-10 16,-8 79-28-16,26-71 25 15,8 3-16-15,5 0 18 16,0 1-15-16,0 1 1 0,-5 3 6 16,-7 4 24-16,-8 4 23 15,-11 2-10-15,0 4 14 16,-8-1-33-16,-13-3 2 16,-3-1-36-16,-2-5 15 15,-2-4-83-15,-1-9-120 16,-2-1-274-16</inkml:trace>
  <inkml:trace contextRef="#ctx0" brushRef="#br0" timeOffset="182469.17">1527 8977 876 0,'0'0'35'0,"0"0"116"15,70 101-23-15,-40-56-54 16,-1 1-52-16,-5-5-5 15,-2-6-24-15,-3-5 18 16,-7-5-22-16,-4-9-32 16,-8-5-83-16,0-6-96 15,-7-2-103-15</inkml:trace>
  <inkml:trace contextRef="#ctx0" brushRef="#br0" timeOffset="184477.91">1240 9091 860 0,'0'0'122'0,"79"-87"-7"16,-35 34-58-16,0-1-46 15,-6 4 17-15,-6 6-17 16,-9 12 1-16,-4 8-5 15,-5 12-5-15,-1 12-2 16,-1 0-11-16,1 19 14 16,0 10-5-16,7 3 30 15,0 7-18-15,2 0 18 16,4-3-22-16,1-4 18 16,4-3-2-16,-1-6 3 15,3-5-9-15,-2-7-11 16,-4-7 3-16,-1-4-11 15,-4 0 16-15,-5-7-14 16,-1-12 23-16,-5-1-26 16,-2-5 18-16,-2-1-22 15,-2 2 8-15,-4 5-10 16,0 3 2-16,-1 4 3 16,2 7-2-16,-2 3 10 15,1 2-13-15,4 0 2 16,2 0-30-16,7 7 42 15,1 1-11-15,7-1 16 16,2-3-16-16,5-4 10 16,1 0-1-16,-1-4-3 15,1-11 4-15,-3-2-6 0,-6-2 9 16,-4-5-11-16,-5 1 18 16,-5-2-19-16,-4 1 24 15,-3 0-19-15,0 2 21 16,-3 1-10-16,-8 3 4 15,-5 6-3-15,0 3-2 16,-1 6 1-16,-1 3-14 16,1 0 7-16,4 8-25 15,0 11 15-15,9 2-18 16,2-2 15-16,2 1-24 16,0-5 11-16,14-3-5 15,4-3 6-15,4-5 3 16,2-3 6-16,3-1 13 15,-2 0-4-15,0-5 11 16,-4-6-18-16,-1-2 25 16,-5-3-19-16,-3-1 17 15,-1-1-21-15,-4 0 14 16,-1 3-8-16,-1 2 0 16,0 3 1-16,-1 6-1 15,2 1 2-15,2 3-13 16,3 0 16-16,5 0-18 15,3 6-2-15,1 1-19 16,0-2 30-16,3-4-20 16,-5-1 7-16,-3 0-18 15,-3 0 22-15,-6 0 17 16,-3-4-1-16,-3-4 15 16,0 1-1-16,-6-1 13 15,-9 0-22-15,-2-2 11 0,-2 4-23 16,-2-2 16-1,-1 2-15-15,3 1 7 0,2-1-4 16,4-1-3-16,3 3-11 16,7-3-20-16,3-2 10 15,3 3-12-15,17-1 42 16,3 0-12-16,7 3 19 16,2 1-18-16,-1 3 20 15,-1 0-2-15,-3 0 17 16,-5 0 23-16,-5 4 2 15,-5 3 8-15,-3-4-12 16,-4-2 3-16,-3 2-17 16,-1-3 10-16,-1 0-26 15,0 0 25-15,0 0-27 16,0-11 13-16,-1-8-25 16,-4-4-5-16,1-6-4 15,1 1-13-15,3-2-6 16,0 4-17-16,0 4 5 15,3 6-33-15,9 4-23 16,-1 3-45-16,5 5 20 16,-1 3 35-16,2 1 68 15,-2 0 9-15,-1 0 6 16,-3 0 11-16,-2 2 24 16,2 1 29-16,-5-1 1 15,0-2 11-15,-1 0-11 16,0 0 20-16,1 0-41 15,0-3 3-15,-2-8-26 0,2-3 4 16,-2-1-21 0,-2-2-4-16,-1 0 3 15,-1-1-6-15,0 2 7 0,-1 1-17 16,-9 3 6-16,-2 2-32 16,-1 3 4-16,1 6-26 15,1 1 23-15,2 5-35 16,5 14 13-16,4 6 21 15,0 2 19-15,0 2 16 16,10-2-8-16,6-3 16 16,1-5-5-16,2-4 23 15,-2-6 3-15,1-3 28 16,-3-5-15-16,0-1 13 16,1 0-24-16,-2-14 4 15,2-3-12-15,-3-5-9 16,0 0-5-16,0-1-9 15,-3 3 9-15,-1 8-23 16,3 1 5-16,-1 9-26 16,3 2 26-16,1 0-13 15,2 1 24-15,1 8-9 16,-2 3 12-16,-5-2 1 16,2-4 1-16,-7-2 9 15,-5 0-7-15,1-2 20 16,-2-2-3-16,0 0 20 15,0 0-12-15,0-10 8 16,-2-5-45-16,-4-3 9 16,0-4-15-16,1 0-3 15,2 3-3-15,2 3-14 16,1 5 16-16,0 3-1 0,0 8 17 16,6 0-21-1,6 0 27-15,0 12-10 0,1 3 33 16,-1-2-22-16,-4-1 20 15,-2-4-11-15,1-1-7 16,-3-6-6-16,-1-1-4 16,2 0 9-16,-1-10-9 15,4-10 19-15,-2-6-26 16,2-2 18-16,1 1-35 16,-1-1 17-16,-1 8-21 15,2 5 15-15,1 10 4 16,3 5 3-16,0 0-2 15,7 9 3-15,5 8 15 16,3 2-11-16,6-3 14 16,2-3-22-16,-3-4-4 15,-1-8-218-15,-6-1-270 16</inkml:trace>
  <inkml:trace contextRef="#ctx0" brushRef="#br0" timeOffset="184848.16">3753 7250 956 0,'32'29'56'0,"5"6"91"15,9 8-65-15,-4 5-50 16,-2-4-30-16,-9 0 1 15,-5-2 0-15,-6-7-23 16,-6-2-31-16,-9-9-68 16,-5-4-97-16,0-10-121 15,-16-2-201-15</inkml:trace>
  <inkml:trace contextRef="#ctx0" brushRef="#br0" timeOffset="185212.81">3805 7580 981 0,'0'0'12'16,"0"0"54"-16,75-68-28 15,-45 45-32-15,1 2 14 16,-2 5-3-16,-2 4-14 16,-3 5-1-16,-2 5-7 15,0 2 5-15,0 0-5 16,-3 0 23-16,1 0-20 15,1 2 20-15,0-2-24 16,0 0 20-16,4-8-10 16,1-7 5-16,-4-5-3 15,-1-3-3-15,-4-2 2 16,-4 1-8-16,-7 5 15 16,-6 4-13-16,0 7 43 0,-8 4-12 15,-15 4-7-15,-5 0-38 16,-4 7 18-16,-1 13-15 15,-3 0-1-15,-2 8-32 16,2-1-73-16,0 1-119 16,5-5-188-16</inkml:trace>
  <inkml:trace contextRef="#ctx0" brushRef="#br0" timeOffset="185897.73">4656 6724 837 0,'0'0'15'16,"-25"-79"55"-16,12 38-5 16,-4 4-42-16,-1 7-23 15,1 7 3-15,3 8-19 16,2 9 45-16,9 6-24 15,3 13-13-15,7 18-15 0,24 9 23 16,8 7-3-16,14 8 6 16,8 2 6-16,4 0 14 15,3 0 26 1,-6-3 4-16,-4-2 18 0,-11-6-18 16,-8-5 20-16,-11-3-36 15,-9-6-7-15,-14-5-17 16,-5-3 3-16,-3-3 4 15,-21-5-3-15,-11-5-2 16,-2-3-16-16,-5-8 13 16,-1 0-18-16,3-12 20 15,10-11-30-15,4-8 22 16,12-10-27-16,11-5 12 16,3-8-9-16,11 0 9 15,18-3 9-15,6 5-3 16,1 8 7-16,-3 12-13 15,-4 9 19-15,-6 10-21 16,-7 13 17-16,0 0-26 16,-7 8 33-16,2 9-12 15,-4 6 8-15,1 1-9 16,-2-1 1-16,-4-4-11 16,0-4-52-16,-2-5-105 15,0-10-139-15,0 0-160 16</inkml:trace>
  <inkml:trace contextRef="#ctx0" brushRef="#br0" timeOffset="186711.51">4932 6616 1203 0,'0'0'22'16,"0"0"-17"-16,0 0-21 15,0 0-101-15,0 0 8 16,28 12 8-16,4-3-11 15,4-3 71-15,7-2 25 16,-2 0-9-16,-3-1-1 16,-5-1 22-16,-9-1 9 15,-4 1 92-15,-9-2 20 16,-4 0 36-16,-4 0-51 16,-3 0 6-16,0 0-34 15,0 0-17-15,0 0-26 16,-3-12-29-16,-1 2-1 15,-1-3-22-15,4-2-4 16,1 2-27-16,0-1 20 16,9 5-21-16,5 0 28 15,2 5-6-15,1 4 20 16,-1 0-11-16,1 0 0 16,-1 1-3-16,3 7 1 15,-2-7 17-15,1-1-3 16,0 0 12-16,1-6-20 15,-1-10 13-15,-4-4-27 16,0-2 27-16,-3-3-3 16,-5 3 13-16,-4 1-2 15,-2 1 11-15,0 4 14 16,0 1-2-16,-7 3 12 16,-8 5 1-16,0 3-7 15,-3 4-35-15,-2 0 14 0,-1 8-29 16,3 12 24-1,1 6-19-15,4-1-15 0,5 2-16 16,4-2-2-16,4-5 11 16,0-6 13-16,15-6 10 15,1-8 7-15,7 0 23 16,-2-5 16-16,1-14 34 16,-2-8-26-16,-1-2 7 15,-4-6-22-15,-6-3 0 16,-6-3 0-16,-3-5-7 15,0-1 7-15,-9-1-19 16,-13-4-1-16,-9 2-18 16,-4 3 1-16,-5 5-36 15,6 9 20-15,0 11-21 16,7 14 37-16,5 8-12 16,11 22-1-16,6 23 18 15,5 13 3-15,11 11 6 16,20 2-1-16,18-3 36 15,9-4 8-15,9-10 11 16,1-7-51-16,-5-7 3 16,-13-5-142-16,-16 1-206 15</inkml:trace>
  <inkml:trace contextRef="#ctx0" brushRef="#br0" timeOffset="187795.86">1854 10275 830 0,'0'0'58'0,"0"0"66"15,-38 0-55-15,15 9-43 16,0 10-27-16,1 4 10 16,-1 9-17-16,5 7 18 15,3 5-20-15,9 2 19 16,3-4-16-16,3-3 10 16,0-10 6-16,12-8-3 15,5-10 9-15,5-11 1 16,1 0 18-16,0-11-8 15,0-13 8-15,-4-11-19 16,-5-5 8-16,-5-4-26 16,-9-5 14-16,0-2-14 15,-7-2 4-15,-16-1-11 16,-9 2-10-16,-3 3 2 16,-1 4-13-16,-1 9 13 15,7 9-9-15,3 10 29 16,9 12-12-16,6 5 24 15,9 13-25-15,3 14 5 16,10 9-2-16,18 0 9 0,8 4 28 16,6-2 20-1,7-6-4-15,-1-4-19 0,-1-4-2 16,-3-5-30-16,-4 1 19 16,-10-5-27-1,-5-3-30-15,-5 1-95 0,-10-6-99 16,-6 1-158-16</inkml:trace>
  <inkml:trace contextRef="#ctx0" brushRef="#br0" timeOffset="188512.51">2098 10307 818 0,'0'0'84'16,"0"0"71"-16,36-71-22 15,-27 45-76-15,-8 2-10 16,-1 1-30-16,0 1 4 16,-7 2-27-16,-9 5 14 15,-3 3-20-15,2 8-10 16,-3 4-7-16,0 4-3 16,2 16 1-16,5 7 2 15,6 4 2-15,3 2-22 16,4-2 33-16,0-3 1 15,11-8 16-15,8-5-19 16,7-7 19-16,3-5-5 16,1-3 9-16,0 0 5 15,1-11 1-15,-4-5-2 16,-2-2-6-16,-5 0 10 16,-3 2-19-16,-2 1 17 15,-5 6-18-15,1 2 16 0,-2 4-17 16,4 3 11-16,-3 0-7 15,3 0 1-15,2 4 3 16,-2 3-2-16,0 0 8 16,-3-2-9-16,-4-2 18 15,-2-2-4-15,0-1 21 16,-4 0 3-16,0 0 44 16,0-12-25-16,0-6-14 15,-4-5-39-15,-3-4 0 16,-4-2 2-16,0 4-6 15,2 0 8-15,1 6-16 16,3 2 2-16,0 2-49 16,3 4-46-16,2 3-59 15,0 1-50-15,0 5 32 16,7-1 49-16,6 3 101 16,3 0 33-16,3 4 63 15,0 10 102-15,0 3-8 16,2 4 1-16,-1 1-19 15,-1-2-58-15,0-2 1 16,-6-3-47-16,1-4-8 16,-5-4-32-16,-3-3 7 15,-2-3-11-15,-4-1-50 16,0 0-73-16,0-14-111 16,-13-5-278-16</inkml:trace>
  <inkml:trace contextRef="#ctx0" brushRef="#br0" timeOffset="188630.47">2290 9807 1015 0,'0'0'-6'0,"0"0"30"0,0 0-33 16,0 0-95-16,-23-10-185 16,23 17-241-16</inkml:trace>
  <inkml:trace contextRef="#ctx0" brushRef="#br0" timeOffset="189379.66">2544 9782 596 0,'0'0'-19'15,"0"0"25"-15,0 0 51 16,30 71-13-16,-15-45 24 15,5-2 3-15,2-4-34 16,5-4 35-16,1-8-12 16,-1-4 21-16,-1-4-19 15,-3 0 9-15,-5 0-16 16,-4-12-16-16,-5-1-13 16,-5-5-2-16,-1-1 14 15,-3-3-29-15,0-3 6 16,-1 1-20-16,-11 0 21 15,-4 3-27-15,2 2 12 16,-1 2-31-16,4 2-11 16,6 2-24-16,5-1-45 15,0 2-30-15,11-3-32 16,10 1 70-16,2-1 6 0,-1 4 55 16,-2 3 34-1,-5 1 16-15,-3 4 16 0,-4 1 55 16,-5 2-5-1,-3 0 26-15,0 0 33 16,0 4-50-16,-9 10-41 0,-3 3-45 16,-1 8 8-16,3 1-14 15,3-2 16-15,3 0-35 16,4-8 14-16,0-3-28 16,7-7 16-16,6-6-1 15,1 0 16-15,2-3 13 16,-1-10 0-16,-4-2 7 15,0 2-9-15,-6-1 27 16,-1 4-20-16,-2 4 13 16,-2-2-23-16,0 5 24 15,0 2-8-15,0 1 7 16,0 0-9-16,0 0-10 16,0 0-9-16,9 0-15 15,5 0 17-15,8 3-2 16,4-3 13-16,5 0-19 15,1-2 21-15,2-12-25 16,-6-5 0-16,-3-5-13 16,-9-3-25-16,-8-4-44 15,-8-4-27-15,0 0-11 16,-12-3-22-16,-13-3-53 16,-8-1 105-16</inkml:trace>
  <inkml:trace contextRef="#ctx0" brushRef="#br0" timeOffset="189551.99">2875 9138 522 0,'0'0'118'0,"56"79"31"15,-14-29-56-15,1 7 63 16,4 1-46-16,-1-2-31 16,-7-4-64-16,-6-6-3 15,-10-7-36-15,-10-6-43 16,-10-10-59-16,-3-8-148 15,-19-10-300-15</inkml:trace>
  <inkml:trace contextRef="#ctx0" brushRef="#br0" timeOffset="189781.3">2963 9439 1046 0,'0'0'133'15,"0"0"-19"-15,100-56-58 16,-66 45-41-16,1 10 6 16,-5 1-28-16,-5 3 15 15,3 14-9-15,-4 7-2 16,-4 3-6-16,-4 0-7 16,-2-3-2-16,-3-4-29 15,-6-10-24-15,-2-8-129 16,-3-2-165-16</inkml:trace>
  <inkml:trace contextRef="#ctx0" brushRef="#br0" timeOffset="189936.49">3161 9171 1161 0,'0'0'-33'0,"0"0"30"16,0 0-39-16,0 0-178 15,0 0-52-15,0 0 8 16</inkml:trace>
  <inkml:trace contextRef="#ctx0" brushRef="#br0" timeOffset="190430.88">3422 9335 810 0,'0'0'171'0,"0"0"-24"15,0 0-39-15,78 15-50 16,-63-15-18-16,0-4-36 16,-3-7 12-16,-6-4-25 15,-3 1 8-15,-3-2-10 16,0 1 4-16,0-1-2 16,-10 1-2-16,-2 0-2 15,-2 0-19-15,2 4 21 16,1 1-6-16,5 7 20 15,3-2-12-15,3 2 19 16,0 3-34-16,9 0 11 16,9 0 10-16,4-1 2 15,0-2 4-15,2-1-1 16,1-5 14-16,-2 2 0 16,-4-5 16-16,-1-3-29 15,-6-5 19-15,-1 2-10 16,-6-3 15-16,-4 0-22 0,-1 1 4 15,0 1-5-15,-1 4-2 16,-8 5 8-16,-2 5 1 16,1 5 13-16,-3 0-21 15,6 18 2-15,4 6-22 16,3 5 28-16,0 1-22 16,5-2 20-16,14-1-16 15,4-7 11-15,2-4-2 16,1-5-16-16,-2-6-70 15,-4-5-156-15,-6 0-362 16</inkml:trace>
  <inkml:trace contextRef="#ctx0" brushRef="#br0" timeOffset="190931.56">3962 8742 897 0,'0'0'116'0,"0"0"43"0,0 0-27 16,0 0-81-16,-20 40-15 16,6-16-42-16,-2 3 18 15,4 1-17-15,5-7 9 16,7-3-6-16,0-4-1 15,7-3-3-15,12-3-3 16,6 0 9-16,-1-1-10 16,-1-1 19-16,-4 1-18 15,-2 0 22-15,-11 6-19 16,-6 2 33-16,0 1-3 16,-3 0 15-16,-12 1-12 15,-9 1-20-15,-2-5-3 16,0 2-44-16,-3-3-61 15,-4-6-186-15,0-4-347 16</inkml:trace>
  <inkml:trace contextRef="#ctx0" brushRef="#br0" timeOffset="191766.73">4631 8399 772 0,'0'0'41'16,"0"0"64"-16,-11 73-81 16,9-48 13-16,2-3-14 15,0-3 8-15,0-7-26 16,0-4 3-16,2-5-5 16,3-3-1-16,1 0 7 15,-3-12 7-15,3-11 7 16,-3-4-24-16,-3-8 8 15,0-6-32-15,0-5 27 16,-12-6-20-16,-2-2 13 16,-8-4-16-16,3 0 14 15,0 3-14-15,6 7-17 16,2 9 2-16,7 12 19 16,4 12 20-16,0 15-19 15,23 0-12-15,8 31-18 16,11 11 48-16,12 11 13 15,6 10 61-15,5 2 40 16,2 3-14-16,2 0 6 16,-3-5-22-16,-5-4-12 0,-9-10-20 15,-3-7 6 1,-12-10-52-16,-12-9 13 0,-7-8-23 16,-10-5 28-16,-8-5-29 15,0-3 32-15,-23-2-5 16,-5 0-20-16,-9 0-12 15,-4-7-2-15,0-8-3 16,5-5-30-16,4-2 28 16,8-2-19-16,11-2 3 15,8-3-49-15,5-5-23 16,5-3-95-16,15-5-75 16,3-2 27-16,3-3-111 15</inkml:trace>
  <inkml:trace contextRef="#ctx0" brushRef="#br0" timeOffset="191943.85">5174 8013 978 0,'0'0'17'16,"0"0"58"-16,0 0 47 16,0 0-48-16,67 88-7 15,-53-65-42-15,-1-2-4 16,-3-3-29-16,-4-5-5 15,-6-2-114-15,0-7-173 16,-6-4-459-16</inkml:trace>
  <inkml:trace contextRef="#ctx0" brushRef="#br0" timeOffset="192080.5">5116 7918 1089 0,'0'0'-26'0,"0"0"17"0,0 0-33 16,0 0-107-16,0 0-107 16,0 0-54-16</inkml:trace>
  <inkml:trace contextRef="#ctx0" brushRef="#br0" timeOffset="192384.01">5347 7990 749 0,'0'0'197'0,"0"0"-9"15,0 0-85-15,0 0-23 16,0 0-33-16,0 0 17 16,32 0-34-16,-32-13 11 15,0-7-41-15,0-4 4 16,0-2-16-16,0 3-12 16,0 3-8-16,0 6-10 15,5 3 18-15,2 7-16 16,3 4 29-16,3 0-4 15,1 0 25-15,5 8-21 16,-4 3 26-16,0 2-16 16,-1-4 5-16,-3-2-2 15,-4-3-5-15,-2 0-27 16,-2-4-96-16,-2 0-34 16,-1-1-45-16,0-10-139 15</inkml:trace>
  <inkml:trace contextRef="#ctx0" brushRef="#br0" timeOffset="193683.29">5519 7677 645 0,'0'0'57'0,"0"0"55"16,0 0-9-16,0 0 27 16,0 0-51-16,88 59-29 15,-67-40-37-15,-5-4-10 16,-2-3-1-16,-2-5-3 15,-2-4 7-15,-2-3-17 16,-3 0 5-16,-2-9-9 16,-3-6 27-16,0-4-20 15,0-1 18-15,0 0-20 16,-11-3 10-16,0 2-11 16,2 2 0-16,0 1 0 15,3 4 2-15,0 5 13 16,6 3-11-16,0 2 15 15,0 2-23-15,6 1 17 16,11 0-12-16,3 1 24 16,2-1-14-16,-1-3 23 15,2-2 10-15,-1-2 1 16,-8-3-7-16,0-3-10 16,-6 2 6-16,-2-4-19 15,-6-2 14-15,0 2-12 16,0 1 23-16,-5 1-36 15,-7 3 19-15,-2 1-18 16,3 4 5-16,-1 2-10 16,1 4-13-16,2 0-10 15,4 15-24-15,3 2 9 16,2 7 0-16,0 0 40 0,7-1-18 16,12 0 32-16,3-6-16 15,-2-5 19-15,3-1-9 16,0-7 9-16,-1-4 13 15,-6 0 4-15,-1 0 9 16,0-8-14 0,-2-5 2-16,-4-1-24 0,1 1 17 15,0 1-23-15,-2 1 19 16,0 2-24-16,-1 3 10 16,1 5-22-16,0-1-2 15,-4 2 7-15,-1 0-2 16,-3 0 11-16,0 0-6 15,0 0 34-15,0 0 0 16,-7 0 22-16,-3 0-14 16,1 0 20-16,2-6-31 15,-2-5 15-15,5-1-10 16,-2-5-5-16,3-2-6 16,2-3-9-16,1-4 5 15,0 0-13-15,0-3 11 16,4 0-27-16,6 0 17 15,0 3-21-15,2 4 9 16,-2 3-7-16,-3 6 18 16,-2 0 8-16,-5 5 3 15,0 3 4-15,0 4 11 16,-8 1 23-16,-6 0-37 16,1 0 8-16,1 9-23 15,2 1 24-15,9-1-26 16,1 1 16-16,0-3-12 0,18-2 9 15,10 0 2 1,1-1-1-16,2 1 3 0,1 1-6 16,-3 2 12-16,-4 5 6 15,-5 3 27-15,-8 7 0 16,-8-1 22-16,-4 3-23 16,0-1 2-16,-4-5-31 15,-6-2-4-15,2-8-3 16,4-3-5-16,-1-6-12 15,5 0-25 1,0-15 4-16,0-9-49 0,6-8 26 16,5-4-18-16,3-4 30 15,0-1 26-15,1 0 25 16,-2 2-3-16,-3 1 18 16,0 1 15-16,-4 2 19 15,-5 3-2-15,-1 5-26 16,0 4 22-16,-3 5-35 15,-12 8 14-15,-4 8-30 16,-4 2 14-16,2 10-29 16,2 15 16-16,7 7-6 15,6 4 2-15,6 0 2 16,7-4-2-16,21-3 9 16,6-10-14-16,8-6 19 15,3-7-22-15,1-5 4 16,-4-1-83-16,-12 0-106 15,-10-9-385-15</inkml:trace>
  <inkml:trace contextRef="#ctx0" brushRef="#br0" timeOffset="194940.33">2039 11345 711 0,'0'0'89'0,"0"-5"17"16,1 5-5-16,12 9-17 15,5 14 5-15,5 8 1 16,3 5-38-16,2 1-6 15,3 2-31-15,-1-1 15 16,0-7-25-16,2-5 9 16,-3-7-12-16,-2-7 1 15,-2-5 0-15,-3-6-1 16,-2-1 9-16,-5-1-12 16,-1-15 15-16,-5-3-19 15,-4-6 20-15,0-1-22 16,-5-1 18-16,0 1-23 15,0-1 15-15,0 4-9 16,-6 3 1-16,-1 1 4 16,2 3-4-16,2 3 4 15,-1 3-16-15,4 4 18 0,0 2-19 16,0 1 22-16,7 3-28 16,9 0 27-16,4 0-13 15,5 0 11-15,-3 7-6 16,4 4 1-16,-3 1 3 15,0 0-3-15,-3 0 10 16,-3-3-12-16,-2-1 15 16,-4-4-19-16,-2-1 22 15,-4-3-22-15,-1 0 19 16,1 0-14-16,-2-7 3 16,0-12 2-16,3-3-7 15,-2-4-4-15,-2 0-19 16,-1 1 14-16,-1 1-4 15,0 7 22-15,0 2-13 16,0 8 21-16,0 3-19 16,3 4 18-16,2 0-11 15,3 0-6-15,5 11 7 16,4-1 6-16,4 0 1 16,2-1-5-16,1-2 18 15,2 0-26-15,-5-5 18 16,-3 1-23-16,-6-3-25 15,-4 0-118-15,-8 0-121 16,0 0-341-16</inkml:trace>
  <inkml:trace contextRef="#ctx0" brushRef="#br0" timeOffset="195084.47">2619 11091 1049 0,'0'0'-75'0,"0"0"41"16,0 0-24-16,0 0-281 16,-7 17-156-16</inkml:trace>
  <inkml:trace contextRef="#ctx0" brushRef="#br0" timeOffset="195534.66">3006 11075 812 0,'0'0'25'0,"0"0"90"16,0 0-71-16,-92-46-31 16,61 42-6-16,6 1-38 15,3 3-22-15,9 0-58 16,7 1-10-16,6 9-60 15,9 5 44-15,21 1 64 16,6 1 73-16,12 2 28 16,4 3 24-16,1 3 51 15,1 4 45-15,-8 2 34 16,-4 1-20-16,-8 1 2 16,-9-1-43-16,-8-1-22 15,-8-3-36-15,-9-4 2 16,0-1-40-16,0-5 6 15,-6-3-15-15,-7-3 2 16,0-3-7-16,3-5-8 16,0-4 6-16,2 0-21 0,2 0 1 15,3-14-33-15,3-9 13 16,0-7-29 0,0-6 2-16,0-6-64 0,7-3-62 15,-1-1-66-15,-2 4-2 16,-4 3-23-16</inkml:trace>
  <inkml:trace contextRef="#ctx0" brushRef="#br0" timeOffset="195998.09">1725 11746 809 0,'0'0'117'0,"0"0"59"15,0 0-23-15,0 0-67 16,55-53-34-16,-11 13-1 16,10-8-55-16,13-8 14 15,8-6-52-15,7-5-45 16,5-4-161-16,5 0-299 16</inkml:trace>
  <inkml:trace contextRef="#ctx0" brushRef="#br0" timeOffset="197538.26">3874 10433 704 0,'0'0'19'15,"0"0"72"-15,-73-103-41 16,38 72-20-16,-1 6-6 15,0 5 17-15,3 12-10 16,2 8-12-16,8 3-35 16,12 23-8-16,9 10 12 15,2 8 3-15,18 8 9 16,18 4-5-16,10 0 9 16,9 0-12-16,2-2 24 15,4-2 13-15,-6-4 59 16,-1-5-13-16,-10 1 17 15,-11-6-38-15,-8-5-5 16,-8-3-15-16,-11-4-14 16,-6-7 5-16,0-3-21 15,-3-4 15-15,-15-5-24 16,-1-4 11-16,-9-3-26 16,2 0 21-16,-1-8-32 15,1-13 13-15,4-5-11 0,-1-9 12 16,4-3 7-16,6-6-7 15,7 2 6-15,6 0 0 16,0 2 18-16,0 5-17 16,11 6 24-16,0 7-21 15,2 7 18-15,-1 6-19 16,1 5 12-16,-5 4-10 16,4 0 4-16,-1 0 7 15,3 5-3-15,-4 3 5 16,2-1-13-16,0-2 15 15,-1-2-18-15,-2-2 22 16,2-1-22-16,-3 0 22 16,1 0-12-16,-1 0 17 15,-2-8-8-15,4-4-4 16,-5-3-1-16,-1-1-7 16,-3-3 6-16,-1 2-12 15,0 1 15-15,0 4-16 16,0 2 22-16,0 5-24 15,0 1 21-15,0 2-16 16,0 2 6-16,0 0-2 16,0 0-6-16,0 0-3 15,11 3-1-15,1 2 19 16,5 1-8-16,-2-2 20 16,-2-1-25-16,-1-3 18 15,-1 0-20-15,0 0 14 16,-4 0-21-16,1 0-8 15,-2-1-19-15,0-9-41 16,-2 0-14-16,2-5-47 0,-3 0-19 16,3-2-9-1,-2-2 33-15,-1-1 36 0,0 4 74 16,1 0 29-16,1 5 61 16,3 3 38-1,-1 4 7-15,4 4-5 0,-1 0-8 16,3 0 5-16,-2 4-5 15,2 7-1-15,-3-3-29 16,-1 4 9-16,-1-3-31 16,-3-1 6-16,-1-5-28 15,-1 0 4-15,-1-3-14 16,-2 0-4-16,0 0 5 16,0 0-1-16,0-8 6 15,0-6-26-15,0-3 4 16,0-2-26-16,0 3 22 15,3-1-31-15,1 5 36 16,0 2-9-16,3 3 11 16,1 5-2-16,0 2 0 15,3 0 3-15,0 0-2 16,2 0 12-16,-2 9-13 16,3-1 13-16,-6 0-40 15,5-6-61-15,-4-2-93 16,0 0-57-16,-1-6-202 15</inkml:trace>
  <inkml:trace contextRef="#ctx0" brushRef="#br0" timeOffset="198036.74">4617 10009 668 0,'0'0'23'0,"0"0"93"0,0 0-2 15,-42 5-103-15,33 14-8 16,6 5-13-16,3 1 17 16,0 3-16-16,8-5 0 15,10-3-26-15,5-5 18 16,5-4 1-16,3-9 13 16,1-2 8-16,0-3 5 15,-2-15 19-15,-1-6-8 16,-5-6 9-16,-7-5-22 15,-5-4 9-15,-10-2-21 16,-2 0 11-16,0 0-18 16,-11 0-4-16,-9-1-15 15,-7-3-18-15,-2-1 15 16,1 1-7-16,0 1 1 16,5 8-25-16,3 8 39 15,8 11 20-15,8 13 33 16,4 4 32-16,0 18-51 15,12 15-1-15,11 10 48 16,4 9-28-16,3 2-7 16,5 3-1-16,1-4 9 15,-2-5-6-15,-1-8-25 16,-4-5 10-16,-5-7-14 16,-7-8 15-16,-6-4-50 15,-11-3-31-15,0-4-57 16,-14-3-160-16</inkml:trace>
  <inkml:trace contextRef="#ctx0" brushRef="#br0" timeOffset="198269.03">4662 9905 688 0,'0'0'101'0,"80"-64"41"16,-28 37-53-16,2 3 7 15,1 11-42-15,-2 9-16 16,-6 4-27-16,-6 1 30 16,-8 15-14-16,-7 5 11 15,-8 1-21-15,-7 1-9 16,-5-1-5-16,-6 0-30 16,0-7-60-16,-16-10-120 15,-7-5-181-15</inkml:trace>
  <inkml:trace contextRef="#ctx0" brushRef="#br0" timeOffset="198421.84">4913 9608 903 0,'0'0'-30'0,"0"0"-1"16,0 0-159-16,0 0 42 15,0 0-132-15</inkml:trace>
  <inkml:trace contextRef="#ctx0" brushRef="#br0" timeOffset="199190.37">5127 9751 518 0,'0'0'37'0,"0"0"31"16,0 0 17-16,0 0-31 15,0 0-2-15,0 0-21 16,80 49 5-16,-65-49-29 16,-5 0 7-16,-1-10-23 15,-5-2 4-15,-4-1-1 16,0-1 0-16,0-2-9 16,-7-4-2-16,-6 2-4 15,-3-1-4-15,4-1 0 16,1 5-14-16,5 1 28 15,6 5 0-15,0 5 15 16,0 4-20-16,7 0 4 16,8 3 12-16,-1 9 26 15,2 3 21-15,-1 0-3 16,2-2 1-16,-6 0-9 16,4-5 14-16,-4-4-24 15,0-2 14-15,-2-2-20 16,0 0 29-16,-1-10-25 15,-2-3-10-15,-1-3-12 16,-2 0-2-16,-2-2-15 16,-1 2-20-16,0 3 1 15,0-1-33-15,0 6 13 16,0 2-14-16,0 3 43 16,0 3 5-16,0 0 4 15,0 0-26-15,5 11 44 16,3-1-1-16,5 1 1 15,0-3 3-15,1 0-1 16,4-5 16-16,-1-3-12 0,-1 0 24 16,0-4-8-1,-1-10 2-15,-3-4-30 0,0-4 13 16,-2-3-10-16,0-4 3 16,-2 0 0-16,2 2-3 15,-4 2 5-15,-1 6-8 16,1 5 24-16,1 8 26 15,-1 3 12-15,1 3-9 16,6 2 49-16,0 13 6 16,3 6-3-16,-1 4-27 15,-1 2-22-15,-2 0-1 16,-7-2 5-16,4-3-25 16,-9-6-34-16,0-3 16 15,0-3-21-15,-17-3 11 16,-6-2-81-16,-8-4-46 15,0-1-215-15,-3 0-343 16</inkml:trace>
  <inkml:trace contextRef="#ctx0" brushRef="#br0" timeOffset="199335.87">5759 9399 1301 0,'0'0'59'0,"0"0"-17"16,0 0-41-16,0 0-20 16,9 8-115-16,-30-2-197 0</inkml:trace>
  <inkml:trace contextRef="#ctx0" brushRef="#br0" timeOffset="200375.48">1250 13026 810 0,'0'0'68'0,"0"0"61"15,0 0-29-15,0 0-52 16,-11 131-12-16,11-51 43 16,1 17-8-16,16 10-27 15,6-1-13-15,8 0-18 16,6-12 4-1,8-13-22-15,6-14 14 0,5-18-19 16,2-12 25-16,-3-14-27 16,-5-6 17-16,-5-9-44 15,-6-7-33-15,-12-1-87 16,-12 0-180-16,-9 0-365 16</inkml:trace>
  <inkml:trace contextRef="#ctx0" brushRef="#br0" timeOffset="201465.79">1760 13650 671 0,'0'0'43'0,"0"0"82"0,71 84 19 16,-51-63-42-16,-3-7-39 16,-5-4 8-1,-5-3-25-15,-4-4-8 0,-3-3-25 16,0 0 16 0,-4-2 10-16,-12-14 0 0,-6-6-34 15,-8-6-9-15,-5-7 8 16,-1 0-18-16,-3-2 13 15,3 4-16-15,4 3 18 16,5 7-13-16,8 6 21 16,6 5-16-16,7 8 9 15,6 4-4-15,0 0-17 16,20 10-21-16,8 8 27 16,6 2 19-16,7-1-11 15,2 1 14-15,-1-4-6 16,-4-5 26-16,-5-3-21 15,-7-3 16-15,-6-2-9 16,-5-2 10-16,-4-1-4 16,-5 0-3-16,-3 0 3 15,-2-5-1-15,-1-15 22 16,0-2-17-16,0-10 3 16,-9-4-30-16,-8-4 18 15,-4 2-24-15,-4 1 15 16,-1 7-16-16,1 5-7 15,2 6-11-15,6 9-6 16,4 3-22-16,7 7-62 16,3 0-68-16,3 0-176 15,0 8-284-15</inkml:trace>
  <inkml:trace contextRef="#ctx0" brushRef="#br0" timeOffset="201806.88">2020 13317 645 0,'0'0'76'0,"0"0"63"0,0 0 21 15,0 0-58-15,0 0-41 16,40 65-15-16,-29-40-18 16,3-2-14-16,-1-4 6 15,3-5-17-15,1-5 15 16,3-6-10-16,2-3 27 15,0 0-24-15,-1-6 18 16,-1-7-20-16,-5 0 15 16,-5-1-3-16,-4 2 2 15,-6-1 5-15,0 1-8 16,-11 4 2-16,-9 0-24 16,-8 1 10-16,-3 6-29 15,-2 1 3-15,1 0-46 16,2 0-32-16,4 4-117 15,2 0-178-15,5-4-316 16</inkml:trace>
  <inkml:trace contextRef="#ctx0" brushRef="#br0" timeOffset="202037.17">2139 12979 873 0,'0'0'84'0,"51"84"99"16,-16-35-71-1,1-1-41-15,2-5-41 0,-1-3-12 16,-2-8-17-16,-3-6-1 16,-6-6-37-16,-6-7-58 15,-10-4-95-15,-10-5-152 16,0-2-327-16</inkml:trace>
  <inkml:trace contextRef="#ctx0" brushRef="#br0" timeOffset="202411.55">2157 13231 943 0,'0'0'64'0,"0"0"109"15,111-52-95-15,-70 35-39 16,-4 0-14-16,-3 2-16 16,-7 2-5-16,-7 1-6 15,-5 3 11-15,-7 0-13 16,-2 1 16-16,-6-2-16 16,0 3 21-16,0-2-21 15,-10 0 16-15,-4 1-16 16,-2 4 5-16,0 2 0 15,0 2-1-15,1 0 4 16,1 16-9-16,5 7 9 0,4 3-14 16,5 2 17-1,0 1-17-15,5-6 20 16,18-3-20-16,5-7 17 16,4-5-12-16,2-6-5 15,4-2-27-15,-2 0-59 0,-7-13-125 16,-6-2-292-16</inkml:trace>
  <inkml:trace contextRef="#ctx0" brushRef="#br0" timeOffset="202657.48">2690 12791 1089 0,'0'0'10'16,"0"0"-14"-16,0 0 19 15,0 0-130-15,0 0-144 16,40 46-211-16</inkml:trace>
  <inkml:trace contextRef="#ctx0" brushRef="#br0" timeOffset="202811.09">2843 12957 1056 0,'0'0'100'16,"0"0"41"-16,0 0-88 15,0 0-36-15,0 0-13 16,0 0-30-16,16-12-86 0,-16 4-239 15,0 1-432 1</inkml:trace>
  <inkml:trace contextRef="#ctx0" brushRef="#br0" timeOffset="203423.63">3389 12389 806 0,'0'0'100'0,"0"0"50"16,82 65-79-16,-63-46-45 16,-4-3-29-16,-7-4 12 15,-5-3-34-15,-3-2-50 16,0-5-105-16,-16-2-105 15</inkml:trace>
  <inkml:trace contextRef="#ctx0" brushRef="#br0" timeOffset="203601.49">3107 12355 978 0,'0'0'63'15,"74"-79"23"-15,-29 40-64 16,-2 3-23-16,-4 11 4 16,-7 7-56-16,-4 6-95 15,-10 12-117-15,-9 0-204 16</inkml:trace>
  <inkml:trace contextRef="#ctx0" brushRef="#br0" timeOffset="203779.48">3369 12635 872 0,'0'0'130'15,"0"0"-9"-15,90-44-78 16,-56 16-33-16,2-6-8 16,-3 1-5-16,-8 2-91 15,-5 2-183-15,-4 4-412 16</inkml:trace>
  <inkml:trace contextRef="#ctx0" brushRef="#br0" timeOffset="204112.49">3762 11937 842 0,'0'0'14'0,"0"0"127"16,-84-12-83-16,56 12-41 16,4 0-5-16,2 16-20 15,11 7 8-15,5 6-23 16,6 6 25-16,6 2-13 16,17 3 11-16,11-2-11 15,5 0 12-15,3-2 10 16,2-4 9-16,-4-2 27 15,-4-1-1-15,-2-4-10 16,-10-1-34-16,-5-3 9 16,-11 0-18-16,-8-3-24 15,0-2-125-15,-14-3-164 16</inkml:trace>
  <inkml:trace contextRef="#ctx0" brushRef="#br0" timeOffset="204249.24">3739 12281 1036 0,'0'0'5'0,"66"-77"65"15,-27 35-30-15,0 0-71 16,-6 4-130-16,-7 3-218 16</inkml:trace>
  <inkml:trace contextRef="#ctx0" brushRef="#br0" timeOffset="204896.55">4182 11765 570 0,'0'0'127'0,"0"0"28"0,0 0-16 15,0 0-35-15,0 0-25 16,-11-2-17-16,6 10-22 16,-1 8-27-16,2 8-3 15,1 2-18-15,2 2 18 16,1 3-19-16,0-5 22 15,0-7-22-15,8-3 17 16,4-9-12-16,2-6 4 16,5-1 1-16,-2-8-3 15,2-13 7-15,-3-7-11 16,0-2 14-16,-4 1-16 16,-4 1 16-16,-4 8-23 15,-2 6 28-15,-2 5-21 16,0 6 17-16,0 3-6 15,0 0 0-15,0 1 0 16,0 10-9-16,7-1 9 16,3 4 2-16,5-3 19 15,-2 0-19-15,0-5 10 16,0-4-28-16,-3-2-5 16,-3 0-44-16,-3 0-49 15,-4-8-94-15,0-5-137 16</inkml:trace>
  <inkml:trace contextRef="#ctx0" brushRef="#br0" timeOffset="205630.22">4427 11644 806 0,'0'0'109'0,"0"0"88"0,0 0-62 16,79 39-37-16,-64-29-47 15,-4-3 8-15,-3-3-45 16,-2-1 7-16,-3-3-23 16,-3 0 6-16,0 0 4 15,0-14-8-15,0-8 2 16,0-4-20-16,0-5 3 16,0-1-19-16,0 5 18 15,0 5-16-15,0 7 29 16,0 4-13-16,0 9 20 15,0 2-13-15,8 0 4 16,6 2 6-16,0 8 2 16,3 3 5-16,2 0-12 15,0 1 15-15,-3-6-19 16,1 2 19-16,-2-7-20 16,0-1 18-16,-2-2-31 15,5 0 1-15,-4-7-14 16,0-7 5-16,0-2 2 15,-6-1-11-15,2-2 13 16,-5-2 12-16,-2 0 23 16,-3-1-16-16,0 2 33 15,0 0-5-15,-3-2 7 16,-10 3-25-16,0 1 4 16,-3 6-6-16,1 2-2 15,2 9-13-15,0 1-30 16,6 5-4-16,7 14-23 0,0 4 42 15,3 7 15 1,20 0 21-16,4 4-15 0,10 1 23 16,3 3 13-16,5 2 41 15,0 2 20-15,1 3-8 16,-4 0-5-16,-2 2-15 16,-1 0 3-16,-4-3-18 15,-9-4 23-15,-6-6-24 16,-6-5-15-16,-8-9-33 15,-6-5 21-15,-7-5-18 16,-21-8 11-16,-12-2-19 16,-8-1-37-16,-8-17-21 15,-6-6-27-15,-2-7-22 16,2-5-155-16,8-4-168 16</inkml:trace>
  <inkml:trace contextRef="#ctx0" brushRef="#br0" timeOffset="206064.84">4706 11072 923 0,'0'0'81'15,"0"0"-32"-15,0 0-4 16,0 0 37-16,59 82-25 15,-33-45-43-15,6 0 5 0,1-3-21 16,2-2 16-16,6-9-23 16,-1-7 20-1,0-8-17-15,-2-4 9 0,-5-4 0 16,-5 0 4-16,-7-8 2 16,-8-4-5-16,-4-5 8 15,-6 1-10-15,-3-3 14 16,0 0-20-16,-3 2 18 15,-10 1-20-15,-1 2 17 16,1 4-12-16,1 7 29 16,2 0 1-16,3 3-8 15,2 0-13-15,5 14-14 16,0 2 5-16,0 2-9 16,12 2 19-16,5-1-22 15,3-3 8-15,1-5-41 16,2-1-18-16,0-4-89 15,-6-6-152-15,0 0-308 16</inkml:trace>
  <inkml:trace contextRef="#ctx0" brushRef="#br0" timeOffset="206362.85">5474 10914 933 0,'0'0'91'15,"0"0"80"-15,0 0-78 16,94 76-54-16,-78-61-43 16,-4-1 12-16,-6-6-19 15,-6-3-78-15,0-5-136 16,-6 0-289-16</inkml:trace>
  <inkml:trace contextRef="#ctx0" brushRef="#br0" timeOffset="206507.86">5352 10749 1061 0,'0'0'5'0,"0"0"-7"16,0 0-54-16,0 0-152 16,0 0-7-16,0 0-11 15</inkml:trace>
  <inkml:trace contextRef="#ctx0" brushRef="#br0" timeOffset="206782.03">5517 10700 737 0,'0'0'62'16,"0"0"81"-16,0 0-8 16,1 85-47-16,2-66-36 15,5-7-24-15,4-1-9 16,7-6 1-16,1-1-9 15,6-1 7-15,3 0-22 16,0 1 18-16,-3 1-22 0,-6 6 21 16,-3 3-18-16,-8 3 31 15,-6 0 6-15,-3 2-12 16,0-2-8-16,-10-1-13 16,-9-3-27-16,-1-6-105 15,-6-1-162-15,-5-6-411 16</inkml:trace>
  <inkml:trace contextRef="#ctx0" brushRef="#br0" timeOffset="207932.18">5994 10429 583 0,'0'0'73'0,"0"0"49"15,0 0 5-15,0 0-53 16,32 74 5-16,-25-53-30 16,4 0-12-16,0-7-17 15,1-1 22-15,-2-7-28 16,3-6 8-16,-6 0 4 16,0 0-4-16,-5-3-5 15,-2-8-5-15,0-3 0 0,0-3-15 16,-5 2 11-16,-3-3-16 15,-5 0 19-15,3 0-19 16,-4 3 19-16,5 2-21 16,-2 3 18-16,6 2-10 15,0 3 0-15,4 2 5 16,1 0-5-16,0 3 6 16,3 0-14-16,11 0 14 15,2 0-11-15,2 2 28 16,0 3-11-16,-3 2 17 15,-4-3-27-15,-2-2 13 16,-3-2-11-16,-3 0 0 16,0 0 6-16,-1-9 2 15,-2-8 6-15,0-4-20 16,0-2 14-16,0-5-19 16,0 2 21-16,0 1-22 15,0-2 18-15,0 5-21 16,0 3 9-16,7 3-4 15,1 5 1-15,3 5 6 16,7 6-7-16,-1 0 9 16,6 0-7-16,2 14 24 15,-2 3-18-15,-3-1 25 16,-1-1-28-16,-8-1 14 16,2-3-17-16,-6-4 1 15,-2-2-28-15,-2-5-40 16,0 0-62-16,2 0-74 15,0-8-66-15,0-7-230 16</inkml:trace>
  <inkml:trace contextRef="#ctx0" brushRef="#br0" timeOffset="208815.79">6438 10046 698 0,'0'0'108'0,"0"0"43"16,0 0-14-16,0 0-78 15,0 0-30-15,0 25-35 16,0-4 14-16,3 4-10 16,4-1 3-16,1-2 0 15,3-4-7-15,0-6-14 16,5-4-14-16,0-5 25 16,-2-3-10-16,0 0 24 15,-3-7-21-15,-4-7 25 16,-5-1-17-16,-2 0 13 15,0-1-4-15,-8 0 0 16,-9-4 0-16,1 1-3 16,-1 0 6-16,5-2-11 15,2 5 13-15,8-3-25 16,2 3 5-16,0 5-19 16,15 5 30-16,6 4-10 15,3 2 6-15,4 0 9 16,0 6 24-16,1 7 13 15,-4-1-1-15,-5-1 20 16,-3-3-6-16,-5-1 13 16,-4-3-23-16,-3-2 4 15,-4-1-26-15,-1-1 24 16,0 0-25-16,0 0 2 16,0-10-8-16,-8-5-12 15,-2-5-11-15,1 0-14 16,3-4 2-16,3 3-26 0,2-1 13 15,1 4-15 1,0 3 26-16,0 3-16 0,0 2 28 16,8 5 1-16,1 2 8 15,3 3-2-15,2 0 2 16,2 0 6-16,-1 0-9 16,2 3 18-1,-3 1-16-15,3 0 17 0,0-3-15 16,-2-1 26-16,0 0-11 15,1 0 13-15,-2-11-11 16,0-2 11-16,-2-3 3 16,-3-3-9-16,-2 1 2 15,-1 0-16-15,-5-1 20 16,-1 2-19-16,0 2 22 16,0-1-25-16,-3 3 18 15,-5 3-20-15,-2 1 14 16,-2 4-11-16,-1 2-3 15,0 3 0-15,0 0-9 16,4 11 3-16,2 7-9 16,6 5 19-16,1 6-20 15,0 0 23-15,5 0-17 16,14-5 19-16,2-1-19 16,3-7 11-16,2-4-4 15,0-3 2-15,-3-6-1 16,0-3-24-16,-3 0-23 15,-6-10-60-15,-5-8-73 16,-7-3-191-16</inkml:trace>
  <inkml:trace contextRef="#ctx0" brushRef="#br0" timeOffset="209066.33">6826 9181 1152 0,'0'0'24'0,"0"0"35"16,0 0 22-16,0 0-65 15,16 47 0-15,-13-34-24 16,2-2-17-16,-1-4-87 15,1-5-84-15,1-2-90 16,-1-1-143-16</inkml:trace>
  <inkml:trace contextRef="#ctx0" brushRef="#br0" timeOffset="209202.16">6826 9181 863 0,'91'-8'39'0,"-83"19"127"16,0 2-65-16,3 4-65 15,0 1-21-15,1-1-19 16,2-2-21-16,-3 0-137 16,-3-3-152-16</inkml:trace>
  <inkml:trace contextRef="#ctx0" brushRef="#br0" timeOffset="210071.27">5645 10209 731 0,'0'0'84'0,"0"0"87"15,0 0-26-15,0 0-52 16,33 33-52-16,-24-24-13 16,-2-1-32-16,2-3 17 15,2-1-28-15,-1-4-48 16,4 0-50-16,-2 0-10 15,-1-13-19-15,-3-3 10 16,2-1-13-16,-5-2 23 16,-3-1 91-16,-2 4 39 15,0 2 71-15,0 3 44 16,0 5 39-16,0-1-11 16,0 7-11-16,0 0-42 15,0 0-53-15,0 0-33 16,2 0-14-16,8 8 4 15,4-3-13-15,5-1-38 16,2-4-90-16,2 0-147 16</inkml:trace>
  <inkml:trace contextRef="#ctx0" brushRef="#br0" timeOffset="211183.91">7458 8999 659 0,'0'0'79'0,"0"0"52"0,0 0 26 15,50 72-48-15,-24-37-24 16,0 1-41-16,2-1-9 16,-1-2-34-16,-5-6 14 15,-2-5-23-15,-9-4-11 16,-3-6-94-16,-8-4-52 15,0-2-102-15,0-6-171 16</inkml:trace>
  <inkml:trace contextRef="#ctx0" brushRef="#br0" timeOffset="212319.98">7367 9155 697 0,'0'0'48'0,"0"-75"47"16,14 31-44-16,6 1-23 15,5-1-21-15,4 8 24 16,1 7-23-16,2 12 10 16,-2 11 4-16,0 6-4 15,-1 15 21-15,-1 12-8 16,-5 6 10-16,-1-1-20 0,-2 0 26 15,-2-5-15 1,-3-7 13-16,-3-4-25 16,0-7 4-16,-3-7-9 0,0-2 0 15,1-2 10-15,-3-12-9 16,0-3-4-16,-1-4-16 16,0 1 13-16,-3 3-27 15,0 2 20-15,-2 5-21 16,2 3 23-16,-2 4-16 15,2 1 10-15,5 2-8 16,3 0 4-16,4 0 6 16,5 0-5-16,0 6 10 15,5-2-13-15,1-2 14 16,1-2-41-16,-1 0 2 16,0-6-37-16,-6-9-4 15,-1-1-4-15,-4-4 12 16,-6 1 28-16,-4-2 22 15,-5 1 16-15,0-3-3 16,0 4 11-16,-9-1-1 16,-7 4 40-16,0 2 7 15,-2 4-1-15,-1 6-29 16,0 4 4-16,2 0-13 16,1 10-13-16,3 9-4 15,4 4 1-15,6 1 3 16,2 0-11-16,1-2 17 15,0-6-18-15,12-7 20 16,2-1-20-16,2-8 21 16,1 0-16-16,-2-4 18 15,2-9-5-15,-6-2-5 16,-2-1 0-16,0 0-3 0,-6 4 2 16,-2 4-9-16,-1 1 14 15,0 3-13 1,0 4 18-16,0 0-20 0,0 0 14 15,0 0-13-15,0 1 8 16,0 4-6-16,0-3 2 16,3 2 4-16,6-4-3 15,2 0 10-15,1 0-3 16,-2-2 14-16,3-11-16 16,-3-1 14-16,-4-4-24 15,0-1 16-15,-1 2-16 16,-2 1 6-16,-3 4 2 15,0 3-2-15,0 4 3 16,0 2-5-16,0 3 8 16,4 0-13-16,4 0 12 15,2 0-7-15,0 3 27 16,0 2-22-16,-1-1 17 16,-1 1-13-16,-2-5 0 15,-2 0-2-15,-1 0-1 16,2-3 17-16,-2-9-3 15,-2-5-6-15,2-3-17 16,1-2 14-16,-1 4-21 16,0 0 19-16,-2 5-19 15,4 3 20-15,-2 5-14 16,4 5 5-16,1 0-3 16,4 0 3-16,3 7 8 15,5 1-10-15,3 0 11 16,3-3-16-16,-1-5-3 15,2 0-80-15,-1 0-93 0,-7-9-234 16</inkml:trace>
  <inkml:trace contextRef="#ctx0" brushRef="#br0" timeOffset="213291.54">3116 13958 822 0,'0'0'56'16,"19"21"55"-16,4-5 20 15,3 6-16-15,7 1-34 16,3 4-8-16,2 4-31 0,-2 1 12 15,-3 4-25-15,1 3 12 16,-9 1-22-16,-3 4-1 16,-9 1-7-16,-4-3-7 15,-8-2 3-15,-1-6-16 16,-2-5-3-16,-19-10-33 16,-8-6 6-16,-10-12-51 15,-8-1-56-15,-10-13-220 16,-5-13-344-16</inkml:trace>
  <inkml:trace contextRef="#ctx0" brushRef="#br0" timeOffset="213441.03">2921 13955 1163 0,'0'0'9'15,"0"0"6"-15,0 0 6 16,0 0-20-16,0 0-66 15,15-25-50-15,-7 25-114 16,1 0-131-16</inkml:trace>
  <inkml:trace contextRef="#ctx0" brushRef="#br0" timeOffset="214120.72">3284 13898 790 0,'0'0'114'0,"0"0"37"16,62 69-81-16,-40-48-16 16,2-6-23-16,-4-4 5 15,-1-6-34-15,0-5 14 16,-6 0-21-16,-2-4 14 15,-3-11-9-15,-6-4 0 16,-2-3-2-16,0-3-9 16,0 3 3-16,-10-1-6 15,-1 5 10-15,1 2-21 16,1 8 28-16,5 0-14 16,-1 6 21-16,5 2-21 15,0 0 1-15,0 0-13 16,12 6 3-16,4 5 19 15,3 4 4-15,2 1 13 16,-2-3 3-16,1 0 6 16,0-7-22-16,-5-2 16 15,1-4-23-15,-5 0 28 16,0 0-14-16,-5-16 6 16,-1 0-5-16,-4-7-7 15,-1-4 0-15,0-3-7 16,0 0 8-16,0-2-14 15,0 0 15-15,0 5-24 16,-1 4 22-16,1 7-16 16,0 4 19-16,0 9-17 15,3 3 2-15,10 0 2 16,4 7 15-16,2 9 14 16,1 2-2-16,2 0 27 15,-5 1 0-15,0-1 11 0,-8-1-32 16,0-2 19-16,-5-2-30 15,-4-1 8 1,0 0-16-16,-10 0 3 0,-7-3-13 16,-11 1-29-16,2-3-12 15,-6-1-44-15,-1-6-56 16,1 0-118-16,-1-12-257 16</inkml:trace>
  <inkml:trace contextRef="#ctx0" brushRef="#br0" timeOffset="214345.48">3597 13346 977 0,'0'0'178'0,"59"71"-52"16,-27-33-64-16,-2-2-22 15,2-1-28-15,-2-4 1 16,-4-6-21-16,-1-2-4 16,-5-6-86-16,-8-5-93 15,-7-7-201-15</inkml:trace>
  <inkml:trace contextRef="#ctx0" brushRef="#br0" timeOffset="214508.39">3535 13482 976 0,'0'0'8'0,"0"0"27"0,58-77-39 16,-21 45-23-16,4-1-135 16,3 2-155-16</inkml:trace>
  <inkml:trace contextRef="#ctx0" brushRef="#br0" timeOffset="-214524.07">4364 13101 753 0,'0'0'89'16,"0"0"75"-16,0 0-18 15,0 0-65-15,0 0-42 16,1-40-37-16,-1 22 18 15,0 0-24-15,-1 4 18 16,1 1-24-16,0 4 20 16,0 2-18-16,3 7 7 15,11 0-4-15,5 0 0 16,3 0 12-16,1 4-6 16,3 5 9-16,-2-1-13 0,1 1 13 15,-3-3-19-15,-1-2 21 16,-2 0-21-1,-3-2 15-15,-2 0-39 0,-3-2-30 16,-4 0-41-16,-3 0-58 16,2 0-68-1,-6-12-196-15</inkml:trace>
  <inkml:trace contextRef="#ctx0" brushRef="#br0" timeOffset="-214332.7">4487 12945 840 0,'0'0'127'15,"0"0"11"-15,-26 104-72 16,21-69-56-16,2-4-1 16,2-3-15-16,-2-8-64 15,3-7-82-15,0-6-118 16,-1-7-300-16</inkml:trace>
  <inkml:trace contextRef="#ctx0" brushRef="#br0" timeOffset="-213871.86">4155 13145 642 0,'0'0'56'0,"42"90"37"0,-11-52-18 16,9-8-43-16,5-8 9 15,7-11 8-15,7-11 23 16,4 0-31-16,2-19-9 15,0-12-9-15,-3-8 1 16,-6-9 6-16,-11-2-15 16,-9-4-2-16,-14-1-14 15,-15 2 21-15,-7-1-14 16,-16 6 37-16,-23 2-39 16,-17 5 8-16,-16 5-7 15,-8 7-4-15,-5 12 2 16,-2 12-1-16,9 5 8 15,6 15 5-15,14 25 3 16,13 12-31-16,9 11 18 16,13 6-38-16,13 3-13 15,10 1-85-15,0-6-113 16,13-11-246-16</inkml:trace>
  <inkml:trace contextRef="#ctx0" brushRef="#br0" timeOffset="-212290.22">5218 12465 625 0,'0'0'52'15,"0"0"59"-15,0 0-7 16,60 65-29-16,-41-46-12 16,1-4-4-16,-1-3-38 15,1-5 5-15,-1-7-8 16,-3 0 15-16,2-7-4 16,-3-10-17-16,-5-9 3 15,2-2-10-15,-7 2 6 16,-2-3-17-16,-3 5 18 15,0 1-20-15,0 7 19 16,-1 7-21-16,-3 2 16 16,1 2-9-16,0 5 3 0,3 0 3 15,0 0-8 1,0 6-2-16,8 4-2 16,7 3 15-16,2-1-15 15,0-3 20-15,2-4-18 0,-1-4 19 16,-4-1-13-16,0 0 16 15,-2 0-8-15,-5-9-1 16,0-7 3-16,-5-3-4 16,1-5 5-16,-3-3-16 15,0-2 14-15,0-2-17 16,0 1 20-16,0 0-21 16,0 5 18-16,0 4-21 15,0 4 8-15,1 8 2 16,5 4-2-16,1 5-1 15,8 0-3-15,2 10 15 16,5 5-8-16,1 3 19 16,2 1-10-16,-2 2 20 15,-3-2-9-15,-4-2 20 16,-3-3-17-16,-3-2 5 16,-7-2-8-16,-3-2-8 15,0-1 4-15,0 0-8 16,-6-2 9-16,-4 2-22 15,-3-3 14-15,4-1-23 16,2-3 19-16,2 0-24 16,5-3 15-16,0-15-14 15,3-6 8-15,13-8 7 16,4-4 0-16,6-8-2 16,2 1-12-16,-5-2 12 15,-1 0-12-15,-7 4 22 16,-7 5-15-16,-7 4 22 15,-1 6-18-15,-9 6 14 0,-11 7-7 16,-3 4 1-16,-3 8 4 16,3 1-2-16,1 7 11 15,5 17-18-15,6 4 13 16,5 4-17-16,6 0 21 16,0 1-20-16,14-4 20 15,14-7-21-15,4-5 13 16,5-9-10-16,6-8-19 15,2 0-61-15,0-14-62 16,-5-11-81-16,-5-6-251 16</inkml:trace>
  <inkml:trace contextRef="#ctx0" brushRef="#br0" timeOffset="-211803.65">6189 11582 820 0,'0'0'76'0,"0"0"12"16,0 0 10-16,-27 85-68 15,26-54 22-15,1-1-30 16,0-3-4-16,3-4-16 15,14-4-2-15,5-9 1 16,5-6-6-16,5-4 4 16,1-10-9-16,4-13 14 15,-3-8-26-15,-4-6 4 16,-7-6-40-16,-6-3-18 16,-11-2-46-16,-6-1 61 15,0 0 14-15,-19 0-26 16,-13-1-39-16,-5 1-48 15,-6 2-42-15,-5 0 45 16</inkml:trace>
  <inkml:trace contextRef="#ctx0" brushRef="#br0" timeOffset="-211454.12">6065 11135 225 0,'0'0'117'0,"0"0"7"16,-1 115 11-16,25-60-21 15,11 4-12-15,8 0 23 16,6-4-2-16,2-3-9 15,1-13-50-15,-3-7 10 16,-8-6-41-16,-7-12 7 16,-9-4-19-16,-5-8 3 15,-10-2-8-15,-6-1-6 16,-1-18 12-16,-3-6-16 16,0-6 1-16,0-1-26 15,0 0 9-15,0 6-23 0,0 7 24 16,0 5-12-16,2 6 12 15,5 5-19-15,4 3 13 16,1 0 7-16,2 2 4 16,3 6 10-16,1-2-10 15,1 2 11-15,0-6-20 16,1-2-13-16,-1 0-77 16,-1-1-21-16,1-12-60 15,-1-2 1-15,-3-1-75 16,-1-3 0-16</inkml:trace>
  <inkml:trace contextRef="#ctx0" brushRef="#br0" timeOffset="-210921.65">6763 11319 340 0,'0'0'139'0,"0"0"52"15,0 0-50-15,0 0-14 16,0 0-39-16,-69-54-21 16,55 54-30-16,3 8-20 15,1 9-15-15,4 7-5 16,3-1 7-16,3 2-11 15,0-6 12-15,0-5-33 16,0-2 15-16,7-7-19 16,5-5 17-16,-1 0-11 15,3-2 16-15,0-10 8 16,-4-1 1-16,3-4 3 16,-6 4-5-16,-2-1 10 15,-1 0-12-15,-3 4 14 16,-1-2-14-16,0 6 17 15,0 1-16-15,0 3 16 0,0 0-9 16,0 2 5 0,0 0-12-16,5 0-2 15,5 6 15-15,1-1-10 0,1 2 8 16,2-2-12 0,-1-4 13-16,2-1-18 0,-5 0 5 15,2 0-29-15,-3-10 7 16,-3-4-25-16,2-1-8 15,-5-5 0-15,1 0 30 16,1 2 23-16,-2-2 2 16,2 5 11-16,-1 4-11 15,1 2 18-15,0 5-2 16,1 4 24-16,4 0 11 16,0 0 27-16,1 10-20 15,3 2-19-15,2 2-12 16,-3-1-15-16,1-2-1 15,0-3-12-15,-6-1-35 16,-4-3-170-16,-4-4-214 16</inkml:trace>
  <inkml:trace contextRef="#ctx0" brushRef="#br0" timeOffset="-210754.1">6828 11005 872 0,'0'0'-143'15,"0"0"26"-15,0 0 15 16,0 0-113-16,0 0-68 16</inkml:trace>
  <inkml:trace contextRef="#ctx0" brushRef="#br0" timeOffset="-210521.26">7089 11097 646 0,'0'0'80'0,"0"0"61"16,0 0 26-16,0 0-32 15,0 0-104-15,0 0-1 16,5-61-32-16,-5 42 13 16,0 2-22-16,0 3 5 15,10 5-24-15,1 5 0 16,6 4 13-16,1 0 7 15,5 3 9-15,0 7-9 16,-1 1 13-16,-1 0-20 16,-2-2-57-16,-7-7-139 15,-5-2-191-15</inkml:trace>
  <inkml:trace contextRef="#ctx0" brushRef="#br0" timeOffset="-208877.23">7462 10772 866 0,'0'0'93'0,"0"0"50"0,0 0-70 15,0 0-8-15,0 0-32 16,42 31-2-16,-42-31-22 16,-2 0 23-16,-8 0-37 15,0-9 18-15,0-4-21 16,0-4 1-16,3-3-5 15,1-3-2-15,4-4 3 16,2-2-13-16,0 4 3 16,2 0-14-16,7 3 21 15,2 4-21-15,-2 7 15 16,-2 2-14-16,-1 8 22 16,-2 1-19-16,2 0 19 15,-3 5 12-15,1 5-2 16,0 1 5-16,2 0-9 15,2-3 13-15,1 0-15 16,2-5 17-16,2 0-15 16,1-3 21-16,1 0-10 15,0 0 18-15,-1 0-11 16,-2 0 9-16,-1 0-4 16,-3 0 0-16,-1 0 2 15,-1-4-16-15,0-2 11 16,0-3-18-16,-2-3 21 15,2-5-21-15,1-2 17 16,-1-3-20-16,-3 1 12 16,0-1-5-16,0 5 0 15,-3 2 4-15,0 6-3 16,0 2 6-16,-8 6-13 16,-1 1 11-16,0 0-19 0,4 1 16 15,4 10-28 1,1 0 22-16,0-1-24 0,3 2 9 15,12-2 10-15,1-3 7 16,2 0 3-16,-1-3-4 16,0-1 11-16,-2-2-3 15,-1-1 23-15,-2 0-20 16,-2 0 18-16,0 0-20 16,-4-1 18-16,-2-4-20 15,1-5 7-15,-1-2 1 16,-4-1-7-16,0-3 2 15,0-3-9-15,0-1 10 16,0-3-16-16,0 5 18 16,0 3-18-16,0 0 20 15,0 9-21-15,0 3 19 16,0 3-14-16,0 0 1 16,1 0-4-16,3 6 1 15,2 1 10-15,2 2-10 16,2-3 13-16,0 1-15 15,3-2 18-15,0-3-17 16,-2-1 18-16,0-1-13 16,0 0 26-16,-2 0 1 15,-2 0-6-15,-1-4-1 16,1-10 5-16,-4-5 5 16,1-6-26-16,-1-5 9 15,0-5-19-15,-3-6 21 16,0-4-23-16,0-5 22 0,-3-5-22 15,-9 0 13 1,-9 2-15-16,-2 6 1 16,-9 5 3-16,-4 14-3 0,-5 10 7 15,-3 16-6 1,2 2 15-16,-1 16-19 0,8 18 22 16,7 15-23-16,9 10 20 15,10 5-15-15,9 1 9 16,0-2-1-16,23-4 0 15,7-9 3-15,8-9-3 16,3-9 9-16,4-6-11 16,3-9 21-16,1-8-21 15,0-5 24-15,-4-4-21 16,-4 0 17-16,-6-7-17 16,-6-9 5-16,-6-1 1 15,-10-5-4-15,-3 1 8 16,-4-3-13-16,-3-2 14 15,-3-2-17-15,0 0 18 16,0-1-21-16,0-1 23 16,0 0-25-16,-6 1 19 15,1 4-13-15,-1 2 3 16,0 6 1-16,0 3 1 16,-2 8 6-16,2 6-14 15,-3 0 22-15,2 8-27 16,-3 7 22-16,4 4-20 15,-1 3 22-15,4-1-21 16,3-1 13-16,0-1-27 0,0 1 16 16,1-2 6-1,12-4 0-15,3 1 6 16,2-5-10-16,2 0 15 0,0-3-18 16,0-3 23-16,0-3-21 15,0-1 29-15,-2 0-19 16,-2-1 16-16,-3-10-7 15,-3 0-2-15,-3-1 0 16,-3-2-8-16,-1 0 6 16,-3 3-16-16,0 2-16 15,0 1-71-15,-3 4-123 16,-8 3-375-16</inkml:trace>
  <inkml:trace contextRef="#ctx0" brushRef="#br0" timeOffset="-207263.09">3718 14626 910 0,'19'17'1'16,"7"6"143"-16,6 4-59 15,1 4-36-15,2 0-28 16,-1 0-7-16,-7-2-10 16,-3-7-3-16,-8-1-26 0,-7-3-80 15,-9-5-156 1,0-3-266-16</inkml:trace>
  <inkml:trace contextRef="#ctx0" brushRef="#br0" timeOffset="-206841.84">3627 14915 802 0,'0'0'5'0,"65"-75"92"16,-20 33-27-16,1 1-52 15,2 4-11-15,-5 10-7 16,-4 7 2-16,-7 10-31 15,-6 7 19-15,-6 3-12 16,-8 0 21-16,-5 13-4 16,-2 5 26-16,-2-1-10 15,0-1 5-15,0-3-9 16,3-3-6-16,3-6-1 16,1-4-3-16,5 0 14 15,-1-1-2-15,5-12 19 16,-2 0-22-16,-4 1 14 15,-3-2-21-15,-3 3 20 16,-4 3-9-16,-3 0 23 16,0 1 3-16,-7 2-5 15,-7 0-6-15,-6 1-23 16,-6 3 1-16,2 0-24 16,-2 1-6-16,3 0-46 0,2 0-44 15,3 0-131 1,8 0-269-16</inkml:trace>
  <inkml:trace contextRef="#ctx0" brushRef="#br0" timeOffset="-206244.21">4361 14158 570 0,'0'0'42'16,"0"0"62"-16,-94-42-38 15,70 35-4-15,3 5-7 16,8 2-16-16,10 0-45 15,3 17 8-15,5 8-15 16,18 8 21-16,13 5-10 16,9 4 25-16,5 4 24 15,3 0-9-15,0 2 5 16,-3-7 15-16,-5-2 10 16,-9-4-24-16,-10-4 5 15,-10-6-19-15,-10 1 17 16,-6-6-27-16,0 0 13 15,-16-5-30-15,-6-5 6 16,-4-6-3-16,-3-3-11 16,-2-1-5-16,0-5-11 15,5-14 1-15,6-5-23 0,10-8 6 16,9-3-7-16,1-4 19 16,11-6-8-16,15 2 32 15,6 3-6-15,1 7 6 16,-1 5 1-16,-2 11-3 15,-4 11 4-15,-6 6-5 16,-5 0 24-16,-4 6-11 16,-2 11 9-16,-6 1-21 15,-1 0 8-15,-2-1-51 16,0-5-92-16,-5-5-148 16,-8-7-263-16</inkml:trace>
  <inkml:trace contextRef="#ctx0" brushRef="#br0" timeOffset="-205399.83">4500 14143 1036 0,'0'0'0'16,"0"0"4"-16,0 0-45 15,0 0-32-15,0 0-11 16,49 30-58-16,-26-18-112 15,3-3 18-15,1-2 128 16,-1 3 84-16,-3-3 21 16,-4 1 63-16,0 0 51 15,-3-3 41-15,-8-1 32 16,-2-2-21-16,-3 0-31 16,-1-2-29-16,-2 0 26 15,0-10-42-15,0-3-54 0,0-6-36 16,0-1 4-16,-2 1-1 15,2 0-15-15,0 5-16 16,0 3-9-16,0 3 20 16,11 3-11-16,1 4 18 15,4 1-14-15,2 0 14 16,-1 3-2-16,2 4 24 16,-1 1-13-16,0-4 4 15,-1-4-18-15,1 0-51 16,-3 0-38-16,1-12-13 15,0 1-24-15,-1-6 0 16,-4 2 33-16,-4-1 72 16,1 0 48-16,-5-1 32 15,-2-1 44-15,-1 2-10 16,0 1 20-16,-1 0 20 16,-10 4-50-16,0 3 8 15,-7 4-21-15,2 4-19 16,-4 0-33-16,3 8-2 15,1 8-25-15,0 6 4 16,9 0-42-16,4 1 11 16,3-4-32-16,0-2 19 15,7-8 23-15,13-5 24 16,1-4 26-16,1 0 13 16,-1-8 28-16,1-7 11 15,-6-4 33-15,-2-4-19 16,-5-3 16-16,-6 0-6 15,-3-4 7-15,0-1-32 16,-5-4-21-16,-12-1-16 16,-3-3-13-16,-5-3 6 15,-4-3-16-15,0 3 12 0,-1 2-18 16,-2 9 13-16,6 6-25 16,5 13 23-16,8 12-16 15,2 3 12-15,11 25-12 16,0 12 6-16,19 11 8 15,10 6 11-15,9 3 5 16,6-3-19-16,3-8 1 16,-1-11-101-16,-3-12-149 15,3-12-168-15</inkml:trace>
  <inkml:trace contextRef="#ctx0" brushRef="#br0" timeOffset="-204783.08">5474 13612 840 0,'0'0'128'16,"0"0"48"-16,0 0-63 16,0 0-35-16,-25-17-43 15,7 17-12-15,2 0-24 16,-5 6 10-16,-2 14-25 16,-1 9 14-16,0 5-32 15,4 4 12-15,5 0-19 0,4-3 11 16,8-7 5-16,3-8 3 15,0-10 9-15,13-9-2 16,4-1 17-16,3-7-6 16,3-17 20-16,1-8-16 15,-4-4 21-15,-3-5-23 16,-5-4 13-16,-6-3-12 16,-6 0 16-16,0-1-6 15,-12 1-7-15,-11 3 3 16,-5 2-8-16,0 5 10 15,0 8-11-15,5 8 14 16,0 11-9-16,3 11 49 16,6 3-30-16,6 24-2 15,7 13-24-15,1 7 7 16,0 5 7-16,15-1-3 16,10-5 3-16,5-8-9 15,3-9 9-15,4-9-21 16,0-7 1-16,-1-8-34 15,3-5-7-15,-6 0-83 16,-4 0-74-16,-5-12-88 16,-6-2-165-16</inkml:trace>
  <inkml:trace contextRef="#ctx0" brushRef="#br0" timeOffset="-204104">5597 13530 795 0,'0'0'79'0,"0"0"52"15,0 0-19 1,0 0-6-16,39-70-37 0,-28 58-17 16,-5 1-22-1,-1 1 5-15,-5 2-22 0,0 0 20 16,0-3-26-16,-2 0 10 16,-7-1-23-16,-5 0 10 15,4 0-9-15,-3 3-5 16,3 4-3-16,-3 5-8 15,2 0 17-15,0 16-26 16,2 9 14-16,3 3-13 16,1 5 14-16,5-2-30 15,0-4 24-15,9-4-6 16,11-8 10-16,2-5 1 16,0-10 3-16,1 0 11 15,0 0 2-15,-2-10 15 16,-3-3-11-16,-2-3 22 15,-2 1-19-15,0 1 20 16,-2 1-25-16,-2 2 16 16,2 1-22-16,-1 2 4 15,1 2 0-15,1 4-4 16,-1 0 5-16,0 2-9 16,-1 0 15-16,-4 0-7 15,-1 6 22-15,-1 2-14 16,-3-1 28-16,-2-2-20 15,0-1 10-15,0-2-17 16,0-2 2-16,0 0 10 16,0-12-1-16,-2-6-20 15,-3-6-19-15,3 0 20 0,1-2-24 16,1 1 17-16,0 4-19 16,1 2 12-1,11 4-14-15,-2 3 16 0,0 4-7 16,3 7 12-16,-3 1-1 15,4 0 1-15,-1 3 35 16,3 11-2-16,-3 2 12 16,0-2-25-16,-1 3 17 15,-1-3-35-15,-3-2 16 16,0-2-20-16,-3-5 7 16,-5-2-65-16,0-3-91 15,0 0-228-15</inkml:trace>
  <inkml:trace contextRef="#ctx0" brushRef="#br0" timeOffset="-203947.31">5831 13077 1148 0,'0'0'6'15,"0"0"-4"-15,0 0-23 16,0 0-124-16,15-24-130 15,-8 26-269-15</inkml:trace>
  <inkml:trace contextRef="#ctx0" brushRef="#br0" timeOffset="-203014.02">6121 13114 1001 0,'0'0'143'0,"0"0"13"16,0 0-70-16,0 0-34 0,89 69-36 16,-69-58 6-16,-1-2-25 15,-2-4 17 1,2-4-22-16,-5-1 21 0,-2 0-22 16,-3 0 13-16,-4-4-7 15,-2-7 1-15,-3-1 1 16,0-4-3-16,0-5 2 15,-13-1-18-15,-2-3 3 16,0-4-34-16,2 4 18 16,3-1-36-16,2 6 12 15,8 1-6-15,0 3 14 16,0 4 27-16,15 4 18 16,1 2 4-16,1 1-4 15,1 3 10-15,0-1-3 16,-3 3 44-16,-2-1-5 15,-2-1 17-15,-3 1-20 16,-5 1 6-16,0 0-35 16,-3 0 0-16,0 0-2 15,0 8-1-15,-11 8-6 16,-1 8-17-16,1 2 1 16,4-1-25-16,4-1-9 15,3-5-19-15,0-5 32 16,6-9 0-16,7-4 24 15,0-1 6-15,-1 0 10 16,2-5 4-16,-3-7 3 16,-2-2 3-16,-5 1-10 15,-2 2 12-15,-2-2-12 16,0 5 22-16,0 2-26 0,0 4 17 16,0 2-11-16,-2 0 1 15,1 0-22-15,1 10 3 16,0-1 7-16,0 1-1 15,11-1 8-15,4-4-8 16,4-3 20-16,-1-2-10 16,3 0 35-16,-1-5-16 15,-5-10 12-15,0-2-33 16,-5-5 7-16,-4-3-5 16,-6-5-2-16,0-1-2 15,-2-7-14-15,-13-3-8 16,-8-5-12-16,-2-5-4 15,-4-3-22-15,-1-1 18 16,-1 2-9-16,4 7 26 16,4 9 9-16,3 11 15 15,10 9 8-15,4 13 15 16,6 4 34-16,0 16-47 16,14 14-7-16,11 9 23 15,7 10 40-15,4 6-4 16,4 2 5-16,-4-2-28 15,-1-1 4-15,-5-5-34 16,-7-3-2-16,-5-7-3 16,-10-7-17-16,-1-5-48 15,-7-10-73-15,0-10-113 16,-20-7-306-16</inkml:trace>
  <inkml:trace contextRef="#ctx0" brushRef="#br0" timeOffset="-202758.6">6338 12730 1104 0,'0'0'69'0,"0"0"90"16,107-59-102-16,-67 47-8 16,-2 10-30-16,0 2-6 15,-2 2 2-15,-6 20-4 16,-4 4 6-16,-3 6-14 15,-4 1 13-15,-5-4-22 16,-5-1 21-16,-2-9-24 16,-1-5 10-16,-6-9-55 15,0-5-41-15,-6-1-132 16,-8-19-310-16</inkml:trace>
  <inkml:trace contextRef="#ctx0" brushRef="#br0" timeOffset="-202080">6552 12491 1173 0,'0'0'11'0,"0"0"49"16,0 0-40-16,0 0-27 16,0 0-6-16,0 0-46 15,74 35-22-15,-60-20-57 16,-1 4 25-16,0 3 72 15,4 3 39-15,-1 1 3 0,2 0 11 16,2 1 34-16,0-4 45 16,2-4 27-16,1-6-16 15,0-3 12 1,-1-7-70-16,-2-3 12 16,0 0-22-16,-5-5 2 0,-4-10-25 15,-2-2-1-15,-6-2-3 16,-3-1-5-16,0-4 4 15,0 0-12-15,-9-1 12 16,-5 3-22-16,2 2 18 16,-2 5-23-16,3 3 24 15,4 5-28-15,3 5 12 16,1 2-6-16,3 0 8 16,0 3 0-16,0 7 5 15,13-2 10-15,2-1-11 16,2-5 19-16,3-2-10 15,-3 0 32-15,0 0-26 16,-3-7 24-16,-4-3-30 16,-3-4 11-16,-3-2-8 15,-4 0-1-15,0-3-1 16,0 1-5-16,0-2 8 16,-7 4-14-16,-6 4 16 15,0 4-26-15,-4 6 21 16,2 2-18-16,-1 10 19 15,5 11-19-15,5 7 14 16,6 2 0-16,0-1 2 16,1-3 3-16,18-6-7 15,6-7 12-15,1-3-14 16,3-7 21-16,-1-3-22 16,1-2 20-16,-3-13-43 0,-4-7-3 15,-6-2-73 1,-7-4-89-16,-6-5-211 0</inkml:trace>
  <inkml:trace contextRef="#ctx0" brushRef="#br0" timeOffset="-201763.88">6629 11803 1239 0,'0'0'7'0,"0"0"34"16,86 15 46-16,-24 10-17 15,12 9-28-15,10 12 7 16,2 13 1-16,1 10-14 16,-2 10 9-16,-7 5-3 15,-10-1 18-15,-10-2-35 16,-15-9 14-16,-13-8-38 15,-15-9 13-15,-11-8-25 16,-4-6 17-16,-1-11-40 16,-17-4-35-16,-3-7-43 15,-8-5-71-15,-4-3-232 16</inkml:trace>
  <inkml:trace contextRef="#ctx0" brushRef="#br0" timeOffset="-199795.79">26481 687 868 0,'0'0'49'0,"-3"0"32"0,-8 18 39 16,-1 13-87-1,-5 11 9-15,1 13 1 0,-2 8 14 16,10 2-28-16,5-2 3 16,3-2-9-16,3-4-5 15,15-10-3-15,6-6-14 16,2-6 7-16,0-5-19 15,-2-9-31-15,-2-8-94 16,-6-7-102-16,-6-6-218 16</inkml:trace>
  <inkml:trace contextRef="#ctx0" brushRef="#br0" timeOffset="-198265.35">26835 838 734 0,'0'0'74'15,"0"0"43"-15,0 0-54 16,0 0 6-16,-80 53-36 15,62-21-2-15,4 6-28 16,3 6 13-16,7-1-6 16,4-1-1-16,0-5 2 15,14-5-6-15,8-6 4 16,7-10-5-16,4-7 13 16,6-7-14-16,0-2 16 15,0-10-22-15,0-15 15 16,-3-7-24-16,-4-6 1 15,-5-6-43-15,-9-6 10 16,-4-5 15-16,-8-3 3 16,-6-7-3-16,0 1-28 15,-6-1 15-15,-13 4 20 16,1 10 6-16,-3 9-38 16,1 13 48-16,0 16-6 15,4 13 36-15,-1 9-24 16,5 27-3-16,2 15 21 0,3 13 29 15,7 9 15 1,0 3-12-16,8-2 16 16,13-6-1-16,5-10 23 0,1-11-16 15,2-11 2-15,-3-11-32 16,-2-7 3-16,-3-8-19 16,-1-7-10-16,-4-3 1 15,2-9 1-15,0-13 2 16,-4-5-23-16,2-6 8 15,-3 1-36-15,-3 3 17 16,-1 7-26-16,-3 7 28 16,-2 10-18-16,0 5 9 15,1 1-6-15,-1 14 15 16,3 4 16-16,2 2-5 16,0-1 7-16,5-1-11 15,-1-5 13-15,7-2-18 16,2-3 6-16,5-4-59 15,2-1-37-15,-1-4-32 16,1 0-24-16,-5 0 18 16,-1-1 35-16,-5-10 51 15,-1-2 46-15,-4 1 12 16,-3-3 17-16,-3-1 44 16,-1 1 10-16,-5 0 43 15,-1 1-23-15,0 1-3 16,0 0-28-16,-4 5-7 15,-5 0-23-15,-4 4-24 16,-1 4-2-16,-3 0-14 16,-1 7 2-16,1 7-12 15,1 5 14-15,5 2-25 16,5-1 9-16,6-2-15 16,0-6 14-16,0-2 1 0,13-6 2 15,7-4 16 1,1 0 1-16,0-1 7 0,2-9-11 15,-3-4 12-15,-5 4-16 16,-3-1 17-16,-4 4-17 16,-5 3 18-16,-2 1-15 15,-1 3 23-15,0 0-3 16,2 0-7-16,1 0-12 16,1 6-6-16,3 4 23 15,2 3-5-15,1-1 5 16,-1-2-20-16,2-1 18 15,1-6-20-15,2-2 11 16,-1-1-38-16,6 0 0 16,-2-7-7-16,3-5-25 15,2-3-3-15,-3 0 12 16,1 1-29-16,-7 4 59 16,0 4 32-16,-4 4-5 15,-2 2 25-15,-1 0 22 16,1 8 37-16,-1 7-34 15,1 1-3-15,0 3-15 16,2 0-16-16,-2-1-9 16,2-2-9-16,-3-4-7 15,-1-3-94-15,-1-9-104 16,-2 0-273-16</inkml:trace>
  <inkml:trace contextRef="#ctx0" brushRef="#br0" timeOffset="-198100.64">27940 767 1159 0,'0'0'2'0,"0"0"25"16,0 0-28-16,-2-12-87 16,4 16-118-16,9 10-11 15,1 7-212-15</inkml:trace>
  <inkml:trace contextRef="#ctx0" brushRef="#br0" timeOffset="-197853.37">28110 1056 795 0,'0'0'174'16,"0"0"-22"-16,0 0-24 16,0 0-48-16,0 0-35 15,0 0-39-15,48-58 11 16,-37 36-27-16,-2 4 17 15,0 5-38-15,-2 6-9 16,1 7-11-16,0 0-18 16,0 10 24-16,1 10 43 15,1 3 13-15,0 3-11 16,3-4 11-16,0-5-20 16,4-6-11-16,1-11-202 15,3 0-264-15</inkml:trace>
  <inkml:trace contextRef="#ctx0" brushRef="#br0" timeOffset="-196625.82">28722 945 1044 0,'0'0'38'15,"0"0"62"-15,35 85-8 16,-26-67-43-16,-2-5-3 16,-1-7-38-16,-2-3 6 15,-4-3-12-15,0-4 2 16,0-14-13-16,0-9-24 16,-7-9 4-16,1-7-3 15,0-8-7-15,3-7-19 16,2-5 43-16,1 0-2 15,0 4 30-15,7 5-14 16,12 11 16-16,0 11-11 16,2 12-3-16,-1 11 4 15,-5 9-6-15,-5 4 10 16,-6 18 2-16,-4 10 39 16,-1 7-38-16,-19 9 11 15,-5 0-24-15,1 1 15 16,3-4-20-16,7-5 10 15,10-5-5-15,4-8 0 16,10-8 13-16,20-5 21 16,12-9 10-16,4-3-25 15,6-2 4-15,-4 0-24 16,-2-7 21-16,-11-3-28 16,-8 2 21-16,-11 1-28 0,-6-2 3 15,-10 1 7 1,0 0 1-16,0 1-17 15,-1-2 0-15,-8 5 21 0,2-1-11 16,1 3 17-16,0 2-31 16,3 0 24-16,2 7-15 15,1 4 22-15,0 5-7 16,0-2 10-16,4 0-4 16,8-1 1-16,2-2 6 15,-1-2-7-15,3-5 19 16,-4-3-16-16,1-1 12 15,0 0-22-15,-3 0 21 16,0-5-29-16,-3-2 20 16,-1 0-13-16,-2 1 3 15,-1 2 0-15,0 4-5 16,0 0 4-16,0 0-16 16,4 0 5-16,2 4-7 15,4 2 28-15,4-1-17 16,6-2 21-16,0-1-16 15,5-2 23-15,2-2-6 16,2-12 3-16,0-7 3 16,2-6-7-16,-2-2 8 15,1-5-5-15,-4-4 12 16,-4-3-21-16,-7-3 23 16,-6-3-24-16,-5-4 18 15,-7-1-25-15,0 3 10 16,-20 5-9-16,-6 12-6 15,-4 10-7-15,-7 15-19 16,-2 7-8-16,-2 21-21 16,2 17 20-16,5 8-6 0,10 10 28 15,14 2 3-15,10-4 27 16,3-1-12-16,24-6 19 16,8-7 20-16,4-6 4 15,1-7-2-15,-1-3-4 16,-1-9 6-16,-5-4-28 15,-4-6 15-15,-6-5-29 16,-4 0 26-16,-2 0-31 16,-4-12 26-16,-3-3-23 15,-4-1 6-15,-3 1-1 16,-3 5-3-16,0 2 4 16,0 6-12-16,0 2 17 15,-9 7-23-15,-2 12 22 16,3 3-16-16,0 3 35 15,3-1-24-15,5-2 14 16,0-6-20-16,5-3-2 16,18-8-20-16,10-5-51 15,7 0-83-15,4-16-230 16,5-7-493-16</inkml:trace>
  <inkml:trace contextRef="#ctx0" brushRef="#br0" timeOffset="-196258.21">29940 173 1176 0,'0'0'32'16,"0"0"-18"-16,0 0 99 15,69 114-36-15,-33-45-19 16,-3 10-5-16,2 9 9 16,-3 5-15-16,-2 0-9 15,-4-4 20-15,-4-9-30 16,-5-10 18-16,-8-11-48 15,-9-11 21-15,0-11-36 16,-23-6-4-16,-12-8-52 16,-10-2-48-16,-2-7-57 15,2-1-186-15,7-7-313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6:48:15.133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4537 6115 161 0,'5'0'47'0,"2"0"27"16,-3 0-2-16,3 0-18 0,-1 3-28 16,4-3 23-16,-3 1-31 15,4 2 14-15,-3-3-22 16,4 2 4-16,-1 1-9 16,2-3 8-16,0 1 3 15,1-1-1-15,0 0-5 16,0 0-11-16,1 0 10 15,-1 0-13-15,2 0 15 16,-1 0-16-16,0 0 14 16,0 0-16-16,1 0 12 15,-2 0-8-15,0 0 3 16,4 0 2-16,-1 0-2 16,1 0 4-16,0 0-8 15,2 0 11-15,-1 0-14 16,2 0 16-16,-3 0-17 15,1 0 16-15,3 0-16 16,-6 0 10-16,2 0-3 16,1 0 1-16,-3 0 1 15,3 0-3-15,-5 0 4 16,5 0-6-16,-1 0 11 16,0 0-14-16,1 0 17 15,0-1-18-15,-1-4 15 16,1 2-14-16,2-1 9 15,-3 3-2-15,-2-3-1 16,0 1 2-16,-1 2-3 16,-1-2 5-16,-2 3-6 15,-2 0 10-15,3 0-15 16,-3 0 17-16,-3 0-19 0,4 0 18 16,0 0-14-16,0 0 8 15,5 0-2-15,3 3-1 16,-2-3 3-16,5 1 36 15,2 1 7-15,1-2-47 16,4 0 14-16,3 0 19 16,0 0-13-16,3 0-23 15,-1 0 13-15,2 0-12 16,-3 0 5-16,0 0 0 16,-2 0-1-16,-3 0 2 15,1 1-8-15,-1 3 11 16,-4-3-11-16,1 2 13 15,-1-3-14-15,-1 1 16 16,0 1-17-16,1-1 15 16,-1 1-10-16,0 1 2 15,0-1 3-15,0 1-4 16,0-1 5-16,2 2-8 16,-1-4 12-16,2 0-14 15,-1 0 16-15,2 0-16 16,4 0 18-16,-2 0-20 15,1 0 14-15,0 0-7 16,1 0 3-16,-1 0 0 16,0 0 3-16,1 0 7 15,-3-4-13-15,3 4 11 16,-1-3-17-16,-1 0 20 16,0 0-17-16,0 0 15 15,0 3-20-15,-2-1 15 16,0 1-7-16,0 0 2 0,0 0 2 15,-1 0-3 1,1 0 7-16,-2 0-10 0,1 0 13 16,-4-2-17-16,2 2 21 15,-1 0-22-15,0 0 18 16,-1 0-14-16,1 0 8 16,0 0-4-16,2 0 0 15,-3 0 4-15,4 0 1 16,1 0 7-16,2 0-13 15,0 0 13-15,1 0-17 16,-1 0 20-16,1 0-21 16,2 0 23-16,-3-1-15 15,0 1 7-15,-1 0-7 16,0 0-2-16,-2 0 2 16,2 0-5-16,2 0 9 15,-3 0-12-15,4 0 18 16,-2 0-19-16,2 0 22 15,0 0-24-15,0 3 20 16,1 0-15-16,1 0 7 16,1-2 0-16,0 2 0 15,1 0 6-15,-1-1-9 16,1 0 11-16,0 3-16 16,0-2 18-16,-2 1-20 15,2 0 21-15,-2-1-21 16,0 1 18-16,1-2-11 15,1 2 3-15,-3-4 0 16,0 3-3-16,2 0 5 16,-2-1-10-16,1 1 14 0,-1 1-17 15,1 0 22 1,1-2-22-16,2-1 21 0,3 1-22 16,-2-1 20-16,4 0-7 15,0-1 0-15,1 0-1 16,0 2 0-16,1 0 2 15,0 0-10-15,-1 1 16 16,-2 1-20-16,0 0 24 16,-1 0-25-16,2 0 23 15,-2-1-24-15,0 1 18 16,0-4-9-16,2 3 3 16,2-2 3-16,0 1-7 15,-3-1 10-15,1 0-13 16,2-1 19-16,-3 1-22 15,-1 1 26-15,3-1-25 16,-3-1 19-16,-1 0-17 16,2 0 9-16,-1 0-1 15,-3 0-1-15,2 0 1 16,-2 0-4-16,-1 0 10 16,0 0-12-16,2 0 18 15,-3 0-22-15,3 0 25 16,-1 0-27-16,1 0 22 15,4 0-19-15,-1 0 12 16,-1 0-3-16,4-4-1 16,-1-4 3-16,2 4-8 15,0 0 12-15,-2-2-14 16,3 1 17-16,-4 1-21 16,1 1 25-16,1-1-25 15,-3 2 18-15,-1-2-13 0,2 3 6 16,-2-1 0-1,0 2-2-15,-2 0 5 0,4 0-10 16,-4 0 15-16,2 0-18 16,-3 0 21-16,3 0-20 15,-3 0 20-15,2-3-21 16,0 2 17-16,2-3-11 16,-3 1 3-16,1-1 2 15,-2 0-2-15,-1 2 4 16,-3 0-12-16,-2-4 19 15,-1 4-20-15,-2-2 22 16,-1 0-21-16,0 0 20 16,-3-1-24-16,-2 1 19 15,-3 1-12-15,-2 0 6 16,-1 2 2-16,-4-1-5 16,-3 2 8-16,0 0-17 15,-4 0 18-15,-1 0-16 16,-1 0 24-16,1 0-26 15,-2 0 25-15,1 0-23 16,1 0 15-16,-2 0-4 16,2 0 0-16,-3 0 5 15,1 0-6-15,2 0 6 16,-3 0-12-16,0 0 15 16,0-1-49-16,0-4-54 15,-3 0-185-15,-5-2-244 16</inkml:trace>
  <inkml:trace contextRef="#ctx0" brushRef="#br0" timeOffset="6931.45">18918 4093 552 0,'0'-11'22'0,"0"-1"30"0,0-3 59 16,-2 0-67-16,-2-1 0 16,-4-2-19-16,-3 3 11 15,1-1-15-15,-2 2 4 16,-5 5-6-16,-2 0 4 15,-4 9 8-15,0 0-30 16,-3 0 6-16,0 10-16 16,4 6 19-16,2 6-19 15,7 4 18-15,2 3-18 16,5 0 18-16,6 6-4 16,0 5 7-16,0-1 2 15,3 2 13-15,11 1 14 16,1 1-11-16,2 1 12 15,-1-1-9-15,1-3 20 16,-1-3-26-16,-2-4 18 16,-2-2-33-16,-2-6 11 15,0-2-12-15,-4-4 2 16,-3-2-1-16,0-2-6 16,-3-2 2-16,0-1-13 15,0 0 15-15,0 1-18 16,-3-3 16-16,-6-1-38 15,-4-1-1-15,3-4-65 16,-6-2-47-16,3-2-101 16,-3 0-109-16</inkml:trace>
  <inkml:trace contextRef="#ctx0" brushRef="#br0" timeOffset="7178.42">18659 4514 1001 0,'0'0'43'0,"0"0"111"15,0 0-46-15,92-25-64 16,-64 18-29-16,-2 2-17 15,-3 1-2-15,-3-3-89 16,-1 1-113-16,-6-2-267 16</inkml:trace>
  <inkml:trace contextRef="#ctx0" brushRef="#br0" timeOffset="7753.35">19140 4040 919 0,'0'0'85'0,"0"0"47"16,0 0 1-16,0 0-67 16,0 0-5-16,75 0-36 15,-59 0-7-15,-3 0-12 16,-3 0-6-16,-3 0-12 16,-1-1-72-16,-3-2-72 15,-3-1-139-15,0-1-175 16</inkml:trace>
  <inkml:trace contextRef="#ctx0" brushRef="#br0" timeOffset="8046.51">19400 3889 599 0,'0'0'75'16,"0"0"66"-16,0 0 8 16,0 0-3-16,0 0-41 15,0 0-9-15,37 87-51 16,-29-61 6-16,0-1-28 16,-4-2-4-16,1-3-18 15,-1-3 1-15,-1-2-19 16,0-2-48-16,-3 1-53 15,0-5-126-15,0-1-161 16</inkml:trace>
  <inkml:trace contextRef="#ctx0" brushRef="#br0" timeOffset="8648.28">19707 3956 685 0,'0'0'139'0,"0"0"-7"15,0 0-13-15,0 0-31 16,0 0 0-16,-10 62-28 16,-4-28-10-16,-1 7-9 15,-2 4-7-15,1 6-4 16,2 1-19-16,5-2 10 15,3 1-24-15,6-4 26 16,0-3-25-16,2-4 20 16,9-5-25-16,5-6 16 15,0-3-10-15,0-6 0 16,0-4 2-16,0-4-6 16,-5-2 0-16,0-3-34 15,-3-3-25-15,-4-2-62 16,-2-2-45-16,-2 0-147 15,0 0-228-15</inkml:trace>
  <inkml:trace contextRef="#ctx0" brushRef="#br0" timeOffset="9012.68">19806 4284 914 0,'0'0'141'0,"0"0"-15"15,0 0-39-15,0 0 0 16,0 0-22-16,65 62-26 15,-44-38 4-15,1-3-15 16,-3 2 5-16,-1-4-29 16,-1-2 20-16,-2 2-32 15,-5-7 20-15,-1-1-18 16,0-3-7-16,-5-4-26 16,-1 0-23-16,-3-4-40 15,0 0-99-15,0-6-124 16,0-8-302-16</inkml:trace>
  <inkml:trace contextRef="#ctx0" brushRef="#br0" timeOffset="9208.62">19989 4305 935 0,'0'0'125'0,"0"0"44"0,-45 77-56 16,22-42-63-1,-1-2-8-15,-1 2-34 0,3-6-5 16,2-5 0-16,3-6-19 16,7-5-41-16,1-7-81 15,6-6-122-15,0 0-253 16</inkml:trace>
  <inkml:trace contextRef="#ctx0" brushRef="#br0" timeOffset="9614.35">19931 3916 913 0,'0'0'82'15,"0"0"94"-15,61 79-72 16,-28-38-27-16,3 5-15 16,6 1-22-16,0 2 5 15,-3 1-25-15,-3 1 22 16,-4-2-27-16,-9-3 26 15,-6 1-31-15,-6-2 28 16,-10 0-32-16,-1 0 2 16,0-6-2-16,-15-2-5 0,-5-3-3 15,-1-8-51-15,0-7-19 16,0-9-41-16,-1-10-107 16,3 0-298-16</inkml:trace>
  <inkml:trace contextRef="#ctx0" brushRef="#br0" timeOffset="10101.78">20656 4500 1073 0,'0'0'140'0,"0"0"7"0,81-11-80 16,-55 7-31-16,-7 4-15 16,-6-3-21-16,-3 2 5 15,-9-2-60-15,-1-1-39 16,-4-1-120-16,-12 0-256 16</inkml:trace>
  <inkml:trace contextRef="#ctx0" brushRef="#br0" timeOffset="10286">20645 4346 1062 0,'0'0'75'16,"0"0"77"-16,0 0-103 15,0 0-44-15,88-18-1 16,-65 13-65-16,-4-3-116 15,-5 2-312-15</inkml:trace>
  <inkml:trace contextRef="#ctx0" brushRef="#br0" timeOffset="11658.06">21371 4266 466 0,'0'0'94'0,"0"0"61"16,0 0-13-16,2 0-9 15,-2 0-34-15,-5 0-43 16,-9 0-43-16,-4 2 11 16,-3 9-32-16,-4 2 18 15,1 5-19-15,-1 2 17 16,2-3-11-16,6-1 2 15,5 0 1-15,5-2-2 16,7-2 2-16,0-3-12 16,10-2 11-16,15 1-13 15,6-4 27-15,9 0-18 16,1 0 23-16,-2 1-13 16,-6-1 11-16,-4 2-9 15,-11 1 5-15,-7 4 1 16,-11 4 26-16,0 1 18 15,-20 4-13-15,-9 4-1 16,-4-1-36-16,0 0 22 16,1-4-29-16,6-3 15 15,8-6-22-15,6-3 14 16,4-4-11-16,5-3-5 16,3 0-10-16,0 0-26 15,9-16-5-15,7-7-31 16,4-4-34-16,5-5-60 15,-1-4-42-15,1 1-147 16</inkml:trace>
  <inkml:trace contextRef="#ctx0" brushRef="#br0" timeOffset="11835.98">21521 4385 751 0,'0'0'153'0,"0"0"47"0,26 79-86 16,-18-50-3-16,0-2-57 15,0-4-25-15,-1-2-18 16,-3-3-10-16,-3-5-4 16,-1-5-50-16,0-8-61 15,-1 0-132-15,-12-2-244 16</inkml:trace>
  <inkml:trace contextRef="#ctx0" brushRef="#br0" timeOffset="12009.17">21524 4127 1122 0,'0'0'109'0,"0"0"-67"16,0 0-32-16,0 0-46 16,0 0-41-16,0 0-56 15,5 90-97-15,5-68-21 16,4-1-77-16</inkml:trace>
  <inkml:trace contextRef="#ctx0" brushRef="#br0" timeOffset="12355.31">21736 4437 488 0,'0'0'195'16,"0"0"-2"-16,48 75-9 0,-35-56-45 16,-7-3-42-1,0-3-15-15,-2-7-33 16,-2 0 5-16,-1-3-35 0,-1-3 16 15,2 0-27-15,-2-5 23 16,1-15-9-16,2-6-19 16,0-9-10-16,2 2-26 15,4-2 4-15,0 7-12 16,4 6 19-16,-2 10-17 16,2 6 31-16,-1 6-17 15,0 2 27-15,0 17-19 16,-1 3 21-16,1 3 3 15,-1 4 6-15,0-2 7 16,-1-3-12-16,0-4 4 16,-1-2-18-16,0-5 14 15,-1-5-46-15,-3-5-15 16,-4-3-137-16,-1 0-154 16,0-6-304-16</inkml:trace>
  <inkml:trace contextRef="#ctx0" brushRef="#br0" timeOffset="12611.94">22099 4085 1143 0,'0'0'54'0,"0"0"96"0,0 0-78 16,0 0-57-16,0 0-10 15,80-15-11-15,-68 11-51 16,-6 1-120-16,-1-5-175 16,-2 0-411-16</inkml:trace>
  <inkml:trace contextRef="#ctx0" brushRef="#br0" timeOffset="12791.49">22344 3946 1066 0,'0'0'85'0,"0"0"92"0,0 0-92 15,27 93-37-15,-20-67-37 16,-3-2-9-16,-2 1-21 15,-2-2-84-15,0-3-230 16,0 0-627-16</inkml:trace>
  <inkml:trace contextRef="#ctx0" brushRef="#br0" timeOffset="13308.56">22673 4208 835 0,'0'0'184'0,"0"0"-5"16,0 0-58-16,48 93-48 16,-26-60 6-16,4 0-39 15,5 1 16-15,0-4-34 16,1-5 15-16,-3-2-32 16,-3-5 10-16,-6-3-14 15,-4-4 0-15,-5-3 3 16,-3-4-20-16,-4-2-22 15,-4-2-44-15,0 0-11 16,0-9-89-16,0-7-170 16,-1-7-251-16</inkml:trace>
  <inkml:trace contextRef="#ctx0" brushRef="#br0" timeOffset="13485.71">22888 4272 938 0,'0'0'141'0,"-67"74"19"0,28-31-50 16,-2 1-70-16,1-3-24 15,4-7-8-15,6-5-20 16,2-7-58-16,5-9-166 16,3-5-335-16</inkml:trace>
  <inkml:trace contextRef="#ctx0" brushRef="#br0" timeOffset="15430.57">23926 4639 1066 0,'0'0'78'0,"0"0"36"0,55 72-44 15,-38-47-21-15,-2-2 6 16,-7 0-14-16,-3 1-6 16,-5 1-29-16,0-1 12 15,-8-2-23-15,-12 0 17 16,0-4-37-16,-3-4-4 15,1-6-49-15,-1-5-64 16,4-3-146-16,2 0-273 16</inkml:trace>
  <inkml:trace contextRef="#ctx0" brushRef="#br0" timeOffset="20498.54">24835 3933 741 0,'0'-9'65'0,"0"1"61"16,0-4-34-16,-6-3-52 16,-2 3 11-16,0 0-32 15,-2-3 8-15,0 6-17 16,-4 2 8-16,0 6-10 15,0 1-7-15,-7 0-1 16,3 9-4-16,-1 14 6 16,2 4-10-16,3 6 12 15,7 6-15-15,2 2 21 16,5 2-17-16,0 2 24 16,10-4-17-16,6 2 17 15,1-5 11-15,0-3 10 16,3-2-12-16,-6-6-16 15,0 1 4-15,-4-3-16 16,-3-3 16-16,0-1-21 16,-4-6 23-16,-1 1-27 15,-2-3 17-15,0-4-35 16,0-4-16-16,0-3-41 16,-8-2-88-16,-4 0-124 0,-4 0-237 15</inkml:trace>
  <inkml:trace contextRef="#ctx0" brushRef="#br0" timeOffset="20689.98">24655 4301 917 0,'0'0'129'15,"0"0"0"-15,0 0-53 16,81-18-46-16,-55 14-12 15,3 0-20-15,1-3-21 16,-1 2-82-16,0-2-151 16,-3-4-247-16</inkml:trace>
  <inkml:trace contextRef="#ctx0" brushRef="#br0" timeOffset="21008.03">25193 4010 883 0,'0'0'33'16,"0"0"71"-16,0 0-16 15,-55 92-27-15,42-53-21 16,4 1-3-16,3-1-22 15,5-2 10-15,1-3-23 16,0-2 17-16,4-5-24 0,11-4 17 16,-2-3-19-1,2-3 9-15,2-6-17 0,0-1-43 16,-3-7-56 0,2-3-74-16,-4 0-74 0,0-1-270 15</inkml:trace>
  <inkml:trace contextRef="#ctx0" brushRef="#br0" timeOffset="21259.93">25350 4193 837 0,'0'0'56'16,"0"0"106"-16,0 0-48 15,0 0-40-15,50 86-20 16,-36-63-6-16,0-2-26 16,1-2 0-16,0-2-25 15,-3-5 16-15,0-1-21 16,-3-5 15-16,-1-2-48 16,-4-3-24-16,-2-1-66 15,1 0-51-15,-3-7-45 16,0-6-203-16</inkml:trace>
  <inkml:trace contextRef="#ctx0" brushRef="#br0" timeOffset="21441.49">25486 4225 701 0,'0'0'86'0,"0"0"47"15,0 0 13-15,-64 86-79 0,50-61-28 16,1-2-35-16,1-4 9 15,4-4-20-15,2-2-4 16,-3-5-47-16,6-5-54 16,1-3-115-16,2 0-210 15</inkml:trace>
  <inkml:trace contextRef="#ctx0" brushRef="#br0" timeOffset="21767.69">25554 3989 812 0,'0'0'129'15,"0"0"54"-15,78 74-73 16,-49-39-22-16,-5 4-15 15,-2 2-14-15,-3 1-19 16,-2-1-3-16,-5-1-19 16,-3-2 12-16,-4-6-31 15,-2-1 23-15,-3-2-31 16,0-4 22-16,0-3-17 16,-15-3-12-16,-1-4-32 15,-2-3-36-15,-1-3-75 16,-1-7-108-16,4-2-146 15</inkml:trace>
  <inkml:trace contextRef="#ctx0" brushRef="#br0" timeOffset="21990.47">26048 4359 1037 0,'0'0'129'16,"0"0"31"-16,0 0-103 16,89-16-20-16,-80 15-21 15,-5-1-7-15,-4 1-32 16,0-4-34-16,-4 2-101 16,-12-4-146-16,-1-3-153 15</inkml:trace>
  <inkml:trace contextRef="#ctx0" brushRef="#br0" timeOffset="22151.94">25988 4204 1001 0,'0'0'100'0,"0"0"19"16,0 0-57-16,0 0-32 15,76-7-25-15,-50 2-21 16,-3-2-71-16,1-4-166 15,-2-3-315-15</inkml:trace>
  <inkml:trace contextRef="#ctx0" brushRef="#br0" timeOffset="22887.43">26664 4144 599 0,'0'0'130'0,"0"0"24"16,0 0-73-16,0 0 9 16,0 0-36-16,-30 6-51 15,7 7 0-15,-2 2-3 0,1 2 9 16,3-2-14-1,6 0 14-15,3-1-18 16,8-3 20-16,4-1-23 0,0-4 16 16,7 1-20-16,13-1 6 15,5-1 3-15,4 2 4 16,3-2 7-16,-2 2-1 16,-1 1 11-16,-6 1-5 15,-6 2 18-15,-10-2-3 16,-7 2 40-16,0 1-18 15,-4-1 15-15,-18 1-38 16,-2 0-13-16,-2-1-6 16,2-3-2-16,3-4 0 15,4 0-12-15,7-4 1 16,4 0-38-16,6 0 2 16,0-4-53-16,3-10-35 15,17-4-90-15,7-4-32 16,5-3-117-16</inkml:trace>
  <inkml:trace contextRef="#ctx0" brushRef="#br0" timeOffset="23064.72">26926 4256 545 0,'0'0'147'0,"0"0"34"15,17 87-34-15,-11-59-39 16,0-1-37-16,-2-4-44 15,-1-7-28-15,-1-3 10 16,-2-8-43-16,0-5-58 16,-6 0-129-16,-9-9-294 0</inkml:trace>
  <inkml:trace contextRef="#ctx0" brushRef="#br0" timeOffset="23222.2">26861 4056 1030 0,'0'0'47'0,"0"0"36"16,0 0-64-16,0 0-31 15,0 0-34-15,0 0-100 16,17 26-131-16,-7-13-244 16</inkml:trace>
  <inkml:trace contextRef="#ctx0" brushRef="#br0" timeOffset="23569.13">27142 4314 773 0,'0'0'214'15,"0"0"-40"-15,0 0-45 16,0 0-56-16,0 0-6 16,0 0-37-16,54 49 9 15,-51-49-20-15,-2-8 10 16,2-8-9-16,2-8-18 15,1-2-15-15,3 1-24 16,0 0 1-16,4 5-4 16,0 6 15-16,1 7-29 15,1 6 43-15,-2 1-11 16,-2 1 17-16,-1 15-4 16,-1 3 13-16,0 3 5 15,-1-1 3-15,0 2 8 16,-2-2-17-16,2-5 11 0,-2-1-19 15,0-6 16 1,0-3-35-16,-2-3-33 0,3-3-123 16,-4 0-67-16,0-2-149 15</inkml:trace>
  <inkml:trace contextRef="#ctx0" brushRef="#br0" timeOffset="23855.65">27531 4106 976 0,'0'0'194'0,"0"0"-47"15,0 0-41-15,75 91-48 16,-50-65-4-16,-2-4-21 15,1-2-20-15,-2-1-6 16,-2-4-9-16,-3-3 2 16,-4-2-36-16,-2-3-4 15,-3-4-44-15,-2-3-26 16,-3 0-90-16,-2 0-96 16,1-13-196-16</inkml:trace>
  <inkml:trace contextRef="#ctx0" brushRef="#br0" timeOffset="24040.95">27739 4107 952 0,'0'0'81'16,"0"0"84"-16,-85 91-34 0,50-50-65 16,2 0-24-16,2-4-33 15,4-4 1-15,7-9-32 16,4-5-36-16,3-5-112 15,3-8-157-15,1-6-338 16</inkml:trace>
  <inkml:trace contextRef="#ctx0" brushRef="#br0" timeOffset="26139.79">28352 4327 779 0,'0'0'76'0,"0"19"52"0,0-6-27 16,0 2-21 0,0 2-31-16,0-2 20 0,0 0-36 15,0-1-5-15,0-3-33 16,0-1 12 0,-5-5-17-16,-2 0-52 0,-5-2-74 15,1-3-149-15,0 0-218 16</inkml:trace>
  <inkml:trace contextRef="#ctx0" brushRef="#br0" timeOffset="28582.71">28839 4146 842 0,'12'0'79'0,"-2"0"52"15,7-2-31-15,-1-1-51 16,3-1 2-16,-3 1-42 15,1 2-2-15,-2-1-4 16,-1 0-16-16,-2 0-42 16,-1-2-55-16,-2 2-67 15,-5-2-90-15,-1 2-145 16</inkml:trace>
  <inkml:trace contextRef="#ctx0" brushRef="#br0" timeOffset="28861.92">29157 3999 825 0,'0'0'44'0,"0"0"22"0,0 0 31 15,0 0-10-15,0 0-37 16,9 56-3-16,-5-44-47 16,1 3 12-16,-3-5-13 15,0-2-9-15,2-2-43 16,-4-3-43-16,0-3-65 16,0 0-99-16,0 0-191 15</inkml:trace>
  <inkml:trace contextRef="#ctx0" brushRef="#br0" timeOffset="29092.43">29270 3983 749 0,'0'0'85'0,"0"0"73"16,0 0-22-16,27 83-63 15,-14-62-28-15,-3-2-14 16,-1-4-27-16,1-2 6 16,-6-1-46-16,-4-6-31 15,0-2-80-15,0-3-76 16,-7-1-172-16</inkml:trace>
  <inkml:trace contextRef="#ctx0" brushRef="#br0" timeOffset="29370.82">29053 4001 773 0,'0'0'118'0,"81"-25"70"16,-31 13-26-16,1 0-89 16,2 3-23-16,-5 1-24 15,-6 3-20-15,-6 3-1 16,-8 2-38-16,-7 0-55 16,-9 0-142-16,-6 0-116 15,-6 0-346-15</inkml:trace>
  <inkml:trace contextRef="#ctx0" brushRef="#br0" timeOffset="29726.5">29241 4327 919 0,'0'0'113'15,"0"0"27"-15,101-31-17 16,-65 22-91-16,-1 2-5 16,-5 3-33-16,-4 1-12 15,-8 2-74-15,-6 1-93 16,-6 0-140-16,-6 0-257 16</inkml:trace>
  <inkml:trace contextRef="#ctx0" brushRef="#br0" timeOffset="30120.94">29369 4442 892 0,'0'0'-3'0,"0"0"50"16,0 0 20-16,0 0-5 15,0 0-11-15,0 0-20 16,39 39-9-16,-30-31-16 16,0 3 13-16,-2 0-22 15,-3-1 26-15,-1 4-18 16,0-2 14-16,-3 1-25 16,3-1 21-16,-2-2-14 0,4-3-1 15,-2-1 2-15,5-2-4 16,-2 0 7-16,4-4-9 15,0 3 19-15,-3-3-25 16,5 0 25-16,1 0-27 16,1 0 21-16,4 0-31 15,-1-7-8-15,5-1-64 16,-3 0-85-16,-1-3-91 16,1-1-244-16</inkml:trace>
  <inkml:trace contextRef="#ctx0" brushRef="#br0" timeOffset="30624.06">29914 4131 459 0,'0'0'110'0,"0"0"61"16,0 0-64-16,0 0 12 15,0 0-20-15,-10 19 3 16,-2-4-45-16,-5 2-11 16,1 2-9-16,-3 0-5 15,2 0-4-15,5-3-13 16,2-5 10-16,3 0-28 15,4-1 20-15,3-2-29 16,0-4 24-16,7-1-25 16,9 0 23-16,1-2-15 15,4-1-3-15,-3 0-4 16,-1 0-32-16,-3 0-44 16,-5 0-62-16,-5 0-72 15,-4 0-169-15</inkml:trace>
  <inkml:trace contextRef="#ctx0" brushRef="#br0" timeOffset="31373.87">29316 4442 248 0,'0'0'14'15,"0"0"29"-15,0 0-4 16,0 0-14-16,0 22-1 16,-2-20 1-16,1 1-13 15,1-2 23-15,0-1 21 0,0 0 15 16,0 3-19 0,0-3 30-16,0 0-18 15,0 0 18-15,0 0 4 16,0 0 2-16,3 0-8 15,4 0-10-15,3 0-6 16,0 0-21-16,2 0 4 0,-5-4-36 16,3-1 17-1,-4 4-35-15,0-2 21 0,0 2-24 16,1-2 8-16,-2 0-44 16,3 0-59-16,-1-5-81 15,-1 0-220-15</inkml:trace>
  <inkml:trace contextRef="#ctx0" brushRef="#br0" timeOffset="33645.83">29814 4437 493 0,'0'0'119'16,"0"0"21"-16,9 0-12 16,5 0 25-16,4 0-45 15,2-6-19-15,3 0-44 16,-4-1-21-16,1 2-17 16,0-1-8-16,-1 1-15 15,1 1-73-15,0-1-23 16,-4 1-121-16,1-2-171 15</inkml:trace>
  <inkml:trace contextRef="#ctx0" brushRef="#br0" timeOffset="34269.42">30317 4119 792 0,'0'0'72'16,"0"0"41"-16,0 0 9 15,0 0-23-15,0 0 6 16,91 18-50-16,-62-5 10 15,0 3-39-15,-2 1 3 16,-4 0-12-16,-1 0-7 16,-5 0-1-16,-4-4-10 15,-3 1 10-15,-1-4-25 16,-3-2 8-16,-1-3-43 16,-3-1 6-16,-1-1-65 15,-1-3-15-15,0 0-88 16,0 0-50-16,0-6-258 15</inkml:trace>
  <inkml:trace contextRef="#ctx0" brushRef="#br0" timeOffset="34478.83">30564 4089 737 0,'0'0'96'0,"0"0"76"15,-74 96-60-15,50-64-42 16,-1-2-62-16,6-5 11 16,5-5-32-16,2-5-14 15,5-4-72-15,4-6-75 16,3-5-88-16,0 0-231 16</inkml:trace>
  <inkml:trace contextRef="#ctx0" brushRef="#br0" timeOffset="35178.81">30962 4039 468 0,'0'0'92'0,"0"0"37"15,0 0 2-15,0 0-49 16,0 0 3-16,-27 21-33 15,9-7-11-15,-2 1-26 16,0 2 8-16,1-2-5 16,-1 1 4-16,4-1-4 15,3-2-14-15,8-4 14 16,3-1-22-16,2-1 17 16,0-3-17-16,13-1 23 15,6-2-21-15,7-1 21 16,3 0-15-16,1 0 1 0,-4-5-30 15,-3 1-53 1,-6 1-61-16,-8 3-116 0,-5 0-155 16</inkml:trace>
  <inkml:trace contextRef="#ctx0" brushRef="#br0" timeOffset="35448.94">30789 4382 833 0,'0'0'54'0,"0"0"110"15,0 0-63-15,0 0-6 16,84 0-48-16,-58 0-10 15,-2 0-47-15,-1 0 1 16,0-4-88-16,-5-1-41 16,-1-2-135-16,-5-4-278 15</inkml:trace>
  <inkml:trace contextRef="#ctx0" brushRef="#br0" timeOffset="35877.49">31469 3904 879 0,'0'0'63'0,"0"0"45"15,0 0-50-15,-17 81-35 16,13-64-20-16,1-5 4 16,1-2-46-16,-1-6-36 15,3-2-121-15,0-2-103 16</inkml:trace>
  <inkml:trace contextRef="#ctx0" brushRef="#br0" timeOffset="36084.11">31560 3869 716 0,'0'0'67'16,"0"0"65"-16,0 0 6 15,28 83-56-15,-21-63-33 16,-1-1-38-16,0-4 0 0,-2-3-35 16,0-5-33-16,-4-4-105 15,0-3-95-15,0 0-309 16</inkml:trace>
  <inkml:trace contextRef="#ctx0" brushRef="#br0" timeOffset="36317.6">31388 3869 993 0,'0'0'110'16,"90"-31"-5"-16,-40 18-95 15,-5 3 18-15,-3 4-35 16,-9 3-10-16,-11 3-117 16,-8 0-143-16,-8 5-301 15</inkml:trace>
  <inkml:trace contextRef="#ctx0" brushRef="#br0" timeOffset="36608.08">31430 4205 950 0,'0'0'110'16,"78"-27"51"-16,-32 14-96 16,-5-2-22-16,-5 5-53 15,-9 1 22-15,-4 5-73 16,-11 2-75-16,-7 2-110 16,-5 0-183-16</inkml:trace>
  <inkml:trace contextRef="#ctx0" brushRef="#br0" timeOffset="36994.03">31508 4351 710 0,'0'0'178'16,"0"0"7"-16,82-12-76 16,-53 9-51-16,-7 1-16 15,-6 2-33-15,-9 0 5 16,-5 8-23-16,-2 6 18 16,0 4-20-16,-9-1 27 15,0 1-25-15,2-4 18 16,3-2-13-16,4-1 2 15,0-5 2-15,0 1-4 0,8-3 10 16,4-1-12-16,8 0 20 16,-1-3-23-16,4 0 24 15,2 0-31-15,0-8 19 16,0-3-55-16,1-2-46 16,-3-3-93-16,-3 1-183 15</inkml:trace>
  <inkml:trace contextRef="#ctx0" brushRef="#br0" timeOffset="44073.26">23962 425 177 0,'0'7'0'0,"0"1"34"0,0 1-13 15,0 3-1-15,0 0 41 16,0 2 5-16,0 1-24 16,-1-2-19-16,-2 2-8 15,-2 1 2-15,2 0 9 16,2-1 4-16,0 1 4 15,1 1-12-15,0-3 0 16,0 4-18-16,0 0 13 16,0 1-10-16,0 0 3 15,0 3 0-15,0 1-1 16,0 1-2-16,0 0-6 16,0 0 2-16,0-1-6 15,0 0 10-15,0 1-13 16,0 1 16-16,0-1-13 15,0 0 33-15,0 2 14 16,0 1-36-16,0-1-6 16,0 0-2-16,2-1 0 15,0-2-1-15,1-1 2 16,-2-3-10-16,1-1 7 16,1-1-12-16,0-3 21 15,-2 1-15-15,2 0 13 16,1 2-10-16,-1-1 7 0,1 0 0 15,-1 3 0-15,0 2 0 16,-1 1-4-16,1-1 6 16,-3 1-8-16,0-1 10 15,0-1-12-15,0-3 15 16,1 1-17-16,0-5 13 16,1 0-9-16,1 1 5 15,0 1 0-15,1 3-1 16,2 3 1-16,-2 0-5 15,-1 5 12-15,-2 2-12 16,2 1 11-16,-3-1-13 16,0-2 16-16,0 3-17 15,0-1 13-15,0-2-7 16,0 1 1-16,0 2 1 16,0-1 5-16,0 1 3 15,0-1-12-15,0 1 8 16,0-1-11-16,0 1 14 15,0-3-14-15,0 2 13 16,0-1-14-16,0 0 11 16,0 1-5-16,0-3 2 15,0 2-2-15,0 1 1 16,-3-2 3-16,0 0-10 16,1-2-2-16,-1 0-10 15,0-1-6-15,0 3-26 16,0-2 22-16,2 1-7 15,-1-2 31-15,-1 2 5 0,0 0-1 16,1 0 0 0,0-4 0-16,1 1 3 0,1-2-7 15,0-3 13-15,0 1-16 16,0-3-13-16,0-1-23 16,0 1 17-16,0 0 14 15,-3 1 14-15,1 0-1 16,1 1 14-16,-1-1-2 15,1 2-15-15,1-2 6 16,-3 0-22-16,0 1 14 16,2-2-20-16,-1-1 37 15,0 3-12-15,-1 0 4 16,1 0-7-16,-1 2 4 16,2 1 0-16,-1 3 6 15,1-4 20-15,-1 0 21 16,2-6-7-16,0-3-41 15,0-4 7-15,0-5-29 16,0-1-13-16,0 0-22 16,2 0 4-16,-2-7-54 15,0-8-205-15</inkml:trace>
  <inkml:trace contextRef="#ctx0" brushRef="#br0" timeOffset="48242">20792 2162 142 0,'-1'0'41'16,"-1"0"-39"-16,-1 2 7 0,-1 0-12 15,-1 3 11 1,3-3 12-16,-4 3 53 0,3-3 2 16,2 1-11-16,-1-3-23 15,2 1-35-15,0-1 21 16,0 0-2-16,0 0 2 16,0 0-24-16,0 0 16 15,0 0-10-15,0 0 8 16,6 1-1-16,2 1-7 15,0-2-3-15,-1 1-12 16,2 0 14-16,1 1-14 16,-1-2 31-16,2 1-22 15,0-1 10-15,3 0-20 16,0 0 11-16,1 0-5 16,2 0 0-16,-1 0 2 15,2 0-3-15,0 0 6 16,2-1-11-16,0-2 15 15,-1 2-17-15,1-1 22 16,0 0-22-16,1 2 18 16,-1-4-16-16,0 1 9 15,0 0 0-15,2 1-4 16,0-1 3-16,-3 0-4 16,2 2 8-16,-1-2-13 15,-1 3 14-15,3-1-19 16,-2 0 25-16,-1-2-22 15,-1 3 19-15,0-3-15 16,1 2 9-16,-1-2-6 0,-2 2 5 16,1-2-2-1,3 1-4-15,0 1 10 16,1-2-13-16,1 2 15 0,4 1-16 16,0 0 19-16,3 0-21 15,1 0 20-15,2 0 24 16,1 0-12-16,0 0-18 15,4-3-3-15,0 1 2 16,-1-1-6-16,0 0 11 16,3-1-14-16,-1 1 19 15,1 0-18-15,-2 0 15 16,-1 1-18-16,-1 0 14 16,1 2-9-16,-4 0 3 15,1 0 1-15,-1 0-1 16,-2 0 3-16,1 0-9 15,-2 0 13-15,-2 0-15 16,0 0 20-16,-1 0-21 16,0 0 20-16,0 0-20 15,-2 0 15-15,-1 0-9 16,-2 0 3-16,2 0 1 16,-4-2-3-16,1 2 7 15,0 0-13-15,-1 0 15 16,3 0-15-16,-1 0 21 15,-1 0-23-15,1 0 20 16,2 0-18-16,1 0 12 16,0 0-3-16,2 0 0 15,1 0 1-15,-2 0-4 16,2 0 5-16,0 0-8 16,0 0 11-16,0 2-13 15,2 0 19-15,1-2-23 16,2 2 22-16,2-2-19 15,-1 2 11-15,0-2-4 16,1 1 1-16,0 2 2 16,-3-2-6-16,1 4 9 0,0-2-12 15,0 1 15-15,-1-2-17 16,3 0 20-16,0-2-21 16,3 0 23-16,-1 0-18 15,2 0 12-15,-3 0-2 16,1 0 1-16,-2 0-1 15,-1 0-6-15,-3 1 8 16,1 3-13-16,-1 0 15 16,0 2-17-16,0-2 19 15,1 0-19-15,-1-2 15 16,0 1-9-16,-1 0 3 16,0 0-1-16,-1-2 0 15,0 2 5-15,0 0-9 16,-2-1 12-16,2 1-15 15,0 1 19-15,3-3-19 16,-2 2 19-16,1-2-21 16,0-1 17-16,2 2-10 15,-2-1 3-15,2-1 0 16,-2 3-2-16,1-3 6 16,-2 3-11-16,1-1 13 15,-1 0-14-15,3-1 19 16,-1 0-21-16,0 1 20 0,1-2-19 15,1 1 14 1,-1-1-6-16,-1 0 2 16,3 1 4-16,-3 1 2 0,3-1 4 15,-3 2-15 1,1-1 13-16,2-1-20 0,0 2 25 16,-1-3-25-16,-1 1 21 15,1-1-18-15,0 0 9 16,1 0-3-16,-3 0 3 15,3 1-1-15,-1 1 1 16,2-2 8-16,-2 0-13 16,3 0 13-16,-3 0-17 15,1 0 22-15,1 0-24 16,0 0 22-16,-2 0-21 16,0 0 13-16,4 0-5 15,-4 0 1-15,4 0 0 16,-1 0-3-16,2 0 6 15,0-3-9-15,2 0 17 16,-1 1-19-16,1-1 24 16,1 0-25-16,2 0 22 15,1 0-16-15,2 2 8 16,1-3 1-16,2 1-4 16,2 1 0-16,-3-3-6 15,2 4 11-15,-2-3-15 16,1 1 17-16,-3 2-20 15,0 1 22-15,-1-2-24 16,0 2 19-16,0-1-12 16,-2 0 5-16,2 0 1 15,-2-1-1-15,-1-1 2 16,3 1-8-16,-2-3 13 16,-1 3-16-16,0-2 20 0,1 1-20 15,-2 1 21 1,-4-1-22-16,0-1 17 0,-2 1-11 15,-4 0 4-15,-4 0 1 16,-2 1-2-16,-2-1 5 16,-6 0-10-16,-5 2 14 15,-6 0-17-15,-4-1 21 16,-2 1-20-16,0 1-7 16,-14 0-72-16,-12 0-193 15</inkml:trace>
  <inkml:trace contextRef="#ctx0" brushRef="#br0" timeOffset="53165">24075 2169 183 0,'0'-4'39'0,"1"1"22"15,1-2-21-15,1 0-4 16,-1-1 12-16,1-1 8 16,0-1-16-16,0 1 17 15,2-1-14-15,-1 0 1 16,-1 0-20-16,-1 1 28 15,0-1-21-15,-1 2-7 16,-1 0-17-16,0-1-4 0,2 0 2 16,-2-1 0-16,3-1 9 15,0-2-11-15,3 1 6 16,-2-1-15-16,3-1 19 16,0 2-20-16,0-3 17 15,1 1-11-15,2 0 9 16,-5 1-2-1,3 1-3-15,-2-1 0 0,1-1-5 16,-2 2 8-16,1-3-11 16,2 1 13-16,-1 0-16 15,1 0 19-15,0 1-21 16,-3 0 17-16,1 1-11 16,3 4 4-16,-3-3 1 15,-2 2-2-15,2-2 3 16,-2 3-4-16,1 0 6 15,1-5-9-15,-1 1 13 16,1 0-15-16,1-1 16 16,0 3-17-16,0-3 15 15,-1 3-11-15,0 2 5 16,0-3-1-16,0 3 0 16,1-2 2-16,-2 0-6 15,3 0 10-15,-1 0-12 16,0-1 16-16,2-1-17 15,0 1 17-15,-2-4-19 16,3 4 15-16,-2-1-9 16,1-1 3-16,0 3 0 15,1 0-2-15,-1 0 6 0,-2 0-10 16,1-1 13 0,0 3-14-16,-2-3 17 0,1 1-18 15,0 2 18-15,1-2-19 16,-2 2 13-1,2-1-6-15,-1 1 3 0,1 1 0 16,3 0-4-16,-3 1 9 16,1-3-12-16,0 4 13 15,-2 0-13-15,-1 0 17 16,0-1-16-16,-1 3 14 16,-1-1-14-16,1 2 8 15,1-4-3-15,1 4 4 16,1-4 5-16,3 1 0 15,-3 1 9-15,4-1-7 16,-2 0 8-16,2 2-23 16,-1 0 22-16,1-1-23 15,-1 0 26-15,4-2-19 16,1 4 7-16,1-4-3 16,0 1-2-16,1 0-1 15,-1 0-4-15,-4 1 10 16,2-2-17-16,-3 4 18 15,-2 0-19-15,0 0 22 16,-2 0-24-16,0 0 20 16,-2 0-15-16,3 0 8 15,-2 0-1-15,0 0-2 16,4 0 4-16,-3 0-9 16,4 0 13-16,-4 0-14 0,2 0 18 15,-1 0-21 1,-2 0 22-16,1 4-22 15,-1-4 19-15,-3 1-10 0,2 2 5 16,0-2 0-16,-2 0-1 16,0 2 3-1,3-1-9-15,-1 2 11 16,0 0-15-16,0 0 19 0,2 0-21 16,0 1 21-16,-3-1-22 15,4 0 18-15,0 0-11 16,-1 2 3-16,3-2 2 15,-4-1-3-15,4 0 5 16,-3 1-12-16,-1 0 18 16,0-1-21-16,0 1 23 15,-3-2-21-15,1 2 19 16,-1 0-20-16,1 2 14 16,-1 1-6-16,3-2 2 15,-3 2 1-15,4-2-4 16,-3 1 8-16,1 0-14 15,3-2 19-15,-3 0-20 16,-1 0 24-16,0 1-26 16,-1 1 23-16,2-1-19 15,-3 0 11-15,1 2-4 16,0 0 1-16,2 0 1 16,0-2-4-16,0 2 7 15,2-3-13-15,0 0 19 16,-3 2-24-16,3-1 26 15,-1 1-26-15,0 0 21 16,-1 3-14-16,0 0 8 0,0-1-7 16,2 2 6-1,-1-1 5-15,1 1-10 0,-1 1 10 16,1-1-12-16,0-1 15 16,-1 1-17-1,2-1 23-15,-2 0-25 0,0 0 20 16,0 1-15-16,-1-2 7 15,1 1 0-15,-1 1 4 16,0-2-2-16,-3 0-8 16,2 1 12-16,-2 1-16 15,2-1 16-15,0 0-15 16,0 1 19-16,-1-1-22 16,0-1 18-16,4 0-11 15,-4 2 4-15,2-1 0 16,-1 0 0-16,0 1 4 15,1 2-10-15,0-3 13 16,-1 2-16-16,4 1 21 16,-3-1-22-16,1 1 21 15,3-2-21-15,-4 0 16 16,2 0-9-16,0 1 3 16,1 0 1-16,-3 1-3 15,2-2 6-15,-2 3-9 16,-1-1 14-16,4-1-20 15,-3 1 25-15,-1 0-26 16,3-1 26-16,0 1-26 16,-1 1 17-16,1-4-7 15,-2 2 1-15,0-1 2 16,2 0-3-16,-2 1 7 16,-2 0-13-16,1 2 18 15,-1-3-21-15,3 1 26 16,-1 0-28-16,-1 0 26 0,0-3-23 15,1 2 11 1,0 0-1-16,0-2 2 16,-3 1-1-16,2-3-7 0,-1 4 12 15,-1-3-13-15,0 1 18 16,0-1-23-16,0 1 27 16,1 1-27-16,-1 2 23 15,0 0-21-15,3 1 13 16,-3 0-2-16,2-1-4 15,1 1 7-15,1 0-9 16,-2-2 11-16,0 2-16 16,0-2 21-16,1-1-22 15,-2 2 25-15,1-1-27 16,0 1 23-16,-2-1-17 16,3 3 8-16,-3-1-3 15,1 0 0-15,2-1 5 16,1 0-8-16,-1-2 10 15,-1 0-14-15,1-2 21 16,0 0-22-16,1 1 22 16,-1-4-24-16,0 1 20 15,0 0-12-15,-1 1 4 16,2 0 1-16,-2-1-3 16,1 1 6-16,-2 2-11 15,0-1 15-15,2 1-17 16,3 0 21-16,-4 0-23 15,3 1 23-15,-1-3-23 16,1 1 18-16,3 0-10 16,-4-2 1-16,0 1 3 0,2-2-7 15,0 0 8-15,-4 3-11 16,1-3 17-16,1 1-19 16,-1 1 23-16,1-1-24 15,-1 2 22-15,0-3-20 16,1 0 13-16,0 0-6 15,1 0 1-15,-3 0 2 16,4 2-6-16,-3 0 12 16,-1-2-17-16,3 1 18 15,-2 1-30-15,-1-1 30 16,1-1-25-16,0 0 26 16,-2 0-15-16,1-2 8 15,0 4-2-15,1-3 0 16,0 0 4-16,-2-1-7 15,1 1 10-15,-1 1-16 16,2 0 20-16,1-3-21 16,-1 2 24-16,-1 2-24 15,3-1 20-15,0 0-16 16,-2-1 2-16,1 1 2 16,1-2-4-16,-3 3 6 15,2-3-5-15,-1 1 10 16,-1-2-16-16,0 1 22 15,1 2-20-15,0-2 22 16,0 0-22-16,-4 2 18 16,3-2-12-16,1 1 3 15,-3 0 2-15,1 1-1 16,-1 1 3-16,4-5-10 16,-1 3 12-16,0-2-18 0,-1 1 22 15,1 1-22 1,0-2 20-16,0 0-17 0,-2 2 15 15,0-1-9 1,1 1 3-16,-1-2 1 0,2-1-1 16,-2 3 3-16,2-3-10 15,0 1 16-15,0 0-19 16,3 1 22-16,-1-1-26 16,-1 2 6-16,2-2-31 15,1 0 28-15,-2-1 6 16,1 0 2-16,0 0 5 15,-1 0-2-15,0 0 9 16,-1 0-11-16,-1 0 12 16,1 0-17-16,0 0 20 15,2 0-23-15,1 0 22 16,0 0-20-16,2 0 8 16,0-2-3-16,-1-1-13 15,-1 2-1-15,0-2 3 16,-4 3 10-16,1-1-2 15,-1-2 15-15,0 3-15 16,-1-1 25-16,2-2-16 16,1 1 13-16,-1 1-21 15,1-2 8-15,0 0-4 16,0 0-2-16,0 2 1 16,2-2-8-16,-3-2 10 15,2 1-9-15,-2-2 17 16,3 2-16-16,-3 0 20 15,1 2-21-15,0-2 17 16,-2 1-11-16,0 0 5 16,1-1 0-16,-1 0 2 0,1-1 7 15,-2-1-11 1,3 1 8-16,-1-3-15 0,0 3 18 16,3 0-19-16,-1-2 19 15,0 4-19-15,-2-5 18 16,2 3-14-16,-2-2 6 15,-1 2 0-15,0-1-3 16,2 1 6-16,-2-4-13 16,3 2 16-16,-2-1-17 15,3-2 19-15,0 1-18 16,-1 0 15-16,-1 0-18 16,1 3 16-16,-3-1-8 15,0 0 7-15,0 0 2 16,2 1-4-16,-2-2 3 15,0-1-10-15,1 1 14 16,0-3-17-16,0-1 19 16,2 1-19-16,-2-2 20 15,2 2-19-15,-2-1 11 16,-1 1-4-16,0 1 2 16,2 0-1-16,-1 1 3 15,1-3 2-15,-1 3-11 16,-1-2 16-16,2 1-19 15,-1 0 20-15,-1-2-19 16,-1 2 18-16,2-1-14 16,-2 0 6-16,0 0-2 15,1-1 2-15,-2 1 5 16,-1 3-7-16,0-3 6 16,0 3-10-16,-1 1 15 15,0-3-11-15,1 2 21 16,0-4-26-16,0 0 14 0,1-1-12 15,2-2 6-15,-2 1-1 16,2 1 0-16,-3-1-1 16,1 2-4-16,-1-1 10 15,0 3-10-15,3-1 26 16,-3 1-22-16,0 2 18 16,0 0-24-16,0 1 19 15,0 2-7-15,-1-1 7 16,-1 2-2-16,1 0-2 15,1 0-4-15,0 0-10 16,0 0 14-16,0 1-19 16,1-1 19-16,3 0-17 15,-4 0 25-15,1 1-14 16,-1-1 17-16,-1 1-17 16,0 2 0-16,0-1-1 15,-2 1-3-15,0 1 5 16,0-1-12-16,0 0-5 15,0-1-64-15,-4 1-77 16,-12-1-221-16</inkml:trace>
  <inkml:trace contextRef="#ctx0" brushRef="#br0" timeOffset="54288.88">25558 2511 806 0,'0'8'43'0,"1"3"47"0,1 1-28 16,-1 2-4-16,1 1 7 15,1-1-35-15,0-1-5 16,-2 0-23-16,1-1 16 16,1-2-24-16,0-2 17 15,0 0-20-15,-1-5 6 16,1-2-62-16,0-1-75 15,0 0-72-15,-3 0-168 16</inkml:trace>
  <inkml:trace contextRef="#ctx0" brushRef="#br0" timeOffset="54534.26">25665 2535 764 0,'0'0'96'0,"0"0"31"15,0 0-11-15,0 0-60 16,0 79-30-16,0-68-17 16,0-2-5-16,2-2-7 15,-1-2 5-15,-1 0-52 16,0-4-55-16,0 0-93 15,0-1-67-15,-4 0-245 16</inkml:trace>
  <inkml:trace contextRef="#ctx0" brushRef="#br0" timeOffset="54803.91">25425 2540 936 0,'0'0'54'0,"0"0"127"15,80-13-66-15,-44 6-74 16,2 1-23-16,3-1-13 15,-3 1 1-15,-4 0-60 16,-6 0-127-16,-7 1-276 16</inkml:trace>
  <inkml:trace contextRef="#ctx0" brushRef="#br0" timeOffset="56062">24886 2199 682 0,'0'0'22'0,"0"0"55"15,0 0-33-15,-5 82-34 16,5-61-6-16,0-2 1 15,3-2-3-15,4-2-18 16,3-2-47-16,-2-1-143 16,-2-2-185-16</inkml:trace>
  <inkml:trace contextRef="#ctx0" brushRef="#br0" timeOffset="56682.67">24790 2700 624 0,'0'0'18'0,"0"0"54"16,0 0-2-16,0 0-34 15,0 78-22-15,0-69-5 16,0-1-13-16,0-4-5 15,4-4-52-15,-1 0-39 16,-2 0-112-16,-1-2-145 16</inkml:trace>
  <inkml:trace contextRef="#ctx0" brushRef="#br0" timeOffset="56879.7">24790 2700 615 0,'49'24'132'0,"-47"-3"-9"0,3-2-43 15,-2-3-22-15,0-1-50 16,0-5 3-16,0-2-23 16,-3-2-35-16,0-2-78 15,0-3-73-15,0-1-177 16</inkml:trace>
  <inkml:trace contextRef="#ctx0" brushRef="#br0" timeOffset="57111.8">24665 2689 842 0,'0'0'118'16,"0"0"27"-16,108-37-109 15,-68 27-23-15,-4 5-13 16,-4 1-27-16,-6 4-56 16,-7 0-109-16,-7 0-162 15</inkml:trace>
  <inkml:trace contextRef="#ctx0" brushRef="#br0" timeOffset="57440.6">24801 2966 760 0,'0'0'74'16,"0"0"46"-16,100-53-60 15,-72 38-55-15,-5 4 3 16,-6 6-27-16,-7 2-82 16,-7 3-78-16,-3 0-125 15</inkml:trace>
  <inkml:trace contextRef="#ctx0" brushRef="#br0" timeOffset="57801.13">24846 3083 632 0,'0'0'41'0,"0"0"58"15,0 0-20 1,0 0-36-16,0 0 22 0,0 0-43 15,80 9-13-15,-80 5 10 16,0 1 4-16,0 0-9 16,0 0-8-16,-5-1 13 15,2-5 12-15,2-1 2 16,1-3-33-16,0-1 14 16,4-4-8-16,7 0 19 15,4 0-21-15,2 0 5 16,-2-2-6-16,1-5-6 15,-2-1-27-15,-2-1-95 16,-4-3-159-16,0 5-343 16</inkml:trace>
  <inkml:trace contextRef="#ctx0" brushRef="#br0" timeOffset="58757.79">26468 2100 537 0,'0'0'116'16,"0"0"0"-16,0 0-5 16,0 31-32-16,4-10-13 15,0 2-39-15,1-3-9 16,-2 2-18-16,3-3 3 16,-3-4-8-16,2-1-57 15,1-4-89-15,-5 0-148 16</inkml:trace>
  <inkml:trace contextRef="#ctx0" brushRef="#br0" timeOffset="59441.77">26360 2528 609 0,'0'0'105'0,"0"0"-18"16,0 0-22-16,0 0 4 15,0 0 26-15,27 0-6 16,-12-1-50-16,-1-3 1 16,-3 1-26-16,0 2 4 15,-4 1-26-15,-3 0 15 16,-3 0-13-16,-1 8-8 16,0 4-8-16,0 2 10 15,0 2 4-15,-1-3-9 16,-2 0 9-16,2-2-13 15,1-3 22-15,0-3-15 16,0 3 21-16,3-2-14 16,4-1 10-16,2 3-2 0,-1-3 6 15,-1 1 7 1,-2 3 2-16,-2 0 13 16,-3 1-10-16,0-2 10 15,0 0-27-15,-5 1 16 16,-5-5-25-16,0 2 9 0,0-3-34 15,1-2-21-15,1-1-13 16,-1 0-43-16,5 0-66 16,-2 0-62-16,3 0-148 15</inkml:trace>
  <inkml:trace contextRef="#ctx0" brushRef="#br0" timeOffset="59684.05">26623 2551 507 0,'0'0'111'0,"0"0"19"16,0 0-36-16,0 0 12 15,5 82-41-15,-5-66-42 16,1-3-24-16,-1-2 6 15,0-6-21-15,0-2-36 16,0-3-85-16,0 0-36 16,0-6-201-16</inkml:trace>
  <inkml:trace contextRef="#ctx0" brushRef="#br0" timeOffset="59863.87">26623 2551 591 0,'59'8'157'0,"-52"7"-21"16,1 5-27-16,0-4-19 0,-1 1-31 16,0-3-27-16,2-3-30 15,-3-3 3-15,-2-2-34 16,-2-6-38-16,-2 0-84 16,0 0-79-16,0 0-266 15</inkml:trace>
  <inkml:trace contextRef="#ctx0" brushRef="#br0" timeOffset="60044.82">26588 2538 768 0,'0'0'58'15,"0"0"45"-15,91-51-62 16,-52 33-35-16,0 2-7 15,-6 2-37-15,-4 4-169 16,-10 1-348-16</inkml:trace>
  <inkml:trace contextRef="#ctx0" brushRef="#br0" timeOffset="60363.49">26581 2741 788 0,'0'0'100'0,"0"0"-10"15,112-45-67-15,-77 30-29 16,-9 5-5-16,-10 4-123 16,-9 1-134-16,-4 5-314 15</inkml:trace>
  <inkml:trace contextRef="#ctx0" brushRef="#br0" timeOffset="60686.33">26611 2809 713 0,'0'0'53'0,"0"0"46"16,0 0-53-16,0 0-50 16,0 0 12-16,0 0-21 15,74 1-36-15,-74 17 26 16,-13 1 1-16,1-1 19 16,1-5 0-16,5 0 12 15,6-6 4-15,0-2-3 0,0-4-12 16,14-1 21-16,6 0-22 15,5-2 14 1,1-9-10-16,0-2-12 0,0-3-94 16,-7 1-267-16</inkml:trace>
  <inkml:trace contextRef="#ctx0" brushRef="#br0" timeOffset="61494.94">27259 2116 736 0,'0'0'109'16,"0"0"16"-16,0 0-1 15,39 69-82-15,-30-48-38 16,-3-2-1-16,-2 0-40 16,-1-1-90-16,-3-2-85 0,0 0-169 15</inkml:trace>
  <inkml:trace contextRef="#ctx0" brushRef="#br0" timeOffset="62014.99">27384 2535 761 0,'0'0'36'16,"0"0"89"-16,0 0-43 16,0 0-54-16,0 0-15 15,68 13-18-15,-68 6 12 16,0 2-16-16,0 4 20 15,-3-1-20-15,-3-2 21 16,0-3-17-16,0-2 23 16,6-4-7-16,0-5-9 0,0-3 1 15,3-1-2 1,9 0 9-16,0-4-15 0,2 0 11 16,-1 0-27-16,1 0-22 15,-2 0-106-15,-4-5-103 16,-1 1-257-16</inkml:trace>
  <inkml:trace contextRef="#ctx0" brushRef="#br0" timeOffset="62244.1">27675 2627 751 0,'0'0'36'16,"0"0"87"-16,0 0-27 15,0 77-89-15,0-61 5 16,0-2-18-16,0-7-60 16,0-5-56-16,0-2-76 15,0 0-187-15</inkml:trace>
  <inkml:trace contextRef="#ctx0" brushRef="#br0" timeOffset="62426.16">27823 2629 843 0,'0'0'82'0,"0"0"53"15,0 0-47-15,0 0-74 16,14 72 4-16,-11-63-45 15,0-5-69-15,-3-4-93 16,0 0-110-16</inkml:trace>
  <inkml:trace contextRef="#ctx0" brushRef="#br0" timeOffset="62671.58">27586 2598 1007 0,'0'0'129'0,"0"0"18"0,78 6-66 15,-42-6-34-15,7 0-30 16,-2-2-16-16,-2-11-2 15,-2-1-98-15,-8-2-170 16,-7-1-476-16</inkml:trace>
  <inkml:trace contextRef="#ctx0" brushRef="#br0" timeOffset="64664.77">24026 2227 466 0,'0'0'30'0,"-11"6"51"16,6-3-47-16,-1 1-31 16,2-1 7-16,-1 2-17 15,2-1-18-15,-2 3-23 16,-1-3-7-16,0 0-60 15,0 2-46-15,1-4-52 16</inkml:trace>
  <inkml:trace contextRef="#ctx0" brushRef="#br0" timeOffset="64863.96">23854 2414 458 0,'0'0'30'0,"0"0"3"15,0 0-21-15,0 0-30 16,0 0-46-16,0 0-16 16,-41 47-21-16,33-36-12 15</inkml:trace>
  <inkml:trace contextRef="#ctx0" brushRef="#br0" timeOffset="65031.73">23757 2544 415 0,'0'0'56'15,"0"0"-16"-15,0 0-31 16,0 0-64-16,0 0-34 15,0 0-103-15</inkml:trace>
  <inkml:trace contextRef="#ctx0" brushRef="#br0" timeOffset="65214.16">23757 2544 459 0,'-92'66'112'16,"87"-62"-2"-16,2-1-50 15,-2 3-27-15,0-2-22 16,1 2-15-16,-1-1 3 16,-1 3-53-16,0-5-61 15,0 1-106-15,0 0-72 16</inkml:trace>
  <inkml:trace contextRef="#ctx0" brushRef="#br0" timeOffset="65359.93">23571 2710 402 0,'0'0'29'0,"0"0"2"16,0 0-25-16,0 0-41 16,0 0-44-16,0 0-90 15</inkml:trace>
  <inkml:trace contextRef="#ctx0" brushRef="#br0" timeOffset="65698.97">23571 2710 222 0,'-93'87'-3'16,"88"-82"0"-16,0 2-24 15,2-2 10-15,0 0-21 16,2-1-26-16,-1-2 45 16,2 1 24-16,0-1 34 15,0 0 38-15,-3 0 9 16,1 0 15-16,-1 0-13 16,-1 0-20-16,1 0-37 15,-2 0-11-15,0 1-15 16,-3 1-7-16,1 0 5 15,-1 0-12-15,-3 3 8 16,1-3-14-16,-1 4-9 16,0-2-55-16,-1-2-51 15,1 2-61-15</inkml:trace>
  <inkml:trace contextRef="#ctx0" brushRef="#br0" timeOffset="65914.78">23256 2934 421 0,'0'0'56'16,"0"0"-1"-16,0 0-9 0,0 0-35 15,0 0-4-15,0 0-3 16,-45 14 2-16,37-13-13 16,0 2-4-16,0 0-7 15,-1-1 7-15,-3 3-47 16,1-2-11-16,-1 1-54 15,-1 0-14-15,4 0-24 16</inkml:trace>
  <inkml:trace contextRef="#ctx0" brushRef="#br0" timeOffset="66115.14">23076 2984 201 0,'0'0'102'16,"0"0"-6"-16,0 0-40 15,0 0-31-15,0 0-7 16,0 0 4-16,-45 1-19 15,33-1-1-15,3 0-9 16,-2 0-17-16,-1 0-7 16,1 3 18-16,-2-2 2 15,1-1 10-15,-1 2-12 16,3-2-9-16,-1 0-58 16,2 0-24-16,0 0-39 15</inkml:trace>
  <inkml:trace contextRef="#ctx0" brushRef="#br0" timeOffset="66426.86">22812 2998 222 0,'0'0'6'0,"0"0"19"0,0 0 17 15,0 0-26 1,0 0-4-16,0 0-14 15,-46-7 8-15,42 5-4 0,-2-2 13 16,2 4 3-16,-1 0-16 16,-1-1 0-16,-2-1-2 15,2 1-7-15,0 1-38 16,-1 0-10-16,0-3-37 16,0 2 45-16,0-3 15 15,1 0 22-15,-3 0-14 16,4-2 33-16,-3 0 15 15,2 2 10-15,-3 1 3 16,1-1-34-16,-1 3-31 16</inkml:trace>
  <inkml:trace contextRef="#ctx0" brushRef="#br0" timeOffset="66635.91">22587 2909 109 0,'0'0'23'0,"0"0"7"0,0 0 6 15,0 0 31-15,0 0-4 16,-22-22 0-16,18 19-25 16,-3-2 36-16,1 1-30 15,0 0-25-15,-4 3-14 16,0-3-8-16,2 1-5 16,-3-1-32-16,2 0-21 15,-2-3-24-15,2 1-2 16,0-2-63-16</inkml:trace>
  <inkml:trace contextRef="#ctx0" brushRef="#br0" timeOffset="66894.89">22327 2669 400 0,'0'0'37'0,"0"0"9"15,0 0-40-15,0 0-30 16,0 0-3-16,0 0-4 16,-34-52-2-16,31 46-19 15,0-2-16-15,1 0-20 16,-2 0 3-16,4-4 24 15</inkml:trace>
  <inkml:trace contextRef="#ctx0" brushRef="#br0" timeOffset="67307.74">22259 2478 34 0,'0'0'69'15,"0"0"-38"-15,0 0-31 16,0 0-2-16,0 0-27 15,-21-82 5-15,16 71 28 16,0-1 44-16,-1 4-30 16,-3 0-3-16,1 3-14 15,0 2 7-15,4 0-31 16,-2 0-31-16,3-2 41 16,1 0 22-16,0-3 34 15,2-2-27-15,0 1-11 16,-1-3 48-16,-1 3-32 0,1-1-28 15,-1 4-19-15,-1-1-23 16,0 4 40 0,0-4 8-16,-2 4 14 0,-1 0 45 15,3-1-23-15,-3 0-6 16,3-2 42-16,0 1 21 16,1-3-2-16,-1-1-23 15,0 0-17-15,-1 0 23 16,-1 1-22-16,2 3-40 15,-2 1-12-15,0 0-33 16,2 1-54-16,2 3-59 16,-1 0-136-16</inkml:trace>
  <inkml:trace contextRef="#ctx0" brushRef="#br0" timeOffset="68882.72">21921 1830 642 0,'0'0'86'16,"-3"-18"3"-16,0 7-47 0,1 3-20 15,-1 0-16-15,0 0-6 16,-1-3 0 0,-1-2-44-16,-1 2-21 0,-1-5-83 15,-3 0-80-15,-1 0-95 16</inkml:trace>
  <inkml:trace contextRef="#ctx0" brushRef="#br0" timeOffset="69088.03">21724 1427 441 0,'0'0'28'0,"0"0"32"16,0 0-28-16,0 0-34 15,0 0 3-15,0 0-101 16,-54-35-111-16</inkml:trace>
  <inkml:trace contextRef="#ctx0" brushRef="#br0" timeOffset="69270.42">21498 1265 159 0,'0'0'-11'0,"0"0"-13"16,0 0-87-16</inkml:trace>
  <inkml:trace contextRef="#ctx0" brushRef="#br0" timeOffset="69433.49">21257 1224 255 0,'0'0'14'0,"0"0"5"16,0 0-29-16,0 0-64 16,0 0-46-16</inkml:trace>
  <inkml:trace contextRef="#ctx0" brushRef="#br0" timeOffset="69611.03">21098 1260 227 0,'0'0'52'0,"0"0"-30"16,0 0-56-16,0 0-79 15</inkml:trace>
  <inkml:trace contextRef="#ctx0" brushRef="#br0" timeOffset="69771.36">20886 1337 449 0,'0'0'10'0,"0"0"7"16,0 0-16-1,0 0 5-15,0 0-13 0,0 0-27 16,-39 29-67-16,36-25-73 15</inkml:trace>
  <inkml:trace contextRef="#ctx0" brushRef="#br0" timeOffset="69928.89">20714 1487 364 0,'0'0'29'0,"0"0"-23"16,0 0-6-16,0 0-15 15,0 0-29-15,0 0-14 16,-10 15-37-16,7-11-92 16</inkml:trace>
  <inkml:trace contextRef="#ctx0" brushRef="#br0" timeOffset="70073.53">20554 1666 232 0,'0'0'30'0,"0"0"-2"16,0 0-8-16,0 0-25 16,0 0-15-16,0 0-63 15,-30 45-10-15</inkml:trace>
  <inkml:trace contextRef="#ctx0" brushRef="#br0" timeOffset="70200.94">20457 1869 276 0,'0'0'28'0,"0"0"22"0,0 0-29 15,0 0 10-15,0 0-22 16,-38 68-10-16,38-68-26 16,0 0-11-16,0 2-26 15,0-1-81 1</inkml:trace>
  <inkml:trace contextRef="#ctx0" brushRef="#br0" timeOffset="70468.14">20331 2091 431 0,'0'0'81'0,"0"0"-8"16,0 0-35-16,0 0-19 16,0 0 6-16,0 0-25 15,-21 42 4-15,21-42-15 16,0 4 13-16,-2 1-34 16,-2 2-15-16,-2 5-31 15,-3 0 24-15,2 3 33 16,-4 2 28-16,2-1 11 15,0-1 9-15,1-3 7 16,2-1-12-16,6-7 10 16,0-1-32-16,0-3 8 15,0 0-41-15,0-10-83 16,6-3-164-16</inkml:trace>
  <inkml:trace contextRef="#ctx0" brushRef="#br0" timeOffset="71018.14">20061 2243 358 0,'0'0'93'16,"0"0"12"-16,0 0 5 15,0 0-9-15,0 0-19 16,19 0-44-16,-7 0-30 16,1 0-5-16,1 0-9 15,2 0-27-15,3 0-89 16,1 0-23-16,3-1-225 0</inkml:trace>
  <inkml:trace contextRef="#ctx0" brushRef="#br0" timeOffset="71170.53">20462 2217 427 0,'0'0'49'0,"0"0"-4"16,0 0-38-16,0 0-5 15,83 4-15-15,-58-4-92 16,1-1-104-16</inkml:trace>
  <inkml:trace contextRef="#ctx0" brushRef="#br0" timeOffset="71425.09">20756 2214 414 0,'0'0'97'0,"0"0"24"15,0 0-48-15,0 0-44 16,82 3 2-16,-60-6-32 16,1-2 10-16,-3 1-17 15,-1 1-10-15,-2 0-45 16,-2 2-1-16,2-2 20 16,-4 0-13-16,3-1 11 15,-3 0 35-15,3 1 7 16,-4 0-14-16,0 1 20 0,-1 2-12 15,-3 0-17-15,2 0-70 16,-4-3-64 0</inkml:trace>
  <inkml:trace contextRef="#ctx0" brushRef="#br0" timeOffset="72567.45">21563 2517 774 0,'0'0'115'0,"0"0"26"15,0 0-24-15,32 0-7 16,-18 0-37-16,1 0-6 16,-1 0-43-16,-1 0-1 15,-2 0-25-15,1 0 4 16,-3 0-5-16,0 0-22 15,-1 0-22-15,1 0-74 16,1 0-22-16,-1 0-111 16,-3 0-15-16,-1 0-260 15</inkml:trace>
  <inkml:trace contextRef="#ctx0" brushRef="#br0" timeOffset="72832.89">21839 2416 645 0,'0'0'138'0,"0"0"19"0,0 0-7 16,0 0-75-16,0 0-26 15,-3 85-42-15,-1-67-3 16,2-5-9-16,-1-1-50 16,3-3-62-16,0-2-94 15,0-5-74-15,0-2-173 16</inkml:trace>
  <inkml:trace contextRef="#ctx0" brushRef="#br0" timeOffset="73042.55">21932 2478 829 0,'0'0'68'0,"0"0"65"16,0 0-41-16,0 85-44 16,0-66-31-16,0-3-12 15,0-7-5-15,1-1-19 16,1-4-34-16,-1-2-68 15,-1-2-69-15,0 0-101 16,0 0-227-16</inkml:trace>
  <inkml:trace contextRef="#ctx0" brushRef="#br0" timeOffset="73289.05">21703 2430 975 0,'0'0'113'0,"0"0"48"16,94-32-93-16,-56 19-36 15,-1 5-38-15,5 0 17 16,-6 4-45-16,-4 1-67 15,-8 3-113-15,-6 0-265 16</inkml:trace>
  <inkml:trace contextRef="#ctx0" brushRef="#br0" timeOffset="74861.92">23042 2033 800 0,'0'0'58'15,"0"0"67"-15,0 50-49 16,2-29-22-16,1-1-26 16,0 4 0-16,1-4-54 15,-3 0 57-15,0-1-31 16,-1-2-58-16,0-5-85 16,0-2-92-16,0-1-159 15</inkml:trace>
  <inkml:trace contextRef="#ctx0" brushRef="#br0" timeOffset="75728.56">22690 2523 562 0,'0'0'108'16,"0"0"-7"-16,0 0 0 16,0 0 33-16,26-12-18 15,-16 10-40-15,-1 0-10 16,-1 2-15-16,2 0-2 15,-4 0-38-15,-2 0 6 16,-1 0-24-16,2 0 15 16,0 0-38-16,-3 0-34 15,2 0-52-15,3 0-35 16,-1 0-88-16,2 0-108 16</inkml:trace>
  <inkml:trace contextRef="#ctx0" brushRef="#br0" timeOffset="76049.46">22948 2393 620 0,'0'0'110'16,"0"0"2"-16,0 0 60 15,0 0-61-15,0 0-13 16,17 45-31-16,-14-31-26 16,0 0-40-16,0 0 3 15,-1-2-3-15,1-2-10 16,-2-3-29-16,2-3-42 15,0-1-43-15,-2-3-113 16,3 0-84-16,-4 0-211 16</inkml:trace>
  <inkml:trace contextRef="#ctx0" brushRef="#br0" timeOffset="76292.99">23076 2487 832 0,'0'0'15'0,"0"0"83"16,0 0-46-16,0 69-30 15,0-58-31-15,0-3 15 16,0-2-82-16,0-5-53 15,-2-1-72-15,-2 0-238 16</inkml:trace>
  <inkml:trace contextRef="#ctx0" brushRef="#br0" timeOffset="76531.64">22895 2421 834 0,'0'0'123'0,"0"0"17"16,0 0-91-16,102-21-34 15,-74 18-11-15,1 0-3 16,-2 2-27-16,-2 0-111 15,-2-2-119-15,-3 2-251 16</inkml:trace>
  <inkml:trace contextRef="#ctx0" brushRef="#br0" timeOffset="76903">23238 2476 814 0,'0'0'62'0,"-23"73"51"16,9-34-35-16,2-4-64 16,1-2-7-16,-1-4-7 15,2-4-39-15,4-5-58 16,3-7-54-16,-1-3-93 15,2-6-141-15</inkml:trace>
  <inkml:trace contextRef="#ctx0" brushRef="#br0" timeOffset="77287.44">23320 2584 717 0,'0'0'88'15,"0"0"86"-15,0 0-62 16,0 0-52-16,0 0-34 16,0 0 6-16,59 4-15 15,-58 8 22-15,1 3-26 16,-2 4 12-16,0 0-19 15,0-1-1-15,0-4-1 16,0-1-5-16,-2-5 5 16,2-4-10-16,0-4 11 15,2 0-13-15,10 0 23 16,2 0-17-16,0-6 13 16,0 0-19-16,-3 1 10 15,0 1-23-15,-4 0-22 16,-1 2-26-16,-1 0-84 15,-5-2-131-15,1-2-327 16</inkml:trace>
  <inkml:trace contextRef="#ctx0" brushRef="#br0" timeOffset="78084.16">23016 2461 339 0,'0'0'93'0,"0"0"30"15,0 0 4-15,0 0-18 0,0 0 1 16,0 0-10-16,-4 10-31 16,-6 6-33-16,-1 2 13 15,0 4-8-15,1-1 11 16,1 1-42-16,2-4-1 15,3-3-7-15,2-3-4 16,2-2-19-16,0-4-37 16,0-3-20-16,0-3-58 15,0 0-56-15,0 0-139 16</inkml:trace>
  <inkml:trace contextRef="#ctx0" brushRef="#br0" timeOffset="78541.45">23078 2441 356 0,'0'0'51'0,"0"0"63"0,0 0-26 15,0 0-17-15,0 0-14 16,6 0-6-16,-5 0-8 15,2 0 18-15,-1 0 13 16,1 0 7-16,0 2 7 16,1 7-23-16,0 1-1 15,-1 3-31-15,4-1 16 16,-2 2-36-16,0-2 9 16,1 0-27-16,-1-2 18 15,-1-3-19-15,0-2 9 16,0 0-19-16,-2-2-52 15,-1 1-64-15,2-4-133 16,-3 0-211-16</inkml:trace>
  <inkml:trace contextRef="#ctx0" brushRef="#br0" timeOffset="80149.55">21247 2097 777 0,'0'0'70'16,"0"0"60"-16,0 49-13 0,0-24-47 15,0-1-2-15,0 4-16 16,3-5-15-16,1-3-31 16,-2-2 6-16,1-6-25 15,-2-4-35-15,-1-5-94 16,0-3-165-16,0 0-282 15</inkml:trace>
  <inkml:trace contextRef="#ctx0" brushRef="#br0" timeOffset="81320.92">20818 1802 761 0,'0'0'66'16,"0"0"33"-16,0 0-1 15,3 0-39-15,7 0-22 16,1-2 4-16,4-1-29 15,-2 0-1-15,0 0-17 16,1-1 2-16,-2 2-73 16,0-2-65-16,-2 1-127 15,-3-1-218-15</inkml:trace>
  <inkml:trace contextRef="#ctx0" brushRef="#br0" timeOffset="81818.16">21013 1651 657 0,'0'0'111'16,"0"0"16"-16,0 0-19 16,0 0-26-16,0 0-45 15,22-9-2-15,-14 6-29 16,4 1 9-16,-3 0-19 16,1 2 6-16,-2 0-6 15,-2 0-25-15,-3 7 0 16,-2 6-18-16,-1 2 29 15,0 4 8-15,0-1 17 16,0-2-14-16,0-2 17 16,0-2-13-16,0-2 19 15,0-3-8-15,0 0 10 16,0-3 6-16,0-2-3 16,0 0-3-16,0 2-14 15,0 5 10-15,0-1 2 16,-4 3 12-16,-6 2-32 15,-2-1 12-15,2-1-27 0,-1 0-5 16,2-4-45-16,3-3-48 16,3-3-55-16,3-1-112 15</inkml:trace>
  <inkml:trace contextRef="#ctx0" brushRef="#br0" timeOffset="82061.42">21244 1689 684 0,'0'0'49'0,"0"0"98"15,0 0-25-15,0 77-64 16,-3-58-37-16,0-3-17 15,-1-4 1-15,3-2-32 16,-1-6-67-16,2-4-95 16,0 0-158-16</inkml:trace>
  <inkml:trace contextRef="#ctx0" brushRef="#br0" timeOffset="82247.81">21329 1689 716 0,'0'0'154'0,"0"0"2"16,0 0-66-1,7 73-42-15,-5-58-28 16,1-3-14-16,-2-1-10 0,-1-1-23 16,0-3-96-1,0 0-125-15,-3-2-192 0</inkml:trace>
  <inkml:trace contextRef="#ctx0" brushRef="#br0" timeOffset="82452.35">21162 1717 814 0,'0'0'93'15,"0"0"56"-15,0 0-101 16,92-58-40-16,-61 46 1 16,0 1-25-16,1 1-114 15,-3 4-213-15</inkml:trace>
  <inkml:trace contextRef="#ctx0" brushRef="#br0" timeOffset="82934.47">21535 1711 823 0,'0'0'154'0,"-53"87"19"16,23-33-84-16,-2-1-30 15,-1 1-27-15,5-5-19 16,1-4-10-16,6-6-2 15,3-8-40-15,8-6-34 16,4-12-85-16,6-6-128 16,0-7-208-16</inkml:trace>
  <inkml:trace contextRef="#ctx0" brushRef="#br0" timeOffset="83262.53">21544 1956 927 0,'0'0'130'0,"0"0"-24"0,0 0-52 16,0 0-22-16,0 0-23 16,0 0 9-16,9 3-7 15,-9 8 24-15,2 3-35 16,-2 0 14-16,1 0-17 15,-1 1 3-15,3-4 0 16,1 0 0-16,2-3 2 16,3 0-7-16,1-3 10 15,3-2-10-15,3-3 16 16,0 0-15-16,2 0 17 16,0-3-25-16,-1-5-7 15,-1-1-83-15,-5 2-126 16,1-1-149-16</inkml:trace>
  <inkml:trace contextRef="#ctx0" brushRef="#br0" timeOffset="84485.03">20207 2247 591 0,'0'0'129'16,"0"0"9"-16,0 0-30 15,0 28-37-15,0-21-10 16,0-1-3-16,-3-3-36 15,2 0 6-15,1-3-27 16,-2 0 21-16,2 0-9 16,0-6 16-16,0-4-31 15,0-6 5-15,0 2-3 16,6 1-2-16,3 1 8 16,4 2-5-16,-2 3 16 0,2 6-11 15,-4 1 12 1,-5 0-9-16,1 5 24 0,-5 8-15 15,0 2 10-15,0-2-7 16,0-1 1-16,-5-1-11 16,1-4-7-16,-2-3 3 15,0-1-23-15,-1-3-23 16,3 0-95-16,-5 0-146 16,-1 0-396-16</inkml:trace>
  <inkml:trace contextRef="#ctx0" brushRef="#br0" timeOffset="84920.25">19751 2742 839 0,'0'0'134'0,"0"0"45"16,0 0-43-16,78-12-89 15,-59 11-19-15,-1 1-33 16,-2 0 11-16,-3 0-49 15,-3 0-61-15,-1 0-104 16,-5 0-186-16</inkml:trace>
  <inkml:trace contextRef="#ctx0" brushRef="#br0" timeOffset="85280.67">20021 2627 756 0,'0'0'87'0,"0"0"47"15,0 0-35-15,0 0-63 16,0 0 7-16,0 0-15 16,79-24-11-16,-73 24-5 15,-2 8-3-15,-2 8 5 16,-2 3-13-16,0 4 11 15,0 0-16-15,0-1 17 16,-2-1-20-16,2-3 17 16,0-6-13-16,0-2 5 15,0-2-2-15,2-4-1 16,8 0 3-16,3-3-2 16,1-1 10-16,2 0-16 0,-3 0 8 15,3 0-41 1,-6 0-41-16,2 0-75 0,-1-1-76 15,1-6-228-15</inkml:trace>
  <inkml:trace contextRef="#ctx0" brushRef="#br0" timeOffset="85580.02">20391 2633 678 0,'0'0'138'15,"0"0"15"-15,0 0-42 16,-11 77-31-16,8-54-56 15,0 0-11-15,2-7-19 16,1-1 15-16,-4-4-46 16,4-6-34-16,0-2-87 15,0-3-38-15,0 0-147 16</inkml:trace>
  <inkml:trace contextRef="#ctx0" brushRef="#br0" timeOffset="85785.26">20462 2656 704 0,'0'0'76'0,"0"0"50"0,0 0 6 16,6 79-24-16,-3-61-39 16,0-5-55-16,2-1-1 15,-4-6-20-15,2-1-14 16,-3-3-69-16,0-2-66 15,0 0-69-15,-4 0-245 16</inkml:trace>
  <inkml:trace contextRef="#ctx0" brushRef="#br0" timeOffset="85972.84">20288 2692 956 0,'0'0'106'16,"0"0"60"-16,114-41-83 16,-62 23-77-16,-3-2 9 15,-2 1-33-15,-4 0-53 16,-9 4-119-16,-5 2-215 16</inkml:trace>
  <inkml:trace contextRef="#ctx0" brushRef="#br0" timeOffset="88439.87">24038 2114 667 0,'0'0'65'0,"0"0"40"15,0 0-50-15,-5 3-6 16,1 10-16-16,1 5-21 16,3 0-2-16,0 3 8 15,0 1 21-15,0-1-19 16,9-3 13-16,2-4-25 15,3-2 24-15,2-5-24 16,0-4 16-16,3-3-19 16,-2 0 9-16,1 0 2 15,-5-6-6-15,-1-6-2 0,-6-2-5 16,-3 1 8-16,-3-2-13 16,0 0 12-16,-1 0-17 15,-11-1 18-15,-4 0-22 16,0 2 17-16,-4 0-16 15,2 3 4-15,-1 4-10 16,0 5-7-16,3 2 15 16,-1 0-6-16,5 19 9 15,-1 4-7-15,7 2 17 16,1 1-12-16,5-1 15 16,0-5-17-16,0-3 12 15,7-7-6-15,6-2 6 16,0-6 3-16,2-2 4 15,-1 0-1-15,0 0-7 16,-2-7 9-16,-2-6-16 16,-4-4 13-16,-2 0-18 15,-1-4 15-15,-3 2-20 16,0-3 16-16,0 1-5 16,-9 2 2-16,0 2-6 15,-1 2 6-15,0 5 4 16,-1 4-8-16,2 2 13 15,-2 4-13-15,0 0 20 16,3 13-15-16,-2 7 9 16,2 5-15-16,3 4 10 15,0 0-2-15,4-3 12 16,1-5-6-16,0-3-2 0,8-9 8 16,10-5 8-1,-1-1 18-15,6-3-16 0,0 0 14 16,1-12-23-16,-3-3 10 15,-2 0-23-15,-6-2 9 16,-6 0-5-16,-3 2 0 16,-4 1 2-16,0 2-7 15,-13 3 5-15,-3 2-16 16,-2 5 14-16,-1 2-16 16,2 0 18-16,-2 9-18 15,4 7 18-15,0 4-15 16,4 2 11-16,3 0-3 15,1-3 2-15,4-3-13 16,3-5-66-16,0-4-46 16,0-5-128-16,7-2-130 15</inkml:trace>
  <inkml:trace contextRef="#ctx0" brushRef="#br0" timeOffset="90520.04">27310 2081 618 0,'0'0'66'0,"-17"0"19"16,9 8-1-16,1 4-50 16,-1 3 3-16,5 2-22 15,0-2 28-15,3-2-25 16,0-2 5-16,3-2 1 16,8-2 1-16,1-1-3 15,2-3-5-15,-1-3 9 16,2 0-15-16,0 0 17 15,0-2-21-15,-1-6 16 16,-3-6-28-16,0 2 20 16,-5 0-17-16,-5 1 11 15,-1-1 1-15,0 2 0 16,0-1-1-16,-1 3-7 16,-8-1 12-16,-4 2-10 15,0 4 9-15,-1 3-22 0,-1 0 19 16,1 0-24-16,-1 15 18 15,1 6-14-15,4 0 8 16,1 4 2-16,3-2 0 16,4-4 0-16,2-2-6 15,0-7 11-15,6-3-11 16,11-4 21-16,1-3-12 16,3 0 30-16,2 0-21 15,-3-6 17-15,0-4-19 16,-5 0-2-16,-5-2-4 15,-2 2-2-15,-5-2 5 16,-3-1-9-16,0 3 12 16,0-4-18-16,-1 1 18 15,-12 0-25-15,0 1 15 16,0 4-20-16,-3 1 8 16,0 6-10-16,1 1 12 15,0 0 3-15,2 14 0 16,1 5 4-16,1 5-8 15,5 0 18-15,1 2-14 16,5-5 17-16,0-2-15 16,2-6 20-16,14-2-13 15,1-7 22-15,5-2-5 16,-3-2-3-16,1 0-2 16,-3-10-8-16,-5-6 6 15,-2 0-13-15,-7-5 14 16,-3 0-19-16,0 0 23 15,-6 2-26-15,-10-1 22 16,-4 5-22-16,0 2 11 0,1 5-5 16,3 4 2-1,0 4-1-15,0 4-5 0,3 12 9 16,2 7-16-16,2 1 22 16,0 0-17-16,6-4 20 15,3-3-69-15,0-7-50 16,0-5-182-16,2-2-252 15</inkml:trace>
  <inkml:trace contextRef="#ctx0" brushRef="#br0" timeOffset="105753.11">28549 2013 707 0,'0'0'6'16,"0"0"69"-16,-59 20-17 15,39-7-12-15,2-2-1 16,4-2-12-16,4 2 1 15,4-3-24-15,6 0 2 16,0-1-31-16,12 1 47 16,9 1-31-16,8 0 24 15,3 2-22-15,-2 1 7 16,0 0 9-16,-5 3 6 16,-6 1-2-16,-8 2-1 15,-9-1 14-15,-2 0-1 0,-5 1 14 16,-12-5-25-1,0 0 6-15,1-3-31 0,0-4 17 16,6-4-17-16,4-2 10 16,3 0-14-16,3-2-11 15,0-13-6-15,0-1-9 16,15-5 17-16,3-2 0 16,7-1 22-16,1 2-25 15,-1 3 36-15,2 3-28 16,-4 5 19-16,-4 4-11 15,-3 7 13-15,-2 0 6 16,-2 4 7-16,-2 10 23 16,0 2-17-16,-3 0 2 15,2 2-23-15,-3-3 9 16,2-3-23-16,-3-1 17 16,-1-3-61-16,-1-1-42 15,-3-3-114-15,0-4-156 16</inkml:trace>
  <inkml:trace contextRef="#ctx0" brushRef="#br0" timeOffset="105931.83">28818 1925 937 0,'0'0'31'16,"0"0"40"-16,0 0-14 15,0 0-68-15,0 0-40 16,-13-18-122-16,13 30-17 0,8 1-192 16</inkml:trace>
  <inkml:trace contextRef="#ctx0" brushRef="#br0" timeOffset="107742.35">28955 2230 737 0,'0'0'64'0,"0"0"86"16,0 0-21-16,26 44-31 15,-22-39-39-15,-1-2-11 16,0-1-16-16,-3-2-13 15,3 0 4-15,-3 0-8 16,4-3 23-16,-1-9-28 16,0-6 5-16,1-3-24 15,4-4 21-15,0-2-23 16,2 2 15-16,2 3-12 16,2 5 1-16,-2 3 2 15,1 8-3-15,4 6 8 16,-2 0-12-16,0 2 18 15,0 12-14-15,1 5 25 16,-6 0-19-16,3-1 21 16,-3 0-24-16,0-1 10 0,2-4-12 15,-2-3 10-15,3-4-39 16,1-6-73-16,-2 0-88 16,2 0-156-16,-5-9-370 15</inkml:trace>
  <inkml:trace contextRef="#ctx0" brushRef="#br0" timeOffset="107972.7">29443 2051 761 0,'0'0'142'15,"0"0"45"-15,0 0-42 16,88 63-46-16,-66-44-41 15,-5 0-9-15,2 0-27 16,-6-3-23-16,-2-4 10 16,-2 0-35-16,-5 0-14 15,-2-5-62-15,-2-1-44 16,0-3-137-16,0-3-125 16</inkml:trace>
  <inkml:trace contextRef="#ctx0" brushRef="#br0" timeOffset="108154.9">29596 2066 850 0,'0'0'46'0,"0"0"83"16,-82 72-20-16,57-41-35 0,1 1-46 15,5-3-15-15,4-4-46 16,5-5-102-16,6-1-206 15</inkml:trace>
  <inkml:trace contextRef="#ctx0" brushRef="#br0" timeOffset="108533.91">30075 2405 917 0,'0'0'195'16,"0"0"-41"-16,0 0-32 15,41 80-50-15,-38-58-1 16,-3 0-16-16,0-3-27 16,0 0-14-16,-9-2-11 15,-10-3 1-15,-8 2-45 16,-9-3-34-16,-5-1-93 15,-3-3-178-15,0-6-372 0</inkml:trace>
  <inkml:trace contextRef="#ctx0" brushRef="#br0" timeOffset="109808.6">30389 2178 754 0,'0'0'80'16,"0"0"93"-16,0 0-21 16,62 0-59-16,-44 0-54 15,-3 0 10-15,0 2-44 16,-1 1 4-16,-4-3-18 15,-1 0-19-15,-1 0-51 16,-2 0-51-16,-1 0-155 16,-1-10-190-16</inkml:trace>
  <inkml:trace contextRef="#ctx0" brushRef="#br0" timeOffset="110042.59">30766 2021 876 0,'0'0'65'0,"0"0"101"16,0 0-74-16,0 0 0 16,10 80-72-16,-7-65 3 15,1-4-31-15,-1-1 14 16,-3-4-60-16,1 0-57 15,-1-6-90-15,0 0-115 16,0 0-243-16</inkml:trace>
  <inkml:trace contextRef="#ctx0" brushRef="#br0" timeOffset="110298.95">30928 2053 894 0,'0'0'140'0,"0"0"15"16,15 71-73-16,-7-52-39 0,-4-1-23 15,1-4-24-15,-4-4 10 16,0 0-54-1,-1-6-28-15,0 0-95 0,-5-2-83 16,-10-2-248-16</inkml:trace>
  <inkml:trace contextRef="#ctx0" brushRef="#br0" timeOffset="110514.66">30666 2046 838 0,'0'0'96'15,"88"-31"65"-15,-34 14-59 16,5-3-87-16,0 4 4 16,-5 2-27-16,-5 3-7 15,-12 4-112-15,-8 4-174 16,-11 3-231-16</inkml:trace>
  <inkml:trace contextRef="#ctx0" brushRef="#br0" timeOffset="110944.67">30750 2396 816 0,'0'0'158'16,"0"0"52"-16,104-41-99 15,-65 28-42-15,0 0-56 16,-2 1-3-16,-3 5-9 15,-7 0-17-15,-6 6-43 16,-6 1-65-16,-6 0-76 16,-5 0-113-16,-4 0-169 15</inkml:trace>
  <inkml:trace contextRef="#ctx0" brushRef="#br0" timeOffset="111309.06">30864 2527 713 0,'0'0'119'0,"0"0"52"0,0 0-72 15,97-3-6-15,-77 3-50 16,-7 0-5-16,-3 0-24 16,-4 3 4-16,-6 6-12 15,0 2-3-15,0 1 7 16,0 2-14-16,0-2 16 16,0 1-24-16,0-5 26 15,0 0-26-15,0-5 18 16,9 1-41-16,5-4 0 15,5 0-21-15,5-4-19 16,5-11-71-16,2-3-134 16,0-4-397-16</inkml:trace>
  <inkml:trace contextRef="#ctx0" brushRef="#br0" timeOffset="111936.9">31608 2112 705 0,'0'0'85'16,"0"0"42"-16,0 0-16 15,0 0-27-15,-74 49-27 16,51-30-28-16,0 0-11 16,7-4 30-16,4-2-20 15,4-4 2-15,8-1-31 16,0-3 15-16,0 1-22 16,14-1 19-16,5 0-9 15,1-3-1-15,0 1-3 16,-2-2-7-16,-4 1-35 15,-4 0-63-15,-4 1-6 16,-6 0-69-16,0 1-46 16,0 2-136-16</inkml:trace>
  <inkml:trace contextRef="#ctx0" brushRef="#br0" timeOffset="112143.56">31437 2430 801 0,'0'0'86'0,"0"0"91"16,0 0-57-16,94-10-64 16,-65 4-32-16,-3-2-38 15,-3 0-46-15,-1 2-143 16,-8-5-235-16</inkml:trace>
  <inkml:trace contextRef="#ctx0" brushRef="#br0" timeOffset="112754.78">31917 2201 837 0,'0'0'126'0,"0"0"13"15,0 0 4-15,0 0-51 16,0 0-20-16,69 48-12 15,-45-26-15-15,3 1-7 16,0-2-17-16,-1 1 2 16,-3-6-27-16,-4-3 18 15,-6-2-26-15,-3-7 17 16,-7 0-74-16,0-4-3 16,-3 0-61-16,0 0-75 15,0-4-116-15,-6-6-381 16</inkml:trace>
  <inkml:trace contextRef="#ctx0" brushRef="#br0" timeOffset="112936.2">32072 2221 858 0,'0'0'126'0,"0"0"-11"16,-67 82-54-16,48-58-52 15,0-3 9-15,9-7-53 16,0-2-71 0,5-7-147-16,3-5-267 0</inkml:trace>
  <inkml:trace contextRef="#ctx0" brushRef="#br0" timeOffset="113396.93">32496 2126 959 0,'0'0'39'0,"0"0"83"16,0 0-16-16,0 0-64 0,0 0-11 15,-62 65-37-15,59-55 21 16,3-2-28-16,0-3 21 16,0 1-29-16,3-3 12 15,10 1 0-15,0-3 0 16,0 0 9-16,1 0-5 16,0-1 3-16,-2 0-43 15,-3 0-5-15,0 0-51 16,-2 0-106-16,-3 0-153 15</inkml:trace>
  <inkml:trace contextRef="#ctx0" brushRef="#br0" timeOffset="113630.18">32419 2369 761 0,'0'0'78'15,"0"0"56"-15,0 0-48 16,79 0-43-16,-55 0-47 16,-1-3-8-16,-4-3-96 15,0-2-119-15,-5-2-338 16</inkml:trace>
  <inkml:trace contextRef="#ctx0" brushRef="#br0" timeOffset="113909.62">32825 2097 1030 0,'0'0'52'16,"0"0"71"-16,0 0-73 16,0 75-20-16,3-59-34 15,0-2 21-15,-1-2-61 16,-1-5-63-16,1-4-193 15,-1-3-289-15</inkml:trace>
  <inkml:trace contextRef="#ctx0" brushRef="#br0" timeOffset="114134.39">32973 2059 951 0,'0'0'94'16,"0"0"62"-16,0 0-77 15,46 86-9-15,-36-66-49 16,1-1-2-16,-3-2-20 16,-4-5-3-16,-4-2-38 15,0-5-61-15,0-3-109 16,-14-2-217-16</inkml:trace>
  <inkml:trace contextRef="#ctx0" brushRef="#br0" timeOffset="114344.91">32811 2057 1037 0,'0'0'103'0,"93"-30"31"16,-42 14-100-16,-5 3-25 16,-5-1-3-16,-8 4-20 15,-7 3-83-15,-10 6-158 16,-7 1-178-16</inkml:trace>
  <inkml:trace contextRef="#ctx0" brushRef="#br0" timeOffset="114687.72">32773 2374 943 0,'0'0'147'0,"87"-26"28"15,-38 12-78-15,-3 3-65 16,-4-2 11-16,-6 1-46 15,-7 5 19-15,-7-2-70 16,-8 1-79-16,-6 1-200 16,-7 3-353-16</inkml:trace>
  <inkml:trace contextRef="#ctx0" brushRef="#br0" timeOffset="115061.06">32854 2464 762 0,'0'0'62'16,"0"0"41"-16,0 0 63 15,0 0-51-15,93-4-53 16,-67 1-12-16,-4 3-23 15,-5 0-25-15,-9 0 7 16,-8 14-14-16,0 0 18 16,0 3-21-16,-13 0 26 15,2-1-26-15,2-3 23 16,3-2-24-16,6-7 9 16,0 0 1-16,0-1 4 15,14-3 11-15,6 0-4 0,5 0 6 16,4 0-22-16,3-7 22 15,3-5-42-15,0-1-15 16,-5-2-73-16,-6-1-77 16,-6 0-217-16</inkml:trace>
  <inkml:trace contextRef="#ctx0" brushRef="#br0" timeOffset="122196.28">22132 2145 349 0,'0'0'65'0,"0"0"34"15,10 0-47-15,-8 0 24 16,-1 0-22-16,1 3 7 15,-1 4-9-15,1 0-1 16,-1 6-16-16,1 0-12 16,2 2 5-16,0 1-10 15,0 0 14-15,1 0-25 16,-1 0 15-16,2-1-22 16,0 1 12-16,1 0-11 15,0-1 7-15,2 2-2 16,0-3 1-16,2 3-2 15,-2 0-8-15,0 1 11 0,0-3-14 16,0 1 18 0,-2-3-23-16,1-1 23 0,-1 0-24 15,-1-1 17-15,-1 0-12 16,1 0 1-16,0-1 2 16,1-1-3-16,0 1-2 15,-1-3-10-15,2 0 12 16,0 0-22-16,-2 0 17 15,0-2-19-15,-1 2 11 16,1 0-28-16,1 2 14 16,-1 3-16-16,1-3-12 15,-1 1-18-15,0 0 5 16,2 0 8-16,1-2 26 16,0 0 27-16,1 0-28 15,-1-2 19-15,1 0-4 16,-3 2 0-16,2 0-21 15,-2 1 1-15,-1-3 5 16,-2 2-4-16,1-1-34 16,1 1 16-16,0-2 64 15</inkml:trace>
  <inkml:trace contextRef="#ctx0" brushRef="#br0" timeOffset="122283.94">22551 2771 13 0,'0'0'88'15,"0"0"-73"-15,0 0-12 16,0 0-5-16,0 0-12 15,65 21-19-15,-56-16-18 16</inkml:trace>
  <inkml:trace contextRef="#ctx0" brushRef="#br0" timeOffset="122445.7">22817 2849 75 0,'0'0'21'0,"0"0"-21"16,0 0 4-16,0 0-9 16,94 7-25-16,-77-7-35 15</inkml:trace>
  <inkml:trace contextRef="#ctx0" brushRef="#br0" timeOffset="127407.31">23015 1927 353 0,'-6'-3'140'16,"-3"2"-3"-16,0 1-7 15,-5 0-58-15,0 0-18 16,-4 12-28-16,1 5-7 16,0 6 11-16,3 8-7 15,3 1 1-15,5 4-18 16,5 0 10-16,1 0-12 16,1-3 12-16,16-5-6 15,4-5 12-15,5-4-11 16,4-3 5-16,2-10-5 15,1-3 2-15,4-3-2 16,-4 0-5-16,-1-15 8 16,-4-2-14-16,-5-5 13 0,-3-1-16 15,-8-2 14-15,-4-4-13 16,-8 0 14-16,0-4-8 16,0 0 11-16,-9-3 2 15,-7 2-3-15,-3 0 4 16,-3 6-10-16,-1 3 10 15,1 5-18-15,-1 5 19 16,-2 8-22-16,-1 6 14 16,-2 1-18-16,0 0 9 15,1 17-5-15,-2 5 1 16,3 8 0-16,3 5-1 16,6 7 5-16,4 3-9 15,6 1 12-15,5-1-12 16,2-6 17-16,3-6-20 15,16-7 14-15,6-7-20 16,5-7 15-16,3-11-5 16,6-1-4-16,-2 0 9 15,1-9-7-15,-2-7 7 16,-5-2-16-16,-5-1 13 16,-5-1-11-16,-8-2 23 15,-4-3-16-15,-6-1 17 16,-3-2-13-16,0-1 13 15,-10 0 3-15,-9-1-7 16,-3 4-1-16,-2 2-5 16,-4 6 9-16,-1 6-11 15,1 6 20-15,-4 6-23 16,0 0 14-16,0 17-18 16,0 7 16-16,4 10-12 0,6 1 4 15,4 8 1-15,8 2 0 16,7-1 3-16,3-5-8 15,8-4 13-15,15-7-14 16,8-8 20-16,8-6-16 16,5-10 16-16,3-4-13 15,-2 0 18-15,0-10-13 16,-6-6 1-16,-7-4-2 16,-8-2-2-16,-8-3 3 15,-4-2-2-15,-11 0 15 16,-1-3-13-16,-1-4 19 15,-18-1-17-15,-5 2 13 16,-3-2-23-16,-6 4 13 16,0 5-10-16,-1 7 1 15,0 7 0-15,1 8-3 16,0 4 0-16,2 5-16 16,0 16 20-16,3 4-12 15,2 4 10-15,7 0-49 16,2 0-15-16,8-7-62 15,5-4-120-15,2-5-236 16</inkml:trace>
  <inkml:trace contextRef="#ctx0" brushRef="#br0" timeOffset="142860.01">23042 2965 295 0,'0'0'28'0,"0"0"22"16,0-6-26-16,0 4-40 16,0 1-31-16,0 1-98 15</inkml:trace>
  <inkml:trace contextRef="#ctx0" brushRef="#br0" timeOffset="143743.34">23042 2965 150 0,'0'-26'65'0,"0"25"45"16,0 0-12-16,0-2 8 15,0 2-17-15,0-2-1 16,0 2-29-16,0-1 13 16,0 2-15-16,-3 0 26 15,3 0-12-15,0 0-14 16,-1 0-11-16,-2 0-10 16,-1 0-6-16,-4 7-19 15,-2 8 2-15,2 5-21 16,-1 2 19-16,2 1-21 15,3-2 22-15,4 1-22 16,0-4 17-16,0-5-9 16,2-2 2-16,11-4 6 15,0-3 2-15,5-3 8 16,-4-1-14-16,3 0 14 16,-2 0-17-16,-1-9 22 15,-1-5-24-15,-3-2 19 16,-3 0-23-16,-4-5 18 15,-3 0-10-15,0 0 1 16,0 1 0-16,0 0-3 16,-8 2 7-16,-4 4-13 0,2 3 17 15,-3 4-21 1,0 2 23-16,-1 5-30 0,-4 0 26 16,-2 0-26-16,1 15 11 15,1 2-3-15,0 3 2 16,4 3 4-16,2 0-2 15,5 1 9-15,4-1-13 16,3-1 17-16,0 0-19 16,0-6 23-16,9 0-24 15,5-6 22-15,6-5-20 16,3-3 7-16,1-2 5 16,2 0-1-16,-2-6 3 15,-1-7-7-15,-4-2 13 16,-5-3-16-16,-3 0 19 15,-5-1-19-15,-3-1 22 16,-3-2-23-16,0 2 19 16,-3-3-14-16,-9 3 3 15,-2 5 3-15,0 3-4 16,-3 3 4-16,1 6-12 16,-2 3 12-16,2 0-16 15,-3 7 21-15,1 8-22 16,3 6 25-16,1 2-24 15,3 3 22-15,5-1-9 16,2 2 2-16,2-3-1 16,2-3-3-16,0-3 4 15,8-4-11-15,7-6 7 16,2-6-104-16,4-2-40 16,2 0-131-16,1-14-343 0</inkml:trace>
  <inkml:trace contextRef="#ctx0" brushRef="#br0" timeOffset="145797.79">24820 1323 433 0,'-4'5'38'0,"-2"2"55"16,0 1-23-16,2 4-6 15,2-1-15-15,0 4 9 16,2 0-23-16,0-1 12 16,0-1 7-16,0-1-27 15,1-1 9-15,8-8-6 16,5 1-1-16,1-2-7 16,2-2 14-16,-1 0-24 15,2-4 8-15,0-5-25 16,-4-4 19-16,-3-1-19 15,-2 2 12-15,-4-3-6 16,-1-2 4-16,-2 1 0 16,-2 0-7-16,0 0 8 15,0 0-13-15,0 4 17 16,0 4-18-16,-6 0 16 16,-5 1-18-16,0 3 14 0,-1 4-20 15,-3 0 9-15,0 0-3 16,-1 8 3-16,2 9 4 15,1 1-6-15,3 3 12 16,5 2-12-16,4-4 18 16,1-1-22-16,0-2 24 15,10-3-18-15,7-4 25 16,4-5-7-16,2-4 4 16,1 0 6-16,-1 0-6 15,-2-7-3-15,-3-5-12 16,-4-1 9-16,-5-2-10 15,-6-2 16-15,-1-4-20 16,-2 2 19-16,0-1-22 16,-2 1 17-16,-10 2-13 15,-2 2-1-15,-3 1-2 16,0 10 0-16,-6 2 4 16,4 2-16-16,-4 6 14 15,0 14-8-15,1 4 19 16,5 1-16-16,1 0 20 15,4-2-22-15,3-4-52 16,3-6-141-16,6-3-99 16</inkml:trace>
  <inkml:trace contextRef="#ctx0" brushRef="#br0" timeOffset="147234.81">23179 3020 112 0,'0'0'46'16,"0"0"25"-16,21-16-17 15,-11 9 7-15,1 1-2 16,2-4-13-16,2 0-13 16,1-2-13-16,2-1-4 15,1-3-15-15,-1 1 6 16,-1-2-12-16,-3 3 14 15,1-1-15-15,-2 1 14 16,-2 1-3-16,1 1 11 16,-1 1-3-16,1-3-10 15,-1 3-1-15,0-2-8 16,1 1 6-16,-1 2-22 16,0-2-3-16,-1 2-21 15,-1 2 8-15,-2-1 12 16,-1 3 22-16,1-2 1 15,-3 2 5-15,1 1 3 16,-1-1 12-16,2 0-1 0,1 0-10 16,-3 2 2-1,1 0-13-15,-1 0 4 16,-1 1-58-16,0 0-66 0,0-1-12 16,1 0 24-16</inkml:trace>
  <inkml:trace contextRef="#ctx0" brushRef="#br0" timeOffset="147312.28">23590 2633 20 0,'0'0'36'0,"0"0"-2"15,0 0 4-15,0 0-14 16,0 0-26-16,20-29-9 16,-20 28-128-16</inkml:trace>
  <inkml:trace contextRef="#ctx0" brushRef="#br0" timeOffset="147893.93">23047 3025 377 0,'0'0'95'16,"0"0"25"-16,0 0-34 15,0 0 2-15,88-5-21 0,-62-3-8 16,1-4-5-16,3-3-12 15,-2 1 2-15,1-4-20 16,-1-1 3-16,1-2-26 16,0-3 12-16,0-2-21 15,6-3 18-15,1 0-19 16,2-5 17-16,1 0-11 16,1 1 3-16,-5 0 1 15,-1 3-1-15,-3 0 5 16,-6 3-12-16,-3 2 16 15,1 2-18-15,-1 0 21 16,0 2-22-16,-3 0 23 16,1-1-21-16,3 0 14 15,-3-1-9-15,2 0 2 16,-2 1 1-16,-3 2-12 16,-2 4-25-16,-4 3-26 15,-3 5-8-15,-8 0-51 16,0 8-41-16,0 0-158 15</inkml:trace>
  <inkml:trace contextRef="#ctx0" brushRef="#br0" timeOffset="148354.6">23608 2705 443 0,'0'0'88'0,"0"0"43"0,100-82-51 15,-68 54-15-15,-3-1-11 16,-1 2-10-16,-4-1-30 16,2 0 17-16,-3-3-27 15,-2-1 9-15,0 0-14 16,-1-5 4-16,-2-1 0 16,-1 0-5-16,0 2 5 15,0-2-9-15,0 5 15 16,0 2-18-16,0 4 21 15,1 2-19-15,-2 2 17 16,2 3-19-16,-4 1 15 16,0 6-8-16,-5 1-6 15,-3 3-28-15,-3 7-37 16,-3 2-33-16,0 0-107 16,0 1-29-16</inkml:trace>
  <inkml:trace contextRef="#ctx0" brushRef="#br0" timeOffset="148804.87">23881 2393 347 0,'0'0'19'0,"58"-72"54"16,-26 32-36-16,-2-3-5 16,1-3 4-16,-3 2 12 15,1-3-20-15,0-1 5 16,0 3-23-16,0 0 5 16,1 2 2-16,2 1-7 15,1 1 4-15,3 1-6 16,1 2 9-16,-2 2 2 15,2 0 24-15,-4 4-9 16,2 0 11-16,-4 1-27 16,0 6 4-16,-3 0-17 15,-3 4-1-15,-6 5 0 16,-3 5-4-16,-8 4 3 16,-3 1-9-16,-5 6 10 15,0 0-25-15,-5 2-5 16,-11 11-39-16,-5 3-13 15,-2 1-62-15,-2 0-59 16,0 1-117-16</inkml:trace>
  <inkml:trace contextRef="#ctx0" brushRef="#br0" timeOffset="149168.81">24537 1526 347 0,'0'0'29'0,"0"0"36"15,77-67-23-15,-51 46-27 16,-4 6 22-16,-1 0-19 16,-2 5 14-16,1 0-3 15,-7 3 0-15,3 1-11 16,0 2-15-16,-1 0 3 15,1 2-4-15,2-2 11 16,-2-2-15-16,-4 2 15 16,-3 1-19-16,-4 2 13 15,-2 0-12-15,-3 1 0 16,0 0-4-16,0 0 48 16,0 0-30-16,-3 0-9 15,1 0 5-15,1 0-8 16,-1 0 2-16,1 0-41 15,1 0-27-15,-2 0-67 16,2 0-96-16</inkml:trace>
  <inkml:trace contextRef="#ctx0" brushRef="#br0" timeOffset="150965.97">24868 2216 57 0,'0'0'0'16,"-5"-2"-34"-16</inkml:trace>
  <inkml:trace contextRef="#ctx0" brushRef="#br0" timeOffset="151822.74">24868 2216 40 0,'-27'-7'38'0,"25"4"-6"15,-2 0 2-15,1 1 1 16,-2-1 23-16,2 0 26 16,2 0-12-16,-1 2 0 15,1 1 24-15,0-2-34 16,1 1 5-16,0 1-20 0,0 0 5 16,-2 0-21-16,1 0 0 15,-2 7-8-15,0 7 1 16,-1 5-4-16,1 5-15 15,1 2 8-15,2-2 5 16,0 1 0-16,0-6-21 16,5-3 24-16,8-4-8 15,1-5 22-15,5-3 5 16,1-4-8-16,0 0-11 16,5 0 2-16,-2-11 3 15,0-1-16-15,-6-4 8 16,1 3-21-16,-5-3 19 15,-6 1-28-15,-3-3 30 16,-1 0-19-16,-3-4 20 16,0 1-20-16,0-3 3 15,-6 0 0-15,-4-2-4 16,-1 6 3-16,-2 1-18 16,1 2 30-16,-2 5-25 15,1 5 16-15,-2 3-22 16,-2 4 17-16,-3 0-22 15,4 0 22-15,-4 5 3 16,1 9-4-16,-1 2 3 16,1 5-7-16,3 2 12 15,2 4-13-15,2 3 12 16,5 3-16-16,4-2 20 0,3 1-19 16,0-4 18-1,1-2-29-15,14-4 29 16,8-6-8-16,3-2 0 15,2-8 12-15,6-4-3 0,0-2 15 16,1 0-10-16,-2-6 13 16,-4-7-29-16,-4-3 18 15,-6 1-24-15,-4-2 20 16,-7-2-18-16,-2 0 15 16,-6-3-5-16,0-1-2 15,0-4 1-15,-3-1-11 16,-9 0 20-16,-5 2-20 15,-2 2 17-15,-3 3-23 16,-1 5 19-16,-1 5-32 16,0 4 18-16,-2 6-10 15,1 1 8-15,0 1 4 16,2 14 2-16,3 4 7 16,2 3-6-16,7 3 14 15,2 0-18-15,4 4 19 16,3-2-22-16,2 0 21 15,0 0-24-15,2-8 10 16,9-3-16-16,2-3-4 16,3-6-57-16,-3-5-92 15,2-2-108-15</inkml:trace>
  <inkml:trace contextRef="#ctx0" brushRef="#br0" timeOffset="154738.21">24033 2089 112 0,'-6'0'27'0,"2"0"12"16,1 0 18-16,1 5-12 15,-1 5-10-15,1 2-2 16,-1 5 8-16,3 3 46 16,0 0-32-16,0 2-14 15,0 0 33-15,5-4-31 16,6-2-1-16,4-4 1 16,3-4-26-16,2-4 16 15,-1-4-15-15,3 0-2 16,-2 0-15-16,-1-9 10 15,-1-2-17-15,-3-4 15 16,-7-1-17-16,-3-1 13 16,-5 1-9-16,0-4 2 15,0-2-2-15,-8 3-4 16,-6-1 2-16,1 2-8 16,-3 3 0-16,0 4-23 15,1 2-4-15,-2 8-21 16,2 1 14-16,-1 0-10 15,-1 14 2-15,0 8 0 16,0 6 49-16,3 8-10 16,-1 0-40-16,7 2 36 15,2-1-2-15,6-4 13 16,0-6-2-16,6-8 0 16,14-8 1-16,5-6 37 15,3-5 19-15,3 0 11 16,-1-14-10-16,-1-4-30 15,-3-2-7-15,-5-5-6 16,-6-1 14-16,-6 2-12 16,-5-5 5-16,-4 2-12 0,0 1 17 15,-4 3-23-15,-11 3 8 16,-2 4-27-16,-1 5 6 16,-2 9-12-16,0 2 2 15,-2 0-13-15,2 15-2 16,3 6 41-16,0 5 1 15,6 3 12-15,3 0-7 16,7-2 45-16,1 0-13 16,0-7 2-16,6-1-33 15,8-5 3-15,3-5 3 16,2-5-8-16,1-4-31 16,-3 0-75-16,2 0-202 15</inkml:trace>
  <inkml:trace contextRef="#ctx0" brushRef="#br0" timeOffset="154910.46">24085 2262 209 0,'0'0'-139'16</inkml:trace>
  <inkml:trace contextRef="#ctx0" brushRef="#br0" timeOffset="166948.22">24904 658 676 0,'-2'-2'89'0,"1"2"39"0,1 0-44 16,0 6-42-16,0 17-26 15,0 9 24 1,0 7 30-16,0 8-20 0,0-2-27 15,0-2 17-15,0-8-25 16,3-5 12-16,0-10-16 16,-1-5 6-16,-2-7-12 15,0-5-3-15,2-3 2 16,-2 0-1-16,0-11 20 16,0-11-18-16,0-8 5 15,0-7-20-15,-2-3 23 16,-6-7-25-16,-2 2 20 15,1 0-22-15,0 8 8 16,1 7-1-16,4 10 8 16,-1 8 3-16,4 9-12 15,-1 3 9-15,2 6-18 16,0 14 14-16,0 9-8 16,0 5 22-16,8 2-7 15,3 3 24-15,-2-3-16 16,1-3 0-16,0-4-7 15,-4-4-5-15,-4-5 3 16,1-7-8-16,-3-1-25 16,0-7-77-16,0-5-92 15,-8 0-244-15</inkml:trace>
  <inkml:trace contextRef="#ctx0" brushRef="#br0" timeOffset="168867.48">26601 3184 410 0,'0'0'85'0,"0"-14"-6"16,0 10 30-16,0 1 2 15,0 2-6-15,0 1 20 16,0 0-42-16,0 0-2 15,0 5-36-15,0 13-10 16,0 10 9-16,0 7-9 16,3 6 0-16,-1 5-15 15,0-1 8-15,-1-2-33 16,1-7 27-16,-2-4-33 16,3-9 25-16,-3-8-24 15,3-3 14-15,-3-7-4 16,0-5 0-16,0 0 4 15,0-5 1-15,0-17 16 16,0-8-28-16,-9-12 18 16,0-6-25-16,-2 1 20 15,1 1-27-15,4 9 26 16,-2 6-14-16,3 12 12 16,4 10-2-16,-1 5-2 15,2 4 4-15,0 3-14 16,0 17 10-16,6 8-5 0,4 8 26 15,-3 4-16-15,-1-1 23 16,0-2-32 0,-2-6 18-16,-1-6-20 0,0-8 4 15,-2-6-21-15,1-6-31 16,-2-5-91-16,0 0-146 16,-5-14-181-16</inkml:trace>
  <inkml:trace contextRef="#ctx0" brushRef="#br1" timeOffset="200964.7">22492 1411 13 0,'0'0'28'0,"0"0"18"15,0 0 7-15,0 0-16 16,0 0-14-16,0 0 10 16,0 0-14-16,0 0 6 15,0 0-11-15,0 0 15 16,0 0-13-16,0 0-6 16,0 0-5-16,0 0 3 15,0 0-2-15,0 0-8 16,0 0 11-16,0 0-9 15,0 0 9-15,0 0 3 16,0 0 22-16,3 0-25 16,2 0 4-16,1 0-9 15,0 0 6-15,1 0-10 16,-1 0 1-16,3 0-1 16,-2 0 0-16,0 0 4 15,2 0-9-15,1 2 10 16,0 2-8-16,4-2 8 15,-2 0-11-15,3-2 11 16,0 0-6-16,-1 0-2 16,1 0 2-16,-2 0-7 15,-1 0 8-15,-1 0-11 16,-2 0 5-16,3 2-12 16,-2-2 23-16,0 0-10 15,1 0 12-15,0 0-14 16,-1 0 12-16,0 0-4 15,1 0-1-15,-2 0 2 16,5 0-4-16,-2 0 5 16,1 0-7-16,-1 0 9 0,1 0-11 15,-1 2 12-15,0-1-11 16,1-1 9-16,-3 1-7 16,0-1 4-16,0 0-1 15,0 0 1-15,-1 0-3 16,0 0 2-16,-1 0 7 15,-2 0-10-15,2 0 11 16,1 0-15-16,-1 0 14 16,1 0-14-16,-1 3 11 15,4 0-19-15,-1-1 1 16,4 0-29-16,-2 0 8 16,5-2 28-16,-2 0-2 15,2 0 8-15,-4 0-7 16,0 3 11-16,-2-3 3 15,-3 0 3-15,-1 4-16 16,0-4 13-16,0 2-9 16,3-2 5-16,1 0-4 15,2 0 1-15,3 0 1 16,-3 0-4-16,2 0 12 16,-3 0-15-16,-2 0 14 15,-2 0-10-15,-1 0 9 16,-3 0-10-16,1 0 8 15,0 0-10-15,-2 0 10 16,3 3-3-16,2-2-1 16,3 0 10-16,-1-1-2 15,5 0 6-15,2 0-10 16,2 0 5-16,3 0-16 16,-1 0 19-16,2 0-20 0,0 2 14 15,-4-1-6 1,1 2 1-16,-2-1-1 0,-5-1 1 15,2 3 1-15,-1-3-11 16,0 1 10-16,-2-1-12 16,5-1 10-16,-1 0 1 15,2 0-4-15,2 0 5 16,-2 0-1-16,0 0 0 16,-1 0 0-16,0 0 1 15,-1 0-2-15,-1 0 2 16,2 0-7-16,-5 0-8 15,2 0 1-15,2 0 17 16,-2 0-6-16,1 0 4 16,0 0-2-16,-1 0 0 15,0 0 2-15,1 0-6 16,0 0 7-16,-1 0-1 16,2 0 6-16,-1 0-15 15,1 0 13-15,-1 0-10 16,1 0 7-16,0 0-6 15,-2-1 8-15,0-1-12 16,0 2 12-16,-1 0-5 16,0 0-6-16,1 0 7 15,-1 0-16-15,-1 0 14 16,1 0 12-16,-2 0 9 16,3-1-25-16,-3 0 13 15,1 1-13-15,2-3 6 16,-4 3-2-16,4 0 1 15,-4 0-2-15,0-1 3 16,-3 1 3-16,1 0-9 16,-3 0 12-16,-1 0-10 0,0 0 9 15,-2 0-12-15,1 0 11 16,-1 0-9-16,0 0 9 16,2-2-1-16,3 1 11 15,2-1-7-15,-2 1 1 16,6-1-4-16,-2 1-3 15,3 0 4-15,-1-1-13 16,-1-1 14-16,-1 3-12 16,-2 0 6-16,-1 0-4 15,-4 0 4-15,0 0-1 16,-1 0 1-16,2 0 1 16,0 0 0-16,-1 0 4 15,3 0-14-15,0 0 19 16,-1 0-16-16,1-4 19 15,1 4-5-15,-3 0 5 16,2-3-11-16,-2 3-1 16,1 0-1-16,-1 0-2 15,2 0 3-15,-1 0-7 16,2 0 7-16,2 0-11 16,0 0 12-16,-2 0-11 15,2 0 14-15,-2 0-13 16,-4 0-3-16,-2 0-26 15,0 0 8-15,-3 0 17 16,0 0 10-16,0 0 24 16,0 0 26-16,0 0 0 15,0 0-23-15,0 0-12 16,0 0-23-16,2 0 11 0,-2 0-15 16,3 0 9-16,-3 0 4 15,3 0 4 1,-3 0-1-16,0 0-3 0,0 0 5 15,0 0-4-15,0 0 9 16,0 0-12-16,0 0 13 16,0 0-16-16,0 0 7 15,0 0-26-15,0 0-67 16,0 0-137-16</inkml:trace>
  <inkml:trace contextRef="#ctx0" brushRef="#br1" timeOffset="203152.88">22219 1770 271 0,'0'0'79'0,"0"0"-53"0,0 0 15 15,4 0 1-15,6 0-2 16,2 0-22-16,5 0 1 16,2 0-18-16,6 0 22 15,1 0-17-15,3 0 7 16,-1 0-13-16,1 0 9 16,0 0-6-16,0 0-4 15,-2 0 1-15,2 0-1 16,-1 0 6-16,-1 0-11 15,2 0 11-15,0 0-13 16,1 0 14-16,-1 0-18 16,-1 0 18-16,-1 0-9 15,0 0 4-15,2 0 0 16,0 0-7-16,2 0 7 16,-3 0-11-16,4-1 6 15,-2-2-5-15,-4-1 2 16,-1 4-7-16,-2 0 20 15,-4 0-13-15,-1 0 8 16,-3 0-4-16,1 0 3 16,4 0 0-16,0 0-15 15,5 0-5-15,1 0 4 16,0 0 19-16,5 0-10 16,-1-3 16-16,-1-1-9 15,0 1 11-15,-2 0-11 16,-3 2 24-16,0 1-16 15,-4 0-9-15,-2 0 3 16,2 0-6-16,-2 0 6 16,1 0-7-16,4 0 10 15,3 0-24-15,2 3-8 16,0-1-27-16,3 1 8 16,0-1-6-16,-2-1 36 15,-1-1 4-15,-4 0 12 16,-3 0 2-16,-3 0-2 0,-3 2 11 15,1-2-2-15,-5 0 7 16,4 0-10-16,1 0 6 16,2 0-15-16,1 1 6 15,4-1-9-15,2 0 12 16,1 0-8-16,0 0 4 16,-3 0-1-16,2 0-4 15,-5 0-1-15,-1 0 7 16,-4 0 5-16,0 0-8 15,-2 0 8-15,-2 0-12 16,4 0 40-16,-4 0-18 16,5 0-12-16,0 0-1 15,1 0-7-15,1 0-3 16,0 0-15-16,-1 0 14 16,0-1 0-16,-4-1 6 15,0 1 1-15,-2-1 5 16,-3 2-8-16,4 0 7 15,-3 0-9-15,3 0-3 16,2 0 15-16,-1 0-9 16,7 0 2-16,0 0-7 15,0 0 2-15,0 0-21 16,1 0 6-16,-2 0-39 16,-2 0 48-16,-4 2 3 15,2-1 11-15,-2 2-5 16,3-3 5-16,-3 3 6 15,2-3-5-15,3 0 0 16,-1 0-6-16,-2 0 13 0,0 0-11 16,-3 0 28-1,-2 0-12-15,-1 0 2 0,-3 0-21 16,-1 0 4-16,0 0-1 16,-1 0-1-16,-1 0 1 15,-1 0-2-15,-2 0 2 16,0 1-18-16,0-1-93 15,0 0-140-15</inkml:trace>
  <inkml:trace contextRef="#ctx0" brushRef="#br1" timeOffset="205063.85">22365 2048 131 0,'0'0'60'0,"1"0"20"0,1 0-1 15,2 0-24-15,0 0-18 16,4 0 5-16,0 0-29 16,3 0-1-16,4 0 2 15,1 0 11-15,3 0-4 16,2 0-10-16,4 0 6 15,1 0-20-15,5 0 12 16,4 0-13-16,-1 0 8 16,2-2-7-16,0-2 9 15,0 4-13-15,0-4 7 16,-1 3 2-16,2-2 0 16,-1 3 0-16,-1-1-5 15,1 1 5-15,1 0-8 16,0 0 8-16,-1 0-25 15,-1 0 16-15,-1-2-17 16,1 1 12-16,-2 1-1 16,-2-1 7-16,0-1 0 15,0 2 4-15,-2-4-1 16,-1 2 3-16,1-2 0 16,-4 0-7-16,1 2 16 15,-1 1-10-15,-2 1 8 16,3 0-10-16,-2 0 3 15,3 0 1-15,-1-2-1 16,2 1-1-16,2 0 0 16,-1-1-1-16,0 0-15 15,2 2 21-15,-6-4-2 16,1 4 6-16,-3-4-20 16,-4 4 23-16,1 0-14 0,1 0 3 15,-2 0 0 1,2 0-1-16,4 0-6 0,-1 0 7 15,2-2 1-15,2-1-42 16,1 2-6-16,0-3-10 16,-4 1 28-16,0 0 0 15,-1 0 29-15,-3 2 0 16,0 0 0-16,-1-1 4 16,0 1-1-16,0 1 0 15,0-1-6-15,-3-1 3 16,5 1-7-16,1 1 8 15,0-3-9-15,2 2 11 16,2-2-9-16,0 0 4 16,-4 2-5-16,-1-2 9 15,-4 2-1-15,-4-1 0 16,-1 2 11-16,-1-1 20 16,-4 1 15-16,4 0-23 15,-1-1-2-15,4 0-27 16,-2 1 15-16,1-2-15 15,-2 1 9-15,-2 1-5 16,-4-1 0-16,-4 1-5 16,-2 0-72-16,-2 0-97 15</inkml:trace>
  <inkml:trace contextRef="#ctx0" brushRef="#br1" timeOffset="206911.93">22540 2438 274 0,'0'0'43'0,"21"0"41"0,-8 1 7 15,0 1-30-15,5 2-17 16,2 0-30-16,0 0 9 15,5 0-22-15,-1 0 9 16,3-1-15-16,2-1 13 16,0 0-14-16,1-1 8 15,2-1-1-15,-3 0-3 16,1 0 0-16,-2 0 0 16,1 0 3-16,-1 0-21 15,-3 0 21 1,4 0-15-16,-1-1 24 0,3-3-16 15,1 1 8-15,2 2-5 16,0-2 2-16,2-1-16 16,0 3 2-16,-1-2 10 15,-3 0-5-15,-1 0 7 16,-5 2-21-16,-4 1 20 16,-2 0-10-16,-6 0 16 15,0 0-8-15,-4 0 13 16,1 0-8-16,0 0 10 15,0 1-5-15,4 1-4 16,1 0 2-16,1-2-5 16,4 2 8-16,1-2-12 15,1 0 13-15,0 0-11 0,-2 0 12 16,0 0-13 0,-1 0 10-16,-3 0-7 0,-3 0 4 15,-3 0-1-15,2 3 0 16,-3-2 2-1,-2 3-5-15,5-1 6 0,-2-2-8 16,5 0 11-16,4-1-11 16,3 2 11-16,3-2-12 15,-2 0 10-15,3 0-8 16,1 0-2-16,-5 0-4 16,0 0-3-16,-7 0-3 15,-1 0 10-15,-3 0 11 16,-2 0-11-16,-1 0 13 15,2 0-11-15,0 0 12 16,4 0-12-16,5 0 6 16,-1 0-5-16,6 0 2 15,-1 0-2-15,1 0-3 16,-3 0 3-16,-1 0-16 16,-1 0 4-16,-3 0-5 15,0 0 26-15,-1 0-13 16,-1 0 17-16,2 0-9 15,-2 0 12-15,0 0 0 16,1 0-8-16,0 1 0 16,1 2-4-16,-1-2 9 15,0 1 5-15,0-1 10 16,-1-1-23-16,-4 0 19 16,1 0-2-16,-4 0-5 15,-1 1-17-15,-3-1 9 16,-1 0-2-16,0 2-4 15,-3-2 0-15,0 0-26 16,0 0-160-16</inkml:trace>
  <inkml:trace contextRef="#ctx0" brushRef="#br1" timeOffset="208017.36">22804 2775 279 0,'0'0'30'15,"0"0"68"-15,55-4-13 16,-31-1-26-16,5 5-20 16,3 0-3-16,1 0-29 15,3 0 3-15,1 0 3 16,1 5-8-16,-2-1-6 0,-1 0 2 15,-2 0 2-15,-1-3-8 16,-1 2 12-16,-4-3-15 16,-1 0 18-16,-2 1-18 15,-2-1 16-15,3 0-15 16,-1 0 9-16,4 0-3 16,2 0 1-16,2 0 1 15,2 0-4-15,1 0 9 16,0 0-13-16,-2 0 10 15,0 0-7-15,-4 0 15 16,2 0-21-16,-6 0 18 16,1 0-12-16,-3 0 4 15,-4 0 1-15,-1 0-2 16,-7 0 4-16,1 0-7 16,-7 0 8-16,-2 1-9 15,-1-1 8-15,-2 2-76 16,0-2-136-16,-5 0-123 15</inkml:trace>
  <inkml:trace contextRef="#ctx0" brushRef="#br1" timeOffset="209752.83">22940 3014 329 0,'0'0'81'0,"0"0"-10"0,0 0 27 16,0 0-24-16,0-19-13 16,0 17 2-16,0 2-13 15,0 0-10-15,-5 0-14 16,-2 4-12-16,-1 9-20 15,-1 4 17-15,1 2-12 16,2 3 11-16,1 1-16 16,5-3 10-16,0-1-10 15,0-1 3-15,14-4 0 16,2-5 2-16,4-2 0 16,5-6 2-16,-1-1 29 15,1 0-19-15,1-1 11 16,0-10-11-16,-1-1 8 15,-4-1-22-15,-3-1 6 16,0 0-3-16,-4-1 0 16,-6-1 4-16,1 1-4 15,-3 3 6-15,-4-3-10 16,-2-1 15-16,0 1-11 16,0 1 26-16,-2-1-14 15,-9 0 13-15,-3 2-26 16,-1 1 12-16,0 4-2 15,0-2 2-15,-1 4-5 16,3 0-7-16,1 2 6 16,1 1-13-16,0 2 14 0,-2 1-17 15,1 0 19 1,-1 6-25-16,0 8 25 0,-3 4-15 16,3 3 10-16,-4 2-2 15,4 4-2-15,1 0 4 16,1-2-9-16,5-2 13 15,3-1-18-15,3-1 18 16,0-5-21-16,5-2 18 16,10-3-14-16,6 0 14 15,3-4-9-15,5-5 16 16,1-2 1-16,2 0-4 16,-2 0 4-16,-1-9-14 15,-6-3 14-15,-4 1-17 16,-1-2 25-16,-10 1-14 15,-2-3 21-15,-6-2-17 16,0-2 7-16,0-3-9 16,0 0 4-16,-9-1-7 15,-5 2-6-15,0 0 7 16,-3 4-14-16,-3 6 15 16,0 0-18-16,1 6 16 15,-2 4-19-15,-1 1 20 16,0 0-20-16,-1 4 18 15,-1 9-10-15,-1 3 4 16,6 4 2-16,-2 2-3 16,5 1 5-16,4 2-11 15,6-4 15-15,6 3-17 16,0-2 19-16,0-3-21 16,12-2 16-16,8-3-15 0,6-5 15 15,4-2 3 1,2-4 5-16,0-3 9 0,0 0-10 15,-5-1 4-15,-5-8-20 16,-5-2 20-16,-8-3-23 16,-3 1 29-16,-6-4-22 15,0-3 14-15,0 0-17 16,-3-3 8-16,-7 4-1 16,-2 2-4-16,-1 5 4 15,3 5-10-15,-3 4 11 16,0 3-22-16,0 0 17 15,-3 10-11-15,0 6 22 16,1 5-20-16,1-1 19 16,0-1-14-16,5-1 7 15,1-1-1-15,2-8-4 16,3 1-1-16,3-4-54 16,0-1-29-16,0-2-101 15,0-3-51-15,9 0-184 16</inkml:trace>
  <inkml:trace contextRef="#ctx0" brushRef="#br1" timeOffset="211376.43">24911 1321 282 0,'0'0'110'0,"0"-1"16"16,-2 0-39-16,-3 1-16 15,-4 0-26-15,0 0 28 16,-2 0-36-16,-1 7-13 15,-2 7-16-15,0 5 4 16,0 0-1-16,3 5 15 16,1-3-9-16,7 2-17 15,3-4 10-15,0-3-9 16,7-3 26-16,15-3-17 16,4-4 35-16,6-6-1 15,1 0 7-15,2 0-29 16,-7-5-9-16,-2-6-7 15,-4-2-8-15,-9-2 8 0,-4 0-7 16,-2-3 14 0,-4-2-16-16,-3-1 14 0,0-1-18 15,0-1 20-15,-3 0-20 16,-9 2 11-16,1 2-11 16,-4 4 2-16,2 3 2 15,2 3-3-15,-4 3 3 16,2 5-11-16,-2 1 13 15,-2 0-17-15,-3 11 23 16,2 6-23-16,2 9 26 16,1 0-17-16,7 4 13 15,3-1-8-15,5-2 0 16,0-5 2-16,0-3-5 16,13-2 9-16,5-8-9 15,3-2 15-15,3-7-7 16,0 0 31-16,0 0-31 15,-1-15 13-15,-4 0-19 16,-4-6 13-16,-7 1-5 16,-2-3-1-16,-6-2 2 15,0 0-3-15,0 2 6 16,-3 4-13-16,-5 0 16 16,-4 4-20-16,1 6 22 15,-1 0-21-15,1 5 16 16,-3 3-23-16,3 1 11 15,-5 0-3-15,1 11 7 16,-2 6-3-16,1 5 2 16,0 3 8-16,3 1-10 15,2 0 20-15,4-2-20 0,2-3 23 16,5-2-27-16,0-5 21 16,0-2-19-1,13-5 13-15,5-3 2 0,5-4 0 16,0 0 3-16,2-5-7 15,0-10 6-15,-4-6-15 16,-5-2 16-16,-4 1-22 16,-4 1 13-16,-8 2-27 15,0 3 18-15,0 5-15 16,-17 4-13-16,-2 3-67 16,-7 4-95-16,-3 0-153 15</inkml:trace>
  <inkml:trace contextRef="#ctx0" brushRef="#br1" timeOffset="212946.61">23166 3053 131 0,'3'-1'81'16,"4"-4"-1"-16,-4 1-34 16,3 0-16-16,0 0-10 15,0 0-16-15,1 0 5 16,1 0-9-16,3-3 6 16,-2 3-11-16,2-3 13 15,1-1-16-15,-2 0 0 16,2-2-14-16,2 1-4 15,-2-1-15-15,2-1-2 16,0 3-47-16,-2-2 18 0,-1 2-14 16,2-2 72-1,-3 0 14-15</inkml:trace>
  <inkml:trace contextRef="#ctx0" brushRef="#br1" timeOffset="214201.95">23803 2524 81 0,'0'0'36'0,"0"0"8"16,0 0-26-16,0 0-12 16,0 0-1-16,78-71-6 15,-63 59-5-15,-1-2-4 16,-2 1-25-16,-1-3 30 16,0 3 3-16,-2-2 5 15,2 1-3-15,-3 0 13 16,4 2 30-16,-2-1-14 15,0 2 23-15,1-1-20 0,0 0-20 16,1 0-12-16,0 1 8 16,-2-1-11-16,2 0 8 15,-1 0-10-15,-2-2-11 16,3 0 8 0,-4-1 8-16,3 1-4 0,-2 1 11 15,0 1 2-15,1 0-2 16,2-1 8-16,-1-1-4 15,1 1 6-15,1-1-12 16,-1 0 14-16,-2-1-23 16,0 0 12-16,-3 1-8 15,-1 3-1-15,-2-1-8 16,2 2 1-16,0-1 8 16,-1 0-3-16,3-2 5 15,4 0-7-15,0-3 7 16,3-2-20-16,0-3 23 15,2 1-12-15,-2 1 12 16,-2-2-6-16,-1 4 0 16,-3 0 3-16,-1 3-2 15,2-1 12-15,0-1-1 16,4 0 7-16,1-3-17 16,4 0 7-16,1-3-12 15,3-1 7-15,-1 0-10 16,-2 1 11-16,0 2 0 15,-5 2-1-15,-4 1-1 16,-2 5 9-16,-4 1-5 16,-2 3-9-16,1-3 12 0,1 3-11 15,3-2 17 1,0 0-11-16,5-1 8 0,2-2-13 16,3 1 2-16,1-2-3 15,2 1-14-15,-1-1 6 16,-1 2 8-16,-1 1 4 15,-3 1-4-15,1 2 6 16,-5 0-8-16,3 0 10 16,3-1-12-16,-3 2 10 15,3-3-8-15,1 0 6 16,-2 2-3-16,-2 0-6 16,1 1 3-16,-4 2 0 15,-1 1 5-15,-1 1-13 16,-2 0 19-16,2-1-8 15,-2 2 20-15,3-4-12 16,1 1 9-16,3-1-14 16,-4-1 1-16,1 2-1 15,-4 1-1-15,-2 2 1 16,-4 1-3-16,-1 1 22 16,0 0 45-16,0 0-15 15,0 0-45-15,-1 0 3 16,-2 0-19-16,1 0 18 15,2 0-10-15,0 0 0 16,0 0-3-16,0 0-24 16,0 1-35-16,-3 1-51 15,-1 1-29-15,-4-1-94 16</inkml:trace>
  <inkml:trace contextRef="#ctx0" brushRef="#br1" timeOffset="-204718.86">24685 1770 102 0,'0'0'26'0,"0"0"-1"15,0 0-4-15,2 0-11 16,-1 0-13-16,-1 0 7 16,0 0-10-16,2 0 10 15,-1 0-8-15,2 0 8 16,-1 0 9-16,2 0 14 16,1 0 4-16,-3 0 28 15,1 0-26-15,-1 0-28 16,-1 0-5-16,-1 0 0 15,0 0 5-15,0 0-6 16,3 0 7-16,-3 0-17 16,0 0 9-16,3 0-12 15,1 0-13-15,1 0 29 16,0 0 3-16,1 0-1 16,-1 0-6-16,2 0 8 15,-5 0-10-15,3 0 10 16,1 0-10-16,0 0 14 0,3 0-4 15,3-1-4-15,1-2-2 16,2 2-14-16,-1-2-36 16,0 2 3-16,-2-2-2 15,-1 1-5-15,-2 1 5 16,-2 1-4-16,-1 0 37 16,0 0 10-16,3 0 7 15,-4 0 0-15,3-2 6 16,-2 2-6-16,2-2 8 15,-1 2 29-15,1-2-11 16,-1 1-16-16,3-1-7 16,-3 2-1-16,2 0-5 15,2-3 6-15,-2 2 2 16,0 1 13-16,-1 0-1 16,2-3-5-16,-2 2-11 15,-3 1-2-15,0 0 0 16,1 0-2-16,1 0 6 15,-2 0-6-15,3 0 6 16,-2 0-6-16,1 0 4 16,-2 0-9-16,0 0 4 15,1 0-6-15,0 0 4 16,-1 0-4-16,4 0-15 16,-3 0 18-16,-1 0-21 15,3 0-3-15,0 0 7 16,-1 0 27-16,-1 0 2 15,-1 0 5-15,1 0-9 16,-3 0 18-16,2 0-10 16,-2 0 1-16,3 0-7 15,-2 4-7-15,2-4-14 16,0 0 3-16,4 1-3 16,-5 2-1-16,3-3 0 15,2 0 15-15,-5 0 11 0,0 0-4 16,1 0 17-16,0 0 1 15,-3 0 8-15,-1 0-12 16,2 0-12-16,-1 0-4 16,2 0-6-16,1 2 6 15,-1-2-4-15,0 0 9 16,3 0-12-16,-2 0 3 16,0 0-11-16,0 0 10 15,0 1 7-15,-2-1-3 16,1 2-2-16,-2-2-24 15,2 1-19-15</inkml:trace>
  <inkml:trace contextRef="#ctx0" brushRef="#br1" timeOffset="-204577.14">25398 1755 35 0,'0'0'67'15,"0"0"-45"-15,0 0-21 16,0 0-12-16,24 1 5 15,-15 1-16-15,-3-2-4 16,0 0-34-16</inkml:trace>
  <inkml:trace contextRef="#ctx0" brushRef="#br1" timeOffset="-204320.01">25398 1755 31 0,'68'3'34'16,"-67"-3"24"-16,2 0-9 15,0 0-21-15,0 0-21 0,0 0-3 16,0 0-6-1,1 0 4-15,-1 0-2 0,-2 0 6 16,0 0-4-16,1 0-2 16,-2 0-2-16,1 0-4 15,-1 1 7 1,0-1-1-16,0 0 12 0,0 0-2 16,0 0 14-16,2 0-6 15,1 0-4-15,-3 0-6 16,3 0-1-16,-3 0-4 15,0 0-4-15,0 0-7 16,0 0-46-16,0 0-105 16</inkml:trace>
  <inkml:trace contextRef="#ctx0" brushRef="#br1" timeOffset="-202775.01">24294 1684 424 0,'0'0'58'16,"0"0"46"-16,0 18-7 16,8-10 2-16,3 3-24 15,5-2-5-15,3 3-14 16,-2-5 13-16,2 3-3 16,-3-3-29-16,0 0-2 15,-5-2-12-15,1 2-6 16,-7-5-17-16,0 2 9 15,-4-2-17-15,1-1 16 16,-2 2-26-16,0-2-6 16,0 2-50-16,0 1-40 15,0-1-57-15,0-1-33 16,0-2-69-16,0 0-12 16</inkml:trace>
  <inkml:trace contextRef="#ctx0" brushRef="#br1" timeOffset="-202563.87">24489 1694 381 0,'0'0'86'0,"0"0"50"0,0 0-56 16,0 0-6-16,0 0-46 16,-83 13 11-16,49 9-10 15,0 2 1-15,1 2-26 16,1-3 1-16,7-1-2 15,8-4-5-15,5-3-12 16,9-4-92-16,2-4-67 16,1-6-147-16</inkml:trace>
  <inkml:trace contextRef="#ctx0" brushRef="#br1" timeOffset="-201716.16">25372 1698 485 0,'0'0'50'0,"0"0"43"0,0 0-17 15,0 0 17-15,7 29-5 16,5-18-19-16,-1 2 3 16,1-2-19-16,2 1-13 15,-2-1-21-15,-4-4-1 16,1-2-23-16,-3-1 16 16,-1-3-20-16,-3 1 13 15,-1-2-43-15,1 0-47 16,1 0-58-16,0-4-85 15,0-9-180-15</inkml:trace>
  <inkml:trace contextRef="#ctx0" brushRef="#br1" timeOffset="-201565.62">25400 1737 596 0,'0'0'68'0,"0"0"-1"15,-99 75-42-15,71-54-16 16,5-5-41-16,5-4-160 16,0-5-349-16</inkml:trace>
  <inkml:trace contextRef="#ctx0" brushRef="#br1" timeOffset="-189182.32">28808 4663 538 0,'0'-4'102'0,"0"2"-25"0,0 2 50 16,0 0-47-16,0-1 9 15,0 1-34-15,0 0-1 16,0 0-34-16,0 0 7 16,0 0-23-16,0 0-1 15,0 0-2-15,0 1 2 16,0 9 25-16,0 1-12 16,4 0 17-16,-1 2-25 15,1 0 15-15,-1 1-25 16,3-2 22-16,0 0-25 15,-1-2 19-15,4 0-11 16,-3-2 1-16,1-1 3 16,-1-2-7-16,1 2 7 15,0-3-10-15,-1 1 19 16,3 0-19-16,-1-1 23 16,1-1-24-16,1 1 21 15,-1 2-27-15,5 0 18 16,-1-2-9-16,3 2 0 15,-3-2 1-15,3 0-4 16,1-2 9-16,1 1-13 16,-2-2 20-16,1-1-21 15,0 2 28-15,-1-2-28 16,0 0 25-16,-2 0-23 16,2 0 16-16,-1 0-5 15,2 0-1-15,-3 0 1 16,4 0-7-16,-2 0 13 15,2 0-20-15,0 0 21 16,-1 0-25-16,-1 0 32 0,1 0-32 16,-1 0 28-1,2-2-26-15,0 1 16 16,1-2 2-16,3-1 0 16,-1 0 1-16,1 0-8 0,1 0 11 15,-1 1-19-15,-2 0 22 16,2 1-27-16,-2 0 29 15,3 1-28-15,-1-2 24 16,2 0-20-16,2-1 11 16,3 0-1-16,1-3-5 15,-1 3 8-15,2 0-11 16,-3 0 17-16,0 2-21 16,-2 0 22-16,2 2-24 15,-2 0 28-15,-2 0-29 16,2 0 24-16,-3 0-17 15,-1 3 8-15,-1 2 0 16,1 2-2-16,-3-1 4 16,1 0-10-16,0 2 17 15,-1 1-19-15,-2 1 23 16,1-1-23-16,-2 1 29 16,-2 3-27-16,2-1 18 15,-3-2-13-15,-2 0 5 16,1 2 0-16,-2-4-3 15,0 0 7-15,-3-1-15 16,1-2 20-16,-4 0-24 16,2 0 27-16,-2-3-26 15,-4 0 25-15,1-1-26 16,-1-1 19-16,0 0-7 16,0 0 4-16,0 0 3 15,2 0-2-15,-2 0 8 16,4-3-18-16,2-8 19 15,3 1-29-15,4-2 30 16,1-1-29-16,4 1 28 0,-1 2-26 16,5-1 15-1,-1 3-5-15,4 1 0 0,0 1 4 16,2-1-5-16,3 0 10 16,1 1-16-16,-1 2 21 15,2-1-26-15,-2 1 32 16,-1-1-32-16,0 4 27 15,0-3-23-15,-1 3 14 16,4-2-4-16,0 2-1 16,3-2 4-16,-1 2-9 15,1-1 15-15,2 1-20 16,-2-2 24-16,1 3-25 16,-4 0 29-16,0 0-30 15,-2 0 24-15,2 0-21 16,-2 0 11-16,-1 0 0 15,3 0-3-15,0 0 4 16,1 0-9-16,0 0 17 16,3 0-18-16,3 0 22 15,-3 1-27-15,-1 1 30 16,1-1-31-16,-3 2 26 16,-2-3-19-16,-2 0 12 15,-2 0 4-15,-1 0-8 16,-2 0 7-16,-2 0-5 15,0 0 16-15,2 0-28 16,1 0 28-16,1 0-29 16,0 0 27-16,1 0-30 15,-1 0 25-15,0-4-16 16,-1 0 7-16,-6 0 0 16,-2-1 3-16,-4-1 8 15,0 0-16-15,-3 0 32 0,-4-1-26 16,1 1 28-16,2-2-36 15,-3-2 27-15,1 1-30 16,-1-1 25-16,2 0-11 16,-4-1-1-16,2 0 1 15,-3-1-7-15,0 3 11 16,0 1-18-16,-3-2 20 16,2 4-27-16,-2-2 29 15,0 0-37-15,0-1 20 16,0 2-51-16,-2-1-3 15,-8 1-26-15,-9 2-48 16,-4 2-185-16,-5-1-307 16</inkml:trace>
  <inkml:trace contextRef="#ctx0" brushRef="#br1" timeOffset="-188374.25">29183 5218 822 0,'0'0'76'0,"0"0"22"16,0 0-8-16,0 5-51 16,0 10-30-16,0 10 32 15,0 5-8-15,0 6 18 16,3-1-44-16,4-2 21 15,2-2-29-15,1-6 16 16,0-3-21-16,-1-2 7 16,1-5 0-16,-2-6-4 15,1 1-11-15,0-5-59 16,-1-1-23-16,1-4-31 16,0 0-23-16,-3 0-72 15,1 0-123-15</inkml:trace>
  <inkml:trace contextRef="#ctx0" brushRef="#br1" timeOffset="-188136.98">29456 5415 828 0,'0'0'147'0,"0"0"-12"16,0 0-41-16,0 0-31 16,26 80-7-16,-19-64-51 15,-4-2 12-15,-2-1-27 16,-1-4-3-16,0-3-83 0,0-2-112 16,0-4-143-16</inkml:trace>
  <inkml:trace contextRef="#ctx0" brushRef="#br1" timeOffset="-187992.51">29489 5266 808 0,'0'0'20'0,"0"0"7"0,0 0-39 15,0 0-139-15,0 0-179 16</inkml:trace>
  <inkml:trace contextRef="#ctx0" brushRef="#br1" timeOffset="-187437.76">29638 5472 632 0,'0'0'143'15,"0"0"58"-15,0 0-66 16,0 0-34-16,0 0-28 15,0 0-22-15,37 34-15 16,-37-34-19-16,2 0 13 16,2-3-25-16,1-12 25 15,0-1-30-15,3-5 14 16,0 1-40-16,1 3 10 16,-3 3-15-16,1 3 10 15,0 5 0-15,0 6 0 16,2 0 6-16,-2 0-7 15,3 6 23-15,2 7-9 16,-2 0 23-16,0 0-23 0,-1-2 23 16,-2-1-24-1,-1-3 20-15,-1-3-11 0,-2 0 1 16,0-2 2-16,0-2-5 16,0 0 7-16,2 0-16 15,2-2 19 1,3-11-23-16,0 1 16 0,0-4-34 15,3 1 23-15,0 3-22 16,-3 2 21-16,2 5 0 16,-4 1 7-16,1 4 5 15,0 0-9-15,-2 0 10 16,-1 4-6-16,1 4 18 16,0 3-19-16,-1 0 25 15,1-2-26-15,-1 2 21 16,0-5-24-16,1 0 7 15,0-2-35-15,-1 0-78 16,0-2-102-16,-2-2-84 16,-1 0-165-16</inkml:trace>
  <inkml:trace contextRef="#ctx0" brushRef="#br1" timeOffset="-186999.61">30145 5424 867 0,'0'0'141'16,"0"0"-3"-16,0 0-58 16,0 0-40-16,16 53-14 15,-13-46-28-15,-2 0 15 16,-1-3-26-16,0-3 2 16,0-1-113-16,-1 0-89 15,-9 0-226-15</inkml:trace>
  <inkml:trace contextRef="#ctx0" brushRef="#br1" timeOffset="-186862.95">30100 5215 936 0,'0'0'32'0,"0"0"14"15,0 0-71-15,0 0-133 16,0 0-233-16</inkml:trace>
  <inkml:trace contextRef="#ctx0" brushRef="#br1" timeOffset="-186613.96">30250 5135 823 0,'0'0'81'0,"0"0"117"16,38 79-88-16,-25-49-36 16,-3 0-37-16,-3 2-25 15,0-5-5-15,-4 0-12 16,0-4 15-16,-3-1-38 16,0-3-27-16,0-2-79 15,-1-7-62-15,-8-4-153 16</inkml:trace>
  <inkml:trace contextRef="#ctx0" brushRef="#br1" timeOffset="-186455.44">30237 5306 990 0,'0'0'9'16,"0"0"27"-16,0 0-36 15,91-28-8-15,-66 21-136 16,-2 2-209-16</inkml:trace>
  <inkml:trace contextRef="#ctx0" brushRef="#br1" timeOffset="-185777.13">30969 5227 533 0,'0'0'87'0,"0"0"87"16,0 0-32-16,3-77-46 15,-3 55-17-15,-11 3-37 16,2-1-9-16,-3 4-28 15,0 3 12-15,0 5-26 0,-2 4 19 16,1 4-29 0,-1 0 24-16,2 8-23 0,1 10 17 15,4 7-12-15,3 4 9 16,4 6 4-16,0 1-2 16,0-1 10-16,10 1-13 15,3-1 23-15,0-6-25 16,0-2 27-16,-4 0-25 15,2-4 23-15,-4-2-26 16,-2 0 11-16,-1-4-3 16,-4 0-9-16,0-5-45 15,0-2-87-15,0-5-59 16,0-1-132-16</inkml:trace>
  <inkml:trace contextRef="#ctx0" brushRef="#br1" timeOffset="-185598.32">30812 5441 796 0,'0'0'78'0,"0"0"44"16,0 0-69-16,91-16-56 15,-60 14 3-15,-1-1-55 16,-3-1-130-16,-1-1-308 15</inkml:trace>
  <inkml:trace contextRef="#ctx0" brushRef="#br1" timeOffset="-184728.96">31501 5310 717 0,'0'0'9'0,"0"0"49"16,-81 5-16-16,58 1-17 15,9 0 13-15,6 0-28 16,8-1-5-16,0-1-26 16,9 4 29-16,13-5-14 15,5 4 32-15,3-1-17 16,1 1 49-16,-6-1-12 16,-5 1 11-16,-9 2-25 15,-7 0-23-15,-4 3-1 16,-1 1 23-16,-15 1 15 15,-1-1-37-15,2-3 13 0,2-1-27 16,3-4 23-16,4-1-30 16,5-2 21-16,1-1-28 15,0-1-6-15,0 0-29 16,13 0 8-16,7 0 40 16,6-7-13-16,0 0 15 15,-1 0-13-15,-5 0 18 16,-3 1-38-16,-5 2 35 15,-5 2-19-15,-3 2 23 16,-1 0-11-16,0 0 1 16,1 0-3-16,4 2 7 15,6 5 10-15,5-2-13 16,7-2 17-16,4-2-14 16,6-1 21-16,2 0-4 15,-1 0 20-15,-8-4-34 16,-5-3 21-16,-7 0 6 15,-8 1 7-15,-6 0 23 16,-3-1 9-16,0-1-15 16,0 0-33-16,-12-3 9 15,-4 2-30-15,-1 0 18 16,-5 3-34-16,-1 3 15 16,1 3-53-16,-1 0-41 15,1 0-78-15,6 3-75 16,2 1-73-16</inkml:trace>
  <inkml:trace contextRef="#ctx0" brushRef="#br1" timeOffset="-184030.01">32266 5325 889 0,'0'0'98'0,"0"0"42"15,0 0-30-15,22 46-63 16,-16-32-16-16,-5-3-20 16,-1 0-10-16,0-2-6 15,0-4-70-15,-10-2-126 16,-6-3-199-16</inkml:trace>
  <inkml:trace contextRef="#ctx0" brushRef="#br1" timeOffset="-183878.58">32210 5121 989 0,'0'0'-25'16,"0"0"28"-16,0 0-110 16,0 0-52-16,0 0-228 15</inkml:trace>
  <inkml:trace contextRef="#ctx0" brushRef="#br1" timeOffset="-183623.86">32428 5045 784 0,'0'0'148'16,"0"0"-8"-16,13 108-30 15,-10-66-54-15,1-3-5 16,2 1-46-16,-1-5 10 16,0-4-19-16,-2-2 4 15,3-6 0-15,-2-3-10 16,-1-5-29-16,-2-5-71 16,-1-6-33-16,0-4-83 15,0 0-62-15</inkml:trace>
  <inkml:trace contextRef="#ctx0" brushRef="#br1" timeOffset="-183462.49">32328 5261 796 0,'0'0'107'0,"0"0"-15"16,0 0 34-16,0 0-31 15,97-21-83-15,-61 17-4 16,2 0-7-16,2 0-21 15,-2 1-150-15,-5-2-238 16</inkml:trace>
  <inkml:trace contextRef="#ctx0" brushRef="#br1" timeOffset="-183056.7">32811 4998 988 0,'0'0'116'0,"0"0"-11"16,0 0-6-16,0 0-76 15,0 0-23-15,-35-3-12 16,22 14-71-16,0 4-86 16,3-2-136-16,4 3-293 15</inkml:trace>
  <inkml:trace contextRef="#ctx0" brushRef="#br1" timeOffset="-182754.84">32963 5203 997 0,'0'0'-1'0,"0"0"84"15,0 0-17 1,-79 43-25-16,68-36-23 0,7-3-17 16,4 2-4-16,0 0-16 15,0 0 21-15,13 2-15 16,1 2 32-16,0 2-27 15,-5 0 27-15,-1 2-29 16,-8 0 26-16,0 4-10 16,-14 0 31-16,-9-3 8 15,-3-3-23-15,0-4-10 16,1-4-28-16,4-4-44 16,2 0-163-16,3-1-318 15</inkml:trace>
  <inkml:trace contextRef="#ctx0" brushRef="#br1" timeOffset="-181560.65">29111 6042 666 0,'0'0'59'16,"0"0"11"-16,0 0-15 16,0 0 2-16,-59 73 11 0,48-50-48 15,3 2 25-15,5-2-23 16,3-7-2-16,0-1 5 16,1-7-2-16,12 0 4 15,3-4-17-15,-1-4 17 16,2 0-25-16,-1 0 18 15,-2-12-28-15,-1 0 20 16,-4-4-36-16,0-3 18 16,-7-2-15-16,0-2 6 15,-2-4-18-15,0 4-14 16,0 2 17-16,0 3 11 16,0 4 28-16,0 10-18 15,0 2 22-15,0 2-23 16,6 0 10-16,6 14-1 15,0 3 23-15,3 2 20 16,-2 1 13-16,-2-1 4 16,0-4-17-16,-3-1 10 15,-1-4-26-15,-1-4 10 16,0-2-32-16,0-2 22 16,1-2-30-16,3 0 22 15,0-2-17-15,3-14 12 16,0 0-9-16,3-5-6 15,-2 2 0-15,-1 3-16 16,-1 1 14-16,-5 6-15 16,2 3 19-16,-4 4-18 15,0 2 30-15,1 0-32 16,-2 10 22-16,2 6-9 16,-2 2 12-16,2 1 1 15,1-1-4-15,0-4 2 0,1-1-9 16,3-5 11-16,1-2-28 15,-2-4-39-15,1-2-115 16,-5 0-101-16,0 0-270 16</inkml:trace>
  <inkml:trace contextRef="#ctx0" brushRef="#br1" timeOffset="-180976.47">29564 6146 738 0,'0'0'66'0,"0"0"114"15,0 0-53-15,0 0-13 0,87 0-30 16,-68-3-44-16,-2-6-11 15,-5 2-30-15,-1-2 18 16,-5 1-22-16,-3-3 25 16,-3-1-30-16,0 0 23 15,0 0-20-15,0-1 2 16,-5 2-3-16,-6 1-2 16,-1 5 0-16,-1 1-7 15,-2 4 17-15,-2 0-16 16,-1 3 20-16,3 11-19 15,-2 2 28-15,4 4-28 16,3 2 23-16,6-2-15 16,1 1 8-16,3 0 5 15,0-3-3-15,6-2 5 16,9-1-11-16,3-4 14 16,5-5-22-16,4-4 18 15,2-2-60-15,0 0-72 16,0 0-132-16,-2-11-114 15</inkml:trace>
  <inkml:trace contextRef="#ctx0" brushRef="#br1" timeOffset="-180760.61">30051 6110 1127 0,'0'0'12'0,"0"0"103"0,0 0-77 15,0 0-19-15,0 0-27 16,75-23-36 0,-62 16-151-16,0-3-269 0</inkml:trace>
  <inkml:trace contextRef="#ctx0" brushRef="#br1" timeOffset="-180469.17">30341 5787 771 0,'0'0'29'0,"0"0"147"16,5 76-19-16,-4-37-27 16,1 7-41-16,-1-1-22 15,-1-1-39-15,4-5-6 16,-2-4-30-16,-1-8 21 16,2-4-35-16,0-10-8 15,0-5-72-15,0-4-29 16,-2-4-97-16,-1 0-63 15,0-12-155-15</inkml:trace>
  <inkml:trace contextRef="#ctx0" brushRef="#br1" timeOffset="-180073.61">30273 6034 680 0,'0'0'65'0,"0"0"43"16,0 0 36-16,0 0-66 15,84-16-9-15,-62 16-44 16,-2 0-8-16,-3 0-27 16,-2 2 21-16,-1 7-36 15,-5 3 13-15,-2 0-4 16,-1 2 3-16,2-5 7 16,-2 2 2-16,3-3 9 15,0-1-14-15,5-6 18 16,-1-1-19-16,4 0 25 15,-2 0-23-15,2-3 25 16,-5-6-22-16,-1-2 13 16,-5 1 4-16,-3 1 10 15,-3-1 21-15,0 2-6 16,0 2 4-16,-3-3-26 16,-7 4 14-16,-2-2-31 15,-1 3 19-15,-4 3-36 16,1 1 1-16,-1 0-61 15,0 0-49-15,2 2-81 16,-1 4-127-16</inkml:trace>
  <inkml:trace contextRef="#ctx0" brushRef="#br1" timeOffset="-179855.44">30873 6043 1217 0,'0'0'7'0,"0"0"4"0,0 0-17 15,0 0-63-15,0 0-176 16,27-15-294-16</inkml:trace>
  <inkml:trace contextRef="#ctx0" brushRef="#br1" timeOffset="-178857.49">31130 6027 824 0,'0'0'45'15,"0"0"2"-15,0 0 12 16,0 0-6-16,0 0-2 16,-61 72-42-16,57-57-5 15,4 2-3-15,0-2 2 16,1-4 8-16,11-1-6 0,5-4 16 15,-1-5-18-15,4-1 21 16,-4 0-30-16,0-4 21 16,-6-9-32-16,2-2 14 15,-8-3-10-15,0-1 12 16,-4-2-7-16,0 1-13 16,0 1-2-16,0 3-4 15,0 5 30-15,0 2-16 16,0 6 23-16,0 3-20 15,0 0 13-15,0 2-33 16,0 10 49-16,6 0 36 16,0 1 14-16,0-1 14 15,2-1-25-15,1-4-22 16,-2-2-22-16,5-2 20 16,-1-3-27-16,4 0 23 15,2-1-32-15,0-11 22 16,-2-2-34-16,-2-1 7 15,0-1-25-15,-4 3 0 16,-5 2-11-16,0 3 5 16,-1 3 22-16,-3 2-7 15,0 3 23-15,0 0-20 16,0 0 16-16,0 1-35 16,4 8 48-16,2 0-18 15,3 0 17-15,5 1 9 16,2-2 10-16,1-1-2 15,1-2-8-15,2-2 11 16,0-2-19-16,-4-1 18 0,3 0-29 16,-3 0 28-16,1-10-32 15,-2-3 31 1,-1-2-22-16,-1-1 9 0,-3-4-4 16,-1-3 1-16,-6-2 9 15,-3 5-12-15,0-2 7 16,0 6-23-16,-6 4 22 15,-5 8-25-15,0 4 23 16,-3 0-33-16,5 16 27 16,2 3-17-16,1 5 13 15,6-1-1-15,0 1-1 16,3 0 6-16,12-4-12 16,3-1-9-16,4-4-79 15,-3-7-90-15,1-4-293 16</inkml:trace>
  <inkml:trace contextRef="#ctx0" brushRef="#br1" timeOffset="-177771.4">32145 5892 476 0,'0'0'99'0,"0"0"0"16,0 0 1-16,-29-3-69 15,9 6-36-15,-3 10 27 16,3 0-11-16,1 0 17 16,7-2-22-16,9 1 5 15,3-2-11-15,0-1 7 16,9-1 3-16,10-1 2 0,1 0 11 15,0-1-10-15,0 1 23 16,-5 1-30-16,-5 0 11 16,-4 2-24-16,-6 1 17 15,0 0 10 1,-4 1 29-16,-6-1-37 0,2-3-8 16,-1-3 0-16,5-2-5 15,2 1 6 1,2-4-18-16,0 0 11 0,0 0-35 15,2 0 1-15,13 0 5 16,2-7 41-16,8-2-20 16,-1-1 12-16,2 1-3 15,-4-1 0-15,-5 3 2 16,-4 3-5-16,-6 3 10 16,-1 0-14-16,-1 1 17 15,-1 0-20-15,0 0 23 16,6 0-23-16,0 0 22 15,7 2-18-15,3 0 15 16,5-2 10-16,4 0 6 16,0 0-2-16,2 0-10 15,-3-6 16-15,-5-1-12 16,-4 0 28-16,-6 0-4 16,-7 0 36-16,-5-2-26 15,-1 0 20-15,0-1-46 16,-7 0-10-16,-9-2-9 15,-4 3-7-15,-2 2-4 16,-6 6-25-16,-3 1-7 16,1 0-52-16,-2 10-9 0,3 5-61 15,6 1-35 1,7 1-123-16</inkml:trace>
  <inkml:trace contextRef="#ctx0" brushRef="#br1" timeOffset="-177430.12">32924 5906 849 0,'0'0'163'15,"0"0"-25"-15,0 0-18 16,26 82-55-16,-24-66-25 15,-2 0-28-15,0-5-9 16,0-1-6-16,-4-5-89 16,-12-5-115-16,0 0-292 15</inkml:trace>
  <inkml:trace contextRef="#ctx0" brushRef="#br1" timeOffset="-177286.23">32844 5718 1187 0,'0'0'14'16,"0"0"-21"-16,0 0 9 0,0 0-89 15,0 0-99-15,0 0-204 16</inkml:trace>
  <inkml:trace contextRef="#ctx0" brushRef="#br1" timeOffset="-177053.95">33015 5653 773 0,'0'0'129'0,"0"0"20"16,48 96-27-16,-33-62-51 15,-5-2 8-15,0-1-64 16,-4-3 4-16,-3 0-29 15,-2-5 13-15,-1-6-53 16,0-3-64-16,0-4-73 16,-10-7-99-16,-5-3-219 15</inkml:trace>
  <inkml:trace contextRef="#ctx0" brushRef="#br1" timeOffset="-176723.95">32899 5788 924 0,'0'0'35'16,"0"0"95"-16,0 0-37 0,111-32 0 15,-75 19-59-15,1-2 1 16,-6-1-42-16,-2 1 11 16,-6-1-5-16,-8 1-19 15,-5 1-9-15,-7 0-3 16,-3 1 7-16,0 2-45 15,0-1 39-15,0 3 8 16,-5 2 18-16,1-1-17 16,-2 4 27-16,5 3-30 15,-1-1-2-15,2 2 10 16,0 0 4-16,0 0-6 16,0 0-31-16,-3 0 7 15,-1 0-37-15,-2 2 10 16,-3 3-91-16,-2-1-214 15</inkml:trace>
  <inkml:trace contextRef="#ctx0" brushRef="#br1" timeOffset="-175369.87">29089 6561 705 0,'0'0'67'16,"0"0"109"-16,13 95-26 15,-4-55-24-15,2 2-54 16,-1-5 6-16,1-2-45 16,1-8 10-16,-1-3-26 15,-1-6-3-15,3-4-4 0,0-7-6 16,1-3 5-16,1-4-12 15,2 0 18-15,-1-11-23 16,0-5 26-16,-2-7-29 16,-1 0 19-16,-1 1-34 15,-5 2 24-15,0 8-16 16,-1 4 7-16,-3 2 5 16,0 6-1-16,1 0 7 15,2 0-16-15,0 7 23 16,5 5-20-16,-2 3 29 15,3 5-26-15,0-4 27 16,-3 1-30-16,3-3 21 16,-1 0-11-16,1-3-3 15,2-4-42-15,-1-2-64 16,6-2-54-16,0-3-78 16,1 0-14-16,3 0-137 15</inkml:trace>
  <inkml:trace contextRef="#ctx0" brushRef="#br1" timeOffset="-174736.85">29703 6792 576 0,'0'0'128'15,"0"0"8"-15,0 0-12 16,0 0-34-16,0 0 6 16,-33-35-85-16,17 41 1 15,-6 10-24-15,3 7 14 16,-1-1-3-16,4-2-1 15,5-4 4-15,5-3-6 16,4-4 7-16,2-4-19 16,0-3 25-16,8-2-29 15,9 0 33-15,2 0-23 0,4-4 21 16,0-4-17-16,-1-1 5 16,-2 1-2-16,-7 2-8 15,-3 0-3-15,-4 3-2 16,-5 3 25-16,1 0-14 15,-2 0 27-15,0 0-15 16,0 0 10-16,0 3-28 16,0 5 21-16,0 0-14 15,0 1 3-15,4-3 13 16,6 0 0-16,0-2 12 16,2-4-16-16,2 0 11 15,-2 0-26-15,2 0 26 16,-1-6-26-16,0-4 21 15,3-3-26-15,-1-1 12 16,2 1-13-16,1-2-3 16,0 2 7-16,1 1 2 15,-2 5 10-15,2-1-12 16,-4 7 18-16,-1 1-19 16,-1 0 37-16,-2 5-9 15,1 10 42-15,-3 5-6 16,-1 0 16-16,-4 0-19 15,-2 4-2-15,-2-5-4 16,0-1-17-16,0-4 6 16,-13-1-30-16,-3-4 17 15,-7-3-28-15,-3-2 21 16,-6-1-57-16,-2-3 0 16,-1 0-57-16,2 0-56 15,4-4-146-15,9-8-217 0</inkml:trace>
  <inkml:trace contextRef="#ctx0" brushRef="#br1" timeOffset="-174186.75">30588 6727 824 0,'0'0'65'16,"0"0"21"-16,0 0-51 15,0 0-37-15,-92 30 28 16,65-8-34-16,5 1 17 15,3-3-12-15,4-2 3 16,10-4 2-16,3-4-5 16,2 0 17-16,0-3-6 15,16-3 16-15,0-4-21 16,4 0 20-16,0 0-28 16,-1-2 21-16,0-8-34 15,-6-3 17-15,0 1-5 16,-6 0-3-16,-1 1 0 0,-3 7 2 15,-3-2 13 1,2 5-15-16,-1 0 26 16,-1 1-12-16,3 0 20 0,2 0-37 15,1 5 43 1,0 6 16-16,4 0 14 0,3 1-15 16,-4-1-13-16,1-1-10 15,0-2-20 1,-1-2 6-16,-2-4-19 0,0 1-2 15,3-3-73-15,-1 0-50 16,-2-6-146-16,2-7-169 16</inkml:trace>
  <inkml:trace contextRef="#ctx0" brushRef="#br1" timeOffset="-173853.03">30811 6767 737 0,'0'0'101'0,"0"0"76"16,0 0-23-16,0 0-30 16,17 71-51-16,-14-59-27 15,-2-2-26-15,2-5 1 16,0 0-28-16,3-5 23 16,0 0-28-16,2 0 25 15,1-11-29-15,2-4 20 16,1-4-38-16,1 0-3 15,-3 1 5-15,-3 4 3 16,1 3 23-16,-1 5-5 16,0 6 17-16,-1 0-25 15,1 2 30-15,-1 10-10 16,5 3 34-16,-2-2-38 16,1 2 14-16,2-4-17 0,-4-3-52 15,1-4-184-15,2-4-343 16</inkml:trace>
  <inkml:trace contextRef="#ctx0" brushRef="#br1" timeOffset="-173447.07">31484 6703 963 0,'0'0'117'0,"0"0"22"15,17 68-67-15,-10-43-21 16,-1-3-28-16,0-7-20 0,-1-3 1 15,-3-5-68-15,-2-7-103 16,0 0-232-16</inkml:trace>
  <inkml:trace contextRef="#ctx0" brushRef="#br1" timeOffset="-173311.92">31517 6556 876 0,'0'0'-14'0,"0"0"-20"0,0 0-103 16,0 0-96-16</inkml:trace>
  <inkml:trace contextRef="#ctx0" brushRef="#br1" timeOffset="-172935.08">31693 6735 693 0,'0'0'170'16,"0"0"35"-16,0 0-92 16,0 0-25-16,0 0-23 15,0 0-12-15,53 39-28 16,-51-39 11-16,-1 0-33 16,4 0 28-16,-1-7-30 15,2-5 22-15,2-1-39 16,1-4 0-16,-2 2-14 15,2 4-7-15,1 3 20 16,0 4 4-16,-1 3 13 16,1 1-17-16,0 0 25 15,-1 6-22-15,2 7 33 16,1 0-29-16,-2 4 32 16,3-2-19-16,-3 2 7 0,-1-5-3 15,-1-1-7 1,-2-1 4-16,0-4-12 0,-3-2-2 15,-3-4-59-15,2 0-34 16,-2 0-81-16,1-8-114 16,0-8-200-16</inkml:trace>
  <inkml:trace contextRef="#ctx0" brushRef="#br1" timeOffset="-171584.47">32012 6600 753 0,'0'0'31'16,"0"0"17"-16,0 0 102 16,0 0-11-16,19 70-42 15,-15-45-43-15,4-1-17 16,0-5-26-16,-2 0 12 16,1-6-27-16,2-2 23 15,-2-4-28-15,0-3 26 16,-1-3-24-16,2-1 20 15,-2 0-8-15,3 0 1 16,-3-5 5-16,1-9-9 16,-1-1 6-16,1-2-18 15,-4-3 23-15,-2-3-29 16,1 4 17-16,-1 3-32 16,-1 1 23-16,0 5-13 15,0 5 22-15,0 3-3 16,5 2-6-16,-1 0-2 15,5 0-4-15,2 9 21 0,0-1-17 16,4 2 23 0,0-2-24-16,-1-5 33 0,-1 1-21 15,0-2 33-15,0-2-21 16,-3 0 6-16,0 0-8 16,1-6-3-16,-1-4 5 15,0-5-15-15,0-2 13 16,-3 1-21-16,-2 0 24 15,-4-2-29-15,-1 5 27 16,0 4-38-16,0 3 17 16,-12 6-21-16,-5 0 4 15,0 9-7-15,-3 10 13 16,-1 4-7-16,7 4-19 16,4-1 43-16,5-1-9 15,5-5 23-15,0-1-21 16,7-2 31-16,8-3-13 15,8-6 26-15,0 0-14 16,3-6 2-16,0-2 3 16,0 0-13-16,0 0 1 15,-3-2-18-15,-1-6 18 16,-8 2-22-16,-2 2 25 16,-1 1-30-16,-5 2 25 15,-3 1-32-15,0 0 23 16,-3 0-10-16,2 0 3 15,-2 1 7-15,0 2-1 16,0-1 11-16,0-1-17 16,0-1 23-16,0 0-19 0,0 0 36 15,-2 0-35 1,-2 0 22-16,-1-8-34 16,2-7 6-16,0-5-14 15,3-4 4-15,0 0 7 0,8-4-15 16,6 1 3-16,5 4-5 15,-2 1 27-15,-2 4-17 16,-2 6 32-16,-5 4-29 16,-3 1 27-16,-4 6-21 15,-1 1 21-15,0 0 9 16,0 0-9-16,-9 0-13 16,-2 1-15-16,2 6 12 15,2 3-12-15,6 3 21 16,1 0-31-16,1 3 37 15,14 0-24-15,3 3 27 16,4 0-14-16,-2 1 16 16,0 0 17-16,-5-3 8 15,-4 2 8-15,-2-4-10 16,-6-2 12-16,-3-2-36 16,0-3 29-16,0-1-34 15,-1-1 22-15,-5 0-44 16,0-4 25-16,0 0-33 15,5-2-6-15,0 0 5 16,1 0-6-16,0 0 2 16,12-6-8-16,4-6 24 15,7-1-14-15,3-4 35 16,0-1-27-16,3-1 30 16,-4-1-32-16,1-3 24 15,-3-2-13-15,-3 1 3 0,-4-3 3 16,-5 2-4-1,-2 0 9-15,-6 3-16 0,-1 6 25 16,-2 4-24 0,0 6 37-16,-8 6-25 0,-9 0 19 15,1 10-38-15,-1 10 17 16,2 5-3-16,5 5 2 16,5-1 8-16,5-4-7 15,0 0 8-15,2-3-21 16,11-2 18-16,3-5-73 15,0-4-73-15,2-7-296 16</inkml:trace>
  <inkml:trace contextRef="#ctx0" brushRef="#br1" timeOffset="-171438.59">33163 6706 1409 0,'0'0'36'16,"0"0"0"-16,0 0 44 15,0 0-74-15,-11 0-3 16,-12 1-44-16,-15-1-122 16,-8 2-475-16</inkml:trace>
  <inkml:trace contextRef="#ctx0" brushRef="#br1" timeOffset="-166076.59">10114 7832 579 0,'0'-4'70'0,"0"0"47"16,-6 0-58-16,-2 0 19 15,1 0-29-15,-4 0 4 16,2 1-4-16,-4 2-11 16,-3 1-7-16,0 0-11 15,-4 0-10-15,0 0-16 16,-2 0 16-16,0 1-18 15,1 6 22-15,2 0-23 16,-1 1 22-16,1 1-21 16,0 2 13-16,1 0-6 15,-3 2 1-15,4-1 1 16,-3 0-3-16,5 3 7 16,-3-2-13-16,3 2 19 15,1 0-22-15,2-1 25 16,3-3-26-16,-1 4 23 15,3-2-19-15,1 2 9 16,2 1-1-16,1 2 6 16,0 1 7-16,3 2-2 15,0 0 23-15,0 4-21 16,0-2 13-16,0 3-27 16,0 2 19-16,0 1-26 15,0 1 22-15,0-1-1 16,0 3 6-16,0 0 0 15,0-1 1-15,0 0 0 16,-1 1-18-16,-1-3 10 16,2 0-19-16,0-4 19 15,0-1-22-15,0-5 24 16,0 4-25-16,0 1 20 16,0 3-13-16,0 2 4 0,0 2 2 15,0 0-4-15,0 1 8 16,0-4-11-16,0-1 17 15,3 2-20-15,3-7 26 16,-5-1-27-16,2 1 25 16,0 0-27-16,2-3 20 15,-3 0-9-15,3 2 8 16,-2 3-4-16,2 0-6 16,-2 2 9-16,0 1-15 15,0 0 19-15,0-3-22 16,0-3 26-16,0 2-26 15,3-4 24-15,-2-2-24 16,3 1 17-16,-1 0-7 16,1 0 0-16,-1-1 3 15,-2-1-5-15,2 3 10 16,0 0-16-16,-2-2 20 16,0-1-23-16,1-4 28 15,-1 0-30-15,2-4 26 16,-2 0-22-16,0-1 13 15,-1 0-2-15,2-3-3 16,-1 4 4-16,1 0-7 16,1 1 11-16,-1-2-15 15,2 2 22-15,2 2-27 16,2-3 31-16,-1-1-31 16,4-2 26-16,0 2-17 15,3-2 13-15,3 2-3 16,1-2-3-16,1 1 9 15,3-1-14-15,1 1 13 16,3-1-17-16,2-2 22 0,-1-2-25 16,3-1 28-1,0 0-28-15,2 0 24 0,-3 0-18 16,1-1 8-16,-1-3 1 16,2 0-5-16,-3 1 4 15,-1 0-12-15,3-1 20 16,-1 0-23-16,0 1 28 15,1 0-31-15,0-2 32 16,-1 1-31-16,1-1 25 16,5 1-14-16,1-3 9 15,4 3 15-15,3-3-1 16,5 2-7-16,2-3-24 16,-2 0 23-16,5 0-28 15,-2 1 34-15,0 2-32 16,0-2 29-16,-1 2-29 15,1 1 21-15,-4 0-11 16,-3 1 4-16,-4-1 2 16,0 0-6-16,-2 1 10 15,-5-2-18-15,1 2 24 16,-4-1-27-16,-1 1 33 16,-3 2-34-16,0-1 31 15,-3-1-28-15,-3 3 17 16,2 0-6-16,-2 0 0 15,-1 0 3-15,-1 0-7 16,1 0 14-16,-2 0-21 16,3 0 25-16,0 0-27 15,3 0 33-15,0-4-36 16,0 1 32-16,2 1-28 16,-2-4 14-16,-2 2-1 15,-1 0-3-15,-2 0 4 16,-1-2-9-16,-2 0 17 0,0 1-21 15,2-3 26-15,-4 2-30 16,3-1 34-16,-1 0-35 16,-3 0 27-16,2 2-19 15,-4-1 6-15,0 2 2 16,-3 0-3-16,-1 0 8 16,0 0-13-16,-1-1 22 15,1-4-27-15,0 0 31 16,1-3-32-16,-3-2 33 15,2 1-34-15,0-5 28 16,0-1-17-16,0-2 5 16,0-1 4-16,1 2-5 15,0-3 6-15,-1 1-13 16,1 0 21-16,-2 0-24 16,-2 0 30-16,-1-2-29 15,-2-2 31-15,-3-3-27 16,0-2 19-16,0-5-12 15,0 2 0-15,-5-7 3 16,-1 1-4-16,1-4 11 16,2-1-17-16,-3 3 23 15,2 0-29-15,-1 0 31 16,-2 2-31-16,-2 0 29 16,-1 3-27-16,-1-5 17 15,-1 3-9-15,-1-5 2 0,0 5 3 16,3-1-7-1,-1 3 12-15,0 3-16 16,0 5 21-16,1-1-29 0,0 3 37 16,-2 1-41-16,3 0 34 15,-1-1-25-15,0 3 12 16,0-1-1-16,1 2-2 16,0 3 4-16,1 1-10 15,1 3 16-15,-2 3-20 16,2-1 25-16,1 1-28 15,0 1 31-15,1 2-32 16,-3 1 27-16,0-1-20 16,-2 1 6-16,-1 1 1 15,0 0-2-15,-1 1 6 16,1 1-15-16,-3 1 20 16,0 2-20-16,-1 3 25 15,-3 0-29-15,-2 0 28 16,-4 0-26-16,-4 1 24 15,-1 6-14-15,-4 0 5 16,-2-1 2-16,-2 0-4 16,-2-1 7-16,-3-4-14 15,1 2 19-15,-2-2-21 16,-2-1 26-16,0 3-28 16,-1-2 29-16,3 4-30 15,-2 1 22-15,-1-2-11 16,1 3 2-16,3-2 3 15,-4 2-4-15,4-3 9 16,2 0-17-16,-2 0 22 16,4 0-25-16,2 0 29 15,-1-1-29-15,-1-1 28 16,-2 1-27-16,2 1 17 0,-4 0-6 16,-1-1 0-16,-2 6 3 15,-4-1-6-15,0 6 10 16,-4 0-15-16,-5 5 20 15,-1 2-25-15,-1-2 29 16,4 0-30-16,7-3 27 16,3-7-23-16,11-6 14 15,5-3-1-15,11 0-3 16,2 0 4-16,5-6-9 16,4-3 15-16,3 1-19 15,1-1 23-15,1 4-27 16,0-1 33-16,1 1-34 15,0-1 27-15,-1 2-20 16,0-2 10-16,-1-1-2 16,1 3-2-16,-2 0 7 15,2 0-13-15,-1 0 18 16,0 1-22-16,-4-1 27 16,1 0-28-16,0-1 29 15,-3 2-29-15,3-1 23 16,-3 2-15-16,-1-1 7 15,1-1-1-15,-1 1-3 16,-1-1 6-16,0 4-12 16,0-4 17-16,-1 1-22 15,0 2 28-15,3 1-28 16,-2 0 27-16,4 0-31 16,-1 0 12-16,1 0-28 15,2 0-15-15,1 8-20 16,4-1-68-16,1 1-112 0,0 0-127 15,3-1-274 1</inkml:trace>
  <inkml:trace contextRef="#ctx0" brushRef="#br1" timeOffset="-159699.66">25136 1178 490 0,'0'0'55'0,"0"0"54"0,0 0-30 15,0 0-30-15,0 0 11 16,0 0-16-16,0 0 15 15,0 0-30-15,0 0 3 16,0 0-4-16,0 0 14 16,0 0-4-16,0 0-3 15,0 0 5-15,0 0-5 16,2 0 2-16,5-3-8 16,6-7 23-16,5-10-22 15,9-6 16-15,12-8-27 16,6-9 18-16,9-6-20 15,5-3 2-15,1-2-6 16,-4 6 1-16,-8 8-2 16,-11 8-11-16,-9 9 12 15,-10 9-18-15,-10 8 18 16,-4 2-23-16,-2 4 24 16,-2 0-20-16,0 0 19 15,0 0-25-15,0 0-4 16,-2 0-15-16,-2 3-44 15,1 3-61-15,3 0-94 16,0-4-119-16,0-2-343 16</inkml:trace>
  <inkml:trace contextRef="#ctx0" brushRef="#br1" timeOffset="-158330.98">26643 2859 259 0,'0'0'48'0,"0"0"-22"16,4-17 20-16,-2 13 11 15,-2 0 2-15,0 2-16 16,0 0 5-16,0 0-1 16,0 1-3-16,0-2 11 15,0 2-7-15,0-1 3 16,1 0-23-16,-1 2 15 16,0-2-34-16,0 1 21 15,0 1-6-15,0-2 30 16,0 2 1-16,0 0-12 15,0 0 3-15,0 0-8 16,0 0 1-16,0 0-26 16,0 0 13-16,0 0-32 15,0 0 22-15,0 0-27 0,0 0 18 16,0 0-13 0,0 5 8-16,-4 0 0 15,-4 1-4-15,1 0 3 16,-1 0-25-16,2-4-30 0,-2-2-99 15,3 0-164 1,-1 0-330-16</inkml:trace>
  <inkml:trace contextRef="#ctx0" brushRef="#br1" timeOffset="-157687.14">26634 2859 720 0,'0'0'44'16,"0"0"60"-16,0 0 3 15,0 0-48-15,-73 83 14 16,52-50-39-16,-1 4 18 16,-2 3-19-16,1 6 5 15,-3 2-12-15,-2 4-6 16,-1 0 4-16,-1 3-12 15,0-3 9-15,1-3-17 16,1-3 15-16,3-7-29 16,5-9 25-16,3-5-26 15,6-8 21-15,1-7-17 16,5-10 8-16,5 0-8 0,0-20-3 16,0-8 2-16,12-12-1 15,5-6 16-15,8-5-19 16,7-3 14-16,1 1-20 15,2 1 13-15,-2 2-29 16,-4 10 21-16,-3 8-12 16,-11 9 17-16,-5 8 7 15,-5 10-1-15,-5 5 4 16,0 4-10-16,-22 19 17 16,-7 6-18-16,-5 6 21 15,-8 8-18-15,-4 0 22 16,-1-2-24-16,4-3 15 15,9-6-11-15,9-9-4 16,6-10-77-16,12-10-137 16,7-3-118-16</inkml:trace>
  <inkml:trace contextRef="#ctx0" brushRef="#br1" timeOffset="-156552.78">24966 1394 312 0,'0'0'19'0,"0"0"38"15,0 0-13-15,63 6-26 16,-42-4 38-16,2 2-20 16,0-2-13-16,0 5-22 15,-3 1 9-15,2 2-15 16,-2 3 7-16,-1-1-4 0,1 1-1 16,2 1 3-1,-3-1-16-15,2 2-3 16,1 1-9-16,0 1 1 0,-2 1-32 15,0 2 29 1,-1 2-10-16,-1 2-18 16,1 1-21-16,2-3-25 0</inkml:trace>
  <inkml:trace contextRef="#ctx0" brushRef="#br1" timeOffset="-156315.98">25735 2006 342 0,'0'0'-27'16,"0"0"37"-16,66 99 9 15,-46-65-12-15,5 0-11 16,-2-2 10-16,2-4-10 16,3-1 6-16,-1-2-18 15,0-3 6-15,1 1-10 16,0-1-13-16,-2 3-2 15,-3-2 20-15,0 3 0 16,-1 0-9-16,-2 0-50 16,0-2-35-16</inkml:trace>
  <inkml:trace contextRef="#ctx0" brushRef="#br1" timeOffset="-156198.3">26523 2832 235 0,'0'0'-47'0</inkml:trace>
  <inkml:trace contextRef="#ctx0" brushRef="#br0" timeOffset="-110276.98">18220 3591 283 0,'0'0'29'0,"0"0"2"16,0 0 26-16,-16-6-2 16,15 3 34-16,-1 2 33 15,2 1-20-15,-1 0 0 16,1 0-4-16,0 0 15 15,-2 0-48-15,2 0 4 16,0 0-36-16,-1 0 15 16,1 0-29-16,0 0 0 15,-2 0-4-15,1 0-11 16,-1 3-3-16,1 8-6 16,-2 3 14-16,0 7-18 15,2 2 22-15,-2 4-23 16,0 4 25-16,0 2-26 15,2 5 22-15,-1-1-14 16,2 4 7-16,0-1-1 0,0-1-8 16,0 1 8-16,0 1-11 15,3-2 16-15,3 0-18 16,-2 0 22-16,2 1-23 16,-5-1 25-16,1 0-25 15,-2-3 19-15,0 1-12 16,0 1 3-16,0-2 1 15,-2 0-3-15,-2 0 5 16,-3-2-11-16,3-3 17 16,1-4-21-16,1-1 25 15,1-3-25-15,1 0 26 16,0-4-26-16,0 3 19 16,0 1-9-16,0-2 2 15,0 2 3-15,0 1-5 16,0 3 9-16,0 0-15 15,0 2 19-15,-3-2-22 16,1 2 26-16,1-4-26 16,-1 0 24-16,2-2-22 15,0-4 13-15,0-3-6 16,0-4 1-16,0 0 5 16,0-3-12-16,0-3 15 15,0 1-17-15,2-1 21 16,1 2-22-16,-3 0 28 15,1-1-28-15,1-2 23 16,-2 3-18-16,1-1 8 16,2-1 0-16,-1-1-4 15,1 0 2-15,0 2-3 16,-1-3 9-16,4 2-16 0,-3-2 22 16,0 0-24-16,1 0 29 15,1 0-29-15,-1-1 22 16,0-2-17-16,5 0 8 15,-2 1 2-15,3-2-4 16,1 0 6-16,1 0-11 16,1 0 17-16,5 0-20 15,0 0 22-15,3 0-21 16,2 0 24-16,3 0-27 16,1 0 21-16,0 0-13 15,4 0 5-15,-1 0 3 16,-1 0-5-16,3 0 4 15,-2-2-13-15,0 0 23 16,4 1-26-16,-1-2 30 16,3-1-29-16,-1-1 27 15,2 1-27-15,5-1 18 16,-3-2-7-16,3 0-1 16,1 2 4-16,-2 0-5 15,1-1 10-15,1 2-16 16,-1 1 21-16,0 2-24 15,-2-3 32-15,2 1-32 16,0-1 26-16,3 0-24 16,-3 0 14-16,2-2-4 15,1 1 0-15,1 0 3 16,-1 0-8-16,4 0 14 16,-4-1-19-16,4 3 23 15,-3-2-25-15,5 0 28 0,-1-1-28 16,1 1 24-16,1 1-19 15,0 0 10 1,-3 2-2-16,0 0-2 0,-1 2 4 16,-1-2-13-1,1-2 18-15,1 2-20 0,2-2 24 16,-2 0-24-16,0-2 27 16,2 2-28-16,-1 1 23 15,-1 0-16-15,-2 3 6 16,1 0 1-16,-3 0-2 15,1 0 5-15,-1 0-12 16,-2 0 19-16,1 0-23 16,-1-3 26-16,3-2-26 15,-2 1 26-15,0-2-26 16,0 2 20-16,1 0-11 16,-2 2 2-16,-1 1 3 15,1 1-5-15,1 0 9 16,0 0-15-16,-2 0 20 15,0 0-24-15,4 0 29 16,-1 0-26-16,1 0 24 16,2 0-25-16,2 0 16 15,4 0-11-15,-3 0 4 16,2 0 3-16,0-1-6 16,1-1 12-16,-1-1-17 15,-1 3 22-15,2 0-26 16,-4 0 31-16,5 0-31 15,-3 0 27-15,1 0-23 16,-3 0 14-16,2 0-4 16,-1 0-2-16,0 0 5 15,0 0-8-15,0 0 13 16,0 0-18-16,1 0 21 0,-1 0-22 16,-2 0 27-16,1 0-29 15,-2 0 26-15,1 3-19 16,2 1 8-16,-2 2 1 15,1-3-4-15,0 0 4 16,0-1-10-16,0 1 14 16,-2-2-17-16,1 2 22 15,-1-2-25-15,1 2 28 16,-2 0-28-16,0 1 24 16,0-1-15-16,-2-2 7 15,3 2 2-15,-2-1-6 16,2-2 6-16,0 0-12 15,1 0 18-15,-4 0-23 16,2 0 27-16,-1 0-27 16,0 0 27-16,-1 1-27 15,3-1 20-15,0 2-10 16,1-1 1-16,3-1 4 16,0 0-5-16,3 0 8 15,2 0-15-15,0 0 24 16,2 0-23-16,1 0 27 15,0 0-30-15,0 0 28 16,0 0-31-16,-1 0 17 16,2 0-5-16,-1 0 1 15,2 0 2-15,4 0-7 16,0 0 13-16,2 0-17 16,-1 0 23-16,1 0-27 15,3-4 33-15,-3 1-34 0,0-1 29 16,-2 2-24-16,2-1 13 15,1 2-2-15,-1-2-1 16,2 3 4-16,-1-4-9 16,2 4 16-16,-2-3-21 15,-1 3 27-15,0-1-27 16,0 1 28-16,-1-3-33 16,-1 3 23-16,-4-1-16 15,1 1 8-15,-1 0 1 16,-1 0-3-16,0 0 5 15,-1 0-9-15,1 0 15 16,0-1-19-16,-1-2 25 16,1 0-27-16,-4 3 31 15,0-6-29-15,-2 2 23 16,-2 2-15-16,-3-1 2 16,-1 1 3-16,-2 0-4 15,-3 0 5-15,-1-1-11 16,0-2 17-16,-2 2-21 15,-4-1 27-15,-2 0-28 16,-1-1 28-16,-7 2-29 16,-4 2 18-16,-3 0-5 15,-4-1-3-15,-6 1 5 16,-1 1-6-16,-4 0 11 16,0-3-17-16,-2 3 22 15,0-1-25-15,1 1 30 16,0-1-31-16,2-1 28 15,1 0-25-15,3 0 15 0,2-2-5 16,1 0 0 0,0 0 3-16,-3 0-8 0,-1 1 14 15,-1 2-19-15,-4-2 23 16,-1 3-26 0,-1 0 31-16,1 0-31 0,0 0 25 15,-2 0-20-15,2 0 11 16,0 0-2-16,0 0-1 15,1 0 5-15,-1 0-11 16,0 0 16-16,-2 0-21 16,1 0 26-16,1 0-27 15,-2 0 29-15,-1 0-30 16,3 0 26-16,-3 0-20 16,0 0 9-16,0 0 0 15,0 0-2-15,0 0 5 16,0 0-10-16,0 0 17 15,0 0-21-15,0 0 25 16,0 0-28-16,0 0 29 16,0 0-30-16,0-1 14 15,0-6-42-15,0-1-57 16,0-3-158-16,-6 0-361 16</inkml:trace>
  <inkml:trace contextRef="#ctx0" brushRef="#br0" timeOffset="-103668.8">18230 3574 298 0,'-1'0'80'16,"1"0"5"-16,0 0-31 15,0 0 3-15,0 0 14 16,0 0-6-16,0 0-6 16,0 0-3-16,0 0-26 15,1 3 13-15,8 1-20 16,2-1 26-16,1-2-38 15,1 5 15-15,4-4-23 16,3 0 27-16,1 0-19 16,3-1-5-16,5 1-2 15,0-2-4-15,1 0 7 16,2 1-15-16,3-1 19 16,1 1-21-16,0 1 22 15,1-1-24-15,1 2 26 16,1-2-26-16,0 0 19 15,3 1-11-15,0-2 4 0,2 0 1 16,1 0-3 0,4 0 8-16,-1 0-14 0,4 0 19 15,0 0-23-15,-1-4 27 16,2-2-27-16,-3 1 27 16,1 0-21-16,0 1 12 15,-5-2-7-15,3 2 1 16,0 0 2-16,-3 0-4 15,3 0 8-15,-1 3-14 16,1-2 19-16,-3 0-22 16,2 0 25-16,1 0-26 15,0 0 26-15,2 1-23 16,-2 0 12-16,1-3-3 16,-2 2 0-16,4 0 2 15,-2 1-10-15,0-1 16 16,3 2-14-16,-1-3 21 15,0 2-23-15,3 0 25 16,0-2-29-16,1 4 26 16,3-3-18-16,3-1 6 15,-1 0-1-15,1 0-2 16,0 0 4-16,0-1-9 16,1 0 14-16,-3 1-17 15,2-2 21-15,0 2-22 0,0 1 24 16,2 1-27-1,-2-1 24-15,0 0-16 16,0 3 5-16,-1 0 1 16,0-4-1-16,-1 4 5 15,-2 0-13-15,1-4 14 16,-4 2-18-16,3 0 25 16,1-1-25-16,-4 1 25 0,1-1-24 15,1 0 17-15,-5 2-8 16,1 0 1-16,-2-1 2 15,-2 0-2 1,-2 2 6-16,0-2-13 0,-3 2 17 16,-2 0-20-16,0 0 26 15,0 0-28-15,-1 0 25 16,0 0-21-16,0 0 13 16,-1 0-4-16,3 0-1 15,-2 0 3-15,0 0-6 16,0 0 10-16,-2 0-15 15,0 0 20-15,-1 0-21 16,2 0 23-16,-4 2-25 16,2 2 25-16,0-3-21 15,2 2 10-15,0-1-2 16,0 1-3-16,3-1 4 16,-1 0-7-16,1 0 13 15,2 1-17-15,0 0 21 16,-1 1-22-16,1-2 25 15,1-1-26-15,1 0 22 16,-1 1-16-16,-1-1 7 16,1-1-1-16,-3 0-1 15,-2 0 5-15,-1 0-11 16,-3 0 15-16,0 0-18 16,-6 1 22-16,0 2-21 15,-2-2 21-15,-1 2-23 0,0-2 19 16,-2 2-12-1,0-3 4-15,-1 2 1 0,-1-1-4 16,-1 1 8-16,-1 0-12 16,0 0 16-16,-2 0-19 15,0 3 23-15,-3-1-25 16,3-1 24 0,2 1-22-16,0-2 16 0,4 1-7 15,0-2 0-15,3-1 4 16,-1 0-7-16,1 0 10 15,2 0-15-15,-1 0 19 16,-1 0-20-16,0 0 27 16,-2 0-26-16,2 0 24 15,-1 0-27-15,-2 0 14 16,1 0-2-16,-1 0-2 16,0 0 4-16,-3 0-7 15,2 0 11-15,-1 0-14 16,1 0 18-16,-2 0-22 15,2 0 28-15,-1 0-29 16,2 0 24-16,0 0-19 16,3 0 10-16,0 0-1 15,-1 0-3-15,3 0 4 16,1 0-7-16,-2 0 12 16,2 0-16-16,-1 0 20 15,1 0-21-15,2 0 24 16,-1 0-26-16,1-1 21 15,0 0-15-15,-1-1 7 16,0 1 0-16,1 1-3 0,-4 0 5 16,0 0-10-1,0 0 15-15,-1 0-17 16,0 0 20-16,0 0-20 0,0 0 22 16,1 0-25-16,1 0 20 15,-1-4-11-15,-1 0 4 16,1 0 0-16,-1-1-3 15,0 4 8-15,-2-2-15 16,-2 3 20-16,0-1-23 16,-4 1 26-16,-1 0-27 15,-2 0 27-15,-1 0-26 16,-5 0 18-16,2 0-6 16,-5 0-2-16,1 0 2 15,0 0-3-15,-5 0 9 16,4 0-15-16,-1 0 20 15,0 0-24-15,1 0 30 16,0 0-31-16,-2 0 27 16,4 0-23-16,-1 0 12 15,1 0-2-15,3 0-1 16,0 0 5-16,4 0-12 16,-2 1 16-16,4-1-18 15,1 2 21-15,2-1-23 16,1-1 30-16,5 0-25 15,-1 0 25-15,6 0-22 16,0 0 9-16,4 0-1 16,1 0-2-16,-2-3 5 15,3-1-12-15,0 3 14 16,0-1-18-16,1-1 22 16,-1 2-25-16,1 1 28 15,-1-4-30-15,0 4 25 0,-2-3-16 16,0 2 5-1,-2-2 2-15,-2 2-4 0,0 1 6 16,0-3-12-16,1 3 18 16,1-3-21-16,0 2 24 15,0-3-24-15,2 1 25 16,-1 0-25-16,1 1 20 16,-2-2-13-16,0 3 4 15,2-2 1-15,2 0-3 16,-1 1 7-16,0-2-13 15,3 2 17-15,-3-1-18 16,0 1 21-16,0-2-22 16,1 0 24-16,-1 3-26 15,2-2 17-15,-1 1-6 16,2-1 1-16,0 2 2 16,4-2-6-16,-1 2 10 15,1-1-15-15,0 0 20 16,5 0-23-16,1 2 28 15,-3-3-29-15,6 2 26 16,-3-2-22-16,0 2 13 16,0-2-4-16,0 2-1 15,-1-3 4-15,0 0-8 16,1 1 13-16,1-3-16 16,0 3 21-16,-1 0-24 15,1-1 27-15,-5 0-29 16,2-1 25-16,-2 1-19 15,0 0 9-15,-2 0 4 16,0 0 1-16,2 0 3 16,-1 0-13-16,4-2 13 15,-2 1-23-15,3-1 27 16,0 1-28-16,-1 1 31 0,2-1-32 16,2 1 25-16,-3 0-16 15,6-2 8-15,-2 1-3 16,0-2 1-16,2 1 5 15,-2 1-13-15,1-1 18 16,-1 3-22-16,-1-5 27 16,1 4-26-16,-1-1 26 15,0-1-27-15,3 0 22 16,-2 2-14-16,2-2 5 16,0 1 1-16,-2 1-4 15,-4 0 8-15,0-1-13 16,-3 1 18-16,-2 1-23 15,0-1 30-15,-5 0-32 16,1 1 27-16,-1 2-25 16,-3-2 19-16,0 2-9 15,0-2 2-15,-6 2 5 16,2-1-5-16,-5 1 8 16,1 1-15-16,-3 0 19 15,0-4-23-15,-5 4 30 16,3-2-32-16,-3 2 27 15,-3 0-23-15,-1-2 13 16,-3 2-4-16,-3-2 0 16,-2 2 2-16,-2 0-7 15,-1 0 12-15,-1 0-16 16,1 0 22-16,0 0-26 0,0 0 30 16,1 0-30-1,1-1 26-15,0 1-22 0,-1 0 10 16,2 0 0-16,-2 0-2 15,4-1 4-15,0 1-11 16,-1 0 18-16,3 0-21 16,0 0 24-16,2 0-26 15,-2 0 29-15,2 0-30 16,1 0 25-16,0 0-19 16,2 0 8-16,-2 2 1 15,2 1-3-15,-3 1 7 16,2-1-15-16,0 1 21 15,-5-1-25-15,2 1 29 16,-3 1-27-16,1-1 27 16,-5 1-30-16,-1-1 21 15,-1-1-10-15,-3 1 2 16,2-1 2-16,-3 1-3 16,-2 1 5-16,3 1-12 15,-2 0 22-15,-1 2-23 16,2 2 27-16,-1-1-28 15,-1 1 33-15,2 3-32 16,0-1 18-16,-1 0-8 16,1 3 7-16,0 1 3 15,0 1-12-15,-1-2 12 16,-1 1-18-16,-1 0 30 16,2 1-32-16,-1-1 29 15,-1 1-30-15,0-2 40 16,0 5-35-16,0-2 11 15,0 1-3-15,0-2 5 16,0 2 1-16,0-5-14 16,0 1 18-16,0 1-22 0,0 1 24 15,0-1-27-15,0 3 33 16,0 2-31-16,0-2 29 16,0 3-20-16,0 0 15 15,0-3-6-15,2 0-1 16,-1-2 8-16,2-1-14 15,-1-3 15-15,-1 1-21 16,-1-2 25-16,1-1-29 16,-1 0 30-16,0 1-35 15,0-1 29-15,0 3-19 16,0-2 6-16,0 3 4 16,0-1-6-16,0 1 8 15,0-3-15-15,0 2 25 16,0-1-25-16,0 1 28 15,0-1-33-15,0 3 31 16,0 1-28-16,0 2 25 16,0 2-18-16,0 2 5 15,0 1 2-15,2 3-5 16,-1-3 9-16,2 2-17 16,0-2 22-16,0 0-24 15,0-3 32-15,-2 1-34 16,2-1 34-16,0-1-29 15,-2-1 19-15,2 0-11 16,-3-2 2-16,3 2 1 16,-1-3-4-16,-1 0 10 15,-1-3-19-15,3 0 24 16,-3-3-27-16,0 1 33 0,0-5-34 16,0 2 30-16,0-3-26 15,0 0 15 1,0 1-4-16,0-1-1 15,0 2 4-15,0 0-8 0,0 4 14 16,0-1-21-16,0 2 25 16,0 1-27-16,-3-1 32 15,3 2-34-15,-3-1 29 16,3-1-23-16,0-1 12 16,-3-1-3-16,3 1 0 15,-3-1 4-15,2-3-13 16,0-4 18-16,1 1-21 15,-2-1 26-15,2-2-27 16,0-1 31-16,-1 0-33 16,-1 0 29-16,-1 0-20 15,-1 0 7-15,-2 0 1 16,1 0-3-16,0 0 4 16,-1 0-16-16,0 0 22 15,0 1-22-15,0-1 27 16,-2 0-28-16,2 0 30 15,2 0-31-15,-4 0 25 16,0 2-13-16,3-1 3 16,-3-1 2-16,2 0-5 15,-2 1 9-15,1 1-15 16,-1-1 21-16,1-1-25 16,-1 1 29-16,-1 1-32 15,0-1 30-15,-2-1-28 16,2 3 21-16,0-3-10 15,-1 0-1-15,0 0-2 0,0 0-3 16,-3 0 15 0,0 0-16-16,-3 0 23 0,0 0-27 15,-1 0 34-15,-3 0-35 16,-3 4 30-16,-2-2-25 16,-2 0 15-16,-1 2-5 15,-2-1 1-15,1-1 2 16,1 2-7-16,-1 0 12 15,2 0-17-15,1-4 23 16,0 3-27-16,3-1 32 16,1-2-34-16,-1 0 29 15,0 0-22-15,0 0 9 16,3 1 0-16,-2-1-3 16,2 4 5-16,-2-1-10 15,1 3 16-15,-1-2-19 16,2 1 24-16,-3 0-26 15,-2 1 30-15,2 0-32 16,1-1 25-16,-4-1-17 16,0 1 5-16,3 0 1 15,-4-1-3-15,2-2 5 16,2 2-14-16,-3-1 19 16,-1 0-24-16,-1-2 33 15,1 3-29-15,0-2 29 16,-1 0-30-16,-1 2 23 15,1 0-12-15,1-1 2 16,-2 0 4-16,-1 1-5 16,4 0 9-16,-3-1-16 15,3-1 22-15,-1 0-27 16,1 0 32-16,2 1-31 16,0-1 29-16,-2 2-27 0,2 0 17 15,-1 0-6-15,-1 0 0 16,-3 1 3-1,0 2-6-15,0 0 11 0,0-2-17 16,-1 0 22-16,-2 0-26 16,2 0 32-16,1-1-33 15,-3-2 29-15,2 2-24 16,-2-1 12-16,0 1-1 16,2 0-3-16,-2 0 6 15,0 0-11-15,-1 0 16 16,1-1-20-16,1 0 25 15,-4-2-28-15,2 0 31 16,1-1-31-16,-1 0 26 16,0 0-21-16,1 0 12 15,-1 0-3-15,1 0-2 16,-3 0 6-16,3 0-12 16,-1 0 19-16,-2 2-22 15,-2-1 27-15,1-1-31 16,0 1 32-16,-3 2-35 15,0-3 30-15,0 4-19 16,0-4 7-16,3 0 1 16,0 3-3-16,-1-3 7 15,0 0-13-15,2 0 19 16,-1 0-24-16,3 0 28 16,-3 0-29-16,1 0 30 15,-2 0-29-15,2 0 21 16,-1 0-11-16,1 0 3 15,-1 0 2-15,1 0-5 0,1 0 10 16,2 0-17 0,-1 0 21-16,4 0-23 0,0 0 29 15,3 0-31-15,-1 0 28 16,2 0-25-16,1 0 15 16,-2 0-5-16,4 0 0 15,-3-2 3-15,1 1-6 16,1-3 11-16,1 0-16 15,-1 0 21-15,0 0-26 16,-3 1 32-16,3-3-33 16,-2 2 28-16,-2 1-23 15,1-1 12-15,0-3-1 16,-2 2-2-16,3-2 3 16,0 1-7-16,-1 0 13 15,-2 1-19-15,1 2 27 16,-2 2-32-16,-1 0 35 15,1-1-36-15,3 2 28 16,1 0-20-16,5 0 11 16,0 0 1-16,7 0-3 15,3 0 4-15,1 0-12 16,5 0 18-16,1 0-22 16,1 0 26-16,1 0-27 15,1 0 29-15,0 0-30 16,0 0 23-16,0 0-13 15,0 0 2-15,0 0 1 16,0 0-7-16,-3 0-27 0,1-4-79 16,1 0-37-1,1-2-82-15,0 0-83 0</inkml:trace>
  <inkml:trace contextRef="#ctx0" brushRef="#br0" timeOffset="-95397.78">26508 4750 425 0,'0'0'91'0,"-1"0"20"16,1 0-6-16,0 0-32 15,0 0-13-15,11 0-12 16,11 0-15-16,10 3 23 15,10 0-34-15,10-3 10 16,7 0-26-16,10 0 6 16,9 0-14-16,5 0 3 15,2-6 0-15,3-3-2 16,-2-3 6-16,-4 1-13 16,-3-1 17-16,-8-3-20 15,-8 1 21-15,-9 0-26 16,-11 2 22-16,-7 1-38 15,-14 5 4-15,-8 0 7 16,-5 5-13-16,-8 1-43 16,-1 0-2-16,-1 0 23 15,-16 5-38-15,-7 6-86 16,-6-1-63-16</inkml:trace>
  <inkml:trace contextRef="#ctx0" brushRef="#br0" timeOffset="-95047.43">26637 4946 479 0,'0'0'127'0,"0"0"44"0,85-15-50 15,-40 7-16-15,7 0-21 16,7 3-21-16,6-3 1 16,1 1-40-16,1-1-4 15,-2 1-25-15,-1 0 23 16,-5-1-21-16,-4-1 19 15,-8-1-26-15,-5-1 12 16,-6 1-46-16,-8 1-61 16,-11-1-80-16,-8 4-90 15,-8 3-243-15</inkml:trace>
  <inkml:trace contextRef="#ctx0" brushRef="#br0" timeOffset="-81406.51">7586 12711 477 0,'2'-2'86'0,"3"0"32"0,-2-4-28 15,0 4 4-15,-2 0-2 16,1-4-3-16,-1 2-26 16,-1-1 20-16,0 1-24 15,0-3 6-15,0-2-33 16,0 0 5-16,0-1-23 15,-10-3-5-15,-1-1-4 16,-2 1-4-16,-2-3 4 16,2 4-13-16,-1 1 15 15,4 4-21-15,1 2 22 16,-1 3-22-16,3 2 25 16,-1 0-26-16,3 9 17 15,0 8-11-15,2 12 5 16,3 7 4-16,0 5-4 15,0 3 8-15,0 6-11 16,3-1 18-16,5 1-17 16,0-1 24-16,0 0-22 15,1-1 23-15,-1-4-22 16,-2-5 16-16,0-2-11 16,2-6 1-16,-2-4 1 15,0-4-5-15,-3-4 6 16,1-5-12-16,-3 0 16 15,-1-2-18-15,0-3 16 0,0-1-43 16,0-1-5 0,-5-1-51-16,-7-5-60 0,-2-1-109 15,-1 0-108-15</inkml:trace>
  <inkml:trace contextRef="#ctx0" brushRef="#br0" timeOffset="-81180.82">7382 13062 834 0,'0'0'69'15,"0"0"104"-15,0 0-17 16,91-23-80-16,-63 17-36 15,-3 3-31-15,-2-1-3 16,0 2-33-16,-9 0-83 16,-1 2-170-16,-9 0-278 15</inkml:trace>
  <inkml:trace contextRef="#ctx0" brushRef="#br0" timeOffset="-80626.08">7826 12733 568 0,'0'0'34'15,"0"0"72"-15,0 0-31 16,0 0 5-16,0 0-14 16,13-8 18-16,-8 8-9 15,1-1 6-15,0 1-9 16,3 0-26-16,2 0-7 15,1 0-19-15,1 0 11 16,-2 0-24-16,3 0 9 16,-2 1-23-16,-1-1 18 15,-3 0-30-15,1 0-13 16,-3 0-33-16,-5 0-33 16,1 0-57-16,-2 0-92 15,0-3-142-15</inkml:trace>
  <inkml:trace contextRef="#ctx0" brushRef="#br0" timeOffset="-80012.39">8096 12594 682 0,'0'0'98'0,"0"0"42"0,0 0-12 15,0 0-47-15,20 30-13 16,-16-17-34-16,1 1-1 15,2 0-30-15,-4-1 6 16,1 0-11-16,-1-3 3 16,0 2-2-16,0-3-21 15,1-1-36-15,-4-2-52 16,0-1-53-16,0-3-120 16,0-2-251-16</inkml:trace>
  <inkml:trace contextRef="#ctx0" brushRef="#br0" timeOffset="-79322.26">8455 12730 616 0,'0'0'81'0,"0"0"24"15,0 0-1-15,0 0-15 16,-21 43 4-16,12-16-27 15,-5 6-26-15,3 6 4 16,-1 5-18-16,1 2 7 16,3-1-15-16,2 1 17 15,3-5-30-15,3-4 16 16,0-4-19-16,9-6 6 16,5-4-3-16,6-6-3 15,2-3 2-15,0-4-7 16,-1-3 6-16,0-3-27 15,-5-4-30-15,-2 0-93 16,-2 0-119-16,-4-3-167 0</inkml:trace>
  <inkml:trace contextRef="#ctx0" brushRef="#br0" timeOffset="-79001">8630 12982 860 0,'0'0'69'16,"0"0"22"-16,0 0 56 15,0 0-74-15,54 93-15 16,-37-70-21-16,-1 0-11 15,1-1-7-15,-2-5-14 16,2-1 2-16,-4-2-13 16,-4-5 14-16,-2 0-26 15,0-5-3-15,-4-2-59 16,-2 0-36-16,1-2-79 16,-2 0-37-16,0-9-66 15,0-8-107-15</inkml:trace>
  <inkml:trace contextRef="#ctx0" brushRef="#br0" timeOffset="-78814.07">8783 13003 642 0,'0'0'110'0,"0"0"19"16,0 0 29-16,-62 86-49 15,45-56-42-15,1-1-53 16,0-5-1-16,3-5-21 15,4-2 14-15,4-7-71 16,3-4-79-16,1-4-155 0,1-2-222 16</inkml:trace>
  <inkml:trace contextRef="#ctx0" brushRef="#br0" timeOffset="-78456.02">8824 12758 759 0,'0'0'126'0,"0"0"42"16,0 0-31-16,91 102-35 15,-62-62-31-15,1 3-20 16,2 4-1-16,-3 0-25 16,0 0 41-16,-5-4-21 15,-1-4-17-15,-11-7-36 16,-5-4 15-16,-3-7-7 16,-4 0-7-16,-1-4-21 15,-14-5-28-15,-3-4-13 16,-1-8-52-16,-1 0-70 0,1-8-170 15,-3-17-313 1</inkml:trace>
  <inkml:trace contextRef="#ctx0" brushRef="#br0" timeOffset="-77321.05">9104 12362 604 0,'0'0'51'16,"0"0"58"-16,0 0-15 15,0 0-4-15,30-31 6 16,-9 26-28-16,3-1-27 15,3 2-25-15,2 2 8 16,2 2-8-16,-4 0 14 16,0 2-24-16,-3 14 28 15,-3 7-17-15,-2 9 14 16,-6 11-13-16,-4 8-6 16,-2 12-3-16,-3 7-9 15,2 11 9-15,0 6-15 16,3 3 15-16,3 0-17 15,6-6 72-15,2-1-39 16,3-7 8-16,3-8-6 16,-1-8-1-16,2-5-15 15,-2-9-2-15,-2-5 2 0,-6-9-9 16,1-5 8-16,-8-7-18 16,-2-3 19-16,-3-3-21 15,-5-2 30-15,0-4-19 16,0 3 33-16,-2-5-27 15,-9 2 13-15,1-1-7 16,-4-1-5-16,-1 0 3 16,-3-2-2-16,-5 1 9 15,-3 2-22-15,-4 1 20 16,-3 3-26-16,-2 1 27 16,2 1-30-16,1-1 26 15,6-4-22-15,6-4 7 16,7-3-19-16,4-1-38 15,6-4-32-15,3-14-51 16,0-3-130-16,0-9-210 16</inkml:trace>
  <inkml:trace contextRef="#ctx0" brushRef="#br0" timeOffset="-76860.43">9595 12293 852 0,'0'0'147'0,"0"0"51"15,0 0-95-15,0 0-18 16,79-71-56-16,-58 50-6 16,-5 2-27-16,-2 2-13 15,-7 2-94-15,-2 1-146 16,-5 4-189-16</inkml:trace>
  <inkml:trace contextRef="#ctx0" brushRef="#br0" timeOffset="-75718.42">7161 12276 555 0,'0'0'54'0,"0"0"38"15,0 0-16-15,-80-26 11 16,54 26-9-16,-2 0-36 15,2 0-19-15,-1 5-9 16,3 5 11-16,0 6-19 16,4 1 9-16,5 7-19 15,3 1 18-15,9 10-26 16,3 4 22-16,0 12-18 16,5 6 9-16,13 11 9 15,2 10 2-15,-1 8 11 16,-1 5-11-16,-3 3 5 15,-2-1-17-15,-6-2 13 16,-1-3-12-16,-5-5 25 16,-1-2-19-16,0-1 17 15,0-7-17-15,-1-3 6 16,-5-7-6-16,0-9-2 16,3-9 1-16,2-8-5 15,1-7 14-15,0-9-15 16,0-4 16-16,0-4-18 15,0-7 27-15,1 0-16 0,4-2 18 16,0 0-11 0,4-1 4-16,0-2-3 0,2 2-8 15,3-1 3-15,3 1-11 16,0 1 10-16,0 1-18 16,5 3 18-16,1-3-32 15,-1-1-11-15,4-3-61 16,1-1-37-16,1 0-152 15,2-10-275-15</inkml:trace>
  <inkml:trace contextRef="#ctx0" brushRef="#br0" timeOffset="-75070.87">9976 12986 744 0,'0'0'68'15,"0"0"72"-15,0 0 16 16,0 0-54-16,78 1-8 16,-53-1-38-16,-2 0-26 15,-2-5-18-15,-4-1-12 16,-6 2 3-16,-5 0-35 15,-6-1-34-15,0 0-97 16,0-3-66-16,-12 1-263 16</inkml:trace>
  <inkml:trace contextRef="#ctx0" brushRef="#br0" timeOffset="-74885.64">9964 12819 970 0,'0'0'93'0,"0"0"57"0,0 0-100 16,0 0-43-16,102-10-3 15,-71 8-24-15,3-2-108 16,-1 0-205 0,2 1-436-16</inkml:trace>
  <inkml:trace contextRef="#ctx0" brushRef="#br0" timeOffset="-73965.96">11548 12255 700 0,'0'0'98'0,"0"0"55"16,0 0-25-16,28 72-14 15,-20-37-30-15,2 1-42 16,1 2-4-16,-2-2-40 16,1-4 18-16,2-3-27 15,-4-6 20-15,0-4-60 16,-1-7-60-16,-6-4-131 15,-1-2-198-15</inkml:trace>
  <inkml:trace contextRef="#ctx0" brushRef="#br0" timeOffset="-73244.99">10679 12931 579 0,'0'0'99'16,"0"0"39"-16,0 0-35 16,0 0-21-16,0 0-27 15,37 8 26-15,6-8 1 16,15 0-15-16,11 0-2 15,15-2-31-15,8-5-2 16,8 0-21-16,5 0 17 16,1 0-27-16,2-1 21 15,1 0-29-15,-3-3 21 16,-2-2-20-16,0 3 9 16,-4-1 0-16,-9 4-2 15,-7 2 3-15,-9 2 18 16,-9 3 1-16,-11 0-26 15,-11 3 25-15,-8 5-27 16,-10 0 21-16,-8-1-26 16,-9-3 20-16,-2-3-19 15,-7-1 4-15,0 0-14 16,0 0-25-16,-7 0-44 16,-6-7-110-16,-7 0-122 0,0 1-243 15</inkml:trace>
  <inkml:trace contextRef="#ctx0" brushRef="#br0" timeOffset="-72194.32">10867 13336 578 0,'0'0'97'0,"0"0"62"15,0 0-41-15,0 0-33 16,-12-43-28-16,0 32-1 15,-1 2-32-15,-5 2 11 16,1 0-36-16,-2 3 16 16,-1 4-22-16,1 0 8 15,1 0-2-15,3 13-1 16,-1 4 4-16,6 3-9 0,0 8 12 16,4 1-11-16,5 7 19 15,1 3-14-15,0 3 26 16,0 1-16-16,7 1 27 15,3-1-18-15,0 1 8 16,-2-2-1-16,0-4-8 16,-2-2-4-16,-2-3-15 15,-2-5 12-15,-1-5-19 16,-1-4 21-16,2-2-23 16,-2-7 24-16,0-1-25 15,0-5 17-15,0-4-27 16,0 0-29-16,0 0-47 15,-8-3-104-15,-4-8-103 16,1-1-198-16</inkml:trace>
  <inkml:trace contextRef="#ctx0" brushRef="#br0" timeOffset="-71955.48">10608 13691 918 0,'0'0'180'16,"0"0"-43"-16,0 0-85 0,88-30-38 15,-65 24 1 1,-3 4-23-16,-6 2-9 0,-2 0-117 15,-7 0-119-15,1 0-324 16</inkml:trace>
  <inkml:trace contextRef="#ctx0" brushRef="#br0" timeOffset="-70893">11134 13146 354 0,'0'0'90'0,"0"0"23"0,0 0 22 16,0 0-37-16,2-12-8 16,-2 12-20-16,0 0-17 15,0 0 2-15,0 0-16 16,0 0 20-16,0 3-29 16,-2 9 21-16,-8 6-40 15,0 2 16-15,-1 5-2 16,-2 0 0-16,1 0-11 15,1-5-10-15,2-1 2 16,3-4-9-16,3-6 9 16,0-4-17-16,3-5-14 15,0 0-90-15,0 0-79 16,11-12-81-16,-1-3-291 16</inkml:trace>
  <inkml:trace contextRef="#ctx0" brushRef="#br0" timeOffset="-69599.61">11470 13272 210 0,'0'0'60'16,"0"0"44"-16,0 0-11 15,-27-25-21-15,18 21 4 16,1 0-2-16,-2 2-3 15,-1 2-17-15,0 0-4 16,3 0-33-16,-2 0 27 16,1 10-26-16,5 1 19 15,-1 4-30-15,5 3 2 16,0 5 2-16,0 4 7 16,0 8 2-16,0 3-13 15,3 8 5-15,2 2-14 16,-2 3 15-16,-2 1-20 15,0-4 20-15,1-3-21 16,-2-2 18-16,1-4-13 16,1-1 7-16,-2 0 0 15,0-2-5-15,0-2 7 0,0-3 12 16,0-5 1-16,0-6-24 16,0-6 17-16,0-6-24 15,5-2 26-15,1-6-22 16,3 0 32-16,0 0-1 15,3 0 4-15,2-3-3 16,0-2-5-16,-1 1 6 16,3 1-17-16,-2 2 9 15,2 1-24-15,-1 0 19 16,-2 0-20-16,1 0 17 16,-1 4-34-16,0-2-27 15,0-2-50-15,-2 0-121 16,0 0-194-16</inkml:trace>
  <inkml:trace contextRef="#ctx0" brushRef="#br0" timeOffset="-68980.87">11862 13494 618 0,'0'0'75'0,"0"0"-15"15,0 0 40-15,0 0-34 16,2-34-3-16,-12 24-13 15,-3 0-25-15,-2-1-16 16,1 1-10-16,-2 0 10 16,4 4-11-16,0 1 14 15,3 3-20-15,1 2 17 16,-1 0-21-16,3 9 12 16,1 12-8-16,2 5 7 15,3 8 3-15,0 3-1 16,0 2 5-16,0 0-6 15,6 0 22-15,2 0-4 16,1-3 30-16,-1-1-32 16,-1-3 3-16,-4-2-17 15,1-3 10-15,0-4-9 16,-4-3-3-16,0-1 2 16,0-4-11-16,0-6-11 15,0-4-46-15,-4-3-31 16,-4-2-111-16,-3 0-140 15</inkml:trace>
  <inkml:trace contextRef="#ctx0" brushRef="#br0" timeOffset="-68802.88">11702 13731 720 0,'0'0'94'16,"0"0"53"-16,0 0-34 15,0 0-86-15,88-13-24 16,-75 13-8-16,-4 0-95 16,-4 0-104-16,-3-3-186 15</inkml:trace>
  <inkml:trace contextRef="#ctx0" brushRef="#br0" timeOffset="-68529.18">12078 13483 829 0,'0'0'125'15,"0"0"79"-15,0 0-126 16,0 0-21-16,82-1-49 16,-72 1 0-16,-3 0-20 0,-3 0-70 15,-4 0-87 1,0 0-84-16,0 0-86 0</inkml:trace>
  <inkml:trace contextRef="#ctx0" brushRef="#br0" timeOffset="-68341.36">12232 13400 713 0,'0'0'105'0,"0"0"68"16,0 0-71-16,5 86-36 16,-4-63-52-16,-1-1 2 15,0-6-23-15,0-1-1 16,2-6-71-16,-2-4-118 15,0-4-149-15</inkml:trace>
  <inkml:trace contextRef="#ctx0" brushRef="#br0" timeOffset="-67608.51">12490 13433 428 0,'0'0'87'16,"0"0"56"-16,0 0-17 15,0 0-8-15,0 0-13 16,3-6 1-16,-3 6-29 16,-3 6-21-16,-5 11-25 15,-1 5-25-15,1 8 23 16,-2 5-15-16,2 3 17 15,1 1-20-15,6 0 13 16,-1-1-29-16,2-3 20 16,0-5-16-16,3-3 5 15,7-5-6-15,2-4 1 0,1-6 2 16,-1-4-18-16,0-4-1 16,0-4-54-16,-2 0-36 15,-3 0-97-15,-3 0-52 16,1-4-115-1</inkml:trace>
  <inkml:trace contextRef="#ctx0" brushRef="#br0" timeOffset="-67312.69">12628 13632 745 0,'0'0'115'16,"0"0"67"-16,0 0-25 15,0 0-84-15,82 57 6 16,-66-42-52-16,1 2-8 16,-4-4-14-16,-3 0-3 15,-2-2-4-15,-3-5-15 16,-2-2-8-16,0-3-39 15,0-1-19-15,-1 0-75 16,-1-2-47-16,2-10-16 16,-3-4-71-16</inkml:trace>
  <inkml:trace contextRef="#ctx0" brushRef="#br0" timeOffset="-67147.39">12802 13628 619 0,'0'0'113'0,"0"0"37"15,0 0-48-15,-57 72-25 0,37-47-53 16,1-1-21-16,-1-4 1 16,5-3-16-16,2-5-76 15,4-8-97-15,1-1-48 16,5-3-197-16</inkml:trace>
  <inkml:trace contextRef="#ctx0" brushRef="#br0" timeOffset="-66798.17">12833 13449 784 0,'0'0'159'15,"0"0"20"-15,52 98-47 16,-32-63-35-16,-1 0-34 16,-3-2-14-16,-2-3-21 15,-5-2 0-15,-3-2-29 16,-5-2 17-16,-1-6-26 15,0 1 27-15,-9-2-41 16,-6-3-6-16,-3-5-68 16,-3-1-86-16,-1-8-174 15,2 0-342-15</inkml:trace>
  <inkml:trace contextRef="#ctx0" brushRef="#br0" timeOffset="-65912.38">12790 13167 456 0,'0'0'69'0,"0"0"32"0,0 0-27 16,0 0-24-16,86-40 41 15,-60 34-32-15,3 0-5 16,-2 3-1-16,1 3 5 16,-5 0-19-16,-1 0-17 15,-2 0 8-15,-3 10-26 16,1 4 14-16,-4 3-23 16,2 5 20-16,-4 4-23 15,-3 6 18-15,0 6-13 16,-3 3 4-16,1 4 1 15,-2 3-2-15,0 4 6 16,-2 3-10-16,0 2 13 16,3 4-13-16,-2 0 29 15,1 3-10-15,-2 1 30 16,0-3-4-16,3 0 33 16,-1-2-47-16,-2-8-16 15,0-7-3-15,1-9 0 16,3-4 3-16,-3-10-17 15,-1-8 17-15,0-3-21 16,0-6 32-16,-1-2-17 16,-2-2 29-16,0-1-28 15,0 0 17-15,0 0-7 16,-2 0 0-16,-11 0-6 16,-3-1-10-16,-5-3 8 15,-4 1-17-15,-3 3 21 16,-3 0-24-16,2 0 25 15,1 0-29-15,4 7 15 16,3-3-47-16,0-2-8 0,5-2-55 16,3 0-111-16,0 0-276 15</inkml:trace>
  <inkml:trace contextRef="#ctx0" brushRef="#br0" timeOffset="-65078.8">13523 12766 801 0,'0'0'146'16,"0"0"22"-16,80-22-75 15,-53 14-45-15,-5 2-48 16,-3 2 15-16,-6 0-39 15,-3 2-74-15,-10-1-138 16,0 0-165-16</inkml:trace>
  <inkml:trace contextRef="#ctx0" brushRef="#br0" timeOffset="-64896.25">13534 12628 905 0,'0'0'57'0,"0"0"29"16,0 0-83-16,79-1 2 15,-59 1-77-15,-3 0-112 16,-5 3-311-16</inkml:trace>
  <inkml:trace contextRef="#ctx0" brushRef="#br0" timeOffset="-55123.18">7849 10760 147 0,'-10'7'49'16,"1"1"5"-16,0-2-15 15,1 3-23-15,-4 2-8 16,1-2 8-16,2 4 2 16,-2-1 12-16,-1 0-16 15,2 3-1-15,-2-1-16 16,1 0 9-16,-1-1-8 0,1 2 2 15,0 2 1 1,2-2 0-16,0 0 0 16,1 1-4-16,0 0 6 0,1 4-8 15,1-1 12 1,0 3-14-16,0 1 12 0,2-1-15 16,-1 1 5-16,3-2-6 15,0 0-8-15,1 1 3 16,1-2 9-16,0 0 8 15,0 1-4-15,-1 1 7 16,-2-1-9-16,0 3 6 16,1-1-8-16,-1 0 11 15,3 2-6-15,-1 0 5 16,-1 0-5-16,2 1 2 16,0-1 2-16,0-1-9 15,0-1 2-15,0-2 1 16,0-2 9-16,3-2-2 15,2-1 10-15,2-1-15 16,0 0 9-16,0 0-12 16,2-1 10-16,0 2-2 15,1-1-2-15,0 1-7 16,-1-1-17-16,2-3-22 16,-2 2 6-16,1 0 15 15,1-3-13-15,-2 0 22 16,1-3-8-16,3 2 25 15,-1-1-3-15,2-3 6 16,-2 0-4-16,2-3 1 16,2-2 5-16,0-1-3 15,3 0-2-15,-2 0-8 16,-1 0 8-16,3-1-10 16,-5-2-1-16,3 1-60 15,-1 2-1-15</inkml:trace>
  <inkml:trace contextRef="#ctx0" brushRef="#br0" timeOffset="-52368.63">8073 11849 133 0,'0'0'213'0,"0"0"-197"0,82 8-53 15,-52-8 37-15,2 0 13 16,1 0 1-16,-1 0-14 16,0-2 0-16,-2 1 1 15,-1 1-1-15,0 0 2 16,0 0-6-16,-3 0 9 15,-1 0-9-15,-1-1 11 16,2-1-13-16,-2 0 13 16,1-1-13-16,-3 0 10 15,1 1-7-15,-2 0 2 16,0 0 0-16,-1 1-6 16,0 1-11-16,-2 0-22 15,0 0 22-15,-2 0-12 16,3 0 24-16,-2 0 1 15,1 0 22-15,0 0-16 16,-2 0 1-16,3 0-1 16,0 0-2-16,-3 0 0 15,2 0 0-15,0 0 4 16,2 0-5-16,2 0 24 16,1 0-4-16,1 0-9 15,2 0-15-15,2 0 11 16,-1 0-10-16,-1 0 9 15,-2 0 2-15,0 0 5 16,0 0 15-16,1 0 9 16,-2 0-20-16,0 1-17 0,2 2 9 15,-2-2-14 1,0-1 16-16,-1 2-15 0,1-2 12 16,0 2-10-16,-1-1 5 15,1 4 0-15,0-1-2 16,0 3 2-16,0-4-4 15,0 5 7-15,3-4-8 16,0 0 9-16,3-3-14 16,1-1 15-16,2 0-12 15,0 0 12-15,0 0-6 16,-2 0 0-16,2 0 1 16,-3 0-2-16,1 0 3 15,-3 0-6-15,2 0 11 16,0 0-6-16,0 0 15 15,-1 2-15-15,2 0 12 16,2 0-16-16,2-2 8 16,-2 0-5-16,3 0 3 15,-1 0 9-15,-1 0-1 16,2 0 3-16,-3 0-8 16,1 0 7-16,-1 0-16 15,-2 0 12-15,2 0-14 16,-2 0 12-16,1 0-13 15,-1 0 9-15,-1 0-4 16,0 1 1-16,1 2 1 16,-2-1-4-16,-1 1 3 15,3-1-5-15,-2 0 12 0,1 2-14 16,-2-2 16-16,5-1-18 16,-4-1 18-16,3 0-14 15,0 0 6-15,-1 0 0 16,4 0-1-16,-6 0 1 15,1-1-3-15,1-1 5 16,-2 2-7-16,-2 0 12 16,-1 0-11-16,4 0 20 15,-3 0-14-15,2 0 6 16,1 0-13-16,1 0 6 16,-2 0-1-16,-1 0 1 15,-1 0 4-15,0 0-6 16,1 0 4-16,-1 0-3 15,-1 0 8-15,1 3-15 16,0-1 16-16,4-1-17 16,-1-1 13-16,0 0-8 15,0 0 2-15,-2 0 1 16,1 0-3-16,-4 0 5 16,-3-1-12-16,0-4 9 15,-1 4-14-15,-4-2 11 16,1 1-25-16,0-1 2 15,0-1-2-15,-3 1 22 16,1 0-7-16,-2 1 8 16,-2 0 5-16,1 0-1 15,-2 0 3-15,1 1-7 16,0 0 9-16,-1-2-16 16,1-1-1-16,2 0-19 15,-4 0 17-15,5-2-3 16,-2 1 16-16,-1 0 2 15,1-1-1-15,-2 0 2 0,3 1-3 16,-3-1 3-16,1-1-11 16,0 3 9-16,-1-6-18 15,0 4 24-15,-1-2-4 16,-1 2 23-16,0-3-11 16,-2 0-1-16,3 0-2 15,-3 0-8-15,0-1 1 16,0-2-4-16,4 0 4 15,-3-2-7-15,3 0 8 16,-1-2-7-16,1 0 21 16,-3 0-13-16,1-1 13 15,-4 0-15-15,4 0 11 16,-5-2 11-16,-3 3-11 16,2-3 2-16,-1-2-14 15,1 1 7-15,-1-1-3 16,2 0 21-16,-1 1-11 15,-1 1 18-15,3 0-21 16,-1-1 7-16,0 0-16 16,1 1 2-16,-1-1 5 15,0-1 11-15,0-3 18 16,1 5-18-16,-1-1-6 16,-1-1-19-16,-1 3 13 15,1 0-17-15,-2 0 19 16,0 3-17-16,0-1 12 15,0 3-9-15,0-3 5 16,-5 2 1-16,-2 0-5 16,1-3 5-16,-2 0-3 0,-1-2 33 15,0 1-24-15,-2-1 4 16,-1 0-22 0,-1 0 21-16,0 2-23 0,-3 2 16 15,1-1-6-15,0 3-1 16,-2-2 5-16,1 3-11 15,-3 0 17-15,4 1-16 16,-3 1 15-16,1 3-19 16,-1-1 22-16,-1-2-21 15,3 4 19-15,-4 0-17 16,2 0 8-16,-1 0-1 16,-3 1-1-16,1 1 4 15,-1 0-8-15,-3 0 9 16,-1 0-10-16,0 1 16 15,-4-1-21-15,0 3 22 16,-2-3-21-16,-1-1 17 16,-1 1-13-16,-3 0 3 15,1-2-11-15,-6-2 13 16,3 4 4-16,-5-1-11 16,-2 1 8-16,0 0-8 15,-3 0 16-15,-1 0-16 16,0 0 20-16,1-1-22 15,3-1 19-15,-3 2-13 16,4-3 4-16,-1 3 4 16,1 0-3-16,0 0 2 15,2 1-7-15,-3-1 12 16,2 2-18-16,-2-1 22 16,1 2-20-16,2 0 18 15,-3 1-19-15,1 0 15 0,-1 0-14 16,2 0 9-1,-3 0 0-15,2 0-3 16,-2-2 6-16,0 2-13 0,-2-4 19 16,1 0-20-16,-1 4 22 15,-1 0-19-15,1-1 17 16,-5 1-17-16,1 0 12 16,-5 0-6-16,2 0 1 15,-4 0 1-15,-2 1-3 16,3 2 6-16,-3 2-10 15,3-3 14-15,0 2-14 16,1 1 28-16,2 0-27 16,1 3 18-16,4-1-20 15,-2-2 10-15,1-2-7 16,4 1 6-16,-2-2 1 16,-1 0-8-16,2 0 10 15,0-2-11-15,1 0 13 16,-2 2-17-16,-1-1 22 15,2 1-22-15,0 0 20 16,0 1-12-16,0 2 8 16,-2-1-1-16,5 3-4 15,0 2 2-15,1-1-8 16,3 1 12-16,-1 0-14 16,4 0 20-16,5-1-13 15,3-1 13-15,2-2-22 16,1 1 18-16,5-2-11 15,4 2 4-15,1-4 5 16,3 1 2-16,2 0 2 16,3-3-4-16,3 0 5 15,-3 0-18-15,3 0 19 0,1 0-21 16,-2 0 20 0,0 0-17-16,2-4 17 0,-1 2-12 15,0 2 3-15,-2 0 1 16,2 0-3-16,-3 0 5 15,-2 0-10-15,4 6 12 16,-1-1-15-16,0 0 22 16,2-1-22-16,3-2 18 15,1 1-20-15,0-2 14 16,3 0-13-16,-2-1-7 16,2 0-19-16,0 0-55 15,0 0-120-15,2-2-220 16</inkml:trace>
  <inkml:trace contextRef="#ctx0" brushRef="#br0" timeOffset="-41387.6">21868 3710 127 0,'-9'0'-5'15,"2"0"10"-15,-3 0-15 16,0 0 5-16,-3 1 14 15,1 3 15-15,1-1 13 16,-4 2-3-16,2-1-15 16,-1-1-8-16,1-1 20 15,0 0-17-15,-2 2 9 16,5-2-3-16,-4 0 19 16,2 0-25-16,-2 1 2 0,2 0-5 15,-1 0-10-15,-4 3 1 16,2-2 1-16,-2 0 4 15,-3 3-6-15,3-3 35 16,-2 3-3-16,1 1-8 16,0-1-27-16,3-1 11 15,-2 1-13-15,4-3 7 16,-1 4-1-16,0-4-2 16,2 2 2-16,-1 1-6 15,-2 1 8-15,-1-1-8 16,-1 5 10-16,0-3-11 15,-4 2 13-15,0-2-15 16,2 2 11-16,-3 1-6 16,1 1 1-16,0-1 0 15,1 2 0-15,0-1 2 16,1 1-10-16,1 1-11 16,0 0-16-16,2 0 25 15,0-1 0-15,2-1 17 16,4-2-13-16,-3 1 11 15,4-1-5-15,-1 1 2 16,0 0 2-16,1 0-5 16,-2 1 5-16,-1 4-9 15,1-2 9-15,0 0-10 16,0 4 7-16,1 0-12 16,0-1 13-16,1-2-12 15,0 2 7-15,2-2 2 16,1 0 2-16,-1 0 2 15,4-1-2-15,0-2 2 16,3 1-8-16,0-1-3 16,0-2-33-16,0 2 26 15,0 2 2-15,0-3 15 0,0 5-6 16,0-3 5-16,0 3 1 16,0-1-2-16,3-1 2 15,4-3-3-15,-2 1 5 16,2-3 4-16,0 2 1 15,2-2-12-15,1 1 12 16,0 0-15-16,3-1 11 16,0-1-11-16,2-1-1 15,2 1 6-15,0-2 2 16,1-1-2-16,0 1-6 16,-2 1 5-16,-1 0-7 15,-4-1 10-15,3 1-7 16,0 0 13-16,-3 1-11 15,4 2 9-15,-2-3-5 16,2 3 1-16,0 0 1 16,2-1-2-16,-1 0 2 15,0-2-4-15,0 1 7 16,0-1-8-16,0-4 9 16,1 3-10-16,3-3 21 15,-1-1-6-15,3-2 0 16,-1 0-7-16,1-1 4 15,3 0 3-15,-4 0-8 16,2 3 1-16,-4-3-8 16,1 2 10-16,-1 4-11 15,-2-2 9-15,2 1-13 16,-3 2 13-16,4 0-11 16,-4-1 3-16,3 2-23 15,1-1-41-15,-2-2-3 0,0 0 27 16,0-1 0-16,0 1 9 15,2-4 30-15,1 2 21 16,1-3 32-16,-1 3-25 16,1-2 7-16,1 1-19 15,1 0-2-15,-1 2 2 16,-1-3 9-16,3 2-7 16,-1-3-11-16,1 0 1 15,-2 0-4-15,0 0 6 16,2 0-9-16,-4 0 10 15,1 0-9-15,-3 0 9 16,1 0-6-16,-1 0 22 16,1 0-13-16,3 0-7 15,-1 0 1-15,1 0-5 16,1 0 4-16,1 0-7 16,-1 0 10-16,0 0-9 15,0 0 10-15,2 0-9 16,-3 0 2-16,-1 0-26 15,1 0 21-15,0 0 7 16,-3 0-8-16,2-3 4 16,-2 2-7-16,0-2-3 15,-1 3-22-15,1 0-18 16,-2 0 18-16,-1 0 27 16,-1 0-2-16,1 0 14 15,-3 0-2-15,1 0 31 16,-1-1 8-16,1-3-25 15,1-3-12-15,1 1-10 16,1-1 0-16,-1-1-16 16,2-2-5-16,0 2-14 0,-1-1 45 15,2 0 3 1,0-1 6-16,-3 1-10 0,0-2-4 16,3 0 3-16,-3-1 2 15,-2-1 29-15,2 1-18 16,-2-2 0-16,1-3 6 15,-3 0 26-15,1-1-11 16,-1 2 60-16,0 1-12 16,-3-1-42-16,-3 3-26 15,1 1 4-15,-4 0-5 16,1 0 3-16,-3-3 2 16,2-3-18-16,-1-4 13 15,0-2-16-15,-1-2 14 16,-1-2-19-16,-1 3 16 15,0-1-12-15,0 4 17 16,0 0 28-16,0 3-8 16,0 0 20-16,-3 1-18 15,-3-2 0-15,0 1-24 16,0-2 9-16,-2-2-22 16,-2 0 20-16,0-1-18 15,-3-3 12-15,0 0-10 16,2 1 9-16,0 0 10 15,-1 1 9-15,0 1-9 16,0 1-16-16,1 1 5 16,-1 2-13-16,1 0 15 15,-1 3-18-15,0-2 24 16,-2 0-26-16,-2-1 16 0,-1 1-13 16,-2-1 4-16,-3 1 0 15,2-2-1-15,-3 3 5 16,4-1-10-16,-2 5 14 15,-1 1-17-15,0 2 23 16,-1 2-20-16,-3 2 17 16,0 2-19-16,-1 1 14 15,1-1-8-15,-2 3 2 16,-1 1 1-16,1-2-2 16,0 3 5-16,2-3-11 15,-1 3 15-15,1-1-19 16,0 1 20-16,1 0-18 15,-1 0 16-15,-3 0-19 16,3 0 15-16,-2 0-6 16,-3 0 3-16,2 3 0 15,-2-1-1-15,0 1 4 16,2-2-9-16,1 0 14 16,2 2-15-16,1-1 18 15,0-1-22-15,2 2 21 16,3 1-20-16,3 0 1 15,1-2-14-15,4 1 12 16,3 0 7-16,0 1-11 16,1-3 0-16,1 4-14 15,-2 0 20-15,2 0-11 16,0 2-12-16,1 0-98 16,2-2-63-16,-1-1-109 15</inkml:trace>
  <inkml:trace contextRef="#ctx0" brushRef="#br0" timeOffset="-20956.48">13854 10796 382 0,'-2'1'61'0,"0"1"61"15,2-2-51-15,0 1-4 16,0-1-20-16,0 0 8 15,0 0-15-15,0 0 9 16,0 0-4-16,0 0-1 16,0 0 10-16,0 0-9 15,0 0 4-15,0-6-29 16,0-5-4-16,0-1-19 16,0-3 25-16,0-1-32 15,1 1 20-15,2-2-14 16,0 3 6-16,0-2 0 15,0 3-3-15,-2 1 5 16,-1 1-9-16,2-1 12 16,-1 4-16-16,1 3 21 15,-2 1-22-15,1 1 22 16,1 0-22-16,-2 3 17 16,1-2-12-16,1 0 5 15,-2 2 0-15,3 0-3 16,2 0 6-16,-1-2-10 15,3 0 16-15,-1 2-19 16,3 0 23-16,-1-2-23 16,4 2 21-16,2 0-20 15,1 0 14-15,2 0-6 16,2 0 0-16,1 0 3 16,0 0-5-16,2 0 9 15,0 0-14-15,1 0 17 16,1 0-19-16,0-2 25 15,0 0-25-15,-1-1 21 16,5 0-19-16,-5-1 12 16,-1 3-4-16,1-3-2 0,0 4 4 15,0 0-5-15,-4 0 9 16,4 0-15 0,-3 0 19-16,0 0-20 0,0 0 23 15,0 0-24-15,1 0 21 16,-3 0-17-16,2 0 8 15,0 0 1-15,0 0-4 16,-3 0 4-16,3 0-7 16,-1 0 11-16,-2 0-14 15,4-2 20-15,-5 2-23 16,1 0 22-16,-3 0-22 16,4 0 19-16,-1 0-13 15,2 0 5-15,2 0 0 16,0 0 0-16,3 0 2 15,-1-2-8-15,2-3 14 16,-1 3-18-16,0-1 22 16,-3 1-22-16,1-1 22 15,-2 3-22-15,0-1 15 16,2 1-6-16,-3-3 1 16,1 3-1-16,0-1 0 15,-1-2 4-15,0 3-10 16,1-1 14-16,-1-2-19 15,1 3 26-15,0-1-27 16,2 0 27-16,1-1-27 16,0 1 18-16,0-1-7 15,2 1 1-15,1-2 2 16,-2 0-4-16,1 1 6 16,-3-1-13-16,-1 2 20 0,1-2-24 15,-3 3 29 1,1 0-28-16,0 0 24 0,0 0-20 15,0 0 11-15,3 0-1 16,-4-1-3-16,3-2 4 16,-1 2-7-16,1-2 13 15,0-1-18-15,1 0 21 16,0 3-23-16,-1-2 20 16,1-1-29-16,1 1 27 15,1 0-18-15,1 0 11 16,-1 1-1-16,-1 0-3 15,1 2 8-15,1-2-9 16,-2 2 12-16,-2-2-15 16,1 2 20-16,-1-2-22 15,-2-1 24-15,0 2-24 16,2-4 20-16,-3 4-15 16,-2-2 6-16,1 3 1 15,-1 0-2-15,0 0 3 16,-6 0-10-16,7 0 17 15,-5 0-20-15,1 0 23 16,2-3-22-16,-1 1 22 16,2-1-23-16,0-1 18 15,-2 1-11-15,2 1 4 16,-3 0 0-16,5 1-2 16,-3-1 7-16,4 2-13 15,-1 0 17-15,3 0-19 16,1 0 23-16,3 0-24 15,-2 0 23-15,1 3-21 0,0-3 13 16,-2 0-4 0,-2 0-1-16,-5 0 1 0,1 2-2 15,-5-2 4-15,0 1-11 16,-4-1 17 0,-1 0-22-16,1 0 28 0,-4 0-25 15,2 0 23-15,-2 0-23 16,2 0 15-16,-3 0-5 15,1 0 0-15,2 0 4 16,-2 0-9-16,2 0 13 16,0 0-16-16,0 0 21 15,-2 0-24-15,2 0 28 16,-3 0-27-16,2 0 21 16,-2 0-15-16,0 0 7 15,-2 0 3-15,4 0-5 16,-5 0 5-16,3 3-9 15,-3 2 16-15,3 0-18 16,-3 2 20-16,1 3-26 16,1 1 28-16,-2 0-26 15,0 4 25-15,0 1-15 16,0 3 6-16,0 2 3 16,-3-1-1-16,-6 3 1 15,2-2-17-15,0-5 19 16,1 0-22-16,3-5 27 15,1-1-29-15,2-5 27 16,-1 2-27-16,1-1 22 16,0-2-13-16,0 0 3 15,0 0 3-15,0 0-5 0,0 2 8 16,0-5-14 0,0 3 21-16,0 0-24 0,0-1 26 15,0-2-26-15,0-1 27 16,0 0-32-1,-4 0-29-15,-7-8-129 0,-4-6-178 16</inkml:trace>
  <inkml:trace contextRef="#ctx0" brushRef="#br0" timeOffset="-18837.61">10776 11710 457 0,'-4'0'48'0,"4"0"73"15,0 0-22-15,0 0-48 16,0 0 18-16,0 0-22 16,0 0 12-16,0 0 9 15,0 0-9-15,9 0-11 16,-1 1-9-16,7 2-6 16,1 3-18-16,4 1 13 15,4-2-15-15,5 2 12 16,2-3-24-16,3 0 18 15,1-1-27-15,1-2 19 0,0 2-16 16,2-3 7 0,-1 0-1-16,-1 0-1 0,3 0 4 15,3 0-8 1,-3 0 14-16,3 0-20 0,1 0 22 16,2 0-22-16,-1-3 23 15,0 1-24-15,0-1 20 16,0 0-14-16,-3 0 4 15,-3 2 1-15,-2-2-4 16,-2 2 7-16,-2-1-9 16,-3 1 13-16,-3 1-18 15,4 0 23-15,-4 0-23 16,0 0 23-16,2 0-22 16,-2 0 17-16,-1-1-9 15,-3 0 1-15,0 1 3 16,-5-2-6-16,1 2 10 15,-1 0-16-15,-4 0 21 16,4 0-24-16,-4 0 28 16,3 0-27-16,-4 0 26 15,1 0-27-15,-2 0 17 16,-2 0-4-16,-3 0-2 16,-2-1 4-16,2 1-6 15,-5 0 10-15,3 0-15 16,-1 0 20-16,2 0-24 15,-1 0 28-15,-1-1-28 16,0 1 25-16,-1-2-20 16,-2 2 10-16,0-1 0 0,0-2-2 15,-2 2 4 1,-10-2-16-16,-2-2-12 16,-5-1-45-16,-2 1-1 15,-4-1-70-15,3 3-19 0,-5 1-21 16,-1 2-35-16,-3 0-29 15</inkml:trace>
  <inkml:trace contextRef="#ctx0" brushRef="#br0" timeOffset="-17060.79">11500 11669 140 0,'0'0'24'15,"-77"-1"15"-15,37 1 17 16,-3 0-35-16,-1-1-23 16,0 1 9-16,-3-2-15 15,1 2 16-15,1 0-13 16,1 0 26-16,5 0 39 16,-1 0-9-16,4 2-30 15,3 0 3-15,1 1 1 16,3-3-16-16,5 3 10 15,4-3-14-15,5 0 18 16,0 0-6-16,6 0 22 16,-1 0-6-16,-2 0-17 15,-1 0-9-15,-1 0 1 16,-1 0 19-16,0 0 28 16,0 0 14-16,1 3-32 15,0 0-15-15,4-1-27 16,-1 2 16-16,4-2-20 0,1 0 17 15,3 0-14 1,0-1 7-16,3-1-1 0,0 1-5 16,0-1 4-1,0 0 1-15,9 0 14 0,4 2-14 16,4-1 17-16,3-1-21 16,2 2 23-16,3 1-7 15,3-1 24-15,6 1-9 16,3 1 12-16,3-2-21 15,4 0-8-15,6 1 1 16,0-2-10-16,3-1 9 16,3 0-18-16,0 0 20 15,2 0-23-15,-3 0 24 16,0 0-23-16,-3 0 18 16,-4 4-11-16,-2-1 3 15,-5 0 1-15,-1-1-3 16,-3 1 1-16,-2-2-9 15,1 2 14-15,-3-3-15 16,4 0 21-16,-1 0-21 16,1 0 19-16,-1 0-18 15,0 0 13-15,1 0-8 16,-3 0-30-16,-2 0 2 16,1 0 10-16,-4 0 15 15,-3 0-6-15,0 0 20 16,-3 0-19-16,-4 4 23 15,0-4-22-15,-1 2 22 16,-2-1-18-16,0-1 10 16,0 0-6-16,1 0-2 15,-5 0-7-15,4-3-1 16,-5-1 17-16,1 0-12 16,-1 1 18-16,-2 3-21 0,-1 0 24 15,1 0-22-15,-4 0 20 16,1 0-18-16,-2 0 10 15,0 0-1-15,1 0-1 16,-2 0 4-16,-1 0-7 16,-2 0 12-16,0 0-8 15,0 0 21-15,0 0-10 16,0 0 23-16,-2 0-37 16,-10 0 12-16,-1-2-14 15,-6-1 4-15,-4 0-7 16,-3-1-22-16,-7 0-5 15,0 0 2-15,-3-1 9 16,-2 1-8-16,0-4 27 16,-3 0-10-16,-1 0 18 15,0 1-15-15,-4-1 18 16,1 2-8-16,-3 0 7 16,0 2 17-16,2 1 3 15,-3 2-5-15,3 1-24 16,0 0 10-16,1 0-15 15,3 0 19-15,0 0-18 16,0 0 17-16,3 0-18 16,-4 0 12-16,0 0-5 15,-3 1 0-15,-1 5 3 16,-2-1-5-16,-3 3 8 16,2 0-12-16,-1 1 18 15,3 0 10-15,2-1 4 16,7 1-31-16,4-4 18 15,8 1-18-15,7-4 9 0,5-2-1 16,7 0-1-16,2 0 3 16,0 0 3-16,3 0 13 15,0 0-15-15,-1 0 10 16,-2-1-16-16,-5 1 16 16,-1 0-23-16,-5 0 16 15,1 0-14-15,0 0 9 16,2 4-1-16,1 0-3 15,7-3 6-15,0 2-11 16,3-2 13-16,3-1-16 16,0 0 15-16,0 0-22 15,0 0 25-15,5 0-19 16,5 1 19-16,7-1-10 16,2 0 5-16,1 0 2 15,5 2 1-15,2-1 1 16,5-1-10-16,2 0 11 15,4 0-16-15,5 0 18 16,1 0-19-16,3 0 18 16,0 0-19-16,3 0 15 15,-2 0-9-15,2 3 3 16,1 1 0-16,-2-1-5 16,-2 1-8-16,1-3-27 15,1-1 31-15,-1 0-3 16,1 0 21-16,-1 0-22 15,-2 0 12-15,0 0-24 0,-5 0 20 16,-5 0 3 0,-4 0 3-16,-5 0-1 15,0 0-3-15,-7 3 8 16,-2-2-12-16,2-1 16 16,-5 0-18-16,0 0 21 0,-4 0-19 15,-1 0 25-15,0 0-18 16,-4 0 10-1,-2 0-5-15,-3-1-6 0,-1 1-16 16,0-3-46-16,0 3-45 16,-1-4-188-16</inkml:trace>
  <inkml:trace contextRef="#ctx0" brushRef="#br0" timeOffset="-14249.38">11945 10980 211 0,'-8'-4'19'0,"0"1"27"16,1 1-17-16,-1 2 10 15,1 0-2-15,0 0 3 16,1 0 4-16,-3 0-8 16,4 0-2-16,-4 0-13 15,-1 0 8-15,3 4-16 16,-2-1-4-16,-2 4-14 16,0 0 14-16,1-2-14 15,0 3 14-15,-1 1-15 0,0 0 15 16,-1 1-3-16,1 2 0 15,-1 1-4-15,1 0-1 16,3 3 1-16,-2 4-8 16,1-1 11-16,0 2-16 15,2 1 12-15,-2 0-18 16,5 0 21-16,0 0-12 16,2 1 12-16,-1 3-5 15,3-2-1-15,-3 4 2 16,3-1-24-16,0-1-10 15,0 1-15-15,0 0 40 16,0-5-13-16,9 2 22 16,4-2-10-16,0-1 17 15,2-2-12-15,2-2 13 16,0-4 1-16,-1 0-6 16,3-4 11-16,-3 1 20 15,1-4 3-15,-1 1-38 16,1-1 10-16,1-1-15 15,0 2 16-15,1-3-16 16,2-1 13-16,2-1-10 16,1 0 3-16,2-2 9 15,0 0-1-15,-1 0-6 16,1 0-5-16,0-10 6 16,0 1-10-16,-1-6 14 15,1-1-12-15,-4-3 29 16,3-2-17-16,-2 1 9 15,-4-3-17-15,-1 0 3 16,-4 0 1-16,-2 0-3 16,-1 1 2-16,-3-1-8 15,2 0 11-15,-2 0-21 0,-1-2 13 16,-1 2-3-16,-2-2 13 16,-3 0-10-16,-1 0 10 15,0-1-3-15,-1 0 12 16,-14 1 3-16,1 2 1 15,-3-2 1-15,1 4-15 16,-2-1 35-16,1 0-9 16,1 5 0-16,-1-1-26 15,-2 3 12-15,0 1-24 16,0 4 14-16,-4-1-4 16,0 2-2-16,-4 4 2 15,1 0-8-15,-1 2 8 16,-4 3-10-16,1 0 15 15,0 0-17-15,-1 4 23 16,0 4-16-16,3 3 24 16,2-3-24-16,1 0 4 15,5 0-2-15,3 0-1 16,3 0-1-16,5 0-18 16,1 0-34-16,3-2-66 15,2 0-120-15</inkml:trace>
  <inkml:trace contextRef="#ctx0" brushRef="#br0" timeOffset="-11244.5">14930 11633 312 0,'0'0'48'16,"0"0"-9"-16,0 0 0 15,0 0-8-15,0 0 6 16,0 0 13-16,1 4-13 15,4 2 4-15,-1 0-28 16,2 3 9-16,-2-3 16 16,5 2-15-16,-3 1-19 15,1 0 12-15,0 1 16 16,2 0-26-16,-4 0-2 16,3 1-5-16,1-2 8 15,-1 1-15-15,1-1 18 16,-2-1-17-16,2-2 15 15,1 2-13-15,-2-2 8 16,3 0-4-16,-2-2 1 16,2 4 1-16,-1-4-3 15,3 0 6-15,-2 0-9 16,4-3 11-16,-4 2-13 16,3-2 18-16,1 3-22 15,-2-2 22-15,3 0-19 0,-1 3 10 16,-1-3-1-16,-1 1-2 15,1 2 2-15,1-4-4 16,-2 4 7-16,1-2-9 16,1-2 14-16,1 1-17 15,-5-2 22-15,5 0-19 16,-1 0 15-16,-1 0-17 16,1 0 9-16,-1 0-3 15,0 0 0-15,1 0 2 16,-1 0-4-16,0 0 8 15,0 0-12-15,-2 0 15 16,2 0-16-16,-3 0 19 16,4 0-21-16,-5 0 18 15,3 0-13-15,0 0 7 16,-2 0-3-16,4 0 0 16,-5 0 3-16,4 0-7 15,-1 0 11-15,0 0-13 16,3 0 16-16,-3 0-17 15,3 0 17-15,-1 0-18 16,-1-4 15-16,1 1-9 16,-1-1 4-16,0 1-1 15,2-1-1-15,-1-2 4 16,2 3-9-16,-1-5 9 16,1 4-18-16,-2-1 22 15,-1 1-15-15,-2 2 18 16,0-4-19-16,0 2 14 15,-2 2-6-15,2-2 1 16,-1-1 2-16,0 1-5 0,3-3 9 16,-4 1-14-1,3 0 10-15,-3 1-12 0,2-2 19 16,1 3-16-16,-3 0 14 16,-3 0-14-16,3 0 10 15,-1 0-3-15,-2 0 1 16,0 0 5-16,2 0 0 15,-3-1 6-15,4-1-16 16,0-1 18-16,-2 0-19 16,3-1 19-16,-1 1-19 15,1-3 16-15,-1 3-15 16,2-2 17-16,-5 2 15 16,0 1 3-16,1-1-2 15,-2 4-13-15,0-1 2 16,-3 1-12-16,5 1 23 15,-5 0 2-15,3 0 20 16,-2-2-34-16,3-1 9 16,-4 2-24-16,0-1 3 15,0 3 0-15,-2-2-3 16,-1 2 3-16,0 1-10 16,0 0 5-16,0-1-80 15,-10 0-96-15,-4 1-145 16</inkml:trace>
  <inkml:trace contextRef="#ctx0" brushRef="#br0" timeOffset="-8322.02">15401 12107 400 0,'3'-4'14'16,"-3"0"45"-16,0 0 13 15,0 0-15-15,0-2 7 16,0-1-27-16,0 2 0 16,0 0-18-16,-5-1 12 15,-2-1-15-15,0 3 9 16,-5 0-24-16,2 0 6 15,-3 4-1-15,5 0-4 16,-3 0 1-16,4 0-7 16,-1 0 10-16,2 0-13 15,1 6 18-15,1 7-12 16,0 1 14-16,1 5 1 16,3 4 9-16,-4 3-18 0,4-1 12 15,0 4-5-15,0-1-4 16,0 1 4-16,4 1-11 15,2-3 12-15,-2 2-14 16,2-1 22-16,0 0-12 16,-3-4 24-16,1-2-23 15,-3-2 8-15,0-2-18 16,1-5 2-16,-2-4 0 16,0-2-3-16,0-2 0 15,0-3-25-15,0-2-9 16,0 0-26-16,0 0-4 15,0 0-56-15,-4 0-35 16,-5-4-80-16,0-4-71 16</inkml:trace>
  <inkml:trace contextRef="#ctx0" brushRef="#br0" timeOffset="-8088.83">15239 12389 626 0,'0'0'123'16,"0"0"4"-16,0 0-25 16,0 0-61-16,0 0-12 15,69-17-35-15,-58 16 0 0,-5 1-41 16,2-2-34-1,-2-1-50-15,2-1-150 0</inkml:trace>
  <inkml:trace contextRef="#ctx0" brushRef="#br0" timeOffset="-7717.85">15572 12150 606 0,'0'0'76'0,"0"0"57"16,0 0-38-16,0 0-2 16,0 0-25-16,37 7-37 15,-30-6-12-15,0 2-23 16,2-2 14-16,-4-1-22 16,3 0-11-16,1 0-71 15,0 0-22-15,2-5-56 16,-3-6-101-16,4 1-112 15</inkml:trace>
  <inkml:trace contextRef="#ctx0" brushRef="#br0" timeOffset="-7535.47">15748 12043 459 0,'0'0'109'0,"0"0"21"0,0 0-17 16,0 0-55-16,0 0 0 15,0 89-45-15,0-67 0 16,-2 0-22-16,1-3 15 16,1-1-74-16,0-4-68 15,0-1-145-15,0-4-172 16</inkml:trace>
  <inkml:trace contextRef="#ctx0" brushRef="#br0" timeOffset="-7084.2">15977 12198 460 0,'0'0'22'16,"0"0"97"-16,0 0-16 15,0 0-47-15,-27 77-11 16,22-54-6-16,4 2-16 15,-2 1-8-15,3 0 9 0,0-2-3 16,0-2 25 0,1-2-28-16,8-4 6 0,3-1-33 15,-1-6 18-15,1-2-38 16,-4-3-27-16,4-4-40 16,-6 0-33-16,-2 0-118 15,-3 0-113-15</inkml:trace>
  <inkml:trace contextRef="#ctx0" brushRef="#br0" timeOffset="-6852.02">16060 12382 585 0,'0'0'97'16,"0"0"35"-16,0 0-67 16,0 0-8-16,0 0-8 15,70 64-33-15,-60-55-1 16,-1-3-22-16,-1-2 21 16,0-1-25-16,-4-2-6 15,0-1-66-15,-2 0-64 16,-1 0-105-16,2 0-101 15</inkml:trace>
  <inkml:trace contextRef="#ctx0" brushRef="#br0" timeOffset="-6644.81">16191 12326 499 0,'0'0'118'0,"0"0"19"15,0 0-60-15,-46 88-52 16,31-65 2-16,1-2-31 16,4-4 13-16,1-6-17 15,0-5-19-15,6-4-75 16,2-2-131-16,1 0-169 16</inkml:trace>
  <inkml:trace contextRef="#ctx0" brushRef="#br0" timeOffset="-6287.1">16178 12139 733 0,'0'0'95'0,"0"0"70"16,0 0-64-16,75 97-21 16,-59-64-20-16,-2 2-1 15,-4 0-32-15,-4 1-5 0,-3-4-8 16,-3-4-14-16,0-4 6 15,0-2-14-15,-1-5 12 16,-8-2-55-16,-3-5-25 16,-2-3-111-16,1-1-112 15,-6-5-239-15</inkml:trace>
  <inkml:trace contextRef="#ctx0" brushRef="#br0" timeOffset="-648.57">11987 10907 452 0,'-8'0'59'16,"0"-12"61"-16,-2 0-37 15,1-4-16-15,0-4-15 16,-1-3 11-16,2-1-8 16,2-4 13-16,1 1-29 15,2 0 2-15,3-1-52 16,0-1 26-16,0 0-19 16,11 2 4-16,7 0 2 15,4-2-10-15,4 3 17 0,2 2-23 16,0 2 0-16,0 3-33 15,-2 3 22-15,-2 6-7 16,-2 1 27-16,-3 3-26 16,-6 3 7-16,-2 0-8 15,-5 2-14-15,-4 0-75 16,-2-1-143-16,0-1-183 16</inkml:trace>
  <inkml:trace contextRef="#ctx0" brushRef="#br0" timeOffset="-26.54">12387 9919 447 0,'0'0'47'0,"0"0"46"16,0 0-4-16,0 0-38 16,0 0-9-16,-45-34-24 15,29 31 9-15,4 3-7 16,-5 0 16-16,4 0-14 15,0 7 5-15,0 5-17 16,4 6 5-16,-2 3-6 16,7 7 12-16,1 3 3 15,3 5 1-15,0 3 0 16,0 2-19-16,0 2 19 16,7-4-16-16,3-1 23 15,-1-2-29-15,2-4 16 16,1-5-17-16,-2-3 7 15,-1-3-6-15,-1-2-3 16,-1-3 5-16,-4-4-11 16,0-2 11-16,-1-2-24 15,-2-4-24-15,0-3-73 16,0-1-49-16,0 0-133 16</inkml:trace>
  <inkml:trace contextRef="#ctx0" brushRef="#br0" timeOffset="192.39">12200 10268 759 0,'0'0'94'0,"0"0"20"0,0 0-11 16,0 0-85-16,0 0 4 15,71-52-29-15,-58 45-5 16,-1 2-71-16,-1-3-116 16,-1-2-139-16</inkml:trace>
  <inkml:trace contextRef="#ctx0" brushRef="#br0" timeOffset="524.96">12535 9967 684 0,'0'0'124'16,"0"0"53"-16,0 0-95 15,0 0-14-15,0 0-42 16,52-13-2-16,-43 10-28 16,-2 2 2-16,-1-3-31 15,3-3-50-15,-1 0-69 16,-2-1-96-16,-1-3-120 15</inkml:trace>
  <inkml:trace contextRef="#ctx0" brushRef="#br0" timeOffset="740.01">12696 9826 522 0,'0'0'123'0,"0"0"49"16,0 0-54-16,0 0-20 15,0 0-47-15,21 90-22 16,-16-67-24-16,1 2-5 16,-1-2 0-16,4-3-27 15,-2-1-29-15,3-3-60 16,-1-5-39-16,-3-3-144 16,2-4-166-16</inkml:trace>
  <inkml:trace contextRef="#ctx0" brushRef="#br0" timeOffset="1064.25">12973 9885 760 0,'0'0'77'0,"0"0"54"16,0 0-26-16,0 0-68 15,-17 74 3-15,7-42-27 0,4 3-9 16,4-2-1-16,2 2-4 16,0-3 5-16,2-3-11 15,11-5 16-15,1-4-23 16,3-4 4-16,0-7-31 15,1-5-8-15,0-4-45 16,-1 0-32-16,-4 0-85 16,-2-6-148-16</inkml:trace>
  <inkml:trace contextRef="#ctx0" brushRef="#br0" timeOffset="1319.25">13128 10028 710 0,'0'0'116'16,"0"0"28"-16,0 0-63 16,0 0-9-16,0 0-43 15,77 72-16-15,-65-62-6 16,1-2-6-16,-3 0 3 15,-1-2-17-15,-2-2-46 16,0-3-44-16,-2-1-50 16,-1 0-93-16,-1 0-135 15</inkml:trace>
  <inkml:trace contextRef="#ctx0" brushRef="#br0" timeOffset="1508.04">13207 10010 751 0,'0'0'124'0,"0"0"26"15,-62 84-87-15,48-59-52 16,5-4-4-16,4-6-16 16,5-6-36-16,0-5-73 15,0-4-39-15,8 0-168 16</inkml:trace>
  <inkml:trace contextRef="#ctx0" brushRef="#br0" timeOffset="1816.15">13310 9664 863 0,'0'0'202'0,"0"0"-63"16,83 113-29-16,-58-61-48 16,-8 4-17-16,-4 2-16 15,-9 0-17-15,-4-2-2 0,0-6-12 16,-11-4 11-1,-6-2-26-15,-5-2-17 16,-5-7-85-16,-5-2-86 16,-6-4-221-16</inkml:trace>
  <inkml:trace contextRef="#ctx0" brushRef="#br0" timeOffset="5414.87">19521 11708 191 0,'0'0'17'16,"0"0"-3"-16,0 0 27 16,0 0 17-16,0 0-11 15,0 0 5-15,0 0-2 16,0 0 17-16,0 0-21 16,3 0-2-16,3 0-19 15,4 0-16-15,0-1 0 16,3 1 5-16,0 0-1 15,2-2-12-15,0 2 16 16,-2 0-2-16,3 0-1 16,0 0-23-16,0 0 19 15,0 0-25-15,1 0 18 16,2 0 5-16,1 0-7 16,-1-1 0-16,1 0-3 15,3-1 5-15,0 1-7 16,-1-1 11-16,3 1-14 15,-4 1 16-15,2 0-16 16,-4-2 14-16,0 2-13 0,1 0 8 16,-4-1-2-16,4 0-1 15,-1 1 2 1,0-2-5-16,2 2 7 0,-2 0-14 16,3 0 20-16,-3 0-20 15,-2 0 21-15,0 0-20 16,-1 0 16-16,0 0-10 15,-4 2 5-15,3 0-1 16,0-2-1-16,1 0 2 16,0 0-4-16,1 0 9 15,2 0-13-15,1 0 11 16,0 0-17-16,-1-2 14 16,4-4-16-16,-3 2 10 15,-2-1-21-15,2 2 12 16,-1-1 4-16,-2 2 1 15,2 1 5-15,-2 1-10 16,2 0 13-16,-2 0-19 16,2 0 14-16,3 0-19 15,-2-3 7-15,2 1 5 16,-1-2 17-16,-2 0-5 16,1 1 2-16,0 0 0 15,-1 2-1-15,1-2 4 16,1 3-8-16,-4 0 8 15,3-1-7-15,-4 1 18 16,1 0-19-16,0 0 14 16,0 0-14-16,-1 0 7 15,1 0 4-15,0 0 3 16,-1-1 10-16,4-1-14 16,-4 0-2-16,3-1-7 0,-1 0 15 15,0 3-19 1,-1-3 19-16,-1 3-21 0,2-1 16 15,-4 1-11-15,3-2 6 16,-2 2-1 0,1-1 1-16,-2 1 11 0,3 0 3 15,-2 0-3-15,2 0-16 16,-1 0 12-16,0 0-16 16,-3 0 16-16,0 0-17 15,-1 0 16-15,-4 0-13 16,2 0 6-16,1 0 0 15,-1 0-1-15,1 0 10 16,-1 0-5-16,4 0 15 16,0 0-16-16,-3 0 9 15,5 0-20-15,-6 0 18 16,1 0-19-16,-2-1 13 16,-3 1-8-16,0 0 4 15,-4 0 0-15,1 0-2 16,-1 0 12-16,4 0-10 15,-2 0 12-15,2 0-16 16,1 0 23-16,-1 0-12 16,4 0 23-16,-4 0-13 15,-2 0 7-15,2 0-6 16,0 0-9-16,0 0-1 16,-1 0 0-16,1 0 15 15,0 0-20-15,-1 0 12 16,-1 0-13-16,1 0 25 15,1 0-23-15,-3 0 24 16,0 0-14-16,0 0 3 16,1 0 9-16,-2 0 3 0,-1 0-11 15,2 0-21-15,0 0 9 16,-3 0-14-16,3 0 19 16,-3 0-23-16,0 0 23 15,0 0-34-15,0 0-40 16,0 0-86-16,-10 0-44 15,0 0-72-15,-1-2-153 16</inkml:trace>
  <inkml:trace contextRef="#ctx0" brushRef="#br0" timeOffset="8799.02">17961 9846 359 0,'0'-9'54'15,"0"-2"39"-15,0-1 18 16,-7-1-16-16,-2 0-7 15,-3 1-24-15,0-1 4 16,-4 4-44-16,2 0 9 16,-2 1-29-16,-2 6 8 15,3 2-14-15,1 0 3 16,-1 0 1-16,3 11-3 16,2 8 4-16,0 6-10 15,6 4 14-15,1 8-14 16,3 6 22-16,0 3-11 15,0 3 25-15,0-1-23 16,6 4 17-16,2-5-13 16,-1-3 1-16,1-2 5 15,-1-5 7-15,3-4-5 16,-3-8-16-16,-1-1 12 16,-2-7-24-16,-1-3 22 15,-1-6-23-15,-2-1 7 0,0-5-73 16,0-2-21-16,0 0-43 15,-6 0-98 1,-4-2-239-16</inkml:trace>
  <inkml:trace contextRef="#ctx0" brushRef="#br0" timeOffset="9009.14">17722 10133 784 0,'0'0'107'0,"0"0"-5"16,0 0-16-16,91-39-70 16,-67 33-14-16,1 0-9 15,-2 1-130-15,-4-1-155 16</inkml:trace>
  <inkml:trace contextRef="#ctx0" brushRef="#br0" timeOffset="9691.28">18393 9694 397 0,'0'0'135'0,"0"0"-7"16,0 0-5-16,0 0-22 0,0 0 16 16,-68 79-48-16,47-49-16 15,0 2-35-15,0-2 4 16,2 1-14-16,5-4-6 15,-1-4-1-15,8-5-18 16,0-4-73-16,1-2-121 16,3-7-137-16</inkml:trace>
  <inkml:trace contextRef="#ctx0" brushRef="#br0" timeOffset="10309.52">18659 9825 648 0,'0'0'54'0,"0"0"55"16,-23 71 13-16,10-35-42 15,-2 6-3-15,2 6-24 16,-1 3 8-16,5 2-31 16,2 0 18-16,4-1-16 15,3-5 10-15,0-4-34 16,13-5 6-16,10-7-11 16,3-4-1-16,6-7 2 15,0-4-6-15,-2-5 9 16,-1-4-18-16,-7-3-7 15,-5-2-64-15,-7-2-20 16,-5 0-103-16,-5 0-103 16,0 0-257-16</inkml:trace>
  <inkml:trace contextRef="#ctx0" brushRef="#br0" timeOffset="13644.97">19104 10001 407 0,'0'-6'71'16,"0"-1"28"-16,0 1 14 16,0-2-32-16,0-2-28 15,0-1 17-15,0 1-44 16,-3-1 9-16,-3 3-31 15,-3 0-1-15,1 0 8 16,-4 4-3-16,2 1-2 16,-3 1-7-16,0 2 7 15,1 0-15-15,0 0 16 0,-2 5-17 16,3 7 23 0,1 4-25-16,1 7 21 15,-1 5-12-15,6 2 23 16,1 6 8-16,3 1 5 0,0 3 8 15,0-2-10-15,3-1-2 16,7-5-23-16,0-4 18 16,-1-6-42-16,-2-2 59 15,1-9-47-15,-2-2 15 16,-1-2-15-16,-4-2-9 16,-1-5-39-16,0 2-23 15,0-2-30-15,-1 0-92 16,-10 0-105-16</inkml:trace>
  <inkml:trace contextRef="#ctx0" brushRef="#br0" timeOffset="13850.22">18933 10191 696 0,'0'0'101'16,"0"0"56"-16,0 0-88 16,0 0-41-16,88-19-23 15,-73 16 0-15,-2 1-59 16,-6-2-123-16,-1-1-157 16</inkml:trace>
  <inkml:trace contextRef="#ctx0" brushRef="#br0" timeOffset="14131.45">19351 9969 796 0,'0'0'66'0,"0"0"70"15,0 0-88-15,0 0-26 16,0 0-12-16,59-1-12 16,-56 1-26-16,1 0-82 15,-1 0-67-15,-3 0-117 16</inkml:trace>
  <inkml:trace contextRef="#ctx0" brushRef="#br0" timeOffset="14348.87">19511 9904 728 0,'0'0'125'15,"0"0"1"-15,0 0-56 16,0 68-42-16,0-53-23 16,1 1 0-16,2-5-34 15,0 1-63-15,3-5-60 0,-3-1-91 16,1-3-241-16</inkml:trace>
  <inkml:trace contextRef="#ctx0" brushRef="#br0" timeOffset="14908.98">19780 9928 551 0,'0'0'75'0,"0"0"65"0,0 0-42 16,-48 82-30-1,35-50 5-15,3 3-16 0,3 2-15 16,2-2-18 0,4-2 17-16,1-3-34 0,0-3 12 15,0-4-25-15,8-2 18 16,4-5-20-16,1-1 12 16,0-3-11-16,-3-5-13 15,3-1-12-15,-4-3-54 16,-2 1-10-16,0-4-66 15,-1 0-114-15</inkml:trace>
  <inkml:trace contextRef="#ctx0" brushRef="#br0" timeOffset="15207.45">19907 10139 715 0,'0'0'95'0,"0"0"51"15,0 0-41-15,0 0-43 16,0 0 10-16,82 68-44 16,-65-55-2-16,-4 0-29 15,3-3 17-15,-4 1-22 16,-2-3 14-16,0-2-19 15,-3 0-36-15,-1-4-22 16,-2 0-41-16,-2-2-38 16,1 0-29-16,-3 0-23 0,0-10-29 15,0-3 37-15</inkml:trace>
  <inkml:trace contextRef="#ctx0" brushRef="#br0" timeOffset="15389.49">20065 10156 260 0,'0'0'95'0,"0"0"23"0,0 0-23 16,0 0-21-16,0 0 24 16,0 0-38-16,-76 52 34 15,61-29-20-15,1-1-22 16,4-1-31-16,4-5-16 16,2-3-3-16,3-6-35 15,1-6-61-15,0-1-85 16,0 0-134-16</inkml:trace>
  <inkml:trace contextRef="#ctx0" brushRef="#br0" timeOffset="15761.08">20177 9920 705 0,'0'0'83'0,"0"0"86"0,0 0-23 16,55 94-48-1,-37-62-3-15,-3 0-21 0,-2 4-35 16,-2-2 5-16,-2-3-28 16,-4-2 17-16,-4-4-36 15,-1-3 19-15,0-3-25 16,0-7 15-16,0-3-35 16,-6-5-34-16,-4-2-61 15,0-2-106-15,-2 0-188 16</inkml:trace>
  <inkml:trace contextRef="#ctx0" brushRef="#br0" timeOffset="16216.5">20306 9604 490 0,'0'0'134'16,"0"0"40"-16,85 60-45 16,-48-29 26-16,3 6-75 0,-1 5 15 15,-4 5-46-15,-3 1 17 16,-6 5-17-16,-8-1-4 16,-4 3-17-16,-7-3-2 15,-7 0-3-15,0-6-12 16,0-2 2-16,-7-8-19 15,-7 0 19 1,2-9-25-16,-1-4 10 0,-2-7-59 16,5-2-2-16,-4-7-85 15,2-5-80-15,-2-2-155 16</inkml:trace>
  <inkml:trace contextRef="#ctx0" brushRef="#br0" timeOffset="17150.99">18786 9671 427 0,'0'0'32'16,"0"0"37"-16,0 0 17 15,0 0-9-15,-65 62-8 16,45-40-33-16,1 1-19 16,-1 3-3-16,1-1-18 15,5-1 2-15,1 0-7 16,5-8-88-16,4 0-182 15</inkml:trace>
  <inkml:trace contextRef="#ctx0" brushRef="#br0" timeOffset="18936.32">17687 10759 144 0,'0'0'28'0,"0"0"34"0,-15 41-14 15,11-22-38-15,1 4 9 16,2 3-7-16,1 1 9 15,0 2-14-15,0 1 7 16,0-2-12-16,0 1 7 16,3 1 2-16,0 1-4 15,-2 4-6-15,0 1-1 16,-1 3-1-16,0 1-27 16,0 0-15-16,0-1-35 15,0-3 2-15,0-1 39 16,-1-3 31-16,-3-3-6 15,1 2 13-15,-1-4 0 16,2 0 0-16,-1 4-4 16,0-2-52-16</inkml:trace>
  <inkml:trace contextRef="#ctx0" brushRef="#br0" timeOffset="21244.69">17613 11945 74 0,'0'0'3'16,"0"0"1"-16,0 0-8 16,0 85 0-16,0-69-28 0,0 0 28 15,0-3 11 1,3 1 19-16,0 0-24 16,2 1 13-16,-3 0 37 0,4-2-15 15,0-1-25-15,1-2-4 16,5-3 17-16,-1-4 0 15,2 0 3-15,4 0-13 16,1-1-1-16,1 3-18 16,0 0 25-16,4-1-4 15,0 1-4-15,3 3 5 16,1-3-6-16,0-1 14 16,1 0-11-16,5-1 1 15,-3-2-15-15,2 1 19 16,0-1-15-16,1 2 5 15,0-2-15-15,1 2 9 16,2-2-4-16,1-1 5 16,4 0 6-16,-2 0 8 15,3 0-5-15,-2 0-16 16,2 0 11-16,-3 0-17 16,0 0 19-16,0 0-18 15,-3 4 18-15,0-1-9 16,0-1 6-16,2 1-2 15,1 0-6-15,1-2 2 16,5-1-2-16,3 2 72 16,5-1-43-16,-2 1-13 15,5 0-26-15,0 2 21 16,2 3-21-16,0-3 21 16,-1 2-10-16,0 0 15 15,-1-2-8-15,2-1-8 0,-3 0 1 16,1 0-4-1,2-3 9-15,-3 0-12 0,3 0 15 16,1 0-17 0,-3 0 19-16,2 0-25 15,-2-3 25-15,-1-1-17 16,-6 1 4-16,3 0 2 0,-4 1-5 16,0 0 10-16,-2 1-11 15,3-2 13-15,-2 1-17 16,1 2 21-16,1 0-19 15,1 0 19-15,-2 0-21 16,3 0 18-16,-2 0-11 16,0 0 4-16,-1 0 0 15,0 0-3-15,-2-3 6 16,1 0-11-16,-2-1 16 16,0 0-19-16,-3 1 21 15,-1 1-21-15,-3 2 21 16,-2 0-24-16,-1 0 21 15,-2 0-10-15,1 0 2 16,-3 0 1-16,4 0-3 16,-3 0 5-16,1-5-14 15,-2-2 8-15,-1-2-26 16,-3 1 36-16,-1 0-27 16,-1-2 19-16,-2 2-23 15,-1-1 16-15,2 0 8 16,0 0-1-16,1-2 2 15,-1 4-5-15,0 0 8 16,-1-2-23-16,-2 4 17 16,1-1-14-16,1-3 27 15,0 1-22-15,-1 1 21 0,1-5-17 16,0 0 8 0,-1 0-1-16,-1 0-1 0,-3 0 3 15,-1 1-4-15,-2-1 10 16,-3 0-12-16,-1 1 24 15,-2-1 4-15,0-3 8 16,-3 0-29-16,-3-3 19 16,2-2-19-16,-1-5 0 15,-1-2 5-15,0-5 9 16,-2-2 14-16,2-2-25 16,1-2 2-16,-1 2-15 15,0-2 17-15,0 0-19 16,1-2 22-16,-1 1-11 15,-3-4 6-15,2-1-10 16,-2-1 6-16,0-1-2 16,0-1-1-16,0-1 5 15,-2 0-9-15,-4 3 14 16,1 2-8-16,-4 3 24 16,3 3-29-16,-1 2 20 15,1-1-18-15,0 2 13 16,-4 1-4-16,3 1 0 15,0-3 22-15,-2 3-25 16,-1-2 0-16,3 0-23 16,0 2 9-16,2 3-4 15,0 4 22-15,0 2-16 16,1 7 17-16,0 0-19 16,-1 1 9-16,-1 2 0 0,-5 0-2 15,2 2 0 1,-4 2-1-16,0 2 10 15,0 4-18-15,-3-3 14 0,3 5-17 16,-2 0 25-16,0 1-25 16,-1 0 21-16,0 0-13 15,-2 0 6-15,-1 0 0 16,-3 0-2-16,-4 0 3 16,-3 0-9-16,0 2 11 15,-2 4-30-15,-3-2 35 16,0 0-18-16,0-1 18 15,1-2-15-15,-3-1 13 16,-1 3-11-16,1-2 4 16,-1 3 1-16,-2 1-2 15,2-1 5-15,-1 0-11 16,4-1 16-16,-1-2-15 16,2-1 22-16,1 0-19 15,0 0 19-15,-1 0-23 16,-2 0 14-16,-5 0-7 15,-2 0-2-15,-2 2 2 16,-2 2-3-16,-1-2 10 16,-2 1-15-16,-2 0 16 15,0-2-21-15,-2 3 17 16,-5-2-22-16,-1 4 28 16,-3-2-16-16,0 3 8 15,-5 0-3-15,1 0 0 16,-2 0 3-16,1 0-6 15,0 0 9-15,-1-2-15 16,3-1 20-16,0 0-22 16,3-1 27-16,-2 1-26 15,4 0 20-15,-1 0-17 16,0 0 10-16,2 0-2 16,-2 1-1-16,2-1 3 0,3-2-8 15,0 1 14-15,5-1-17 16,2 0 21-16,4-1-23 15,1-1 24-15,3 0-23 16,-1 0 17-16,0 1-10 16,2 4 3-16,-1-2 0 15,0 1-1-15,-1 1 3 16,-3-1-6-16,0 2 12 16,-4-2-15-16,-2 1 17 15,-2 0-19-15,-3 1 19 16,-2 1-20-16,-1-1 17 15,0 4-11-15,2-4 2 16,-1 2 4-16,3 2-5 16,4-5 7-16,4 1-11 15,3 0 14-15,3-2-21 16,5-1 30-16,0-2-24 16,4 2 18-16,6-3-19 15,3 0 15-15,8 0-9 16,3 0 3-16,6 0 3 15,4 0-6-15,1 0 8 16,1 0-13-16,-3 0 15 16,0 0-15-16,0 0 21 15,-2 0-23-15,-1 0 20 16,0 1-23-16,3 3-19 16,-3-1-71-16,2-3-96 15,4 0-267-15</inkml:trace>
  <inkml:trace contextRef="#ctx0" brushRef="#br0" timeOffset="23956.47">22888 10822 123 0,'-2'25'47'0,"-1"6"2"16,3 0-21-16,0 0-3 15,0 4-12-15,0-2 5 16,0 4-19-16,0 1 4 16,0 1 1-16,0-2 2 15,0 3-4-15,0 0-3 16,0-1 9-16,0 2 6 0,0-1 7 15,0-1 24 1,0 2-12-16,0-2-47 16,3 1 2-16,0 0-30 0,2-3-34 15,-2 1-21-15,0 1 47 16,0-3 36-16,0 1 94 16,2-1-1-16,-1-4-81 15,2 0 8-15,1-2-9 16,5-4 11-16,-1 0-15 15,3-1 13-15,0-1-10 16,3-3 4-16,-1 0-3 16,3 0 2-16,1-5 2 15,5 2-8-15,0-4-1 16,3-2-7-16,2-2 18 16,3-1-8-16,2-1 20 15,3-4 8-15,2 3-8 16,0 0-16-16,5-2 2 15,4-4-1-15,2 2 5 16,3-2 28-16,0-1-12 16,4 0-6-16,1 0-20 15,0 0 14-15,2 0-13 16,-2 0 16-16,2 0-16 16,-1 0 13-16,0 0-8 15,0-1-1-15,1-3 2 16,0-1-2-16,-1 2 5 15,1-1-5-15,1 3 17 16,-1 0-14-16,1 1 25 16,1 0-16-16,1 0 28 15,2 0-28-15,-1 0-1 16,3 1-9-16,2 2 2 16,2-3-2-16,5 0-4 0,0 0 7 15,2 0-12-15,4 0 20 16,-1-6-16-16,0-1 22 15,-3 2-21-15,-2-2 13 16,-1 2-17-16,-4-3 8 16,0 0-1-16,-1 0-1 15,-2-1 1-15,-1-2-4 16,0 1 9-16,-3 1-12 16,-3-1 13-16,-3 1-15 15,-5 2 19-15,-2-1-21 16,-7 1 17-16,-2 0-12 15,-4 2 6-15,-3-1-1 16,-4 0 0-16,0 0 3 16,-6-2-4-16,-3 0 7 15,-6-1-12-15,-4-2 11 16,-6-2-18-16,-5 0 27 16,-2-5-17-16,0-2 30 15,0-4-4-15,-6-6 14 16,-1-4-7-16,1-10-20 15,-1-8-1-15,4-7-20 16,2-8 3-16,1-7-2 16,0-1 20-16,0 0-18 15,0 2 21-15,-3 2-20 16,-3 6 12-16,-3 1-7 16,-1 0 2-16,3-1 1 15,1 0-1-15,2-2 2 16,1 0-10-16,0 2 14 15,-3 5-19-15,-1 9 17 0,-3 6-24 16,-3 11 27-16,0 7-12 16,-4 6 16-1,-1 7-11-15,1 5-2 0,1 0 5 16,2 1-3-16,0 5 4 16,3-3-10-16,-4 0 22 15,4 1-19-15,-5 1 16 16,-3 2-29-16,-5-1 28 15,-5 0-19-15,-9 3 3 16,-5 0 4-16,-6 0-4 16,-11 0-5-16,-3 0-4 15,-11 8 16-15,-5-3-11 16,-9 3 21-16,-8 2-22 16,-7-1 20-16,-7 3-21 15,-4-2 18-15,0 2-12 16,-2-2 7-16,-1 3 0 15,4-3 2-15,0 1 4 16,3 2-8-16,-2-1 10 16,2 0-18-16,1 1 15 15,0 1-19-15,1-2 17 16,3 3-15-16,-2-3 16 16,3 1-11-16,3-1 7 15,-2 3-1-15,7-2 7 16,3 2 16-16,5 0-12 15,4-2 18-15,5 1-28 16,6-3 13-16,1-1-23 16,6-4 17-16,2-2-19 0,5-2 15 15,4 1-8 1,5-3 4-16,2 0 3 16,5 1 1-16,5-1 6 0,9 0-10 15,5 0 19-15,7 0-17 16,6 0 23-16,5 0-32 15,3 0 19-15,3 0-22 16,0 0-6-16,0 0-45 16,0 0-28-16,0 3-138 15,6-3-234-15</inkml:trace>
  <inkml:trace contextRef="#ctx0" brushRef="#br0" timeOffset="24620.69">23692 9849 642 0,'0'0'130'15,"0"-13"-17"-15,6 6-8 16,10 1-28-16,4 4 1 16,0 0-32-16,3 2-1 15,-3 0-24-15,-2 10-7 16,-4 6-14-16,-7 7 5 15,-4 5-4-15,-3 2-7 16,0 2 15-16,-5 0-20 16,-8 0 14-16,1-1-42 15,0-6 5-15,3 0-56 16,3-3-28-16,1-3-64 16,5-4-98-16,0-3-222 15</inkml:trace>
  <inkml:trace contextRef="#ctx0" brushRef="#br0" timeOffset="24778.34">23902 10328 762 0,'0'0'96'0,"0"0"21"16,0 0-72-16,0 0-46 0,0 0 10 15,0 0-58-15,0 26-72 16,0-30-161-16,0-9-294 15</inkml:trace>
  <inkml:trace contextRef="#ctx0" brushRef="#br0" timeOffset="25089.58">24036 9746 792 0,'0'0'71'16,"0"0"62"-16,0 0-20 16,0 0-53-16,0 0-5 15,90-28-15-15,-70 32-26 16,-3 7-8-16,-6 7-11 15,-8 5 11-15,-3 2-21 16,0 4 11-16,-11 1-47 16,-7-1-24-16,-2 0-90 15,3 0-47-15,1-3-233 16</inkml:trace>
  <inkml:trace contextRef="#ctx0" brushRef="#br0" timeOffset="25253.86">24173 10187 955 0,'0'0'163'0,"0"0"-18"0,0 0-76 15,0 0-50-15,0 0-5 16,0 0-20-16,7 56-14 16,-13-53-116-16,-2 0-171 15,-4-2-465-15</inkml:trace>
  <inkml:trace contextRef="#ctx0" brushRef="#br0" timeOffset="38406.77">27407 11375 476 0,'0'0'56'16,"0"0"32"-16,0 0 3 16,0 0-56-16,0 0 11 15,0 0-30-15,0 1 3 16,0-1 20-16,0 0 6 16,0 0-4-16,0 0-13 15,0 0 10-15,0 0 1 16,0 0 20-16,0 0-40 15,0 0 23-15,0 0-33 16,0 0 18-16,0 0-26 16,0 0 7-16,0 0-4 15,0 0-2-15,0 0 6 16,0 0-3-16,0 0 11 16,0 0-19-16,0 0 25 15,0-1-26-15,4-5 26 16,-1 4-26-16,0-2 14 15,1 0-13-15,2 1 4 16,-3-1 0-16,1 0-2 16,0 1 5-16,1-2-10 15,-2 0 15-15,3-1-20 16,0 0 22-16,2 1-20 16,-2-3 22-16,1 3-24 15,3-1 17-15,-3 1-10 16,0-1 5-16,1 0-1 0,-4 2-1 15,2 1 6-15,-2 0-13 16,0 0 17-16,1-1-20 16,1 1 25-1,1-1-25-15,0-1 22 0,-1-2-20 16,1 4 15-16,-1-3-10 16,1 2 5-16,-3 1-1 15,2-1-2-15,-3 4 7 16,3-4-13-16,0 1 19 15,1-1-24-15,0 0 29 16,2 0-29-16,1-2 26 16,1 0-23-16,1 0 14 15,1-1-3-15,0-2-2 16,-3 3 3-16,3-2-7 16,-3 0 12-16,2 3-17 15,2-1 22-15,-5 1-24 16,1-1 28-16,-2 0-29 15,0 2 25-15,-1-1-23 16,-1-1 15-16,2 2-1 16,0 0-4-16,2-2 3 15,-2 1-8-15,4-1 17 16,-3 0-20-16,2-3 21 16,1 4-25-16,-2-3 29 15,3 2-29-15,-3-2 24 16,0 3-18-16,0-2 7 15,-1 3 1-15,-2 0-2 16,3 0 5-16,-4 0-12 16,1-1 21-16,-1 1-20 0,1-3 27 15,2 4-30-15,-1-5 24 16,3 2-28 0,0-1 24-16,-1-1-16 0,0 1 6 15,0-1 1-15,-1 0-3 16,-2 1 8-16,1 1-16 15,-1-1 21-15,0 0-22 16,-1 1 25-16,1-2-25 16,3 1 22-16,-1 0-23 15,0-2 17-15,2 5-7 16,-2-3 1-16,1-1 2 16,-3 3-4-16,3 1 10 15,-1 0-15-15,-3-3 17 16,1 1-22-16,1 1 32 15,0 0-33-15,0-2 28 16,2-1-26-16,-1 1 15 16,3 0-3-16,-1-1-1 15,1 1 3-15,-2-1-8 16,3 1 15-16,-3-1-20 16,-1 1 23-16,2 0-26 15,-2 2 32-15,0-3-32 16,-1 4 25-16,1-2-18 15,-2 1 8-15,2-1 0 16,1-1-2-16,0 0 3 16,-1 1-8-16,2-1 16 15,-1 1-21-15,1-1 23 16,0 0-25-16,-1 0 27 16,0-1-26-16,3 1 22 15,-1-2-15-15,2 1 4 16,-1-1 2-16,-1-1-3 15,4 2 6-15,-5 0-11 0,2-1 15 16,-1 3-18-16,0-2 23 16,0-1-24-16,1 1 24 15,3 0-23-15,-3-2 16 16,4 1-7-16,-2 1-1 16,1-1 4-16,-2-1-7 15,2-1 11-15,-1 1-13 16,-1 1 17-16,1-2-23 15,-1 0 28-15,-1 3-26 16,-3-3 25-16,3 3-24 16,-3-2 15-16,-1 2-4 15,1-2 0-15,0 2 2 16,-1 2-4-16,-1-3 6 16,2 3-15-16,-1-2 20 15,4 1-21-15,-4-2 26 16,1-2-25-16,0 3 20 15,0-1-17-15,2-1 7 16,-1 1 3-16,1-1-4 16,-2-1 3-16,3 1-6 15,-3 2 14-15,0 0-17 16,-3 2 19-16,0 0-24 16,-1 1 27-16,2-2-26 15,0 0 21-15,2-2-12 16,-1-1 4-16,4 2-1 15,-3-2-4-15,-1 3 9 16,2-1-16-16,-2-2 21 16,1 3-23-16,0-3 26 15,-1 3-25-15,1-2 24 0,0 0-24 16,0 1 19-16,-1-2-10 16,2 1 1-16,1 0 2 15,-2-1-3-15,3 1 5 16,0-1-12-16,0 3 21 15,-1-2-25-15,-1 3 27 16,2-4-25-16,-3 2 23 16,3 0-22-16,0-1 16 15,-1 1-8-15,-1-1-1 16,-1 2 7-16,-1-1-7 16,1 1 7-16,-1 0-11 15,-3-1 17-15,1 3-22 16,-1-2 30-16,2 1-28 15,0 0 25-15,-3 2-24 16,1-2 14-16,1 2 1 16,-2 0-4-16,-4 1 7 15,2 1-11-15,-3 2 14 16,0 0-21-16,0 0 21 16,0 0-28-16,-2 0 26 15,-12 0-49-15,-2 8-26 16,-5 2-132-16,-4-1-145 15,-2 2-314-15</inkml:trace>
  <inkml:trace contextRef="#ctx0" brushRef="#br0" timeOffset="40874.89">27344 11436 206 0,'0'0'81'0,"0"0"-69"16,2 0 35-16,-2 0-25 16,0 0 10-16,0 0 6 15,1 0 6-15,1 0 7 16,-2 0 3-16,0 0 14 16,0 0-10-16,3 0 11 15,-3 0-24-15,3 0 26 16,0 0-32-16,0 0-12 15,2 0-11-15,-1-1 7 16,1-1-2-16,1 1 1 16,0 1 9-16,2 0-15 15,1 0 15-15,-1 0-21 16,3 0 46-16,0 0-23 16,1 0-5-16,2 0-18 15,-2 0 9-15,1 0-2 16,1 0-2-16,1 0-7 0,0-1-10 15,1 0 16 1,3-2-24-16,0 0 28 16,0-1-28-16,-1 3 26 0,0 0-27 15,-1-1 21 1,-2 2-17-16,2 0 8 0,-4 0 0 16,1 0-2-16,-2 0 4 15,1 0-10-15,-2 0 15 16,1 0-18-16,1 4 23 15,3-4-24-15,0 2 25 16,1-2-27-16,3 0 24 16,2 0-15-16,-2 0 5 15,2 0 0-15,-2 0-2 16,-1 0 5-16,1 0-13 16,-4 0 18-16,-2 0-21 15,2 0 26-15,-3 0-29 16,0 0 29-16,2 0-26 15,-2 0 17-15,4 0-6 16,-4 0 0-16,6 0 2 16,-3 0-5-16,2 0 10 15,1 0-13-15,0 0 15 16,1-2-18-16,-1 1 24 16,0 1-26-16,-1 0 25 15,0-1-23-15,2 1 11 16,0 0-1-16,1-2-1 15,0 2 3-15,1-2-5 16,-2 2 8-16,2-2-13 16,-5 0 18-16,2 0-20 15,-2 1 25-15,-2-1-29 16,2 1 26-16,2 0-19 16,1-1 11-16,0-1-1 15,2-1-3-15,1 1 3 0,3-1-9 16,0 2 16-16,1-2-20 15,2 2 20-15,0-1-20 16,0 2 23-16,-4-3-26 16,-1 1 25-16,-1 0-20 15,-4 0 11-15,-2 0-2 16,2 2-4-16,-3-1 8 16,1 1-14-16,1-2 18 15,3 2-20-15,1-1 24 16,2 1-25-16,0-2 28 15,3-1-29-15,-1 3 22 16,3-2-14-16,-3-1 6 16,0 3-1-16,-3-2-2 15,-1 3 7-15,-5-2-14 16,-1 2 20-16,-3 0-24 16,-3-1 28-16,0 1-27 15,2 0 26-15,-2 0-27 16,0 0 17-16,3-1-6 15,-2 1 3-15,2 0-1 16,2-2-2-16,-2 2 8 16,4-1-15-16,0 1 20 15,-1 0-24-15,0-1 30 16,0 1-31-16,1 0 27 16,-2 0-24-16,-2 0 14 15,1 0-5-15,2 0 3 16,-1 0 0-16,-1 0-7 15,2 0 14-15,-4 0-19 16,2-2 21-16,-4 2-22 0,3 0 29 16,-3 0-32-1,2 0 27-15,1-1-18 0,0 0 5 16,3-2 4-16,-2 2-4 16,5-2 4-16,-3 1-7 15,3 1 17-15,-5-1-25 16,2 2 28-16,-4 0-22 15,-1 0 29-15,-4 0-27 16,1 0 30-16,-4 0-23 16,-1 0 4-16,-2 0-6 15,-1 0-2-15,0-1 9 16,0-2-22-16,-1-1-2 16,-14-1-107-16,-8-5-153 15,-6-1-318-15</inkml:trace>
  <inkml:trace contextRef="#ctx0" brushRef="#br0" timeOffset="43375.49">29466 9920 182 0,'1'-1'97'0,"1"0"11"15,-2-1 15-15,0 1-41 16,0-2-14-16,0 1-31 16,0 0 7-16,0-1-33 15,1 2 16-15,1-2-19 0,-2 2 2 16,1-2 9 0,1 0 9-16,-2 0-4 0,3 1-8 15,-2-2 6-15,2 0-15 16,4-2 13-16,-1 0-22 15,0 1 18-15,1 1-26 16,-1-3 20-16,4 3-15 16,-3-1 7-16,0 1 1 15,1-1-3-15,0-1 3 16,1 2-7-16,-2 0 15 16,-1 0-14-16,1 0 19 15,-3 1-12-15,2 2 22 16,-3-2-27-16,1 1 18 15,1-1-14-15,-2 2 6 16,2-2 1-16,-2 0-6 16,2 3 7-16,-1-4-13 15,3 4 18-15,-1-2-13 16,0 0 24-16,-2 1-21 16,0 0 12-16,-1 1-26 15,-1 0 16-15,-1 0-9 16,-1 0 0-16,0 0 5 15,0 0 6-15,0 0 12 16,0 0-15-16,0 0 15 16,0 0-21-16,2 0 16 15,-1 0-28-15,-1 0 24 16,3 1-21-16,-3 8 28 16,3 0-3-16,-3 5-8 15,0-2 8-15,0 4-5 16,0-1 9-16,0 0-17 15,0-1 18-15,0 1-28 16,0-1 31-16,0 0-24 0,0 3 23 16,0 1-28-16,0 1 7 15,0 2 4-15,0-2-3 16,0 5 4-16,0-1-6 16,0 0 7-16,0-1-13 15,0-1 22-15,0 0-25 16,0 0 27-16,0-2-32 15,0-3 33-15,0 3-14 16,0-3-2-16,3 0 2 16,2 0-4-16,1-2 5 15,-1 2-11-15,-1-1 17 16,-1-1-22-16,0 2 24 16,0-1-26-16,-2 0 29 15,1 1-32-15,-1-1 25 16,-1 2-18-16,0-2 6 15,0 1 3-15,0 0-6 16,0 0 10-16,0-1-17 16,0-1 22-16,0 0-24 15,0-3 30-15,4 0-30 16,-1-1 31-16,0-1-32 16,-2 2 22-16,2 2-10 15,0-2 0-15,0 1 5 16,3 4-7-16,-3 0 10 15,4 0-16-15,-4 0 19 16,4 0-20-16,-1 0 27 16,-2-2-30-16,1-1 30 15,0 1-30-15,1 0 18 0,-2-2-10 16,1 0 12 0,-2 1-5-16,1 0-7 15,-1-1 13-15,1 0-21 0,-1 1 28 16,-2 1-27-16,2-2 28 15,0 1-31-15,-1-2 28 16,2 3-20-16,-1-1 9 16,0 0-4-16,0 0 2 15,0 0 1-15,1-1-8 16,-1-3 16-16,1 4-19 16,-1-5 21-16,0 2-25 15,0-2 33-15,1 0-33 16,-2 0 26-16,-1 0-22 15,-1 3 11-15,0-1-4 16,0-1 6-16,0-2 1 16,0 0-8-16,0-1 11 15,0-1-18-15,0-1 25 16,0 0-28-16,0 1 32 16,0 2-34-16,0 0 28 15,0 1-19-15,0-2 7 16,0 2 2-16,0-2-5 15,0 2 8-15,0-3-14 16,0-1 20-16,0 2-26 16,0 0 31-16,0-3-27 15,0 0 25-15,0-1-26 16,0 1 20-16,0 0-13 16,0-2 6-16,0 1-4 15,0 0 4-15,0 0 3 16,0 0-13-16,0-2 21 15,0 0-25-15,0 0 26 0,0 0-25 16,0 0 25-16,0 0-25 16,0 0 18-16,0 0-6 15,0 0-11-15,0-4-31 16,0-1-55-16,0-2-20 16,0 0-69-16,-6 1-66 15,1-2-285-15</inkml:trace>
  <inkml:trace contextRef="#ctx0" brushRef="#br0" timeOffset="44403.24">29813 10957 444 0,'0'0'60'16,"-6"-3"91"-16,3 0-17 16,0-2-38-16,0 4-34 15,2-4 9-15,-5 2-27 16,2-1 22-16,-4 0-28 16,1 1 9-16,-4-1-28 15,-1 0-4-15,-1 4-2 16,-6 0-12-16,-1 0 7 15,0 0-18-15,-3 0 19 16,1 8-19-16,3-4 25 16,-1 5-27-16,4-2 26 15,3 1-26-15,4-1 20 16,1-3-12-16,2 6 1 16,5 0 0-16,-2 2 2 15,3 2 9-15,0 2-15 0,0 2 27 16,0 0-24-1,0 0 43-15,0 1-40 16,0 0 39-16,0-2-32 0,0 1 19 16,0 0-12-16,0-3-2 15,0-1 7-15,0 0-14 16,0 1 11-16,0-6-21 16,0 2 22-16,0-3-25 15,0-1 38-15,0-1-37 16,0-2 25-16,0-2-23 15,0-1 13-15,0 1 1 16,0-1-1-16,3-1 1 16,-3 1-6-16,1-1 12 15,-1 2-21-15,2-1 20 16,-2-1-24-16,0 0 28 16,0 1-40-16,0-1 31 15,0 0-53-15,0 0-20 16,0 0-57-16,0 0-117 15,0 0-277-15</inkml:trace>
  <inkml:trace contextRef="#ctx0" brushRef="#br0" timeOffset="47983.9">30972 10441 523 0,'0'0'71'0,"0"0"54"15,0-1-60-15,0 1-19 16,0 0-10-16,-1 0-5 16,-5 0-8-16,2 0-3 15,-3 9 21-15,-1 2-17 16,2 4 12-16,0 1-22 16,1 0 32-16,5-1-46 15,0-2 14-15,0-2-14 16,6-3 12-16,8-4 0 15,6-3 0-15,4-1 8 16,2 0-18-16,0 0 22 16,0-5-29-16,-3-3 21 15,-6 1-25-15,-3-4 26 16,-5 3-30-16,-4 0 26 16,-4-1-11-16,-1-1 0 15,0 0 5-15,-3-1-8 16,-9-1 10-16,-2 1-19 15,-1 1 19-15,-2 0-25 16,1 3 19-16,-2 3-24 16,-1 1 4-16,3 3-47 15,4 0-14-15,-1 0-36 16,6 0-28-16,4 6-88 16,3-1-271-16</inkml:trace>
  <inkml:trace contextRef="#ctx0" brushRef="#br0" timeOffset="48564.62">31368 10690 668 0,'0'0'143'0,"0"0"-14"16,33 88-20-16,-23-63-38 15,-1-5-10-15,1-4-11 16,-7-4-22-16,0-4 0 15,-3-3-28-15,0-2 12 16,0-3-16-16,-13 0 35 16,-1 0-39-16,-4-12 19 15,1-7-21-15,-2-5 10 16,6-7-24-16,0-4 0 16,6-1 2-16,4-1-4 15,3 0 23-15,0 4-21 16,6 1 28-16,11 4-24 15,2 4 30-15,3 5-25 16,2 2 31-16,-1 6-21 16,-1 3 12-16,0 7-1 0,-4 1 10 15,-3 0 6-15,-5 4-14 16,-3 10 20-16,-3-2-13 16,-4 3 29-16,0 1-30 15,0-1 27-15,-12-3-35 16,-3 1 9-16,-1-1-18 15,-3-2-3-15,1-1-53 16,-4-1-58-16,-3-2-115 16,-4-2-262-16</inkml:trace>
  <inkml:trace contextRef="#ctx0" brushRef="#br0" timeOffset="49583.99">27823 11189 728 0,'0'0'35'0,"0"0"89"16,0 0-36-16,34 10-11 15,-21 0-17-15,2 0-13 16,2 6 21-16,0-1-30 16,-4 0-23-16,-4 5 10 15,-3-2 7-15,-2 1-27 16,-4-4 29-16,0 0-33 16,0-2 19-16,-5-2-25 15,-3-1 11-15,1-2-6 16,1 1-3-16,0-4-2 15,1-1-28-15,5 0-10 16,0-4-36-16,0 0-31 16,0 0-143-16,11-8-32 15,5-6-302-15</inkml:trace>
  <inkml:trace contextRef="#ctx0" brushRef="#br0" timeOffset="59960.12">31687 10651 565 0,'0'0'90'16,"12"50"48"-16,-1-22-62 16,-2-4 32-16,1-2-33 15,0-4-7-15,-1-3-43 16,-2-4 16-16,-4-3-33 15,-1-3 15-15,-2-2-19 0,0-3 3 16,0 0 7-16,-5 0 7 16,-5-4-15-16,-4-11-14 15,-1-5 13-15,-1-5-20 16,2-4 23 0,-2-3-24-16,3 0 24 0,1 0-30 15,4 0 25-15,5 1-18 16,3 3 8-16,0 5 9 15,4 1-9-15,12 1 8 16,3 4-10-16,4 4 19 16,0 2-18-16,0 3 25 15,-2 5-23-15,-3 3 34 16,-2 0-35-16,-3 3 18 16,-6 9 7-16,-1 0 11 15,-6 3 0-15,0-1 3 16,0 1 4-16,-10 0-27 15,-7-2 18-15,-1 0-38 16,-2-3 31-16,1 0-42 16,-1-3-19-16,0-1-96 15,2-5-102-15,3-1-193 16</inkml:trace>
  <inkml:trace contextRef="#ctx0" brushRef="#br0" timeOffset="61511.96">27427 10177 493 0,'0'0'110'16,"0"0"53"-16,19 39-41 16,-5-19 17-16,1-1-17 15,3 4-23-15,1-2-38 16,0-2-12-16,-3 0-13 16,-2-3-12-16,-2-4-5 15,-1 0-13-15,-4-5 11 16,-1-1-22-16,-1-4 19 15,-2-2-25-15,0 0 25 16,1 0-29-16,-2-10 26 16,1-7-19-16,0-3-5 15,2-4-6-15,-2 0 1 16,4 1-7-16,0 4-10 16,-1 3 32-16,-2 8-12 15,0 3 24-15,1 3-23 16,-1 2 25-16,1 0-29 0,3 3 28 15,1 5-8 1,1 3 5-16,3-3 6 0,-3 0-8 16,6-1 1-16,-3-1-13 15,0-3 18-15,3-3-22 16,-3 0 16-16,0 0-68 16,-3 0-61-16,-4 0-108 15,-3-10-125-15</inkml:trace>
  <inkml:trace contextRef="#ctx0" brushRef="#br0" timeOffset="61962.12">27844 10123 738 0,'0'0'105'0,"0"0"11"15,0 0-28-15,0 0-53 16,0 0 0-16,38 49-41 16,-28-46 18-16,0-1-21 15,2-2-11-15,-1 0-36 16,-2 0-26-16,0-8-25 16,-1-2-4-16,-1-4 12 15,-4 1 38-15,0-4 6 16,0 2 8-16,-3 1 49 15,0 4-5-15,0 2 56 16,0 3 49-16,0 5 3 0,0 0-11 16,0 2-46-1,4 11-18-15,2 6 25 0,3 6 20 16,1 2-24-16,0 1 30 16,3 2-23-16,0-2 12 15,0-4-41-15,0 0 4 16,-1-4-28-16,-1-6-2 15,-2-5 2-15,-2-2-10 16,0-5-12-16,-6-2-79 16,1 0-48-16,-2-6-84 15,0-9-135-15</inkml:trace>
  <inkml:trace contextRef="#ctx0" brushRef="#br0" timeOffset="62430.13">28161 10097 791 0,'0'0'106'0,"0"0"38"16,0 0-41-16,23 82-43 15,-19-67 13-15,-1-1-45 16,0-6 7-16,-1-1-28 16,-2-3 3-16,0-3-7 15,0-1 2-15,-8 0 11 16,-4 0-19-16,-3-15 9 16,0-5-15-16,1-6 15 15,1-5-28-15,4-5 21 0,3-1-30 16,4 3 21-16,2 2-26 15,0 7 8-15,8 4 15 16,5 9 4-16,3 1 10 16,-3 7-4-16,0 4 18 15,-3 0-10-15,-4 0 27 16,-3 12-18-16,-3 2 22 16,0 1-24-16,-11 3 15 15,-4-2-27-15,-4-1 3 16,-3 2-7-16,2-2-31 15,1-3-47-15,2-1-107 16,-2-2-162-16</inkml:trace>
  <inkml:trace contextRef="#ctx0" brushRef="#br0" timeOffset="63766.38">28299 12073 532 0,'0'0'88'16,"0"0"36"-16,0 0-60 15,0 0 2-15,0 0-9 16,0 0 7-16,-4 0-56 16,-2 0 17-16,-4 0-18 15,3 0 12-15,-4 0-5 16,0 2-9-16,-1 10 0 16,1 6-10-16,-2-1 12 15,4 2-15-15,5 1 20 16,1-4-22-16,3-2 21 15,0-5-21-15,0-4 20 0,10 0-13 16,2-5 6-16,2 0 0 16,-1 0 0-16,0-7 4 15,-1-4-12-15,-3 0 16 16,-1-1-23-16,-4 5 23 16,-2 0-21-16,-2 2 22 15,0 5-22-15,0-1 27 16,0 1 8-16,0 0-12 15,0 0-7-15,1 0-7 16,2 0 9-16,2 5-11 16,2 2 15-16,4 0-24 15,1-2 29-15,5 0-29 16,-1-1 18-16,3-2-49 16,0-1-15-16,-2-1-49 15,0 0-55-15,-1 0-75 16,-1 0-171-16</inkml:trace>
  <inkml:trace contextRef="#ctx0" brushRef="#br0" timeOffset="64297.68">28558 12101 436 0,'0'0'120'0,"0"0"2"15,0 0-11-15,0 0-48 16,0 0-4-16,-50 0-44 16,35 12-2-16,3 1-7 15,-2 1-6-15,4 1 3 16,1-1-8-16,6-2 12 0,0-1-16 16,3-3 18-16,0-3-20 15,9 0 32-15,5-5-7 16,6 0 47-16,2 0-29 15,3-10-14-15,-2-5-8 16,0-5-2 0,-3 1-2-16,-4-5-11 0,-3 0 12 15,-7-3-25-15,-5-1 9 16,-1-3-54-16,0 0 38 16,-4-1-12-16,-9 4 19 15,0 3-12-15,0 6 8 16,6 4 15-16,1 10-2 15,1 5 12-15,4 0-12 16,1 19 9-16,0 5-10 16,0 6 25-16,6 5-17 15,4 0 32-15,4-2-1 16,0-1 9-16,1-4-21 16,3-6-13-16,0-4-1 15,0-5-5-15,2-9-7 16,-3-1-70-16,1-3-17 15,-3 0-80-15,-3-9-53 16,-2-5-43-16</inkml:trace>
  <inkml:trace contextRef="#ctx0" brushRef="#br0" timeOffset="64531.36">28802 12073 460 0,'0'0'61'0,"0"0"68"0,0 0-46 15,24 73-10 1,-11-38 73-16,3 1-48 0,4 2 21 15,-1-2-27-15,3-1-14 16,-6-4-15-16,-2-3-16 16,-4-4-14-16,-5-3-12 15,-5-5 6-15,0-1-21 16,-12-4 24-16,-12-3-36 16,-8-6 26-16,-7-2-44 15,-3 0-6-15,-7-9-46 16,0-14-41-16,4-7-102 15,4-8-211-15</inkml:trace>
  <inkml:trace contextRef="#ctx0" brushRef="#br0" timeOffset="64680.69">28839 11962 1163 0,'0'0'84'16,"0"0"13"-16,0 0-77 15,0 0-25-15,0 0-63 16,-26-3-86-16,8 19-296 16</inkml:trace>
  <inkml:trace contextRef="#ctx0" brushRef="#br0" timeOffset="64922.31">29017 12244 1320 0,'0'0'79'0,"0"0"-8"0,0 0-31 16,0 0-46-16,0 0 10 15,0 0-70-15,36 1-155 16,-36-1-422-16</inkml:trace>
  <inkml:trace contextRef="#ctx0" brushRef="#br0" timeOffset="82005.95">28215 11032 354 0,'0'0'62'15,"0"0"34"-15,0-6 32 16,0 6-73-16,0-1 0 16,0 1-12-16,0 0 43 0,0 0-29 15,-1 0-10-15,-3 0-3 16,-1 0-18-16,1 0-1 16,-5 2 8-16,1 7 6 15,-1 1-23-15,-1 4 18 16,0 1-22-16,1-1 18 15,0 4-32-15,4-3 18 16,2 2-20-16,1-1 3 16,2 1 1-16,0 1 0 15,5-1 2-15,9-2-10 16,5 0 13-16,3-2-13 16,5-5 23-16,3-1-25 15,1-7 24-15,2 0-17 16,-1 0 25-16,-2 0-18 15,-1-8 7-15,0-4 11 16,-6-3-3-16,-4 3 4 16,-4-3-16-16,-4-1 14 15,-3-2-18-15,-7-1 20 16,-1-2-25-16,0 2 20 16,0-2-29-16,-6 0 19 15,-6 5-10-15,-5 1 3 16,-2 3 0-16,-4 1-4 15,0 5 7-15,-5 3-15 16,-2 3 19-16,0 0-28 16,2 0 23-16,-2 12-23 15,1 3 22-15,3-1-40 16,6 2-19-16,5-3-59 16,7-2-48-16,2-3-88 15,6-1-163-15</inkml:trace>
  <inkml:trace contextRef="#ctx0" brushRef="#br0" timeOffset="82535.54">28136 11187 526 0,'0'0'118'16,"0"0"33"-16,0 0-41 15,0 0 30-15,29 4-22 16,-10-4-12-16,7 0-41 0,2 0 1 16,3-2-43-1,-1-5 7-15,0 3-16 0,-2 1-2 16,-6-1-8-16,-4 1-4 16,-6 0 6-16,-1 2-20 15,-3 1 2-15,-5-2-70 16,1 2-35-16,-1-4-128 15,4 0-143-15</inkml:trace>
  <inkml:trace contextRef="#ctx0" brushRef="#br0" timeOffset="87097.33">28373 13003 547 0,'0'-2'67'0,"0"2"52"16,0 0-20-1,-9 0-33-15,-3 0-27 0,-6 10-17 16,-2 0 23-16,-5 3-42 16,-3 4 17-16,1 1-10 15,-3 1-2-15,4-2-3 16,4 0-3-16,5-2 9 16,5-4-12-16,8-3 10 15,4-1-21-15,0-3 21 16,13-2-21-16,7 0 27 15,8-1-25-15,3-1 20 16,3 3-16-16,-1-3 9 16,-1 1 7-16,-6 5-4 15,-5-2 6-15,-8 4 2 16,-6 1 29-16,-7 2-4 16,0 2 36-16,-4-1-31 15,-12 4 15-15,-2 0-37 16,0-2 16-16,1-2-24 15,-1-2-5-15,3-1-3 16,3-4-9-16,-1-1 8 16,3-4-33-16,1 0-12 15,2 0-71-15,3 0-49 16,2-7-141-16,2-4-233 16</inkml:trace>
  <inkml:trace contextRef="#ctx0" brushRef="#br0" timeOffset="87324.41">28487 13162 869 0,'0'0'98'0,"0"0"72"0,0 75-106 16,0-54-15-16,0-3-47 15,1-3 18-15,2-3-32 16,-1-3-13-16,-2-5-91 16,0-3-115-16,0-1-135 15</inkml:trace>
  <inkml:trace contextRef="#ctx0" brushRef="#br0" timeOffset="87490.28">28484 12993 779 0,'0'0'22'0,"0"0"-26"16,0 0 20-16,0 0-100 16,0 0-164-16,0 0-189 15</inkml:trace>
  <inkml:trace contextRef="#ctx0" brushRef="#br0" timeOffset="87860.8">28663 13186 661 0,'0'0'128'0,"0"0"56"16,0 0-42-16,0 0-36 15,0 0-31-15,0 0-29 0,39 68-13 16,-36-68-25-1,0 0 20-15,0 0-13 0,0-11 29 16,2-5-51-16,0-6 22 16,0 0-35-16,3 2 0 15,-1 1-15-15,4 2 8 16,0 7 2-16,0 1-3 16,2 6 27-16,-1 3-12 15,1 0 24-15,-3 7-23 16,-1 7 41-16,-2 5-25 15,0 2 26-15,-1-1-23 16,-2 2 5-16,0-3-7 16,1 1-5-16,-2-5 2 15,2-2-20-15,-2-6-33 16,2 1-103-16,-4-7-134 16,2-1-219-16</inkml:trace>
  <inkml:trace contextRef="#ctx0" brushRef="#br0" timeOffset="88773.83">29137 13046 390 0,'0'0'48'16,"0"0"37"-16,0 0 7 16,0 0-37-16,0 0 18 15,0 0-10-15,0 0 10 16,0 0-9-16,0 0-5 15,0 0-5-15,0 0-18 16,0 0 0-16,0 0-26 0,0 12 16 16,-3 5-18-1,0 3 16-15,0 3-31 16,3 0 38-16,0 2-33 0,0-4 6 16,6 0 2-1,6-3 4-15,5-1 6 0,1-6-14 16,3-2 22-16,0-1-21 15,4-6 21-15,-3-2-25 16,2 0 28-16,-1-1-34 16,0-13 22-16,-2-3-12 15,-3-6 2-15,0-2 2 16,-5-4-5-16,-3-2 3 16,-4-2-9-16,-2 1 16 15,-4 1-26-15,0 3 31 16,-10 4-21-16,-8 5 28 15,-6 4-32-15,-3 9 20 16,-4 4-15-16,1 2 1 16,-2 0 3-16,2 3-4 15,1 9 6-15,3 3-24 16,4-1 2-16,2 4-35 16,3-2-1-16,5 2-88 15,5-2-104-15,4-2-82 16,3 1-149-16</inkml:trace>
  <inkml:trace contextRef="#ctx0" brushRef="#br0" timeOffset="89003.91">29144 13137 775 0,'0'0'136'0,"0"0"55"0,0 0-55 15,81 0-71-15,-55 0-40 16,0 0-20-16,-3 0-8 16,-1 0-51-16,-5 0-135 15,-4 0-187-15</inkml:trace>
  <inkml:trace contextRef="#ctx0" brushRef="#br0" timeOffset="89371.83">29878 13172 825 0,'0'0'120'0,"0"0"80"16,82 0-86-16,-56 0-29 16,-6 0-61-16,-5-3 12 0,-8 2-43 15,-4 0 21 1,-3-2-44-16,0 1-32 16,-5-1-107-16,-10-1-132 0,-4-1-134 15</inkml:trace>
  <inkml:trace contextRef="#ctx0" brushRef="#br0" timeOffset="89524.59">29878 13172 763 0,'14'-88'45'0,"2"88"14"15,1 0-35-15,-2 0-68 16,-1-2-134-16,-5-1-368 15</inkml:trace>
  <inkml:trace contextRef="#ctx0" brushRef="#br0" timeOffset="90216.42">30314 12857 605 0,'0'0'69'0,"0"0"35"16,0 0 20-16,0 0-68 16,0 0 7-16,-3 57-34 15,0-38 2-15,3-2-15 16,0-4 25-16,3-1-24 15,11-5 12-15,1-3 9 16,5-4-2-16,2 0-5 16,-2 0-17-16,-3-4 13 15,-1-5-23-15,-4-1 13 16,-5-2-24-16,-4 4 24 16,-3-5-25-16,0 1 21 15,0 1-20-15,-6-2 7 16,-7 2-8-16,0 0-9 15,-3 6-2-15,0 1-17 0,2 1 13 16,-1 3-34-16,5 0-9 16,-1 0-70-16,5 0-41 15,2 0-73-15,4 3-186 16</inkml:trace>
  <inkml:trace contextRef="#ctx0" brushRef="#br0" timeOffset="90692.99">30591 13130 717 0,'0'0'107'0,"0"0"60"15,36 93-38-15,-23-71-30 16,-4-5-52-16,-2-4 19 15,0-6-45-15,-4-7 2 16,-3 0-14-16,0 0 6 16,0-20 12-16,0-7-29 15,-11-10 2-15,-1-4-24 16,-1-5 5-16,0-3-27 16,0 4 36-16,5 3-24 15,5 6 43-15,3 6-26 16,0 8 13-16,0 7 4 15,11 6 2-15,2 3 3 16,3 6-5-16,-1 0 23 16,0 0-21-16,-3 11 37 15,-2 4-27-15,0 2 28 16,-4 1-31-16,-3 1 31 16,-3-2-25-16,0 0 4 15,0-6-6-15,-9 2-9 16,-5-3 3-16,-1-3-28 0,-1-1-8 15,2-2-55-15,0-1-15 16,3-2-76 0,4-1-123-16,1 0-307 15</inkml:trace>
  <inkml:trace contextRef="#ctx0" brushRef="#br0" timeOffset="91141.88">30808 13101 671 0,'0'0'97'0,"0"0"89"16,20 80-17-16,-14-58-52 16,-2-7-43-16,-4-2 4 15,0-5-47-15,0-4 14 16,0-4-33-16,-6 0 20 15,-2-10-21-15,-4-11-9 16,2-6 3-16,1-8-12 16,2-4 5-16,2-3-23 15,3 1 19-15,2 2-29 16,0 5 39-16,14 6-31 16,1 5 36-16,4 6-22 15,-2 6 19-15,-3 4-3 16,0 5 11-16,-2 2 4 15,-3 0-8-15,-5 2 17 16,-1 10-20-16,-3 2 18 16,0 0-22-16,0 1 27 15,-10-2-42-15,-7 1 31 0,-5-2-38 16,-1-2-11 0,-3-1-24-16,-6 2-45 0,-1-3-82 15,-2 3-165-15,2-1-282 16</inkml:trace>
  <inkml:trace contextRef="#ctx0" brushRef="#br0" timeOffset="91552.98">30292 13159 767 0,'0'0'163'16,"0"0"60"-16,109-13-101 15,-55 10-9-15,7 0-50 0,0 0 4 16,-2 3-37 0,-7 0 0-16,-6 0-27 15,-10 0 0-15,-11 0 1 0,-9 0-22 16,-5 3-13-1,-8 3-53-15,-3 1-58 0,0 0-172 16,0-3-376-16</inkml:trace>
  <inkml:trace contextRef="#ctx0" brushRef="#br0" timeOffset="92376.88">30328 13436 491 0,'0'0'121'0,"0"0"38"0,0 0-37 16,0 0-1-16,0 0-7 16,0 28-38-16,6-5-17 15,0 4 1-15,0 2 12 16,2 1-27-16,1 0 2 16,1-1-22-16,0-3 16 15,0-4-36-15,-1-4 29 16,-2-4-39-16,3-4 23 15,-1-5-27-15,-2-5 13 16,3 0-4-16,-1-2-5 16,1-12 6-16,-1-1-16 15,2-1 12-15,-5 1-16 16,1 3 23-16,-1 3-19 16,0 4 31-16,-3 0-30 15,-2 5 25-15,2 0-21 16,0 0 9-16,1 0 4 15,2 6 0-15,1 1 2 16,-1 0-11-16,1-3 16 16,-1 0-21-16,0-3 23 15,-2 1-36-15,3-2 7 16,-1 0-57-16,-2 0-21 16,1 0-87-16,-2-4-96 0,1-4-153 15</inkml:trace>
  <inkml:trace contextRef="#ctx0" brushRef="#br0" timeOffset="92861.26">30666 13585 662 0,'0'0'101'0,"0"0"44"16,0 0 3-16,0 0-61 15,0 0-27-15,2 49-26 16,-1-33 25-16,-1-4-49 15,3-2 14-15,0-3-35 16,3-4 20-16,1 0-14 16,1-3 0-16,3 0 3 15,3 0-6-15,-1-4 8 16,0-4-16-16,0 0 16 16,-3 0-21-16,-4 1 21 15,1 3-28-15,-4 1 39 16,-3 1-21-16,0 2 15 15,0 0-3-15,0 0 0 16,0 10 1-16,0 5-5 16,1 5 15-16,4 5-12 15,1 3 35-15,1 2-21 16,0 5 42-16,6-2-22 16,-6 1 27-16,5 0-35 15,-2 1 3-15,-3 1-4 16,2-5-4-16,-2-4 12 15,0-5-12-15,-4-6-6 16,-1-9-28-16,-2-7 26 0,0 0-42 16,0 0 19-1,-2-13-73-15,-5-5 5 16,0-3-60-16,1-1-89 0,2-2-93 16,-1-3-236-16</inkml:trace>
  <inkml:trace contextRef="#ctx0" brushRef="#br0" timeOffset="93314.19">30948 13743 780 0,'0'0'59'16,"0"0"124"-16,0 0-48 15,0 0-42-15,0 0-33 16,30 84 13-16,-28-64-47 15,-1-1 17-15,-1-5-20 16,0-1 0-16,0-5-3 16,0-1-10-16,0-4 4 15,0-3-21-15,-3 0 26 16,-1-6-25-16,-1-10 16 16,0-7-37-16,2-6 29 15,0-6-29-15,3-3 15 16,0-3-12-16,0 4-2 15,0 4 4-15,0 5 5 16,10 8 18-16,0 5-13 16,2 7 28-16,1 5-25 0,-2 3 42 15,1 0-30 1,-1 0 36-16,-2 12-25 16,-3 0 14-16,-2 3-4 0,-4 1-7 15,0-3-4-15,0 2-13 16,-4-2 12-16,-11-2-35 15,-5-1 2-15,-1-2-60 16,-4-1-20-16,-3-4-176 16,0-3-186-16</inkml:trace>
  <inkml:trace contextRef="#ctx0" brushRef="#br0" timeOffset="94611.96">28260 14611 689 0,'0'0'91'0,"0"0"24"16,0 0-28-16,-11 0-20 15,2 0-17-15,-3 1-26 16,-2 13-20-16,-2 5 18 15,-3 3-26-15,2 2 29 16,4 3-29-16,3 2 31 16,5-6-28-16,5 1 14 15,0-6-3-15,18-5-2 16,8-6 3-16,6-5-5 16,4-2 8-16,0 0-20 15,-1-2 17-15,-5-8-26 16,-4 0 19-16,-9 0-35 15,-5 1 13-15,-5 2-12 16,-3 1 19-16,-2 2 9 16,-2 3 0-16,0-1 9 15,0 2-4-15,0 0 13 16,0 0-17-16,0 0 14 16,0 0-25-16,0 2 27 15,2 5-27-15,4 1 23 16,3 0-19-16,4-1 8 15,3 1 4-15,4-3 5 16,6-2 12-16,-1-3-9 16,1 0 10-16,-2 0-13 15,-2 0 26-15,-6-3-33 16,-5-2 26-16,-5-3-28 16,-4-2 35-16,-2 1-22 15,0-4-1-15,-5-2-9 16,-9 0-3-16,-2-1 0 15,-3 1-11-15,0 2 10 0,-1 5-22 16,-1 3 27 0,1 5-36-16,0 0 11 0,2 0-32 15,3 7 2-15,5 4-36 16,6-3-72-16,4-2-55 16,0-1-121-16</inkml:trace>
  <inkml:trace contextRef="#ctx0" brushRef="#br0" timeOffset="95037.09">28835 14631 683 0,'0'0'76'0,"0"0"45"16,0 0-35-16,0 0-26 16,-59 31-42-16,47-22-6 15,5 0-18-15,5 1 16 16,2-1-22-16,0 1 26 16,12-1-24-16,10 2 29 15,1-1-13-15,0 1 21 16,0 0-4-16,-4 1 1 15,-6 0 15-15,-4 0-13 16,-6 0 34-16,-3-1-16 16,0-1 8-16,-12-1-39 0,-4-1 18 15,-4-2-42-15,1-4 27 16,0 1-26-16,2-3 3 16,5 0-23-16,2 0-33 15,6 0-16-15,4 0-43 16,0 0-85-16,0-10-99 15,17-2-152-15</inkml:trace>
  <inkml:trace contextRef="#ctx0" brushRef="#br0" timeOffset="95431.28">29078 14693 649 0,'0'0'72'0,"0"0"3"16,0 0 20-16,0 0-27 16,-3 75-12-16,3-60-11 15,9-3 19-15,11-3-26 16,7-4 1-16,5-3-19 16,2-2 16-16,4 0-37 15,1-6 24-15,-4-6-18 16,-5-1 28-16,-3-1-2 15,-8-3-8-15,-6 1 2 16,-6-2 3-16,-7-3 5 16,0-2-22-16,-7 0 11 15,-13-2-33-15,-6 2 28 16,-4 3-41-16,-2 3 22 16,-4 7-42-16,1 4 13 15,2 6-11-15,1 0-30 16,2 4-14-16,4 10-60 15,7 0-81-15,3 2-18 0,6 0-47 16</inkml:trace>
  <inkml:trace contextRef="#ctx0" brushRef="#br0" timeOffset="95552.2">29078 14693 818 0</inkml:trace>
  <inkml:trace contextRef="#ctx0" brushRef="#br0" timeOffset="95646.44">29078 14693 818 0,'14'9'122'0,"5"-9"83"0,4-3-70 0,3 2-47 16,3-2-46-16,2 1-14 16,0 0-36-16,-1-2 6 15,-2 2-88-15,-5-3-104 16,0 0-318-16</inkml:trace>
  <inkml:trace contextRef="#ctx0" brushRef="#br0" timeOffset="96064.44">30008 14762 879 0,'0'0'134'0,"0"0"22"16,0 0-26-16,0 0-81 15,92 6-6-15,-75-6-45 16,-5 0 21-16,-7-2-35 15,-3-3-3-15,-2-1-66 16,-2 0-123-16,-13-2-146 16,-7 4-268-16</inkml:trace>
  <inkml:trace contextRef="#ctx0" brushRef="#br0" timeOffset="96212.61">29960 14649 719 0,'0'0'101'16,"0"0"78"-16,0 0-111 16,81-1-51-16,-56 0-29 15,-1-2-107-15,-1-2-216 16</inkml:trace>
  <inkml:trace contextRef="#ctx0" brushRef="#br0" timeOffset="96813.92">30572 14569 650 0,'0'0'100'0,"0"0"44"15,0 0-45-15,0 0-46 16,0 0-17-16,-53 0-14 16,30 15 21-16,0 1-43 15,1 3 27-15,-1-1-18 16,4-1 23-16,6-2-33 15,3-2 6-15,7-4-3 16,3-1-5-16,0-2 7 16,3-3-10-16,14-3 18 15,5 0-17-15,1 0 21 16,-1-1-25-16,2-8 29 16,-2-3-33-16,-6-1 21 15,-3 3-17-15,-6-1 1 16,-1 0-2-16,-3 4 2 15,0 2 10-15,-3 1-9 16,0 2 19-16,0 2-14 16,0 0 24-16,0 0-28 15,1 6 28-15,3 4-26 0,2 0 21 16,0 4-6-16,0-2 11 16,3-1-12-16,2 1-11 15,2-6 5-15,0-2-11 16,3-3 4-16,3-1-36 15,-2 0-16-15,0 0-83 16,-1-7-68-16,0-4-78 16,-3 0-158-16</inkml:trace>
  <inkml:trace contextRef="#ctx0" brushRef="#br0" timeOffset="97535.44">30835 14576 762 0,'0'0'127'0,"0"0"-18"16,0 0-66-16,0 0-11 15,-91 10-7-15,69 3-31 16,1 3 19-16,2 0-23 16,8 1 25-16,3-1-30 15,5-1 27-15,3-5-23 16,0-1 16-16,12-5-4 15,4-1 4-15,7-3 17 16,3 0 11-16,1-7 2 16,2-11-27-16,0-2 7 15,-3-4-26-15,-4-5 27 16,-5-1-34-16,-7-4 14 16,-7-4-17-16,-3-4 17 15,-1 1-3-15,-14-2-5 0,-5 3 8 16,1 5-8-16,1 11 18 15,0 7-13 1,4 12 18-16,0 5-21 0,2 9 21 16,3 17-29-16,-1 8 26 15,7 6-11-15,2 4 10 16,1 0 21-16,1 0 3 16,15-3 5-16,7-4-9 15,2-6 5-15,8-3-31 16,0-6 16-16,0-8-27 15,-3-3 21-15,-2-7-35 16,-5-4-10-16,-4 0-37 16,-6-2-19-16,-5-12-27 15,-5-3-21-15,0 2 11 16,-3-2-8-16,0 3 124 16,0 5 10-16,0 3 61 15,2 6 18-15,-1 0 1 16,-1 12 1-16,3 10 39 15,-1 5-7-15,1 8-46 16,1 3 17-16,4 3-10 16,4 3 8-16,0 1-19 15,2-2 10-15,1-3-34 16,-3-5 9-16,-1-5-53 16,-6-8 25-16,-3-8-29 15,-2-8 8-15,0-6-46 16,-3-6-44-16,-12-17-152 15,-5-12-312-15</inkml:trace>
  <inkml:trace contextRef="#ctx0" brushRef="#br0" timeOffset="97689.96">31111 14482 1196 0,'0'0'21'0,"0"0"96"15,0 0-109-15,0 0-22 16,-13-35-118-16,0 35-192 16,0 0-501-16</inkml:trace>
  <inkml:trace contextRef="#ctx0" brushRef="#br0" timeOffset="98487.04">30151 14873 210 0,'0'0'131'15,"0"0"38"-15,0 0 29 16,0 0-50-16,65 0 20 16,-29 0-44-16,10 0-13 15,10 0-25-15,11-4-26 16,9-2-26-16,8-3-22 0,7-1 9 15,-3 2-22 1,-3 0 14-16,-11 1-24 16,-9 4 25-16,-16 2-42 15,-13 1 6-15,-13 0-52 0,-11 0-16 16,-9 0-80-16,-3 0-100 16,0 3-79-16</inkml:trace>
  <inkml:trace contextRef="#ctx0" brushRef="#br0" timeOffset="99149.55">30490 15192 815 0,'0'0'122'16,"0"0"84"-16,36 83-81 15,-26-54-65-15,-1-3-3 16,-2-5-18-16,2-4-3 15,-5-5-35-15,2-2 27 16,-2-6-33-16,2-3 25 16,0-1-33-16,1 0 25 15,6-5-12-15,-3-9 1 16,4-2 0-16,0 1-10 16,-1 0 10-16,1 1-18 15,-4 6 22-15,3 4-21 16,-3 2 31-16,1 2-31 15,1 0 27-15,-1 0-22 16,-3 11 16-16,5 1-5 16,-4 0 1-16,-2 1 5 15,1-1-13-15,-2-1 15 16,0-2-30-16,2-2-7 16,-1-3-42-16,1-4-9 15,4 0-61-15,-2 0-55 16,3 0-155-16,-3 0-240 15</inkml:trace>
  <inkml:trace contextRef="#ctx0" brushRef="#br0" timeOffset="116273.55">31003 15285 528 0,'0'0'43'0,"-2"-2"2"16,1 2 35-16,-1 0-10 15,0 0 12-15,0 11 21 16,1 2-13-16,-1 0-27 16,1 1-1-16,-1-1-24 15,1-2 18-15,1-3-42 16,0 1 20-16,0-4-37 16,0 0 21-16,0-4-20 0,0-1 4 15,1 0 1-15,5 0-7 16,0 0 3-16,0 0-20 15,-1-10 19-15,3 0-31 16,-1-1 26-16,0 3-19 16,-3 2 36-16,2 2-28 15,0 2 27-15,-2 2-15 16,5 0 4-16,0 10 1 16,-1 11 3-16,5 7 11 15,-3 8-13-15,5 7 36 16,-1 5-24-16,2 2 32 15,0 1-22-15,0 0 47 16,-2-2-67-16,1-5 11 16,-4-8-8-16,-2-8-1 15,-5-8 1-15,-1-8-7 16,-3-8 2-16,0-4-33 16,0 0 0-16,-7-12-104 15,-9-5-61-15,3-4-113 16,-3 0-316-16</inkml:trace>
  <inkml:trace contextRef="#ctx0" brushRef="#br0" timeOffset="117092.96">31199 15390 623 0,'0'0'93'0,"0"0"-21"0,0 0 7 16,0 0-64-16,0 0 8 16,0 0 12-16,0 1-10 15,0 2 19-15,0 1-8 16,0 0 4-16,0-1-35 15,0 0 26-15,0-2-39 16,0 2 25-16,0-2-31 16,0-1 24-16,0 0-13 15,0 0 1-15,0 0 4 16,0 0-3-16,0 0 10 16,0 0-1-16,0 0 47 15,0 2-27-15,0-1 23 16,0 1-39-16,-1 1 19 15,-1 2-43-15,2-1 20 16,0 3-13-16,0 1 3 16,0 2 0-16,0 4 0 15,9 1 21-15,-2 3-17 16,3 2 33-16,-4 1-24 16,-2 2 32-16,2-3-38 15,-3-3 24-15,1 1-33 16,-1-6 14-16,0-4-9 15,-3 0-1-15,3-6 4 16,-3 1-8-16,0-3 12 16,0 0-17-16,0 0 26 15,0-5-27-15,0-11 34 16,0-6-38-16,-7-6 29 16,-2-8-30-16,1-2 11 15,0-1-8-15,-2 3 2 0,6 1 5 16,1 6-8-1,3 2 16-15,0 9-24 0,0 0 24 16,14 4-28-16,5 4 41 16,3 0-33-16,2 5 29 15,2 3-20-15,-4 2 12 16,-2 0 5-16,-7 0 2 16,0 10 7-16,-7 3-6 15,-6 0 23-15,0 3-20 16,-1 0 32-16,-17 0-37 15,-1 0 26-15,-5-3-47 16,-2-2 28-16,2-3-34 16,0-1-22-16,1-3-25 15,0 2-48-15,4-4-100 16,0-2-191-16</inkml:trace>
  <inkml:trace contextRef="#ctx0" brushRef="#br0" timeOffset="118459.25">31181 13269 937 0,'0'0'78'16,"12"0"49"-16,0 0-15 15,2 0-68-15,2-3 15 16,3-4-47-16,-4 3 14 15,0 0-35-15,-4 3 14 16,-3 0-10-16,-1-1-38 16,-4 0-41-16,-3-2-53 15,0-2-104-15,-6 1-242 16</inkml:trace>
  <inkml:trace contextRef="#ctx0" brushRef="#br0" timeOffset="118634.58">31205 13137 1006 0,'0'0'68'16,"0"0"15"-16,0 0-20 16,0 0-60-16,0 0-4 0,0 0-52 15,52 2-129-15,-51 0-244 16</inkml:trace>
  <inkml:trace contextRef="#ctx0" brushRef="#br0" timeOffset="145525.94">16907 6735 550 0,'0'-4'100'0,"0"1"38"15,0 2-53-15,0-1 3 16,0 1-20-16,0 1 8 15,0 0-26-15,0 0 5 16,0 0-13-16,0 0-13 16,0 0-7-16,0 5-17 15,-4 12 12-15,-2 4-27 16,-4 2 25-16,4 9-28 16,2 0-6-16,4 1 40 15,0-4-12-15,0-2-14 16,9-2 4-16,9-6 5 15,7-4-7-15,2-6 10 16,6-5-14-16,3-4 25 16,2 0-20-16,1-9 23 15,1-10-28-15,-5-1 24 16,-5-5-25-16,-4-2 19 0,-5-3-8 16,-4-3-1-1,-7-1 3-15,-4-5-5 16,-6 3 10-16,0-2-13 0,-9 3 22 15,-11 4-23-15,-3 5 33 16,-5 6-32-16,-3 8 10 16,-3 6 0-16,-3 6 0 15,-2 0-14-15,0 17-16 16,1 4-29-16,4 4-30 16,5 1-20-16,4 1-76 15,10-3-34-15,6-1-76 16,9-2-73-16</inkml:trace>
  <inkml:trace contextRef="#ctx0" brushRef="#br0" timeOffset="145931">16880 6817 698 0,'0'0'146'0,"0"0"16"0,0 0-48 16,0 0 7-16,89-18-36 16,-50 12-36-16,1 3-3 15,-2 2-36-15,-3 0 5 16,-6 1-28-16,-3 0 1 15,-7 0-94-15,-5 2-50 16,-5 5-168-16,-5 2-295 16</inkml:trace>
  <inkml:trace contextRef="#ctx0" brushRef="#br0" timeOffset="146270.2">17737 6877 901 0,'0'0'115'16,"0"0"85"-16,0 0-124 15,97-17 11-15,-75 14-60 16,-5 0 0-16,-2 3-30 0,-8-2 5 16,-1 0-31-16,-6 2-60 15,0-2-86 1,0-1-158-16,-13 0-471 0</inkml:trace>
  <inkml:trace contextRef="#ctx0" brushRef="#br0" timeOffset="146444.63">17713 6755 1084 0,'0'0'23'0,"0"0"106"15,0 0-95-15,84-11-24 16,-58 10-15-16,-6 1-88 16,-3 0-189-16,-5 0-442 15</inkml:trace>
  <inkml:trace contextRef="#ctx0" brushRef="#br0" timeOffset="147443.45">18387 6742 559 0,'0'0'154'0,"0"0"-25"16,0 0-20-16,0 0-19 16,2-4-39-16,-2 4 37 15,0 0-42-15,0 0 0 16,-3 0-21-16,-10 0 8 15,-4 8-45-15,-5 3 29 16,0 2-31-16,-1 3 26 16,2-5-20-16,3 2 9 15,4-2 0-15,5-3-2 16,9-2 3-16,0 0-14 16,6-2 15-16,20-1-24 15,6-1 28-15,10-2-19 16,4 0 27-16,-3 0-26 15,-1 0 23-15,-9 0-16 16,-11 2 7-16,-6 0-2 16,-10 4-6-16,-6 2 43 15,0 1 0-15,-9 1 17 16,-13 3-38-16,-1 0 11 16,-3 1-34-16,0-2 24 15,3 0-31-15,0 0 24 16,8-5-16-16,4-1-4 15,2 0-25-15,6-5-35 16,3-1-32-16,0 0-93 16,0-4-94-16,9-8-330 15</inkml:trace>
  <inkml:trace contextRef="#ctx0" brushRef="#br0" timeOffset="147688.49">18686 6805 867 0,'0'0'132'0,"0"0"82"16,38 69-91-16,-28-43-41 15,3-2-37-15,-4-1-7 16,-2-2-41-16,-3-5 24 15,-2-4-37-15,-2-2-12 16,0-6-96-16,-2-4-25 16,-11 0-247-16</inkml:trace>
  <inkml:trace contextRef="#ctx0" brushRef="#br0" timeOffset="147846.82">18668 6592 1064 0,'0'0'32'0,"0"0"27"16,0 0-33-16,0 0-19 15,0 0-67-15,0 0-63 16,-3 4-160-16,3 9-337 16</inkml:trace>
  <inkml:trace contextRef="#ctx0" brushRef="#br0" timeOffset="148311.82">18942 6829 877 0,'0'0'212'0,"0"0"-72"16,0 0-42-16,0 0-45 15,65 83 16-15,-59-71-48 16,-1-1 15-16,-2-3-31 16,-1-2 12-16,-1-4-24 15,2-2 19-15,-3 0-7 16,0-4-1-16,3-15 13 16,0-5-28-16,0-5 9 15,3-2-45-15,2 0 26 16,1 4-37-16,0 4 31 15,1 7-17-15,1 7 21 16,2 6 14-16,2 3 6 16,-2 0 3-16,1 5-5 15,-1 12 30-15,0 4-4 16,0 3 28-16,-1-1-32 16,1 6-1-16,-3-6 1 15,0-3 1-15,0-1-25 16,-4-7 7-16,0-3-22 15,-2-7-29-15,-4-2-75 16,0 0-173-16,0-14-286 16</inkml:trace>
  <inkml:trace contextRef="#ctx0" brushRef="#br0" timeOffset="148663.88">19416 6587 985 0,'0'0'206'0,"0"0"-71"16,0 0-99-16,0 0 1 15,85-13-46-15,-68 10 19 16,-7 1-45-16,-2-2-69 15,-4 0-113-15,0 0-211 16</inkml:trace>
  <inkml:trace contextRef="#ctx0" brushRef="#br0" timeOffset="148879.27">19741 6435 1064 0,'0'0'57'0,"0"0"86"16,0 0-71-16,0 0-60 15,0 0 4 1,59 86-10-16,-56-67-7 0,0 1-38 16,-3 1-101-16,0-5-208 15,0-1-380-15</inkml:trace>
  <inkml:trace contextRef="#ctx0" brushRef="#br0" timeOffset="149624.54">19983 6660 818 0,'0'0'216'0,"0"0"-49"16,0 0-35-16,0 0-64 15,77 83 6-15,-51-59-48 16,0-2 15-16,1-1-20 15,-2 0-6-15,-2-7-7 16,-1 1-10-16,-4-5-12 16,-5-2 26-16,0-3-7 15,-7-1-58-15,-3-2 7 16,-2 1-48-16,-1-3-18 16,0 0-92-16,-1 0-85 15,-5 0-245-15</inkml:trace>
  <inkml:trace contextRef="#ctx0" brushRef="#br0" timeOffset="149830.59">20253 6660 874 0,'0'0'122'15,"0"0"60"-15,-69 74-76 16,39-41-46-16,-3 2-51 15,-2-4 14-15,6 0-34 16,0-3 19-16,7-7-66 16,5-5-62-16,2-4-120 15,4-8-263-15</inkml:trace>
  <inkml:trace contextRef="#ctx0" brushRef="#br0" timeOffset="150956.34">15284 6525 686 0,'0'0'104'0,"0"0"8"16,0 0-1-16,0 0-32 16,-41 75-41-16,35-36 6 15,4 5-15-15,2 1 10 16,0 1-39-16,4-2 25 15,12-6-36-15,7-5 26 16,3-6-39-16,4-8 48 16,4-8-20-16,2-6-2 15,-3-5-2-15,-1 0-9 16,-3-6 10-16,-5-8-19 16,-4-2 15-16,-7-3-25 15,-4 0 27-15,-6-1-20 16,0 1 23-16,-3 0-22 15,0 2 18-15,-3 5 3 16,-4 4-1-16,-4 4 4 16,0 4-7-16,-2 0 8 15,0 4-17-15,2 13 18 16,2 5-23-16,4-2 30 16,4 3-29-16,1-1 20 15,0-4-42-15,15-2 30 16,6-5-35-16,4-4 3 15,2-6-2-15,5-1-13 16,1 0-12-16,2-8-39 16,-1-11-35-16,0-1-63 15,-3-7-79-15</inkml:trace>
  <inkml:trace contextRef="#ctx0" brushRef="#br0" timeOffset="151188.33">15872 6554 380 0,'0'0'99'0,"0"0"-3"15,-53-89 11-15,33 81-31 16,6 8-14-16,-2 6-58 16,9 20 5-16,5 8-4 15,2 8 57-15,2 5 6 16,21 0 3-16,2 0 11 16,3-3-31-16,4-6 8 15,0-5-42-15,-5-6 10 16,-2-7-36-16,-5-3 22 15,-7-6-42-15,-8-7-76 16,-5-4 6-16,0 0-159 16,-19-1-153-16</inkml:trace>
  <inkml:trace contextRef="#ctx0" brushRef="#br0" timeOffset="151365.36">15669 6593 1033 0,'0'0'120'0,"99"-11"21"15,-37 6-120-15,0-2-1 16,0 1-34-16,-1 2-49 16,-11 1-228-16,-8 3-404 15</inkml:trace>
  <inkml:trace contextRef="#ctx0" brushRef="#br0" timeOffset="161439.23">21877 6328 600 0,'0'0'46'15,"0"0"40"-15,-2 0 12 16,-8 0-47-16,1 3-9 15,-5 9-7-15,2 5 61 0,-2 6-60 16,1 7 3 0,1 4-18-16,-2 5 22 0,2 4-26 15,0 3 23 1,4-1-21-16,5-4 8 0,3-3-12 16,0-3-7-16,3-6-4 15,16-10-8-15,3-1 13 16,5-4-21-1,1-6 18-15,-1-5-49 0,2 1-20 16,-5-4-116-16,-1 0-82 16,-8 0-181-16</inkml:trace>
  <inkml:trace contextRef="#ctx0" brushRef="#br0" timeOffset="161944.76">22109 6612 566 0,'0'0'8'0,"0"0"85"16,0 0-20-16,-18 90-18 16,19-70 20-16,19-4-29 15,5-3 21-15,6-3-8 16,6-6 10-16,0-2-23 16,-1-2 9-16,0 0-29 15,-4-8-7-15,-9-2-2 0,-3-3-7 16,-5-4 4-16,-5-2-17 15,-6-2 19 1,-2-4-19-16,-2-4 26 0,0 0-29 16,-11-4 22-16,-4 3-26 15,-7-1 17-15,-3 8-14 16,-2 7 8-16,-3 6-6 16,-2 8-11-16,-1 2 8 15,-1 6-30-15,0 14 8 16,2 5-49-16,6 1-9 15,3 2-82-15,7-1 21 16,7-1-22-16,9-3-26 16,0-4-55-16</inkml:trace>
  <inkml:trace contextRef="#ctx0" brushRef="#br0" timeOffset="162140.55">22109 6612 736 0</inkml:trace>
  <inkml:trace contextRef="#ctx0" brushRef="#br0" timeOffset="162240.67">22109 6612 736 0,'67'35'114'0,"-46"-37"85"0,4 0-46 0,1 0-82 0,1 0-17 16,-1 1-44-1,0 1-14-15,-4 0 14 0,-3 0-43 16,-3 0-96-16,-3 3-131 16,-1 3-225-1</inkml:trace>
  <inkml:trace contextRef="#ctx0" brushRef="#br0" timeOffset="162537.88">22853 6670 873 0,'0'0'82'0,"0"0"82"16,0 0-59-16,0 0-65 16,81 2 6-16,-64-2-53 15,-3 0 21-15,-2 0-34 16,-4 0-61-16,-6-4-95 15,-2-1-153-15,0-2-354 16</inkml:trace>
  <inkml:trace contextRef="#ctx0" brushRef="#br0" timeOffset="162725.16">22886 6554 885 0,'0'0'46'0,"0"0"16"0,0 0-35 16,0 0-35-16,0 0 11 15,0 0-108-15,68 0-151 16,-49 3-347-16</inkml:trace>
  <inkml:trace contextRef="#ctx0" brushRef="#br0" timeOffset="163724.88">23359 6574 354 0,'0'0'144'16,"0"0"12"-16,0 0-43 15,0 0-24-15,0-5 7 16,0 5-12-16,0 0-1 16,-3 0-50-16,-8 0 2 15,0 4-41-15,-3 8 14 16,0 4-9-16,-1 5 1 15,1 0 2-15,2 0-2 16,4-5 6-16,6 3-17 16,2-8 18-16,0-3-19 0,1-1 28 15,12-4-21 1,1-2 23-16,3-1-21 16,-2 0 15-16,4-1-6 0,-2-9-4 15,0-2 4-15,-5-2-8 16,2 1-10-16,-6-1 24 15,-2 0 0-15,-5 5-23 16,1 1 29-16,-2 1-29 16,0 4 23-16,0-1-20 15,0 4 10-15,0 0-1 16,0 0-3-16,0 0 1 16,2 7-5-16,3 5 25 15,2 0-11-15,0 2 18 16,0 0-32-16,2-5 25 15,1 2-31-15,-3-4 23 16,1 0-19-16,0-2-6 16,-1-4-33-16,-2 2-26 15,1-3-47-15,-1 0-92 16,0 0-38-16,-1-8-216 16</inkml:trace>
  <inkml:trace contextRef="#ctx0" brushRef="#br0" timeOffset="164108.73">23569 6600 465 0,'0'0'135'15,"0"0"19"-15,0 0 21 16,0 0-21-16,0 0-36 16,45 59-49-16,-38-50-8 15,1-1-32-15,-3-1-12 16,2-4-6-16,-2-2-12 0,2-1 8 15,0 0-13-15,2-7 8 16,0-5-4-16,-2-5 6 16,0 1-42-16,-2 0 16 15,0 2-24-15,-2 5 31 16,-2 2 7-16,2 5 4 16,-1 2 5-16,2 0-9 15,1 0 2-15,3 2-2 16,2 9 19-16,0 1-21 15,3-1 25-15,-3 1-26 16,1 0 22-16,0 0-26 16,-1-3-28-16,0-3-51 15,5 0-76-15,-1-2 6 16,3-4-80-16,3 0-74 16</inkml:trace>
  <inkml:trace contextRef="#ctx0" brushRef="#br0" timeOffset="164492.23">24050 6611 510 0,'0'0'99'0,"0"0"52"15,0 0-19-15,0 0-45 16,0 0 6-16,13-74-64 16,-30 69-1-16,-5 4-39 15,-1 1 7-15,0 0-38 16,1 4-30-16,5 6 9 15,5 5 23-15,8 0 40 16,4 3-12-16,0 2 18 16,2 2-14-16,11 3 26 0,5-1-1 15,5 2 42 1,1 0 13-16,5 1-8 0,-3-1 10 16,-1 2-1-1,-2-4 4-15,-3-1-35 0,-6-4 2 16,-6-1-15-16,-6-3 6 15,-2-2-29-15,-4-1 26 16,-19-4-32-16,-3-1 20 16,-5-6-41-16,0-1 10 15,0 0-27-15,8-8-20 16,3-6-41-16,7-9-72 16,4-4-80-16,8-4-196 15</inkml:trace>
  <inkml:trace contextRef="#ctx0" brushRef="#br0" timeOffset="164937.21">24092 6304 837 0,'0'0'49'16,"0"0"9"-16,0 0 74 15,2 99-69-15,-2-58-13 16,4 1-15-16,3 0-32 16,2-6 21-16,5-4-27 15,5-6 16-15,3-7-22 16,1-7 26-16,1-4-23 16,1-5 25-16,-2-3-23 15,-2 0 7-15,-4 0-2 16,-6-4-4-16,-2-9 5 0,-4 1-8 15,-2-4 14-15,-3-2-17 16,0-1 21 0,0 1-23-16,-3 4 25 0,-7 1-26 15,-2 5 21-15,-5 8-35 16,0 0 51-16,0 8-25 16,2 11-3-16,4 2 6 15,6 3-10-15,5-1 16 16,0 0-18-16,11-3 23 15,9-4-25-15,2-3 22 16,2-4-75-16,-4-7-109 16,-5-2-330-16</inkml:trace>
  <inkml:trace contextRef="#ctx0" brushRef="#br0" timeOffset="165829.81">24806 6593 677 0,'0'0'20'0,"0"0"39"16,0 0 43-16,0 0-43 15,0 56 36-15,0-38-33 16,0-2-23-16,7-4-19 16,3 0 26-16,2-5-29 15,3-3 22-15,0-3-31 16,1-1 10-16,-2 0-15 15,3-1 2-15,-3-11-1 16,-2-3-7-16,0 0 8 16,-3 2-20-16,1-1 23 15,-4 4-24-15,-2 3 31 16,-1 3-27-16,-2 0 9 16,1 4 7-16,-1 0-3 15,1 0-11-15,1 4 9 0,4 7 9 16,-2 0-9-16,4 0 9 15,1-2-16-15,5 0 25 16,-2-4-15 0,2-1 45-16,-1-4-18 0,1 0 13 15,-1 0-23-15,0 0 16 16,-4-5-13-16,0-8-8 16,2 2-1-16,-8-5-9 15,0 0 11-15,-4-2-21 16,0 1 23-16,-1-2-31 15,-12 0 3-15,-2 2-59 16,-2-2-26-16,0 3-85 16,4 0-82-16,-5-3-240 15</inkml:trace>
  <inkml:trace contextRef="#ctx0" brushRef="#br0" timeOffset="166593.77">25113 6257 776 0,'0'0'140'16,"41"77"75"-16,-22-33-95 16,-1 0-17-16,1-3-53 15,-3-2 5-15,1-6-30 16,-2-8-3-16,-3-3-9 15,0-7-10-15,-2-4 6 16,2-6-15-16,-4-3 18 0,3-2-24 16,0 0 24-16,2-14-31 15,0-2 19-15,2-4-37 16,1 1 15-16,-4 2-11 16,-1 5 10-16,-4 1 15 15,0 7 1-15,-3 1 10 16,-2 3-15-16,1 0 16 15,-2 0-28-15,1 11 32 16,1 4-20-16,-1 1 26 16,1 0-25-16,2 0 17 15,2-2-7-15,0-2-1 16,2-3 6-16,2-4-10 16,-1-2 14-16,1-1-17 15,0-2 20-15,1 0-21 16,-2 0 27-16,0-10-29 15,-2 1 25-15,1-3-22 16,-1 2 12-16,-2-2-4 16,-1 4 0-16,1 5 2 15,-5-1-8-15,1 4 9 16,-1 0-24-16,1 0 2 16,-2 10-18-16,2 3 32 15,1-1-20-15,3 0 31 16,0-1-15-16,2 0 12 15,1-5-1-15,3 0-3 16,1-5 6-16,-1-1-2 16,3 0 22-16,1 0-23 15,-2 0 27-15,1-10-22 16,-2-3 31-16,-3 1-27 16,-4-2 26-16,-1 1-11 15,-5-1 4-15,0-1-12 0,0 3-12 16,-12 1 3-16,-3 3-19 15,-2 0 10-15,-1 8-49 16,0 0-9-16,1 0-56 16,2 0-38-16,1 0-97 15,5 8-39-15,2-4-180 16</inkml:trace>
  <inkml:trace contextRef="#ctx0" brushRef="#br0" timeOffset="167378.67">25912 6469 775 0,'0'0'129'0,"0"0"-64"15,0 0-14-15,0 0-36 16,-75 37 11-16,62-22-33 15,3-3 10-15,7-1-4 16,3-1-5-16,0-3-5 16,6 1-2-16,11 0 19 15,4 0-6-15,0 0 23 16,0 1-18-16,-3 1 39 16,-2 1-9-16,-6-2 26 15,-3 2-23-15,-6-1 13 16,-1-2-5-16,0 0-10 15,-10-1-8-15,-3 0-24 16,-2-2 10-16,0-1-26 0,1-1 10 16,3-3-39-16,4 0 17 15,3 0-42-15,4 0 21 16,0 0-19-16,0 0 6 16,3-3 15-16,8-3 17 15,6-1 22-15,0-2-6 16,0 3 17-16,-1-1-17 15,0-1 21-15,-3 2-23 16,-2 0 21-16,1-3-23 16,-3 1 23-1,2-1-11-15,1-2 7 0,-2 0 7 16,3-1 7-16,-6-1 17 16,-1 3-10-16,0 1 20 15,-4 1-15-15,1 2 23 16,-3 0-35-16,1 2 11 15,-1 4-31-15,0 0 22 16,0-3-10-16,2 3 1 16,-2-3 2-16,0 1-2 15,0-5 8-15,0 3-8 16,0-5 19-16,0 4-28 16,-6-1 22-16,1 2-36 15,-4 4 28-15,-1 0-27 16,0 0 19-16,2 8-12 15,3 8-1-15,3 5 6 16,2 4-6-16,0-2 11 16,0 2-15-16,10-2 22 15,6-3-26-15,-1-2 29 16,5-5-44-16,-1-3-7 16,-1-4-108-16,0-6-197 15,-2 0-550-15</inkml:trace>
  <inkml:trace contextRef="#ctx0" brushRef="#br0" timeOffset="168174.33">26621 6506 531 0,'0'0'153'16,"0"0"-11"-16,0 0-49 15,0 0-2-15,-23 0-33 16,3 9-52-16,-3 4 12 16,-2 0-9-16,5 0 26 0,4 0-44 15,7-2 24-15,8-2-27 16,1 0 13-16,3-1-4 16,17-3 0-16,6 2 3 15,2 0-4-15,2 1 9 16,-4-1-12-16,-2 0 18 15,-5 1-22-15,-10 3 27 16,-9-3-26-16,0 3 47 16,-3-3-7-16,-16 3 12 15,0-3-18-15,-3 0-7 16,2-2-4-16,6-1-15 16,3-2 10-16,5-1-16 15,6-2 19-15,0 0-36 16,3-3 12-16,17-10-28 15,3 0 32-15,4-1-6 16,5-3-3-16,0 6 1 16,-2-1 6-16,-1 6 10 15,-7 2-5-15,-2 4 14 16,-7 0-7-16,-2 2 38 16,-3 11-13-16,-5-1 23 15,-1 2-31-15,-2-1 10 16,0-1-27-16,0-1 1 15,0-5-10-15,0-3-63 16,0-3-95-16,-1 0-184 16</inkml:trace>
  <inkml:trace contextRef="#ctx0" brushRef="#br0" timeOffset="168635.48">26787 6407 893 0,'0'0'-10'0,"0"0"22"0,0 0-22 16,0 0-33-16,0 0-41 15,4 79 23-15,8-59 48 16,5 2-18-16,1 0-19 16,0 1 21-16,2-3 30 15,0-1-2-15,1 0 72 16,-1-4 35-16,-2-1 32 15,-4-6-15-15,-2 0-9 16,-5-2-37-16,0-5 3 16,-4 0-20-16,0-1-18 15,3 0-10-15,-1-1-10 16,3-13-3-16,0-2-26 16,4-2 16-16,-3 3-37 15,-1 0 18-15,1 6-30 16,-3 2 32-16,1 7-21 15,-1 0 19-15,2 0 6 16,1 10 2-16,-3 4 5 16,1 2-2-16,3 2 19 15,-1-2-17-15,-2-3 14 16,-1-1-28-16,2-1 26 16,-2-3-45-16,-2-4-65 15,1-1-128-15,-2-3-102 16,4 0-331-16</inkml:trace>
  <inkml:trace contextRef="#ctx0" brushRef="#br0" timeOffset="169065.54">27294 6604 792 0,'0'0'158'16,"0"0"-3"-16,0 0-67 15,0 0-34-15,0 0 9 16,59-44-39-16,-54 32 8 15,-4-3-35-15,-1 1 14 16,0 1-9-16,0 0 2 16,0 6 3-16,-10-1-5 15,-5 8 16-15,-2 0-24 16,0 12 14-16,1 11-23 16,-1 2 32-16,8 6-26 15,2-1 30-15,7-2-23 16,0-2 12-16,0-5-9 15,10-2-2-15,7-5-12 16,2-7-41-16,3-3-65 16,-1-4-178-16,-3 0-371 15</inkml:trace>
  <inkml:trace contextRef="#ctx0" brushRef="#br0" timeOffset="169544.92">27668 6561 714 0,'0'0'120'15,"0"0"95"-15,0 0-72 16,0 0-18-16,64 88-60 16,-56-67-8-16,-2 0-54 0,-3-5 9 15,-3-1-13 1,0-6-8-16,0-2-40 15,0-7-68-15,0 0-99 16,0-4-225-16</inkml:trace>
  <inkml:trace contextRef="#ctx0" brushRef="#br0" timeOffset="169703.51">27734 6443 848 0,'0'0'35'0,"0"0"42"15,0 0-68-15,0 0-4 16,0 0-92-16,0 0-17 16,8 3-136-16,2 4-265 15</inkml:trace>
  <inkml:trace contextRef="#ctx0" brushRef="#br0" timeOffset="169989.28">27911 6493 601 0,'0'0'70'16,"0"0"9"-16,0 0-13 15,0 0-3-15,-83 45-13 16,78-33-45-16,5-2 7 16,0 1-16-16,11 0 24 15,7 0-14-15,6 4 46 16,1 1-17-16,-2-1 48 15,-6 2 7-15,-1-1-26 16,-6-1-12-16,-7-3-33 16,-3-1 13-16,0-3-30 0,-7-2 24 15,-10-3-35 1,-4-2 2-16,-5-1-111 0,-3 0-130 16,-1 0-245-16</inkml:trace>
  <inkml:trace contextRef="#ctx0" brushRef="#br0" timeOffset="170837.45">28241 6635 605 0,'0'0'141'0,"0"0"5"16,0 0 17-16,0 0-56 15,19 0-4-15,-10-11-26 16,1 0-38-16,3-1-6 16,0 0-28-16,-3 1 11 15,0 2-21-15,-1 0 24 16,-3 5-28-16,-3 2 26 15,1 2-28-15,3 0 16 16,-3 0-6-16,4 10 11 16,3 5 4-16,5 3-9 15,3 1 11-15,3 2-15 16,5-1 28-16,2-3-22 16,0 0 27-16,0-5-41 15,-4-1 24-15,-4-3-27 16,-1-3 15-16,-6-1-7 15,-2-1-15-15,-2-3-16 16,-4 0-19-16,1 0-18 0,-7 0-70 16,0-6-41-16,0-4-73 15,0-6-42-15,-7-3-109 16</inkml:trace>
  <inkml:trace contextRef="#ctx0" brushRef="#br0" timeOffset="171024.69">28585 6510 736 0,'0'0'119'16,"0"0"62"-16,-78 76-20 15,46-42-64-15,2-1-43 16,2 0-34-16,4-5-17 16,4-4-1-16,7-7-32 15,7-3-39-15,4-9-109 16,2-5-124-16,5 0-231 15</inkml:trace>
  <inkml:trace contextRef="#ctx0" brushRef="#br0" timeOffset="171752.31">28604 6154 545 0,'0'0'116'0,"0"0"21"16,0 0-61-16,0 0-8 16,45 32 41-16,-11 0 18 15,8 4-37-15,2 6-6 16,0 5-32-16,-5 1-9 0,-4 4 0 15,-11 0-20 1,-9-1 1-16,-5 0-13 0,-10-5 14 16,0-2-27-16,-8-7 20 15,-7-4-36-15,-2-7 6 16,-1-3-63-16,1-7-24 16,4-5-97-16,0-7-188 15,3-4-355-15</inkml:trace>
  <inkml:trace contextRef="#ctx0" brushRef="#br0" timeOffset="175703.45">16988 7499 456 0,'-4'-3'123'15,"-2"3"-6"-15,2 0-14 16,-1 0-53-16,-1 8-17 15,2 8-15-15,-3 7 27 16,4 4-4-16,2 3 3 16,1 5-13-16,0-1 13 15,1-1-2-15,13-6-15 16,4 1 9-16,5-7-22 16,3-7 23-16,6-9-28 15,4-5 30-15,0 0-27 16,4-15 24-16,-2-7-27 15,-2-6 5-15,-6-2-4 16,-5-3-5-16,-8 0 2 16,-5 0-29-16,-11 0 53 0,-1-1-40 15,-3 3 24-15,-15 3-25 16,-10 3 25-16,-2 4-30 16,-8 8 19-1,1 5-19-15,-5 8 4 0,3 0-8 16,0 8-21-16,2 9-11 15,6 2-27-15,3 2 14 16,7 0-9-16,6 1-13 16,7-1-71-16,8-2-22 15,0-1-125-15</inkml:trace>
  <inkml:trace contextRef="#ctx0" brushRef="#br0" timeOffset="175981.48">16998 7678 824 0,'0'0'151'15,"0"0"29"-15,0 0-59 16,104-4-75-16,-72-1-22 16,0 3-17-16,1-4-10 15,0 4 4-15,-7 0-92 16,-1 2-50-16,-7 0-194 16,-3 0-378-16</inkml:trace>
  <inkml:trace contextRef="#ctx0" brushRef="#br0" timeOffset="176211.49">17678 7642 1016 0,'0'0'36'0,"0"0"92"15,0 0-96-15,0 0-13 16,82-24-27-16,-73 20 21 16,-4 4-39-16,-5 0-66 15,0-1-120-15,0-1-107 16</inkml:trace>
  <inkml:trace contextRef="#ctx0" brushRef="#br0" timeOffset="176385.87">17678 7642 883 0,'-80'-96'59'16,"91"96"-35"-16,5 0-12 16,6 0-25-16,-1 1-55 15,0 3-139-15,2-1-346 16</inkml:trace>
  <inkml:trace contextRef="#ctx0" brushRef="#br0" timeOffset="177204.38">18210 7508 683 0,'0'0'71'15,"0"0"8"-15,0 0-50 16,-80 28 28-16,53-10-8 16,2-2-31-16,4 1-12 15,6-4-10-15,6 1 12 16,7-3-18-16,2-4 17 0,8-1-22 16,18-2 27-1,6-1-18-15,4-2-9 16,0 0 39-16,2 2-12 15,-8-2 13-15,-7 5 10 16,-8 4 13-16,-8 0-24 0,-7 5 36 16,-3 3-16-16,-17 1 10 15,-6 0-47-15,-3-3 14 16,5 1-27-16,3-8 15 16,5-2-12-16,8-4 3 15,5-3 0-15,3 0-23 16,0 0-17-16,10-13-21 15,10-4 31-15,2-4-12 16,7-3 13-16,-2 1-14 16,1 1 43-16,-1 3-11 15,-7 5 4-15,-5 5 16 16,-1 3-9-16,-8 6 4 16,-5 0 17-16,-1 6 35 15,0 9-24-15,0 2 1 16,0 3-29-16,0-1 15 15,0 1-33-15,0-3 26 16,0 1-36-16,0-4-19 16,6-3-71-16,0-7-154 15,0-4-208-15</inkml:trace>
  <inkml:trace contextRef="#ctx0" brushRef="#br0" timeOffset="177361.54">18357 7410 715 0,'0'0'-23'16,"0"0"30"-16,0 0-130 16,0 0-92-16</inkml:trace>
  <inkml:trace contextRef="#ctx0" brushRef="#br0" timeOffset="177688.54">18562 7693 723 0,'0'0'195'16,"0"0"-23"-16,0 0-64 16,0 0-18-16,0 0-37 15,0 0-11-15,41 32-18 16,-40-32 11-16,2-8-25 15,0-7 11-15,3-5-37 16,1-1 11-16,1 2-35 16,1 6 15-16,1 2-2 15,2 3 5-15,0 7 11 16,0 1 1-16,1 0 11 16,2 9-10-16,-4 4 20 15,1 3-15-15,-2 2 25 16,-1-2-44-16,-2-1 50 15,4-2-55-15,0-5-49 16,-1-3-109-16,1-5-144 16,-2 0-271-16</inkml:trace>
  <inkml:trace contextRef="#ctx0" brushRef="#br0" timeOffset="178373.8">19260 7238 629 0,'0'0'127'0,"0"0"29"0,-51 75 16 16,28-31-70-16,-1 9-9 16,2 5-35-16,4 1-6 15,4 1-13-15,10-5-10 16,4-1-7-16,0-6-17 15,14-7 7-15,4-6-21 16,6-5 23-16,2-6-27 16,0-7 30-16,0-5-37 15,-1-5 12-15,-2-6-51 16,-3-1-43-16,-7 0-155 16,-5 0-283-16</inkml:trace>
  <inkml:trace contextRef="#ctx0" brushRef="#br0" timeOffset="178877.05">19677 7254 781 0,'0'0'127'16,"0"0"38"-16,0 0-35 15,0 0-13-15,0 0-64 16,33 68 29-16,-18-48-53 15,2-1 15-15,0-2-35 16,1 1 18-16,-1-3-36 16,-1-2 25-16,-3-2-26 15,-3-2 16-15,-4-4-28 16,-2 0-31-16,-2-2-27 16,-1-3-71-16,-1 0-104 15,0 0-128-15</inkml:trace>
  <inkml:trace contextRef="#ctx0" brushRef="#br0" timeOffset="179104.87">19833 7268 917 0,'0'0'57'0,"0"0"86"0,-71 70-84 16,47-41-34 0,-1-1-25-16,5-2 8 0,4-2-48 15,4-2-51-15,4-3-130 16,5-4-79-16</inkml:trace>
  <inkml:trace contextRef="#ctx0" brushRef="#br0" timeOffset="179411.78">19631 7654 869 0,'0'0'190'0,"85"0"-29"16,-36-4-94-16,-5 1-11 16,-3 2-40-16,-6 1 1 15,-5-1-27-15,-8 1 13 16,-2 0-76-16,-8 0-46 15,-5 0-135-15,-7 0-125 0</inkml:trace>
  <inkml:trace contextRef="#ctx0" brushRef="#br0" timeOffset="179756.81">19800 7847 804 0,'0'0'224'15,"0"0"-71"-15,0 0-15 16,9 93-72-16,-9-62 3 16,0 1-51-16,0-6 8 15,0 1-29-15,0-10 6 16,0-5-10-16,5-10-11 16,4-2-48-16,1-8-83 15,-3-15-136-15,5-8-490 16</inkml:trace>
  <inkml:trace contextRef="#ctx0" brushRef="#br0" timeOffset="180289.62">20100 7247 823 0,'0'0'206'0,"48"71"-48"16,-21-32-55-16,5 7-6 15,-3 0-44-15,0 5 13 16,-5-1-35-16,-5-1 30 16,-4 2-46-16,-10-4 5 15,-5 0-4-15,0-4-9 16,-7-3 1-16,-10-4-12 16,-2-6 12-16,-1-4-35 15,-2-3 0-15,3-4-56 16,-1-6-5-16,0-6-139 15,1-2-206-15</inkml:trace>
  <inkml:trace contextRef="#ctx0" brushRef="#br0" timeOffset="184736.94">31777 12815 676 0,'-2'-1'97'16,"1"-1"30"-16,1 2-9 15,0 0-12-15,0 0-45 16,0 0 15-16,10 2-18 16,3 7 14-16,3 5-25 15,1 4-10-15,2-1-2 16,-2 5-7-16,2-2-13 16,1 1-8-16,0-1 12 0,-2-3-32 15,-1-2 37-15,-4-3-36 16,0-2 31-1,-6-3-33-15,-4-3 22 0,0-2-9 16,-1-2-1-16,-2 2 1 16,0-1-27-16,0-1-10 15,0 0-34-15,0 0-8 16,-2 0-95-16,-7 0-101 16,1-3-137-16</inkml:trace>
  <inkml:trace contextRef="#ctx0" brushRef="#br0" timeOffset="184996.91">31982 12815 712 0,'0'0'129'15,"0"0"31"-15,0 0 42 16,-68 74-127-16,42-43-10 16,4 0-57-16,-1-1 12 15,3-6-27-15,6-3-4 16,2-3 2-16,8-4-62 16,2-7-49-16,2-3-178 15,0-4-147-15</inkml:trace>
  <inkml:trace contextRef="#ctx0" brushRef="#br0" timeOffset="186545.18">31596 13243 335 0,'0'0'81'0,"0"0"-9"16,-24 7 44-16,19-6-23 15,4 1-22-15,0-1 5 16,1-1 5-16,0 0 8 0,0 1-30 16,5-1 10-16,14 0-6 15,8 0 29-15,11 0-34 16,10 0 7-16,11-5-43 15,8-4 17 1,6-4-16-16,1-1-9 0,-1 3-2 16,-8 1-9-16,-11 0 8 15,-11 6-21-15,-14 0 25 16,-11 1-30-16,-7 2 35 16,-7 1-37-16,-4 0 30 15,0 0-36-15,0 0 0 16,0 0-26-16,0 0-64 15,-1 0-122-15,-1 0-142 16,1 0-245-16</inkml:trace>
  <inkml:trace contextRef="#ctx0" brushRef="#br0" timeOffset="187153.01">31953 13409 851 0,'0'0'129'0,"0"0"35"16,0 0-52-16,0 0-12 15,13 59-3-15,-6-29-54 16,-1 5 14-16,1-2-34 16,0 2 30-16,1-4-43 15,-1-1 23-15,-3-7-41 16,3-5 16-16,-4-4-7 16,-1-8-30-16,-1-4-45 15,-1-2-26-15,0 0-47 16,0-13-228-16,0-1-421 15</inkml:trace>
  <inkml:trace contextRef="#ctx0" brushRef="#br0" timeOffset="190476.65">20674 7773 701 0,'0'0'111'0,"0"0"17"16,1 0-3-16,16 0-27 15,5 0 24-15,7 0-54 16,3-2-11-16,2-4-25 15,1 0-15-15,-2 1-5 16,-1-1-13-16,-6 2 8 16,-3 0-20-16,-5 1-9 15,-7 2-71-15,-2 0-28 16,-9 1-131-16,0 0-134 16</inkml:trace>
  <inkml:trace contextRef="#ctx0" brushRef="#br0" timeOffset="190784.19">20536 7693 861 0,'0'0'145'0,"0"0"-31"16,0 0-49-16,0 0 20 15,97-7-21-15,-52-2-31 16,3 2-35-16,-5 0 13 16,-1 1-22-16,-8 4-8 15,-5 0-71-15,-6-1-28 16,-7 0-84-16,-4 2-68 15,-4-3-194-15</inkml:trace>
  <inkml:trace contextRef="#ctx0" brushRef="#br0" timeOffset="191113.29">20906 7553 638 0,'0'0'84'16,"0"0"-10"-16,0 0 36 16,0 0-12-16,0 0 2 15,94 11-39-15,-65 3 27 16,1 3-48-16,-2 1 3 16,-5 2-10-16,-3 1-2 15,-3-4 5-15,-7 2-13 16,-4-3 8-16,-6 0-12 15,0 2 20-15,0-2-32 16,-10 1 22-16,-6-1-39 16,0-1 28-16,-1 0-45 15,1-2-8-15,0-2-18 16,6 0-35-16,1-2-68 16,4-2-129-16,5-3-144 0</inkml:trace>
  <inkml:trace contextRef="#ctx0" brushRef="#br0" timeOffset="192037.93">21762 7543 360 0,'0'0'104'15,"0"0"47"-15,0 0 15 16,0 0-55-16,12-8 38 16,-19 8-43-16,-9 0-54 15,-4 12-34-15,-3 2 16 16,0 1-16-16,1 2-15 15,6-1 6-15,3-3-13 16,7 0 10-16,6-3-14 16,0-1 17-16,6-2-20 15,17 1 25-15,5-3-24 16,6 2 18-16,1-2-13 16,2 1 5-16,-3-1 3 15,-7 1-1-15,-8 2 14 16,-8 2-9-16,-11 2 23 15,0 3-4-15,-8 0 22 16,-11 1-40-16,-6 1 12 16,2-5-29-16,0 0 18 15,4-5-11-15,2-3 1 0,5-4-13 16,5 0-12 0,2 0-12-16,5-12-63 0,0-4-10 15,10-5-11-15,7-4-22 16,6 1-47-1,3-4-188-15</inkml:trace>
  <inkml:trace contextRef="#ctx0" brushRef="#br0" timeOffset="192196.82">21971 7586 519 0,'0'0'170'16,"0"0"-24"-16,0 0-21 16,0 0 6-16,0 0-37 15,59 85 3-15,-51-59-57 16,-3-1-7-16,-2-2-24 15,0-4-8-15,-1-4-12 16,-2-5-70-16,0-6-88 16,0-4-148-16,0 0-271 15</inkml:trace>
  <inkml:trace contextRef="#ctx0" brushRef="#br0" timeOffset="192371.83">22015 7441 808 0,'0'0'36'16,"0"0"30"-16,0 0-41 15,0 0-23-15,0 0-12 16,0 0-42-16,2 52-79 16,12-33-76-16,6 0-4 15,3 0-36-15</inkml:trace>
  <inkml:trace contextRef="#ctx0" brushRef="#br0" timeOffset="192688.95">22148 7609 111 0,'0'0'161'0,"0"0"52"0,0 0 0 16,71 69-17-16,-60-57-16 16,-5-5-44-16,-3-1-32 15,-1-3-35-15,-1 0-11 16,-1-3-27-16,0 0 13 16,0 0-31-16,2 0 18 15,1-13-28-15,-1-3 16 16,5-3-36-16,1-4 7 15,0 4-21-15,5 3 4 16,0 3 8-16,1 6 0 16,1 4 10-16,-2 3-11 15,2 0 21-15,-2 13-14 16,-2 4 26-16,-1 4-24 16,-1-1 25-16,-1 0-23 15,0-1 14-15,-1 0-6 16,3-6-2-16,2 0-23 15,-1-4-73-15,5-5-68 16,2-4-110-16,0 0-146 16</inkml:trace>
  <inkml:trace contextRef="#ctx0" brushRef="#br0" timeOffset="193222.49">22794 7475 697 0,'0'0'63'0,"0"0"34"0,0 0-29 15,0 0 26-15,0 0-30 16,-6 83-3-16,7-61-20 16,11 1-25-16,5-4 18 15,3-3-22-15,2 0 15 16,6-5-11-16,1-6 26 16,1-1-19-16,-1-4 16 15,0 0-31-15,-3 0 14 16,-2-4-18-16,-3-9 2 15,0-2 4-15,-2-8-6 16,-5 0 7-16,-1-5-16 16,-3-4 19-16,-8-3-24 15,-2-2 27-15,-2 2-29 16,-16-1 28-16,-8 4-28 16,-5 9 18-16,-3 7-9 15,-5 9 1-15,-3 7 3 16,-1 0-7-16,-2 12 6 15,1 7-20-15,7 2 18 16,5 2-37-16,8 1 16 16,9 0-58-16,9-1-3 15,6 1-65-15,0-5-68 16,15-1-57-16,6-4-129 16</inkml:trace>
  <inkml:trace contextRef="#ctx0" brushRef="#br0" timeOffset="193501.77">22850 7565 797 0,'0'0'128'0,"0"0"82"16,0 0-89-16,95-2-48 15,-63 0-56-15,1 2 2 16,-1 0-28-16,-3 0 6 16,-4 0-118-16,-2 0-90 15,-9 0-217-15</inkml:trace>
  <inkml:trace contextRef="#ctx0" brushRef="#br0" timeOffset="193784.75">23564 7564 941 0,'0'0'160'0,"0"0"19"0,0 0-100 16,91 0-31-16,-73 0-16 16,-5 0-35-16,-4 0 15 15,-3 0-42-15,-6 0-37 16,0-4-89-16,-4-1-98 15,-10-3-364-15</inkml:trace>
  <inkml:trace contextRef="#ctx0" brushRef="#br0" timeOffset="193939.42">23547 7425 869 0,'0'0'103'15,"0"0"21"-15,0 0-107 16,0 0-24-16,0 0-81 16,87 0-245-16</inkml:trace>
  <inkml:trace contextRef="#ctx0" brushRef="#br0" timeOffset="195073.98">23558 7460 406 0,'0'0'86'16,"0"0"20"-16,0 0 14 16,0 0-50-16,3 0 36 15,5 0 14-15,5 0 2 16,3 0-15-16,1 0-34 16,2 0-16-16,3 0-21 0,1 0-4 15,1-3-30-15,-2 2 15 16,1-1-27-16,0 2 26 15,0-4-49-15,-1 2-31 16,-2-4-84-16,-2 0-139 16,-4-5-189-16</inkml:trace>
  <inkml:trace contextRef="#ctx0" brushRef="#br0" timeOffset="196231.94">24239 7196 689 0,'0'0'95'16,"0"0"35"-16,0 0 21 16,38 5-10-16,-15 7-49 15,4 3-17-15,5 3-18 16,2 0-22-16,-3 0-5 15,-2-1-23-15,-4-5 7 16,-8-1-22-16,-3 0 23 16,-3-6-32-16,-5 3 4 15,-4-5-54-15,1-3-24 16,-3 0-105-16,0 0-84 16,0-2-151-16</inkml:trace>
  <inkml:trace contextRef="#ctx0" brushRef="#br0" timeOffset="196448.05">24427 7193 860 0,'0'0'79'15,"0"0"63"-15,-78 106-80 16,54-67-15-16,1-3-41 15,3-4 2-15,3-7-9 16,7-7-39-16,3-4-49 16,4-7-123-16,3-4-173 15</inkml:trace>
  <inkml:trace contextRef="#ctx0" brushRef="#br0" timeOffset="196807.8">24239 7591 902 0,'0'0'182'0,"111"-17"-11"16,-40 4-67-16,5-1-25 16,1 3-38-16,-9 3-5 15,-8 4-34-15,-13 3 14 16,-14 1-40-16,-11 0-14 15,-13 0-71-15,-9 6-48 16,-7 8-112-16,-20 3-122 16</inkml:trace>
  <inkml:trace contextRef="#ctx0" brushRef="#br0" timeOffset="197109.32">24528 7752 874 0,'0'0'129'0,"0"0"54"15,15 72-56-15,-7-38-40 16,4 3-14-16,-1 3-20 15,0-1-12-15,0-4-38 16,-2-7 16-16,0-5-29 16,-4-6 28-16,1-8-66 15,-6-8 3-15,0-1-73 16,0-4-70-16,-4-15-200 16,-9-8-381-16</inkml:trace>
  <inkml:trace contextRef="#ctx0" brushRef="#br0" timeOffset="204276.44">19882 6995 582 0,'6'4'139'0,"4"-4"-15"16,3 0-10-16,7 0-19 15,11 0-5-15,6 0-22 16,9-6-11-16,8-4-5 16,5-5-21-16,0 1-10 15,2-1-18-15,-5 0 9 16,-4 4-23-16,-11 2 27 16,-9 2-32-16,-9 3-3 15,-10 3-84-15,-5 1-59 16,-8 0-80-16,0 0-104 15</inkml:trace>
  <inkml:trace contextRef="#ctx0" brushRef="#br0" timeOffset="204672.63">20256 7067 716 0,'0'0'161'0,"0"0"37"15,0 0-61-15,0 0-42 16,0 0-22-16,56 74-46 16,-50-51 9-16,-3 2-41 15,-3-2 22-15,3-4-30 16,-1-5-11-16,0-5-55 15,3-9-86-15,-1 0-176 16,3-5-353-16</inkml:trace>
  <inkml:trace contextRef="#ctx0" brushRef="#br0" timeOffset="205751.06">19951 6560 387 0,'0'0'101'0,"0"0"-5"15,0 0-12-15,-57 85 36 16,35-39-40-16,0 9-21 15,2 5-17-15,6 7-3 16,5-3-34-16,9-2 4 16,0-6-10-16,9-8 12 15,14-10-20-15,7-6 15 16,5-12-35-16,8-5-34 16,-1-8-59-16,0-6-95 15,-3-1-222-15</inkml:trace>
  <inkml:trace contextRef="#ctx0" brushRef="#br0" timeOffset="206133.93">20431 6533 781 0,'0'0'41'0,"66"106"81"15,-30-45 4-15,1 2-54 16,-7-1 1-16,-4 2-31 16,-11-2 11-16,-8-4-40 15,-7-4 15-15,0-2-29 16,-18-4 11-16,-11-6-31 16,-4-4-41-16,-7-3-74 15,-5-8-137-15,0-5-201 16</inkml:trace>
  <inkml:trace contextRef="#ctx0" brushRef="#br0" timeOffset="209968.77">28264 6889 572 0,'-4'0'99'0,"1"0"45"16,3 0-22-16,0 0-15 16,0 0-18-16,0 0-31 15,0 0 4-15,15 0-40 16,6 0 55-16,10 3-41 16,8-2 17-16,7-1-33 15,6 0 13-15,4 0-13 16,2 0-12-16,-5 0-2 15,-6 0-9-15,-8 0 12 16,-7 0-22-16,-11-4-4 16,-9 1-58-16,-7 0-18 15,-5 1-109-15,0 0-176 16,-11 1-378-16</inkml:trace>
  <inkml:trace contextRef="#ctx0" brushRef="#br0" timeOffset="210358.84">28490 7090 748 0,'0'0'30'0,"0"0"90"15,0 0 33-15,0 0-34 16,23 95-5-16,-17-64-35 15,2-1-19-15,1-2-27 16,-5-3-14-16,2-6-24 16,-3-4 18-16,-2-6-25 15,-1-5 3-15,0-4-71 16,0 0-23-16,0-14-123 16,-7-11-229-16</inkml:trace>
  <inkml:trace contextRef="#ctx0" brushRef="#br0" timeOffset="211077.2">28110 6529 438 0,'0'0'39'16,"-52"79"5"-16,28-23-27 15,2 7 2-15,3 7-3 16,6 6 9-16,6 1-31 16,7 1 15-16,0-4-19 15,17-8 15-15,12-5-12 16,10-10 3-16,11-9 5 16,8-13 26-16,9-9 22 15,5-9-19-15,6-7-5 16,0-4 1-16,0-12-3 15,-3-12-27-15,-6-12 16 16,-5-6-32-16,-9-8-3 16,-9-8-2-16,-11-7 20 15,-12-5 6-15,-13-3 0 0,-10-5 6 16,0-3-6-16,-26 2 23 16,-9-1 2-16,-11 6 22 15,-9 7 2-15,-9 12-3 16,-6 12-29-16,-7 14 6 15,-2 18-29-15,-2 11-20 16,-3 8-35-16,5 28-40 16,5 16-51-16,5 11-83 15</inkml:trace>
  <inkml:trace contextRef="#ctx0" brushRef="#br0" timeOffset="-210834.15">25268 7243 512 0,'0'8'40'16,"-3"6"-1"-16,-1 1 31 16,1 4-20-16,3-3 13 15,0 1-20-15,0-3-1 16,0-5-14-16,8-3 9 16,5 0-3-16,0-6-1 15,5 0 6-15,-2 0-10 16,1-6 2-16,-3-2-22 15,-1-3 6-15,-4 0-20 16,-3-2 20-16,-3 2-23 16,-3 3 20-16,0-4-16 15,0 4 8-15,-5-1-3 16,-3 4 0-16,-8 0-2 16,3 3-5-16,0 2-3 15,-5 0-38-15,7 0-11 16,-1 0-44-16,7 0-1 15,2 0-94-15,3 0-70 16</inkml:trace>
  <inkml:trace contextRef="#ctx0" brushRef="#br0" timeOffset="-210397.79">25578 7468 499 0,'0'0'121'0,"0"0"18"16,0 0-20-16,0 0-18 16,4 71-5-16,-4-69-49 15,0-2 1-15,0 0-32 16,-8 0 15-16,1-10-34 16,-4-9 10-16,-1-8-13 15,1-4 0-15,4-5 1 16,3 0-13-16,-1 0-9 15,4 0 9-15,1 5 12 16,0 5-22-16,0 8 26 16,9 3-16-16,-1 6 22 15,4 6-15-15,1 3 11 16,-1 0-3-16,2 4 4 16,-2 11 14-16,-2 0 16 15,0 3 15-15,-7-4-12 16,-2 3 11-16,-1-2-23 15,0-3 7-15,-3-1-34 16,-8-2 10-16,1-5-55 16,-2 0-49-16,1-4-67 15,3 0-103-15,4 0-226 16</inkml:trace>
  <inkml:trace contextRef="#ctx0" brushRef="#br0" timeOffset="-209984.09">25801 7386 695 0,'0'0'133'0,"0"0"-3"16,0 0-38-16,2 79-11 16,-2-65-48-16,0-6-3 15,0-2-27-15,0-3 0 16,0-3 2-16,0 0 6 15,0-7 10-15,-2-9-25 16,-7-5 7-16,2-7-23 16,0-6 3-16,4 1-26 15,-2-2 13-15,5 1-19 16,0 4 18-16,0 7-3 16,0 3 21-16,3 6 2 15,4 6 5-15,4 8 9 16,-1 0 0-16,1 0 30 15,2 4 1-15,-3 8 29 16,-1 2-18-16,-3 0 20 16,-3 0-34-16,-3-1 5 15,0-1-14-15,0-1-12 16,-5 1-4-16,-8-4-23 16,-5 3-32-16,-4-1-89 15,-7 0-96-15,-2 6-177 16</inkml:trace>
  <inkml:trace contextRef="#ctx0" brushRef="#br0" timeOffset="-209522.09">25304 7610 646 0,'0'0'120'0,"0"0"36"15,111-22-30-15,-60 16-30 16,5-2-40-16,1 2 4 15,0-2-44-15,-2 2 6 16,-5 1-29-16,-5 1 10 16,-5 2-36-16,-6 2-44 15,-7 0-53-15,-9 0-99 16,-6 3-67-16,-7 6-194 16</inkml:trace>
  <inkml:trace contextRef="#ctx0" brushRef="#br0" timeOffset="-208949.52">25522 7963 698 0,'0'0'46'0,"0"0"39"16,0 0 49-16,48 78-52 16,-37-59 4-16,-2-2-41 15,-3-4-21-15,-1-3-8 16,-2-5-14-16,-1-1 5 16,2-4-13-16,-1 0 18 15,0-5-11-15,3-13 21 16,-1-4-33-16,4-2 15 15,1 2-37-15,-1 1 15 16,-2 10 12-16,-1 3-3 0,1 8 3 16,-1 0-4-1,0 0 15-15,1 12-10 0,3 0 26 16,-2 3-26 0,0-3 21-16,1 3-27 0,-1-5 23 15,-1-4-20-15,-1-2 9 16,-1-1-37-16,0-3-75 15,2 0-87 1,1-3-85-16</inkml:trace>
  <inkml:trace contextRef="#ctx0" brushRef="#br0" timeOffset="-208464.53">25869 7967 663 0,'0'0'10'0,"0"0"53"16,0 0-9-16,0 0-3 16,0 0-20-16,30 54 15 15,-16-46-12-15,1-4 1 16,1-1-13-16,-1-3-11 16,-3 0-1-16,-1 0-15 15,-2 0 4-15,-1-3-23 16,-5-5 23-16,-1 2-17 15,0 1 22-15,2 0-21 16,-1 1 21-16,0 1-7 16,0 0 2-16,3 1 6 15,1 2 0-15,6 0 16 16,-3 0-15-16,4 9 23 16,4 7-14-16,-1 7 31 0,0 2-12 15,-1 2 15 1,-1 1-3-16,-3 2 8 15,-3-2-22-15,-4-4 12 0,-5-5 22 16,0-3-25-16,0-3-15 16,-12-7-13-16,-7 0 19 15,-2-6-34-15,-5 0 20 16,1 0-28-16,0-2 21 16,1-9-41-16,4 3 1 15,4-3-28-15,6 1-45 16,3-1-66-16,4 0-115 15,3 1-225-15</inkml:trace>
  <inkml:trace contextRef="#ctx0" brushRef="#br0" timeOffset="-207996.23">26240 8052 704 0,'0'0'52'0,"0"0"106"15,0 0-25-15,0 0-65 0,0 0 1 16,13 61-41-1,-13-61 7-15,-9 0-17 16,-3 0-11-16,0-14-1 16,-2-8-7-16,4-7 2 15,2-6-23-15,2-7 20 0,5-1-23 16,1 2 22-16,0 4-36 16,4 7 42-1,10 7-14-15,1 11 14 0,5 8-5 16,-4 4 10-16,3 0 19 15,-5 6 8-15,-1 11 6 16,-4-1-2-16,-6 5 9 16,-3-2-27-16,0 0 13 15,-9-3-37-15,-8-1 18 16,-2-3-40-16,-1-2-31 16,-6-4-95-16,0-2-175 15,-5 1-289-15</inkml:trace>
  <inkml:trace contextRef="#ctx0" brushRef="#br0" timeOffset="-206797.05">29944 10491 308 0,'0'0'72'16,"0"0"43"-16,0 0-7 16,0 2-16-16,0-2 0 15,0 0 0-15,3 0 10 16,-3 0 6-16,4 0 17 15,-2 0-44-15,2 0 11 16,-1 0-42-16,1-6 12 16,4-6-37-16,-1-3 9 15,3-1-18-15,2-2-11 16,0 1-1-16,0 2-8 16,-3 3 12-16,1 6-23 15,-5 5 31-15,0 1-34 16,-1 2 34-16,-1 15-34 15,3 3 34-15,1 6-27 16,0 1 16-16,5 2-4 16,1-3-2-16,3-2 7 15,4-2-7-15,-1-3 21 16,2-3-18-16,1-4 24 0,-6-1-37 16,1-4 32-1,-4-1-35-15,-3-3 30 0,-1 1-29 16,-6-4-5-16,0 0-19 15,0 0-21-15,1 0-10 16,-2-4-63-16,-1-9-94 16,-1-2-138-16,0-2-130 15</inkml:trace>
  <inkml:trace contextRef="#ctx0" brushRef="#br0" timeOffset="-206553.44">30275 10357 1062 0,'0'0'109'0,"0"0"49"16,-106 102-75-16,66-60-12 15,1-1-32-15,7-5 4 16,5-7-45-16,7-6 31 15,8-7-45-15,5-5 20 16,2-6-74-16,5-5-8 16,0 0-97-16,0-4-217 15</inkml:trace>
  <inkml:trace contextRef="#ctx0" brushRef="#br0" timeOffset="-203708.87">28302 10322 716 0,'0'0'104'0,"0"0"53"0,0 0-36 15,0 0-40-15,3 4-43 16,4 9 34-16,3 2-26 16,-1 6 14-16,3-2-41 15,-1 2 26-15,1-3-25 16,-2 1 8-16,1-4-10 16,-2-1-4-16,-3-5 3 15,-2 0-13-15,-1-5 7 16,1-2-20-16,-4 0 23 15,0-2-26-15,0 0 36 16,0-3-29-16,-11-8 24 16,-1-7-32-16,-4-4 17 15,2-2-7-15,-5-1-2 16,6-1 4-16,-1 5-8 16,2 1 14-16,3 5-33 15,5 6 44-15,-2 3-30 16,5 2 31-16,1 4-35 15,0 0 23-15,1 4-22 16,11 6 17-16,2 5 4 16,2 3-1-16,0-3 8 15,3 4-7-15,-6-3 20 16,0-2-24-16,-3-3 33 16,-1-3-34-16,-6-1 27 15,2-5-35-15,-3 0 23 0,-2-2-17 16,0 0 8-1,0 0 4-15,0 0-5 0,-10-8 5 16,-1-6-18-16,-2-3 19 16,-1 0-37-16,1 0 43 15,2 0-43-15,2 5 29 16,3 3-28-16,3 2 19 16,0 7-20-16,3 0-1 15,0 0-16-15,0 0-38 16,0 0-47-16,0 0-74 15,0 4-127-15,3-2-334 16</inkml:trace>
  <inkml:trace contextRef="#ctx0" brushRef="#br0" timeOffset="-203024.33">28139 10232 520 0,'0'0'44'0,"0"0"64"15,-42 94-44-15,32-55 7 16,1 9-19-16,2-2-14 16,7-2-5-16,0-4-5 15,10-5-1-15,13-10 6 16,12-6 16-16,8-8-38 15,9-7 23-15,4-4-23 16,1-1 24-16,2-17-30 16,-5-3 11-16,-7-2-16 15,-8-5 1-15,-7-2 3 16,-9-3-6-16,-8-2 10 16,-11-3-15-16,-4-1 18 15,0-4-21-15,-26 1 27 16,-7-1-28-16,-9 7 23 15,-7 4-21-15,-5 9 9 16,-2 7-4-16,0 9-5 16,2 7 3-16,5 4-29 15,3 15-20-15,4 6-66 16,7 2-48-16,5 2-140 16</inkml:trace>
  <inkml:trace contextRef="#ctx0" brushRef="#br0" timeOffset="-202105.4">29934 10284 447 0,'0'0'55'0,"-59"77"27"15,31-24-10-15,5 0 1 16,6 3-60-16,8-1 10 15,9-3-22-15,0-6 15 16,16-5-25-16,15-9 34 16,6-6-1-16,11-8 7 15,5-8 2-15,5-8-4 16,4-2 14-16,4-5-28 16,-4-16 10-16,-1-6-28 15,-6-6 22-15,-9-4-28 16,-8 0 25-16,-12-5-25 15,-12 1 19-15,-10-1-10 16,-4-1 4-16,-11-1-2 16,-18 1-4-16,-7 3 5 15,-9 4-13-15,-7 9 14 16,-4 8-41-16,-2 10 12 16,-1 9-31-16,-3 0-20 15,3 9-104-15,2 11-173 16</inkml:trace>
  <inkml:trace contextRef="#ctx0" brushRef="#br0" timeOffset="-199311.93">29176 11983 362 0,'0'0'68'0,"0"0"-16"15,0 0 40 1,0 0-37-16,3 0 35 0,1 6-48 16,0 2 13-16,1 2-14 15,-1 3 17-15,2 2 18 16,1 3-48-16,0 2 6 15,2 1-21-15,-2-1 1 16,2 1-21-16,1-1 21 16,0-3-24-16,-1-1 25 15,-1-3-27-15,1 0 22 16,-3-2-14-16,0-1 5 16,-2 0 1-16,3 0-4 15,-4-1 0-15,-2-1 1 16,1-1 11-16,1-3-22 15,-3-1 26-15,1-2-28 16,-1-1 29-16,0 0-22 16,0 0 24-16,0-6-15 15,0-8-2-15,0-7 1 16,0 0-5-16,0-8 7 16,0-2-18-16,0-4 17 15,0-4-31-15,-1 3 30 16,-2 1-15-16,-2 2 27 15,1 3-23-15,0 5 14 16,-2 3-5-16,2 0 1 16,1 3 2-16,0 0-6 15,0-1 2-15,0 4 2 16,3-1 11-16,-1 2-24 16,1 0 30-16,0 2-30 15,0 4 25-15,0 3-21 0,0-2 11 16,0 5-1-1,0 1 0-15,0 0 1 0,0 1-6 16,0-2 13 0,0 3-19-16,0-1 26 0,0 0-30 15,7-1 30-15,3 2-29 16,4 0 24-16,1 0-17 16,5 0 6-16,3 0 0 15,-1 0-1-15,7 0 5 16,-2 2-9-16,4-1 10 15,-1 0-7-15,3-1 18 16,-1 0-23-16,0 0 23 16,1 0-28-16,-1 0 20 15,0 0-12-15,2 0 3 16,-5 0 2-16,6 0-3 16,-4 0 7-16,1 0-13 15,-2 0 18-15,1 0-22 16,-1 0 25-16,0 0-24 15,2 0 24-15,-2 0-25 16,2 0 20-16,0 0-11 16,-2 0-3-16,-1 0 12 15,-2 2-8-15,0 0 8 16,-1 0-15-16,-2-1 14 16,1 0-12-16,-2-1 22 15,-1 2-27-15,1-2 24 16,0 0-23-16,-1 0 16 15,2 0-6-15,2 0 1 16,-1 0 1-16,-1 0-5 16,0-3 11-16,-3 2-15 15,1-1 18-15,-5 2-23 0,2-1 31 16,-2 1-33 0,-4 0 29-16,0-1-25 0,3-1 14 15,-3 2-1 1,1-4-5-16,3 2 12 0,0-1-3 15,0-1 14-15,-1 0-21 16,1-1 20-16,-1 1-22 16,-6 1 25-16,0 2-29 15,-4 0 26-15,-2 1-21 16,-2-2 9-16,-2 2 3 16,1 0 2-16,-1 0 12 15,3 0-8-15,-3 0 9 16,3 0-31-16,-3 0 23 15,0-1-29-15,0 1 17 16,0 0-90-16,-7 0-49 16,-8 0-188-16</inkml:trace>
  <inkml:trace contextRef="#ctx0" brushRef="#br0" timeOffset="-197884.96">29596 11915 146 0,'0'-1'92'15,"0"-2"-7"-15,0 2 3 0,0-1-18 16,0-1 5-16,0 2-12 16,0-2 22-16,0 3-30 15,0-1 17-15,0 1-12 16,0 0 13-16,0 0-5 16,0 0-13-16,0 0 0 15,0 0-7-15,0 0-7 16,0 0-25-16,0 1 35 15,2 9-30-15,2 5 27 16,2 4-37-16,-3 7 25 16,1 4-31-16,0 1 29 15,-1 2-24-15,0-1 0 16,1-3-3-16,2-6-1 16,-1-3 9-16,0-5-15 15,-2-4 16-15,0-3-29 16,-2-3 32-16,-1-2-35 15,0-3 30-15,0 2-24 16,0-2 15-16,0 0-14 16,0 0-10-16,0 0-8 15,0 0-27-15,0-3-53 16,0-6-115-16,0-4-83 16,0-2-278-16</inkml:trace>
  <inkml:trace contextRef="#ctx0" brushRef="#br0" timeOffset="-195373.41">29882 12087 491 0,'0'0'95'0,"0"0"44"15,0 0-57-15,0 0 4 16,0 0-7-16,0 0 27 16,0 0-38-16,3 0 20 15,0 0-38-15,1-1 15 16,2 1-18-16,3-4-11 16,1 4-8-16,6 0-14 15,2 0 8-15,3 0-15 16,3-1 22-16,-1 1-31 15,-1-3 26-15,-3 3-36 16,-5 0 30-16,-4 0-31 16,-3 0 21-16,-2 0-12 15,-4 0-8-15,-1 0-21 16,2 0-24-16,-2 0-24 16,0 0-85-16,0 0-105 15,1 0-130-15</inkml:trace>
  <inkml:trace contextRef="#ctx0" brushRef="#br0" timeOffset="-193587.03">30282 12027 667 0,'0'0'124'0,"0"0"16"15,0-3 7-15,0 1-69 16,3-1-31-16,11-4-8 15,4 2-9-15,2-2 15 16,3 0-32-16,-4 0 21 16,1 2-36-16,-3 3 23 15,-5 1-26-15,-2 1 15 16,0 0-9-16,-3 0 2 16,-1 7 4-16,3 5-2 15,-2 5 17-15,-1 4-16 16,0 3 21-16,-1 3-30 15,0 0 30-15,2-1-35 16,0-3 23-16,-1-1-23 16,3-6 12-16,1-1-4 15,-3-5-2-15,0-2 7 16,-4-1-13-16,2-3 7 16,-4-3-34-16,0 0-4 15,1-1-55-15,-2 0-5 16,0 0-57-16,0 0-40 15,0-6-94-15,0-5-237 16</inkml:trace>
  <inkml:trace contextRef="#ctx0" brushRef="#br0" timeOffset="-193292.11">30591 11960 811 0,'0'0'84'16,"0"0"79"-16,0 0-75 15,-72 85-42-15,52-55-2 16,1 2-31-16,0-4 5 15,5-1-30-15,-1-4 29 16,7-7-65-16,0-3-14 16,5-5-97-16,1-4-67 15,2-4-97-15</inkml:trace>
  <inkml:trace contextRef="#ctx0" brushRef="#br0" timeOffset="-192856.37">30685 11869 821 0,'0'0'72'0,"0"0"72"0,0 0-4 15,0 0-66-15,0 0-8 16,43 7-49-16,-37 2 13 16,-1 3-16-16,-3 4 4 15,0-3 7-15,-2 2-10 16,0 0-1-16,0-3-14 15,0 1 16-15,0-1-26 16,0-4 28-16,4-1-31 16,3-3 27-16,5-2-28 15,3-2 23-15,3 0-13 16,4 0-8-16,1 0-20 16,-3 0-49-16,3-3-57 15,-7 0-120-15,0 2-87 16,-6 1-255-16</inkml:trace>
  <inkml:trace contextRef="#ctx0" brushRef="#br0" timeOffset="-185335.72">29364 11495 113 0,'-6'0'86'0,"-3"0"-51"16,2 0 26-16,1 0-22 15,-2 0 25-15,0 0-21 16,-1 0 9-16,1 0-12 16,-2 4 9-16,-2 2-19 15,-2-1-16-15,1 3-4 16,-3 0-10-16,-2 2 16 16,0 3-12-16,-1-1 12 15,-1 0-18-15,1 1 16 16,2 2-23-16,-2 1 20 15,3-1-19-15,2 2 14 16,-1 2-8-16,2 0 0 16,2 5 0-16,-1-3 1 15,2 1 5-15,3-1-16 16,1-1 12-16,0 0-13 16,2 0 25-16,0-2-25 0,1-2 21 15,0 3-16 1,1-3 11-16,-1 2-3 0,0 1-3 15,2-1 7 1,-2-1-8-16,2 1 10 16,-1-1-14-16,2-1 14 15,0 0-18-15,0-1 25 0,0 0-25 16,0 2 21 0,0-2-17-16,0 0 8 0,3-3 1 15,6 0 5-15,1-1 1 16,3-1-4-16,-3-2 5 15,4 0-13-15,-2 2 16 16,1-2-20-16,0 1 20 16,-1 0-26-16,-1 0 24 15,-2 1-13-15,1-1-1 16,-1 2 7-16,1 0-7 16,0-2 12-16,0 1-11 15,0-2 14-15,0 1-16 16,2-4 18-16,-1 3-19 15,-1-2 22-15,3 0-21 16,-1 1 16-16,1-1-13 16,1-1 4-16,4 0-1 15,-2 2 0-15,-2-3 4 16,5 0-11-16,-2 1 17 16,-4-1-19-16,2-1 20 15,0 1-21-15,-1 3 18 16,0-2-22-16,-2-1 18 15,2 1-7-15,-1-1 2 16,1 0-2-16,1 1-2 16,-1-3 7-16,1 0-16 0,-1-1 21 15,3 0-20 1,1-1 25-16,-2 0-24 16,1 2 20-16,-4 0-24 0,1 0-3 15,-2 0-1-15,1 3-3 16,0-1 7-16,-3 0 11 15,6-1 9-15,-3-3-9 16,4 3 20-16,-1-3-21 16,3 0 26-16,0 0-26 15,1 0 19-15,0 1-20 16,2-1 9-16,1 0-2 16,0 0-2-16,0 0-1 15,-1 3-9-15,-3-2 6 16,-1 0-7-16,-3 1 12 15,2-2-23-15,-5 0 32 16,-1 1-16-16,2-1 39 16,0 0-17-16,3 1-10 15,-1 1 12-15,3-2 5 16,4 0-13-16,3 0-7 16,2 0 12-16,-1 0-18 15,3 0 14-15,-2-2-19 16,-4 1 9-16,-2 1-21 15,-4 0 14-15,-2 0-14 16,-3 0 7-16,-3 0 11 16,0 0 2-16,2 0 6 15,-2-1-10-15,1-1 18 16,3 1 2-16,0-3 11 16,4 3-30-16,-1-2 15 15,4 1-18-15,1-1 15 16,-1 1-10-16,0 0 2 0,-1 0 4 15,-2 0-5 1,-2-1 3-16,-2 3-6 0,-3-4 13 16,1 4-16-16,-2-4 20 15,3 3-20-15,0-2 20 16,2 1-21-16,1-1 13 16,0-1-11-16,1 0 5 15,-2 0 2-15,3-2-18 16,0 2 0-16,-2 0 6 15,1-1 19-15,0 1-19 16,0-1 13-16,0 1-16 16,-2-2 24-16,4 1-16 15,-4-3 9-15,3 1-2 16,-2 1-1-16,-1 0 2 16,-1-1-3-16,2 2 8 15,-2-2-14-15,0-1 16 16,0-2-13-16,1 1 24 15,2-1-19-15,-3-1 21 16,1-1-24-16,0 0 7 16,-2 1-3-16,0-1 5 15,0-4 5-15,0 1-8 16,0-2 12-16,-2 1-15 16,2-2 15-16,-2-2-18 15,-3 2 23-15,3-1-25 16,-4 3 18-16,1-1-10 15,-2 2 13-15,-1 1-2 16,0 1 3-16,-1 0 1 16,0-1 5-16,-2 1 10 15,2 0-28-15,-3 0 16 0,0-2-30 16,0 0 26 0,0-2-29-16,0 2 22 15,0-5-17-15,0 2 6 0,0-1 0 16,0 2-4-16,0 2 7 15,0 0-7-15,0-1 13 16,0 4-21-16,-6-1 26 16,-2 2-21-16,-4 0 22 15,-1 0-32-15,-1 1 31 16,1 2-8-16,-3 0-4 16,3 0 0-16,-1-2-3 15,1 1-1-15,-2 0-7 16,1-3 18-16,-2 3-21 15,1-2 26-15,-2 0-22 16,1 1 21-16,-4-3-20 16,1 6 13-16,-1-2-9 15,-3 1 2-15,2-2 5 16,0 3-6-16,-2 0 8 16,1 0-13-16,0 2 16 15,-1 1-17-15,-1-2 21 16,-2 2-21-16,3 0 31 15,-2 0-19-15,-1-1 6 16,3 1-8-16,0-1-1 16,1 0 2-16,-1-1-3 15,0 2 7-15,0 0-9 16,0 1 20-16,-2 2-25 16,-2 0 22-16,2 1-25 0,-2-2 19 15,1 2-15-15,0 0 7 16,0 0 3-1,3-1-3-15,0-2 1 0,1 3-8 16,0-4 13-16,2 1-14 16,1 0 19-16,-2 2-21 15,-4 1 22-15,-1 0-25 16,-1 0 22-16,1 0-15 16,-3 0 7-16,0 0-2 15,0 3 2-15,-3 1 2 16,2-3-8-16,1 2 10 15,0 0-14-15,2 0 19 16,4-1-20-16,5 0 23 16,4-1-28-16,1-1 20 15,0 0-13-15,3 0-1 16,-3 0 8-16,-3 0-2 16,-4 0 6-16,1 0-13 15,-3 4 19-15,1 0-18 16,-1 2 28-16,-1-1-16 15,0 0 13-15,0 2-20 16,1-1 18-16,2 0-16 16,0 0 2-16,5 1 0 15,-1-2-1-15,5 1 6 16,2-1-15-16,2-5 16 16,-2 4-23-16,5-4 28 15,1 2-23-15,0-2-12 16,3 0-26-16,0 0-18 15,0 0-89-15,0 0-156 16</inkml:trace>
  <inkml:trace contextRef="#ctx0" brushRef="#br0" timeOffset="-183807.17">31396 14911 767 0,'0'0'99'0,"1"0"19"16,5 0 0-16,1 0-54 15,2 0 18-15,5-2-36 16,2 0 13-16,6-2-26 16,-1 0 1-16,1 3-13 15,-2-2-16-15,0 0 3 16,-4 2-17-16,-5-1-10 15,-3 1-55-15,-2-1-15 16,-5 1-100-16,-1 0-87 16,0-3-158-16</inkml:trace>
  <inkml:trace contextRef="#ctx0" brushRef="#br0" timeOffset="-183589.97">31384 14762 911 0,'0'0'45'0,"0"0"58"16,0 0-9-16,0 0-42 15,0 0-59-15,95-11 10 16,-73 9-117-16,-3-4-163 0,-5 0-337 15</inkml:trace>
  <inkml:trace contextRef="#ctx0" brushRef="#br0" timeOffset="-180035.07">31897 14509 536 0,'1'0'40'16,"3"3"44"-16,2 1 61 0,0 2-40 16,3 4-31-1,2 3-4-15,-2 4-19 0,2 2 7 16,0 3-35-16,-1 0 32 16,0-2-45-16,-2-1 11 15,1-4-16-15,-1-4 2 16,0-2 3-16,-2-3-7 15,-2-3 9-15,-1-2-15 16,-1-1 15-16,-1 0-19 16,0 0 37-16,-1-5-31 15,0-9 18-15,0-3-30 16,0-2 21-16,0-5-12 16,0-2-5-16,0-1-1 15,0-2-1-15,-1-2 11 16,-5 0-19-16,-3 0 23 15,1 5-24-15,-2-1 33 16,-1 5-27-16,2 5 28 16,-2 3-26-16,4 2 17 15,1 4-5-15,-1 0-2 16,4 1 6-16,3 1-5 16,0 1 15-16,0-2-16 15,0 2 19-15,16-4-30 16,9 0 30-16,6 2-31 15,10-1 33-15,9 0-28 16,7 1 13-16,9 1-1 16,4 1-3-16,5-1 4 15,4 1-9-15,3 0 17 16,-4 0-14-16,2-2 22 16,-8 1-34-16,-7-1 30 0,-12 2-34 15,-11 1 30 1,-10-1-17-16,-9 1 7 0,-10 3 2 15,-3-2-5-15,-7 3 5 16,-1 0-12-16,-2 0 10 16,0 0-61-16,0 0-52 15,0 0-120-15,-5 0-93 16</inkml:trace>
  <inkml:trace contextRef="#ctx0" brushRef="#br0" timeOffset="-179420.89">32181 14451 642 0,'0'0'137'16,"0"0"-4"-16,0 0 39 16,2-4-99-16,2 8-10 15,0 11-4-15,2 1 13 16,1 6-41-16,-1-1-8 16,-2 4-4-16,2-2-7 15,-3-1 7-15,0-2-24 16,-1-5 17-16,0-1-25 15,0-4 10-15,-1-2-62 16,2-4-7-16,1-3-117 16,-1-1-104-16,3 0-154 15</inkml:trace>
  <inkml:trace contextRef="#ctx0" brushRef="#br0" timeOffset="-179192.3">32470 14547 956 0,'0'0'111'15,"0"0"14"-15,0 0-118 0,0 0 1 16,85-3-10-16,-73 3-53 15,-1 0-116-15,-3 0-118 16,-2-1-181-16</inkml:trace>
  <inkml:trace contextRef="#ctx0" brushRef="#br0" timeOffset="-178942.06">32705 14458 838 0,'0'0'169'16,"0"0"-6"-16,0 0-40 15,0 0-62-15,55 68-7 16,-40-51-18-16,-1-1-17 16,-1-3-11-16,-1-1-14 15,-1-1 17-15,0-3-38 16,-3 0-6-16,1-2-61 15,-2-1-43-15,-3-2-104 16,2-3-8-16,-3 0-222 16</inkml:trace>
  <inkml:trace contextRef="#ctx0" brushRef="#br0" timeOffset="-178739.03">32841 14476 738 0,'0'0'62'0,"0"0"58"0,0 0 43 15,-60 81-110-15,45-58-11 16,3-4-45-16,3-1 20 16,3-6-85-16,1-2-83 15,5-5-90-15,0-4-178 16</inkml:trace>
  <inkml:trace contextRef="#ctx0" brushRef="#br0" timeOffset="-178374.92">32964 14393 870 0,'0'0'66'15,"0"0"125"-15,0 0-96 16,0 0-53-16,0 0-30 16,26 0 0-16,-26 14-13 15,0-1 21-15,-6 4-29 16,-3-3 29-16,1 1-33 15,7-6 26-15,1-2-22 16,0 2 9-16,7-3 0 16,9-2 2-16,5 0 8 0,2-4-14 15,1 0 12 1,2 0-30-16,-5 0-11 0,-5 0-82 16,0 0-65-16,-7 0-175 15</inkml:trace>
  <inkml:trace contextRef="#ctx0" brushRef="#br0" timeOffset="-175645.15">31928 14786 393 0,'0'0'88'15,"0"0"7"-15,0 0 7 0,0 0-47 16,3 0 18-1,12 0 8-15,9 3 12 16,11-3-32-16,11 0-18 0,12 0 2 16,8 0-12-16,11 0-6 15,8 0-26-15,6 0 16 16,-3 0-23-16,-1-3 25 16,-9 3-33-16,-7 0 29 15,-10-1-28-15,-13 1 14 16,-8 0 0-16,-10 0-3 15,-9 0 4-15,-7 0-7 16,-6-2 13-16,-4 2-17 16,-4 0 21-16,3-1-30 15,-3 1-6-15,0 0-95 16,0 0-91-16,0 0-105 16</inkml:trace>
  <inkml:trace contextRef="#ctx0" brushRef="#br0" timeOffset="-175282.41">32487 15034 750 0,'0'0'80'0,"0"0"88"15,19 81-55-15,-10-48-17 0,-2 0-44 16,-3 1 0-16,2-6-44 15,-3-5-5-15,0-3-2 16,-2-4-10-16,2-7-29 16,-3-5-66-16,0-4-73 15,0 0-128-15,0-6-252 16</inkml:trace>
  <inkml:trace contextRef="#ctx0" brushRef="#br0" timeOffset="-169000.34">17843 11698 115 0,'0'0'64'15,"0"0"-5"-15,0 0 1 16,0 0-24-16,0 0 1 15,-1 0-23-15,1 0 9 16,0 0-12-16,-2 0 12 16,2 0 28-16,0 0 5 15,0-1 2-15,0 1-3 16,0-2 2-16,0 1-13 0,0 1 9 16,0-1-16-16,0 1 16 15,0 0-20-15,0 0 24 16,0 0-25-16,0 0 6 15,0 0-23-15,0 0 2 16,0 0-2-16,0 0-13 16,0 0 5-16,2 0-3 15,6 2 17-15,1 7-17 16,1-1 28-16,3 0-40 16,0 2 26-16,0-1-27 15,3-1 6-15,2-2 11 16,0-1-7-16,2-4 1 15,2 2 0-15,0-3 3 16,4 0-9-16,-1 0 13 16,3 0-20-16,-2-7 26 15,-1 3-27-15,-1-1 26 16,1 2-24-16,-2 0 16 16,-4 2-9-16,1-2 2 15,0 2 1-15,-1-2 0 16,2 1 5-16,2-2-14 15,2-3 19-15,0 0-22 16,4 2 28-16,-2-2-28 16,-1 0 25-16,-3 1-24 15,-4 2 1-15,-2 0 21 16,-4 0-11-16,-1 1 2 16,-4 2-5-16,0 1 8 15,1-3-16-15,0 3 23 16,0 0-26-16,4 0 30 15,0-1-29-15,4 1 26 0,-2 0-24 16,5-2 14-16,-1 2-3 16,4-1 0-16,0 0 0 15,1 1-4-15,0-1 11 16,-1-1-15-16,-3 2 18 16,-1-1-39-16,-1 0 60 15,1-2-43-15,-4 1 23 16,2 0-18-16,-3-3 9 15,2 2-1-15,0 0-4 16,1 0 6-16,-2-1-9 16,2 4 13-16,-1-1-16 15,1-1 19-15,-2 2-21 16,1-1 25-16,-3 1-24 16,0-2 18-16,-3 1-14 15,-3 1 7-15,-2 0 1 16,-1 0-4-16,0 0 5 15,-1 0-9-15,0 0 15 16,0 0-18-16,-2 0 20 16,2 0-52-16,0 0 88 15,-3 0-58-15,0 0 19 16,0 0-13-16,0 0-5 16,0 0-54-16,0 0-81 15,0 0-130-15</inkml:trace>
  <inkml:trace contextRef="#ctx0" brushRef="#br0" timeOffset="-167243.26">19690 11841 241 0,'0'0'46'0,"7"-8"53"15,-4 5-28-15,-3-1 21 16,3 0 4-16,-3 4-5 15,1 0-17-15,-1 0 19 16,0 0-26-16,0 0 24 16,0 0-34-16,0 0-18 0,0 4-21 15,0 5-14-15,0 1 4 16,0 2-8-16,0 0 11 16,3 1-16-16,3 1 26 15,3-2-15-15,1 2 10 16,0-3-24-16,2-1 23 15,2-1-22-15,1-2 12 16,2-2-3 0,0-4-19-16,5 1 52 0,-2-2-36 15,4 0 14-15,-2 0-23 16,3-2 23-16,-1-3-24 16,2 0 26-16,3-2-27 15,-3 0 21-15,2 2-15 16,1-4 8-16,0 3-1 15,-1-1-6-15,1 0 9 16,0 1-16-16,0 2 21 16,-2 1-23-16,-1 1 25 15,-1 2-28-15,-3 0 30 16,-2 0-27-16,0 0 22 16,-4 0-12-16,1 0 3 15,-2 0 3-15,-2 4-11 16,-3 1 21-16,-3 2-19 15,1 0 18-15,-6-1-18 16,4-1 28-16,-5-1-26 16,-1-1 23-16,0 0-21 15,0-2 14-15,2-1-8 0,-1 0-2 16,-1 0 2 0,0 0-4-16,5 0 5 15,-1 0-14-15,3 0 18 0,5 0-22 16,2-8 29-1,3-2-27-15,2-4 21 0,3 3-23 16,1-1 14-16,-2 2-4 16,2 0-2-16,-2 5 6 15,1-1-17-15,-2 4 30 16,3-1-22-16,0 3 19 16,2 0-25-16,-1 0 30 15,4 0-33-15,-1 0 25 16,2 0-21-16,3 5 14 15,0-2-2-15,1 1 1 16,0-1 1-16,2-2-4 16,-1-1 8-16,-1 0-14 15,1 0 20-15,-4 0-20 16,-1 0 24-16,-3-1-26 16,0-6 23-16,0-2-33 15,0-3 37-15,0 0-13 16,-2-2-2-16,-2 2 3 15,-3-1-15-15,-4-1 36 16,-3 3-28-16,-4 1 24 16,-4 2-26-16,-2 1 24 15,-2 2-31-15,0 1 24 16,0 0-33-16,0-1-37 16,-8 2-33-16,-2 2-77 15,-6 1-118-15</inkml:trace>
  <inkml:trace contextRef="#ctx0" brushRef="#br0" timeOffset="-166576.65">20545 12158 616 0,'0'0'113'0,"0"0"-36"16,0 0 18-16,-63 52-35 16,51-27 0-16,4 2-28 15,6 0-4-15,2 0-1 16,0-2-10-16,14-4 12 15,12-5-8-15,6-4 25 16,7-7-35-16,6-5 10 16,4 0 15-16,3 0 4 15,-1-14-32-15,-4-5 8 16,-3-2-28-16,-6-1 35 16,-10-2-11-16,-5 1-12 15,-9-1 14-15,-8-1-16 0,-6 0 24 16,0-1-27-16,-15 0 25 15,-7-2-34-15,-7 5 19 16,-5 0-17-16,1 5 11 16,-4 7-3-16,-1 3-8 15,2 8 1-15,0 0-14 16,1 8 11-16,0 11-20 16,4 1 24-16,6 5-34 15,2-2-10-15,8 0 31 16,4-1-56-16,7-3-144 15,1-3 7-15,0-1-142 16</inkml:trace>
  <inkml:trace contextRef="#ctx0" brushRef="#br0" timeOffset="-166304.08">20456 12287 820 0,'0'0'100'16,"0"0"110"-16,0 0-81 16,106 4-44-16,-64-4-13 15,2 0-31-15,3 0-8 16,-6 0-35-16,-5-2 18 15,-2-5-31-15,-9 0-2 0,-5 3-86 16,-7 0-67-16,-6 1-218 16,-5 2-423-16</inkml:trace>
  <inkml:trace contextRef="#ctx0" brushRef="#br0" timeOffset="-165274.87">20474 12191 571 0,'0'0'34'0,"0"0"87"16,-27 88-46-16,25-53-2 16,2 2-45-16,0 2 30 15,18-7-33-15,6-4 6 16,8-3-1-16,8-11 4 16,8-7 0-16,7-7 0 15,4 0 3-15,3-8-7 16,-1-11 2-16,-5 0-35 15,-5-5 22-15,-8-1-30 16,-10 2 30-16,-7-6-22 0,-10 0 21 16,-10-1-15-1,-6 0 2-15,0-1 4 0,-19 0-4 16,-8 2 8-16,-8 3-17 16,-6 4 22-16,-3 4-26 15,-2 8 22-15,1 6-26 16,-1 4 25-16,4 0-29 15,1 10 7-15,8 6-26 16,1 5-16-16,8 0-22 16,7 0-31-16,7 1-53 15,5 0-2-15,5-3-68 16,0 0-96-16</inkml:trace>
  <inkml:trace contextRef="#ctx0" brushRef="#br0" timeOffset="-164534.38">20568 12336 753 0,'0'0'110'16,"0"0"3"-16,0 0-5 0,0 0 1 16,80 0-41-16,-31-5-3 15,6-6-39-15,2-2 18 16,-3-1-39-16,-7 3 22 15,-7 4-35-15,-14 0 23 16,-8 4-21-16,-11 2 10 16,-7 1-4-16,-2 0 8 15,-26 0 16-15,-10 8-29 16,-12 5 18-16,-8 0-26 16,-1 1 30-16,0-2-31 15,8-4 33-15,11-3-33 16,11 1 26-16,10-6-19 15,10 0 8-15,9 0 1 16,0 0-7-16,16 0 5 16,15-6-13-16,6-1 23 15,9-1-23-15,1 0 28 16,-1 2-27-16,-7 3 28 16,-6 1-29-16,-10 2 23 15,-10 0-12-15,-6 0 3 16,-7 0 1-16,0 0 1 15,-14 5 19-15,-12 3-28 16,-3 2 20-16,-2-3-27 16,-3-1 32-16,4-2-35 15,4-4 24-15,5 0-31 16,6 0 19-16,6 0-6 16,6-6 4-16,3 1-1 15,2-1-6-15,15 0 15 16,3 0-16-16,5 3 26 15,-2-1-25-15,-6 1 30 0,-1 2-29 16,-6 1 20-16,-1 0-77 16,-1 0-27-16,-2 0-68 15,0 0-135-15,4 0-237 16</inkml:trace>
  <inkml:trace contextRef="#ctx0" brushRef="#br0" timeOffset="-162204.52">18360 12911 572 0,'0'-3'113'16,"0"0"-1"-16,0 2 28 16,-4 1-33-16,-4 0-34 15,1 0-10-15,-4 7-45 16,-1 12 0-16,-2 6-25 16,-1 7 26-16,2 1-31 15,3 0 25-15,4-4-21 16,5-3 10-16,1-5-1 15,0-5 0-15,13-2 0 16,7-7-6-16,6-4 15 16,3-3-19-16,6 0 21 15,-1-5-25-15,-2-7 25 16,0-3-37-16,-9 4 23 16,-4 0-15-16,-8 4 8 15,-5 0 8-15,-3 6 2 16,-3 1 4-16,0 0-11 15,0 0 14-15,0 8-22 16,0 2 22-16,0 2-19 0,3-1 22 16,10 0-27-1,3-3 24-15,7-1-12 0,3-3 4 16,1-3 2-16,1-1-4 16,1 0 9-16,-2 0-16 15,-1 0 24-15,-3-8-21 16,-7-3 30-16,0-2-19 15,-6-2 30-15,-4-1-16 16,-5 2 15-16,-1-2-9 16,0-1 0-16,-11 4-2 15,-9 1-15-15,-4 5 3 16,-5 2-22-16,-1 5 19 16,-2 0-38-16,2 1 6 15,1 12-47-15,3-1 0 16,9 0-52-16,5 0-40 15,8-6-32-15,4-2-111 16</inkml:trace>
  <inkml:trace contextRef="#ctx0" brushRef="#br0" timeOffset="-161804.92">19137 12931 697 0,'0'0'33'0,"0"0"64"16,0 0-36-1,-81 68-19-15,68-50-21 0,10-3-2 16,3-3-23-16,0-2 21 15,19-2 6-15,7-1 15 16,4-1-31-16,5 0 16 16,0 2-3-16,-5 3 4 15,-4 1 14-15,-7 2-3 16,-8 1 18-16,-8 1 1 16,-3 2 5-16,-3-3-31 15,-14-1 20-15,-6-2-44 16,-2-4 18-16,-1-2-36 15,0-4 9-15,0-2-65 16,2 0-90-16,-2 0-162 16,3 0-266-16</inkml:trace>
  <inkml:trace contextRef="#ctx0" brushRef="#br0" timeOffset="-161119.53">19927 13016 594 0,'0'0'119'16,"0"0"-3"-16,0 0-53 15,0 0-29-15,0 0-7 16,-16 80 6-16,16-54-17 16,0-2 11-16,13-1-28 15,10-5 23-15,9-6-28 16,5-4 26-16,6-8 12 15,3 0 3-15,-2-4-5 16,1-14-12-16,-4-4-5 16,-7-2-4-16,-3-4 16 15,-8-1-30-15,-9 0 22 16,-4-3-25-16,-10 2 23 16,0-2-26-16,-13 4 23 15,-13 1-16-15,-4 5 4 16,-8 4 5-16,-2 6 2 15,-2 6 2-15,-4 6-20 16,2 0 22-16,-2 10-29 16,4 9 21-16,6 1-51 15,4 5-7-15,9-2-56 16,9 0-37-16,10-3-15 0,4-5-100 16,0 0-148-1</inkml:trace>
  <inkml:trace contextRef="#ctx0" brushRef="#br0" timeOffset="-160968.37">19927 13016 839 0</inkml:trace>
  <inkml:trace contextRef="#ctx0" brushRef="#br0" timeOffset="-160887.71">19927 13016 839 0,'104'23'131'0,"-75"-29"57"0,8 1-59 0,4-1-69 0,-1 1-45 15,3 0-2-15,-2-2-24 16,-5 3-21-16,-4 1-146 16,-6-1-204-16</inkml:trace>
  <inkml:trace contextRef="#ctx0" brushRef="#br0" timeOffset="-160441.6">21023 13066 947 0,'0'0'173'16,"0"0"-46"-16,84-9-51 15,-58 7-61-15,-4 1 7 16,-6 0-31-16,-4-1 1 15,-3 0-77-15,-6-1-91 16,-3 1-114-16,0-2-240 16</inkml:trace>
  <inkml:trace contextRef="#ctx0" brushRef="#br0" timeOffset="-160269.5">21024 12943 933 0,'0'0'69'0,"0"0"37"16,80-20-69-1,-47 11-53-15,5 0-49 16,-4-1-189-16,0 1-368 16</inkml:trace>
  <inkml:trace contextRef="#ctx0" brushRef="#br0" timeOffset="-159252.47">21715 13085 712 0,'0'0'93'16,"0"0"33"-16,0 0-25 0,0 0-52 15,56 87 12-15,-44-65-31 16,2-2 24-16,-2-3-37 16,1-1 22-16,-2-6-30 15,0-1 8-15,-2-2-13 16,-4-4-2-16,-1-1 4 16,-4-2-8-16,2 0 22 15,-2-9-9-15,0-9 8 16,0-6-34-16,0-8 31 15,0-4-38-15,0-8 20 16,-2-6-24-16,1-4 4 16,-4-4-4-16,2 0 5 15,-2 3 10-15,-1 4-1 16,0 8 19-16,0 6-17 16,1 7 24-16,-2 5-26 15,2 6 27-15,1 3-28 16,1 5 25-16,1 1-19 15,1 5 9-15,1-1-2 16,0 4-2-16,0-2 5 16,9-1-10-16,5 4 17 15,5-3-21-15,6 1 24 16,3 2-24-16,4-1 30 16,7 1-29-16,4 1 23 15,4 0-14-15,5 0 1 16,5 0 4-16,5 0-7 15,3 0 9-15,5 0-15 16,3 0 19-16,3 0-22 16,4 0 29-16,4-2-30 15,3-7 29-15,4 1-27 16,4-1 19-16,4-1-9 0,4-2 3 16,-1-1 15-16,-4 3 23 15,-3-2-26-15,-4-2-24 16,-7 7 28-16,-12-1-20 15,-11 2 33-15,-14 2-36 16,-14 1 27-16,-10 2-33 16,-15 0 16-16,-8-1-4 15,0 2 5-15,-9-3-8 16,-11 3-43-16,-5 0-54 16,-5 0-100-16,-3 0-145 15</inkml:trace>
  <inkml:trace contextRef="#ctx0" brushRef="#br0" timeOffset="-158683.06">22216 12875 580 0,'0'0'113'16,"0"0"25"-16,0 0 39 15,0 66-56-15,0-36-18 16,0 0-69-16,0-1 8 16,0-1-32-16,2-2 21 15,2-5-39-15,-3-4 24 16,2-3-26-16,0-5 6 15,-2-1-41-15,2-4-44 16,0-4-60-16,2 0-93 16,-2 0-57-16</inkml:trace>
  <inkml:trace contextRef="#ctx0" brushRef="#br0" timeOffset="-158469.43">22509 13018 830 0,'0'0'155'0,"0"0"-15"16,103-11-99-16,-74 9-32 16,-5 0-7-16,-2 0-1 15,-8 2-63-15,-3-2-84 16,-2-2-139-16,-3-2-264 15</inkml:trace>
  <inkml:trace contextRef="#ctx0" brushRef="#br0" timeOffset="-158210.16">22869 12879 829 0,'0'0'110'15,"0"0"55"-15,0 0-63 16,0 0-16-16,81 84-27 16,-60-61-31-16,1-4 5 15,0 1-28-15,-1-4 13 16,2-3-30-16,-4-2 30 16,-1-1-33-16,-4-4 19 15,-3 0-65-15,0-2-15 16,-5-3-69-16,-1-1-49 15,2 0-40-15,-4 0-179 16</inkml:trace>
  <inkml:trace contextRef="#ctx0" brushRef="#br0" timeOffset="-158001.17">23097 12918 713 0,'0'0'67'0,"0"0"47"16,-74 95 29-16,51-62-72 16,3-2-6-16,5-5-57 15,4-4-2-15,5-7-13 16,2-6-59-16,4-3-89 16,0-6-117-16,0 0-252 15</inkml:trace>
  <inkml:trace contextRef="#ctx0" brushRef="#br0" timeOffset="-157643.83">23215 12737 940 0,'0'0'32'0,"0"0"138"16,0 0-74-16,0 0-37 15,0 0-30-15,0 0 10 16,73 39-41-16,-73-21 31 16,0 0-35-16,0-1 19 15,0-2-15-15,0-3 1 16,0-4 2-16,4-4-2 15,9-3 5-15,3-1-13 16,6 0 20-16,2 0-27 16,2-7 17-16,-1-5-70 15,-1 3-30-15,-1-2-133 0,-7 0-113 16,-1 1-258-16</inkml:trace>
  <inkml:trace contextRef="#ctx0" brushRef="#br0" timeOffset="-153689.76">17916 12463 290 0,'0'0'34'0,"0"0"30"16,0 0-10-16,-18 41 34 16,13-18-35-16,0 5 3 15,0 3-10-15,-2 5-8 16,3 4-25-16,-2 3 19 16,2 3-36-16,1 2 17 15,1 1-19-15,2-2 10 16,0 1-5-16,0-4 2 15,0 1 0-15,2 0-4 16,2 0 3-16,4 0-20 16,-3 0 21-16,1 1-30 15,1 1-3-15,0-5-19 16,2-5-2-16,5-6-35 0,1-5 51 16,5-7 36-1,3-4 4-15,2-5 0 16,1-1-6-16,0-2 1 0,3-1-13 15,1-1 15 1,2-3-9-16,4 0 19 0,1 0-18 16,4-2 15-16,1 0-16 15,5 0 9-15,3 2-6 16,-1 1 9-16,4 1 48 16,-1 0-48-16,3-1 4 15,0 0-7-15,1 1 21 16,0-2-24-16,2-2 20 15,6 2-17-15,-1-2 15 16,4 0-11-16,1 0 4 16,1 0 3-16,3 0 31 15,-1 2-24-15,1 4-20 16,3-1 9-16,-1 0-13 16,5 1 17-16,-1-2-17 15,6-1 27-15,3 0-22 16,-2-1 13-16,5-2-13 15,-1 0 3-15,1 0 0 16,-2 0-3-16,-2 0 4 16,-1 0-11-16,1 5 16 15,-1 3-19-15,0-1 24 16,0 3-21-16,3-4 18 16,1-3-19-16,3-2 20 15,2-1-9-15,2 0-2 16,3 0 3-16,-4-4-4 15,0-1 5-15,-1-2-10 16,-3 5 15-16,-1 0-21 16,-4 2 28-16,2 0-22 0,-1 0 23 15,0 0-20 1,-2 0 7-16,2 0-4 0,-2-4 0 16,0-2 1-16,3 0-1 15,0-4 12-15,5-2-15 16,-1 0 16-16,2 2-19 15,-4 2 24-15,-1-1-26 16,-2 3 33-16,-6 2-8 16,-2 1 2-16,-2-3-12 15,-1 0-5-15,0 0 0 16,-5-4-8-16,-3 2 2 16,-5-3-27-16,-9 2 22 15,-7 2-18-15,-10 2 29 16,-6 2-16-16,-10 0 24 15,-2 3-18-15,-4 0 9 16,-1-1 1-16,-1-2-3 16,3 1 4-16,-2-2-9 15,5-2 13-15,0 0-14 16,2-2 18-16,2 1-22 16,1-1 25-16,-1 0-26 15,-2 1 20-15,-1-1-13 16,-5 2 6-16,-3 1-1 15,1-2 0-15,-6-1 5 16,-1-2-5-16,0-1 17 16,-1-4-9-16,-1-1 33 15,-1-4-20-15,0-4 22 16,-1 0-20-16,-1-8 23 0,1 0-28 16,-1-6-5-16,-1-4 2 15,0-5-2-15,0 0 1 16,0-1-17-1,0-2 17-15,-4 2-23 0,-4 1 26 16,-1 1-30-16,1 1 28 16,1 6-27-16,0 0 19 15,2 3-10-15,0 4 3 16,0 3 1-16,3 2-5 16,2 1 11-16,-3-1-17 15,3 3 19-15,-3 1-27 16,0 2 35-16,-2 2-31 15,-1 3 28-15,-6 5-25 16,-1 2 16-16,-2 2-7 16,-1 2-1-16,1 1 6 15,0 0-5-15,1-1 12 16,5 0-17-16,-1-1 21 16,1 0-27-16,3 0 37 15,1 2-31-15,-4 0 29 16,-1 1-23-16,0 2 8 15,-3 1-3-15,-2 0-4 16,-2 0 2-16,-3 0-9 16,0 0 16-16,-1 0-20 15,0 0 17-15,0 0-24 16,2 0 37-16,-2 0-34 16,-1 0 28-16,3 0-21 15,-5-1 11-15,-1-1-3 16,-1 1-2-16,1 1 5 15,-4 0-10-15,-2 0 11 0,0 0-28 16,-3 0 36 0,0 4-23-16,-1 0 26 0,-1 1-29 15,0-1 26-15,-1 2-20 16,2-3 9-16,1-1-7 16,0 1-7-16,0 0 16 15,1-1-11-15,-3 1 19 16,-2 2-26-16,-3 0 26 15,-3 1-27-15,-2 0 31 16,-2 2-31-16,-1-1 24 16,0-1-14-16,-4-1 4 15,-1 0 2-15,1-1-1 16,-1 0 4-16,-2 0-12 16,-2 1 20-16,-1 0-24 15,-1 0 28-15,-3 2-28 16,0-1 29-16,-1 0-30 15,1 0 23-15,1 0-11 16,2-1 1-16,4-2 3 16,1 1-5-16,5-3 9 15,1 1-14-15,4 0 18 16,-1-2-23-16,5 0 29 16,0 0-29-16,4 2 27 15,0 0-25-15,3-2 15 16,1 2-5-16,1-1-1 15,-1 2 2-15,3 0-6 16,-2-1 11-16,3 3-16 16,-1-1 22-16,1 1-26 15,2-2 32-15,1 1-32 16,5-1 29-16,3-3-30 16,2 0 5-16,4 0-1 0,3 0-3 15,1 0 5-15,-1 0-29 16,3 0 9-16,-2 0 1 15,-1 0 36-15,0 0-21 16,1 4 27-16,-1-1-34 16,-1-2 19-16,1 1-12 15,2-2 16-15,0 0-2 16,-3 0 2-16,0 1 9 16,-1 0-5-16,-3 3 20 15,-1-1-17-15,0 2 20 16,-3 0-35-16,0 0 22 15,-3 0-28-15,2 1 22 16,-1 1-14-16,2-2 4 16,0 0 1-16,-2 1-4 15,-3 0 7-15,4-2-9 16,-2-1 14-16,-4 3-18 16,-4-2 61-16,-4 0-35 15,-2 0 2-15,-4-1-31 16,-3 1 23-16,-7 0-13 15,0-3 6-15,-2 2 0 16,0-1-4-16,-3 2 5 16,-1 0-13-16,0 0 18 15,0-2-21-15,5 3 26 16,-1-2-27-16,1-1 28 16,1 1-28-16,1-3 21 15,2 3-10-15,-2-2 1 16,2 3 0-16,1-1 0 15,-1 0 6-15,4-1-16 0,0 1 20 16,-1-2-23-16,5 1 30 16,2-2-30-16,0 0 28 15,1 0-27-15,0 1 19 16,0-1-9-16,0 2 2 16,-4 2 2-16,-2 2-7 15,-2-2 14-15,1 3-20 16,-2-2 23-16,0-1-15 15,1-2 35-15,-2 1-43 16,2-3 27-16,-2 0-24 16,0 0 12-16,1 0-4 15,0 0 1-15,2 0 1 16,-1 0-6-16,1 0 12 16,0 0-17-16,2 0 21 15,2 0-25-15,2 0 30 16,0-2-31-16,2 2 27 15,2-1-23-15,3-1 11 16,3 2 2-16,1-1-7 16,2 1 22-16,3 0-9 15,4 0 11-15,2-3-26 16,3 2 23-16,1 0-21 16,3-1 44-16,-3 1-15 15,1 0-3-15,-1 1-25 16,-4 0 5-16,-1 0 2 15,-2 0-5-15,1 5 5 16,-1-1-10-16,4-1 21 16,1-2-15-16,5 1 31 15,1-2-31-15,3 0 21 0,0 0-29 16,2 0 20-16,-2 0-15 16,2 0 2-16,-2 0 3 15,3 0-17-15,-2 0-12 16,2 0-39-16,0 0 7 15,0 0-56-15,0 0-22 16,0 0-106-16,6 0-233 16</inkml:trace>
  <inkml:trace contextRef="#ctx0" brushRef="#br0" timeOffset="-152034.4">24569 12741 681 0,'17'-1'91'16,"5"-9"58"-16,4-3-26 15,2-3-59-15,3-3-25 16,1-4 13-16,-4-1-27 16,3-3 16-16,-2-2-41 15,-2-2 21-15,-4 0-31 16,0-2 19-16,-1-1-11 15,-6 4 3-15,-3 1 2 16,-3 1-6-16,-3 4 10 16,-2 4-18-16,-1 2 22 15,-4 4-24-15,1 3 30 16,-1 3-31-16,0 3 30 16,0 1-27-16,0 2 19 15,0 1-11-15,-4 1 5 16,-3 0-1-16,-3 0-6 0,-4 3 11 15,-3 5-19-15,-1 1 22 16,0 2-25-16,0-1 30 16,3-3-32-16,1-3 31 15,6-1-23-15,3-2 14 16,3-1-2-16,2 0-2 16,0 0 8-16,0-7-11 15,9-5 9-15,3-3-17 16,2 0 23-16,0 0-27 15,2 0 32-15,-4 3-31 16,1 1 26-16,-5 2-21 16,-3 4 11-16,-1 1 0 15,-2 3-2-15,-1-1 4 16,1 2-9-16,-1-1 14 16,4-2-19-16,0 0 24 15,4-2-28-15,-1 1 31 16,7 0-29-16,-2 0 25 15,3 4-17-15,-2 0 8 16,0 0 1-16,0 4 2 16,-3 9 15-16,2-1-9 15,-1 2 15-15,-2 0-18 16,-2-3 27-16,3 0-33 16,-4 0 27-16,3-2-37 15,-4-1 35-15,-1-2-20 16,-2 1-1-16,0-2-5 15,-1-1-2-15,-2 0 6 16,0 1-19-16,0-3 17 0,0 1-48 16,0 0-11-16,0-2-97 15,-8-1-166 1,0 0-428-16</inkml:trace>
  <inkml:trace contextRef="#ctx0" brushRef="#br0" timeOffset="-149194.19">27352 14848 631 0,'3'2'116'0,"-2"-2"6"0,1 0 19 15,1 0-26-15,-2 0-34 16,3-10 24-16,-1-6-66 16,3-9 0-16,-2-5-36 15,1-4 9-15,2-3-14 16,-3-2 3-16,0-1 4 16,-1 2-9-16,-1 5 12 15,-2 6-17-15,0 7 23 16,0 5-31-16,0 8 38 15,0 7-39-15,0 3 28 16,3 17-38-16,2 10 29 16,4 5 1-16,5 6-3 15,1 1 2-15,7-2 0 16,-1-4 10-16,1-4-17 16,0-4 26-16,-2-6-26 15,-4-4 30-15,-3-4-32 16,-3-3 25-16,-4-4-26 15,-3-3 11-15,-3-3 1 16,0-1-4-16,0 0 11 16,-12 0-14-16,-5 0 11 15,-8-5-26-15,-5-5 19 16,-5-4-38-16,-2 2 33 16,-5-1-29-16,-4 1 22 15,2 1-20-15,2 2 20 0,5 2 7 16,5 3 3-1,9-3 6-15,4 2-9 0,9 0 15 16,8-3-10-16,2-2 35 16,5-3-41-16,18 0 21 15,7-3-27-15,9-1 24 16,8 3-13-16,3 0 4 16,2 3 0-16,-1 4-1 15,-5 6 7-15,-7 1-14 16,-6 0 16-16,-10 0-19 15,-8 12 37-15,-7 3-27 16,-8 1 32-16,0 2-26 16,0 3 20-16,-14-1-14 15,-2 0 2-15,0-1-3 16,0-2-7-16,-1-3 12 16,1-2-24-16,3-1 20 15,0-3-27-15,0-2 28 16,3-3-57-16,1 0 4 15,-2-3-65-15,2 0-75 16,-1-3-165-16,0-10-248 16</inkml:trace>
  <inkml:trace contextRef="#ctx0" brushRef="#br0" timeOffset="-148739.34">27073 14659 704 0,'0'0'48'0,"-35"90"51"0,31-42-23 15,4-2-21-15,12-4-13 16,21-5-5-16,13-9 29 15,9-5-39-15,7-9 29 16,9-10-35-16,1-4 16 16,3 0-24-16,0-19 22 15,-5-5-13-15,-8-5-1 16,-12-2-5-16,-11-4-5 16,-14-2 12-16,-15-4-7 15,-10-1 17-15,-3-4-38 16,-24-2 32-16,-11-2-37 15,-10 2 30-15,-8 5-33 16,-5 6 22-16,-5 10-14 16,1 11 4-16,0 9 0 15,3 7-17-15,4 5-4 16,3 16-35-16,6 5-20 16,11 8-79-16,10-1-37 15,9-1-71-15,13-1-110 16</inkml:trace>
  <inkml:trace contextRef="#ctx0" brushRef="#br0" timeOffset="-147084.84">27034 10801 584 0,'0'0'100'0,"0"0"75"15,0 0-28-15,0-10-32 16,0-6-39-16,0-3-16 16,6-5-17-16,0-5-23 15,1-1 6-15,0-1-27 16,-1 2 18-16,-3 2-29 15,0 5 30-15,-3 5-30 16,0 5 27-16,0 6-23 16,0 6 11-16,0 0-4 15,0 11-11-15,5 13 9 16,3 5-3-16,6 4 14 16,1 5-19-16,2-1 24 15,3-2-23-15,2-6 33 16,-1-1-29-16,1-5 27 15,-3-7-17-15,-2-2 8 16,-2-5-4-16,-6-2-7 16,-4-4 3-16,-5-1-12 15,0-2 21-15,-3 0-23 16,-17-2 25-16,-7-9-38 16,-8-4 25-16,-6-2-28 15,-3-2 15-15,0-2-20 16,1 1 17-16,5-1 7 15,7 5 4-15,6-1 8 16,11 3-12-16,5 4 17 0,9-1-23 16,0 2 29-1,22-1-29-15,11-2 29 16,12 2-28-16,6-1 24 0,2 0-13 16,-1 0 7-16,-7 2 13 15,-8 2-8-15,-12 6 2 16,-8 1-19-16,-8 0 16 15,-9 0-16-15,0 13 36 16,-6 6-22-16,-17 4 23 16,-5 5-28-16,-6 3 18 15,-4-1-10-15,2 0-8 16,2-5 1-16,6-3-7 16,8-5 11-16,8-6-21 15,6-3 0-15,6-8-83 16,0 0-28-16,6 0-89 15,6-13-14-15,3-6-204 16</inkml:trace>
  <inkml:trace contextRef="#ctx0" brushRef="#br0" timeOffset="-146665.77">26949 10539 677 0,'0'0'56'0,"-39"84"50"16,23-29 5-16,9 4-61 16,7-3-8-16,0-3-34 0,18-8 23 15,17-7 33-15,13-10-12 16,10-9 0-16,7-10-26 15,7-8 10-15,-1-1-15 16,-1-9 21-16,-3-14-31 16,-9-5 21-16,-9-7-38 15,-12-1 24-15,-12-3-8 16,-12-2 11-16,-13-5-2 16,0-1-11-16,-26 0 2 15,-13 3-17-15,-9 3 23 16,-8 7-27-16,-5 8 25 15,-1 13-31-15,0 10 18 16,0 3-51-16,1 23-6 16,3 13-49-16,2 9-92 15,7 10-165-15</inkml:trace>
  <inkml:trace contextRef="#ctx0" brushRef="#br0" timeOffset="-145089.38">27138 11112 352 0,'0'0'78'0,"0"0"22"16,0 0-20-16,0 0-27 16,-61 89-10-16,54-64 2 0,6-2-32 15,1-1 17-15,0-3-26 16,7 1 13-16,10-1-16 16,4 0 4-16,-1-2-2 15,0 3-1 1,-3 3 1-16,-2 0-8 0,-8 5 11 15,-3 4-12-15,-4 3 16 16,0 0-18-16,0 1 21 16,-9 2-24-16,1-5 16 15,1 2-14-15,4-7 11 16,3-1-34-16,0-3-15 16,0 1 5-16,10 1-6 15,0 0 41-15,-1 1-1 16,0 4 41-16,0 0 43 15,-1 0-44-15,-1 1-24 16,-1 0 99-16,1-2-53 16,-1 0-31-16,-2-3 36 15,2 1-27-15,-2-1-15 16,1-2-8-16,-3 1 18 16,1 1-30-16,0 1 17 15,-3 3-24-15,1 1 26 16,1 4-24-16,1 0 18 15,0 3-14-15,1 0 5 16,3-2-1-16,2 1 0 16,0-1 5-16,1-2-12 15,0 1 15-15,-3-2-18 16,-1 0 26-16,-3 0-28 16,0-1 24-16,-3 1-22 0,0 0 17 15,0 0-9 1,0-3-2-16,0-1 3 15,1-4-7-15,4-5 15 0,3-3-63 16,-2-3 49-16,0 2-10 16,0 1 31-16,-2 4-26 15,-3 2 24-15,2 2-21 16,-3 0 12-16,3 0-2 16,0 0-3-16,0-1 2 15,1-3-25-15,-1-1 7 16,0 1 5-16,-2-1-44 15,-1-1-8-15,0-1 55 16,0-1-8-16,0 0 27 16,0-2-15-16,0 1 10 15,0 0 4-15,0 1 12 16,0 0 15-16,0 5-5 16,2 0 4-16,1 3-27 15,0 0 25-15,-2 3-6 16,-1 2-8-16,0 0-30 15,0 3 24-15,-3 0-18 16,-6-1 24-16,2-2-7 16,3-3-12-16,4-2 6 15,0-5-12-15,0 0 17 16,3-2-18-16,5 0 25 16,3 0-29-16,0-3 27 15,-2 3-28-15,-3 2 24 16,-2 0-17-16,-3 4 9 15,-1 3-1-15,0 4-2 16,0 0 14-16,0 0-12 16,0-1 27-16,0-4-32 0,0-3 22 15,0-7-30-15,0-7 26 16,0-2-27-16,0-3 22 16,0-2-15-16,3-3-1 15,0 0-5-15,-3 0-14 16,1 0-32-16,-1-3-123 15,0-10-116-15</inkml:trace>
  <inkml:trace contextRef="#ctx0" brushRef="#br0" timeOffset="-143454.23">17060 13136 519 0,'0'0'73'0,"0"0"68"16,0 0 1-16,5 0 5 15,-3-11-34-15,1-3-9 16,2-6-45-16,-1-5-1 16,0-5-46-16,-1-3 16 15,0-4-30-15,0 2 21 16,-3 1-29-16,0 5 17 15,0 7-8-15,0 6 0 16,0 9 3-16,3 7-8 16,4 0 11-16,2 22-25 15,1 9 28-15,6 9-22 16,1 6 31-16,3 1-32 0,1-1 29 16,3-3-26-16,1-8 15 15,2-4 0 1,-1-6-6-16,-4-6 9 0,-4-4-9 15,-3-7 20-15,-2-2-20 16,-7-2 16-16,-6-4-24 16,0 0 30-16,0 0-23 15,-9-6 20-15,-10-5-23 16,-8-2 10-16,-8 0-3 16,-4-3-8-16,-7 2-3 15,-3 2-13-15,-3 1 21 16,0 5-13-16,4 0 24 15,4 3-21-15,9 2 27 16,7-1-28-16,14 1 24 16,11-2-16-16,3-5 7 15,16-3 1-15,21-5-5 16,11-4 11-16,13-8-16 16,7 1 21-16,2-1-24 15,-3 2 25-15,-8 6-23 16,-14 7 29-16,-12 5-25 15,-14 8 15-15,-18 0-13 16,-1 19 17-16,-29 10 15 16,-11 8-11-16,-11 6-3 15,-5 3-5-15,0-1 18 16,8-6-30-16,8-8 24 16,12-10-33-16,11-6 26 15,9-9-35-15,8-6-12 16,5 0-54-16,12-14-19 15,8-7-27-15,4-4-186 0,-2-5-360 16</inkml:trace>
  <inkml:trace contextRef="#ctx0" brushRef="#br0" timeOffset="-143055.41">16854 13001 722 0,'0'0'61'16,"0"0"28"-16,-41 114-11 15,41-63-19-15,0-3-15 16,12 0-6-16,20-5-7 16,12-11-3-16,17-12 9 15,11-15-16-15,12-5 18 16,5-13-29-16,4-20 28 15,-4-8-30-15,-10-8 27 16,-14-5-20-16,-15 0 8 16,-17-2 2-16,-17 1-6 15,-16 2-3-15,-16 4-15 16,-26 4 23-16,-17 7-5 16,-11 7 11-16,-7 8-32 15,-8 13 25-15,1 10-25 16,6 5 20-16,1 27-22 15,10 12 3-15,3 11-28 16,11 6-57-16,9 2-90 16,11-2-181-16,10-6-341 15</inkml:trace>
  <inkml:trace contextRef="#ctx0" brushRef="#br0" timeOffset="-109576.95">16959 16041 26 0,'3'45'8'0,"-3"3"2"0,0-1 77 16,0-1-54-16,0-3-36 16,0-5 6-16,0-5 44 15,0-3-10-15,0-1-14 16,0-2 8-16,0 0-18 16,0 0 9-16,0 0-4 15,0 0 11-15,0 2-25 16,0 2 9-16,0 2-8 15,0-2-3-15,0-1 4 16,0-3 6-16,0 0 11 16,0-6-5-16,3-2 6 15,1-5-17-15,1-2 8 16,-1-2-18-16,2-3 24 16,2-4-15-16,0-1 7 15,-1 0-5-15,3-2-3 16,0 0 0-16,-1 0-8 15,3 0 10-15,0 0-13 16,1 0 14-16,3 0-16 16,2 0 18-16,0-4-17 15,5-3 14-15,2 1-11 16,0 1 3-16,2 0 3 16,3-3-3-16,4 4 3 15,1-1 33-15,3 2-26 16,2 0-16-16,3 1 17 15,3 0-13-15,-1 0 26 16,0 2-4-16,0 0 10 16,1-2-21-16,-2-1 2 15,2-1 5-15,-4 0 0 0,3 2 0 16,-3-2-13-16,1 2 8 16,0 0-16-16,-1 2 15 15,-1 0-15-15,2 0 16 16,-1 0-19-16,4 0 20 15,-1-2-5-15,5-2 7 16,1-1-8-16,1 0-4 16,3 1 5-16,-2-1-4 15,-4-1 20-15,2 2-17 16,-2 0 12-16,0 0-24 16,0 0 19-16,0 0-22 15,3 0 17-15,0 0-10 16,0-2 4-16,2 3 4 15,-2 1 0-15,-2-1 5 16,2 2-10-16,0 0 12 16,-3 1-15-16,3 0 19 15,0-2-23-15,-1 2 22 16,1 0-21-16,1 0 13 16,-1 0-8-16,2 0 1 15,-1 0 3-15,0 0-5 16,1 0 9-16,-2-1-16 15,1-1 19-15,-2 1-20 16,0-2 24-16,-3 0-26 16,-1 2 24-16,-3-3-22 15,0 1 12-15,-5-1-5 0,1 0-5 16,-2 1 3 0,-3-1-5-16,-4 1 4 15,1 0-14-15,-4-1 13 0,-4-1-33 16,-2 1 35-1,-2 0-9-15,-3 0 4 0,-4 0-17 16,2 0 18-16,-5 1-3 16,0-1 1-16,-4 1 6 15,2-1-12-15,-2-1 7 16,0-4-6-16,1-2 18 16,3-2-20-16,-4-6 16 15,1-4-13-15,-1-6 20 16,-3-5-8-16,-3-2 6 15,0-1 12-15,0-4 1 16,-3 0 14-16,-7 0-4 16,0 0-2-16,-3-2-29 15,1 0 20-15,-1-1-20 16,2-2 17-16,0-3-22 16,0-2 18-16,2-1-13 15,5-1 5-15,1 0 1 16,2 2-2-16,1 4 4 15,0 5-8-15,0 4 15 16,0 8-11-16,0 5 11 16,-2 3-16-16,-1 4 20 15,-2 5-22-15,-1 2 17 16,0 2-8-16,-1 1 4 16,-2 4-2-16,2 2-3 15,0 0 8-15,-2 2-17 16,3 0 13-16,-4 0-17 15,2 0 21-15,0 0-22 16,-3 0 24-16,2 3-21 0,-4 0 17 16,0-1-7-1,0 1 1-15,-6 0 1 0,3-1-3 16,-4-1 7-16,0 0-11 16,1 1 13-1,-2-2-14-15,-4 0 20 0,1 0-23 16,0 0 20-16,-5 0-18 15,-1 0 4-15,-3 0 14 16,0 0 0-16,-3 0-17 16,0 0-5-16,-2 0 21 15,-1 0-12-15,-3 0 13 16,2 1-20-16,-4 3 23 16,-2 1-23-16,0 1 22 15,-2 1-21-15,0-2 12 16,1 3-2-16,-2-5-4 15,1 1 6-15,-1-1-8 16,1-1 12-16,-2-2-15 16,-2 2 18-16,1-1-20 15,-2 0 22-15,-2 1-21 16,-1 2 17-16,1 0-14 16,-2 2 8-16,0-1-2 15,-1 1-1-15,0 0 4 16,2-2-7-16,-3 3 10 15,2-3-12-15,-1 2 15 16,-1-1-15-16,0 0 20 16,0 2-21-16,-3 2 16 15,4-2-10-15,-1 1 2 16,1-1 2-16,4-1-4 16,0 0 3-16,2 0-6 15,1-3 13-15,2 3-13 0,0 0 28 16,1 0-27-1,1 2 16-15,-1-2-22 0,2 3 21 16,2-2-9 0,1 0 6-16,4-1-4 0,3-1-5 15,0 0 9-15,0 0-15 16,0 1 19-16,3-2-18 16,-2 1 22-16,2 3-23 15,-2-3 17-15,2 2-20 16,1-2 15-16,0 1-5 15,3-1 1-15,2-2 2 16,4-1-1-16,0 1 8 16,7-2-14-16,3 1 25 15,3-1-22-15,4 1 20 16,3-2-27-16,3 1 20 16,0-1-23-16,0 0 11 15,0 0-2-15,0 1 0 16,0 1 1-16,-3-1-6 15,2 2 4-15,-4-3-122 16,2 0-195-16</inkml:trace>
  <inkml:trace contextRef="#ctx0" brushRef="#br0" timeOffset="-108233.2">25108 10315 809 0,'-15'-16'51'16,"-2"-5"44"-16,-6-2-49 16,1-4-24-16,-1 0 3 15,0-2-18-15,1 1 12 16,5 2-11-16,3 2 19 16,5 2-26-16,4 0 17 15,5 1-19-15,0-1 5 16,11-2 0-16,13-1-4 15,8-1 2-15,8-2-5 16,3 1 8-16,1 2-10 16,0 5 14-16,-4 2-18 15,-10 5 21-15,-7 8-22 16,-6 1 17-16,-8 4-13 16,-5 0-4-16,-4 0-37 15,0 0-99-15,-3 0-120 16,-8 2-350-16</inkml:trace>
  <inkml:trace contextRef="#ctx0" brushRef="#br0" timeOffset="-106467.91">24943 10310 397 0,'0'0'86'16,"0"0"19"-16,3 0 54 15,5 0-36-15,7 0 14 16,-2 0-27-16,4 0-1 16,1 4-41-16,2 4-3 15,3 3-34-15,-4 2 6 16,1-2-12-16,-2-3-6 15,-2 2 2-15,0-3-17 16,-4-1 11-16,-3 0-18 16,-3-4 17-16,-1-1-22 15,-2-1 20-15,-2 0-23 16,-1 0 13-16,0 0-30 16,0 0-7-16,0-3-46 15,0-7-69-15,-1-3-73 16,-1-4-67-16,2-2-54 15,0-2 28-15</inkml:trace>
  <inkml:trace contextRef="#ctx0" brushRef="#br0" timeOffset="-106286.03">25229 10194 464 0,'0'0'85'0,"0"0"61"0,0 0-49 16,0 0-9-16,0 0 24 15,-2 21 4-15,-6 3-21 16,-7 4-38-16,1 0-5 15,-3 3-42-15,5-7 2 16,2-5-14-16,0-6-9 16,5-5-62-16,5-8-83 15,0 0-119-15,0-9-269 16</inkml:trace>
  <inkml:trace contextRef="#ctx0" brushRef="#br0" timeOffset="-105556.55">25681 9473 621 0,'0'0'70'0,"0"0"50"16,0 0 4-16,0 0-61 15,-11-76 6-15,-1 61-34 16,-4 0-2-16,-3 2-23 16,-1 6 17-16,-2 5-28 15,-1 2 11-15,0 1-7 16,4 17-4-16,2 5 2 15,7 4-2-15,4 6 5 16,6 4-9-16,0 2 24 16,13 2-12-16,7 2 37 15,3-4-15-15,3 1 24 16,-1-4-26-16,-1-1 1 16,-3-2-12-16,-4-6-4 15,-4-2-4-15,-3-3-9 16,-3-3 8-16,-2-2-18 15,-5-5 3-15,0-4-54 16,0-2-13-16,0-5-69 0,-9-1-79 16,-5 0-178-16</inkml:trace>
  <inkml:trace contextRef="#ctx0" brushRef="#br0" timeOffset="-105363.07">25496 9757 968 0,'0'0'141'0,"0"0"16"15,0 0-105-15,91-26-27 16,-64 17-30-16,-3 1 14 16,-1 1-67-16,-3-1-83 15,-6-1-176-15,-2-1-257 16</inkml:trace>
  <inkml:trace contextRef="#ctx0" brushRef="#br0" timeOffset="-104079.82">26014 9210 534 0,'0'0'67'0,"0"0"64"0,0 0-30 16,0 1-11-16,0 13-20 16,-3 6 30-16,-5 7-19 15,-1 5-28-15,-1 3-4 16,-1 0-24-16,0-2 1 16,4-7-27-16,0-2 14 15,3-8-22-15,-1-5 4 16,2-5-72-16,3-4-66 15,-1-2-142-15,0 0-296 16</inkml:trace>
  <inkml:trace contextRef="#ctx0" brushRef="#br0" timeOffset="-103201.24">26261 9296 664 0,'0'0'95'0,"0"0"-7"16,0 0-18-16,0 0 33 15,-47 82-34 1,34-45 5-16,0 6-32 0,6 3 9 15,1-1-29-15,6 0 27 16,0-3-17-16,3-4 0 16,14-5-7-16,2-1-9 15,7-6-1-15,3 1-2 16,2-6 11-16,-2-5-25 16,-1-1 17-16,-9-6-25 15,-4-1 24-15,-4-2-30 16,-9-4 8-16,-2 1-56 15,0-3-46-15,-8 0-114 16,-12 0-254-16</inkml:trace>
  <inkml:trace contextRef="#ctx0" brushRef="#br0" timeOffset="-102317.57">26669 9418 617 0,'0'0'67'0,"0"0"51"0,0 0-31 16,0 0-39 0,-20-31-2-16,8 20-45 15,-2 3 10-15,-3-1-15 0,0 5 4 16,1 4-3-16,1 0-9 16,0 0 10-16,1 6-13 15,5 7 16-15,3 6-11 16,3 5 16-16,3 5-14 15,0 3 21-15,2 3-14 16,11 0 37-16,4 0-5 16,-1-1 3-16,3-1 13 15,1-5-2-15,-1-1 1 16,-4-6-24-16,0-1 5 16,-2-5-31-16,-4-3 19 15,-4-3-26-15,-5-1 23 16,0-4-35-16,0-1-37 15,-7-3-73-15,-10 0-143 16,-2 0-188-16</inkml:trace>
  <inkml:trace contextRef="#ctx0" brushRef="#br0" timeOffset="-102162.89">26561 9687 783 0,'0'0'103'16,"0"0"-31"-16,77-41-52 16,-54 27-29-16,-5 2-3 15,-4 0-156-15,-8 0-181 16</inkml:trace>
  <inkml:trace contextRef="#ctx0" brushRef="#br0" timeOffset="-101934.03">26904 9382 851 0,'0'0'-3'16,"0"0"81"-16,0 0-69 15,0 0-2-15,0 0-55 16,0 0-151-16,15-17-335 16</inkml:trace>
  <inkml:trace contextRef="#ctx0" brushRef="#br0" timeOffset="-101740.09">27049 9279 961 0,'0'0'112'16,"0"0"19"-16,0 0-89 15,0 0-8-15,44 72-38 16,-35-59 18-16,1-5-26 16,-3 2-44-16,-1-5-99 15,-5-1-116-15,-1-4-230 16</inkml:trace>
  <inkml:trace contextRef="#ctx0" brushRef="#br0" timeOffset="-101331.33">27288 9232 704 0,'0'0'63'0,"0"0"70"16,-32 74-19-16,24-44-51 16,3 3-25-16,4 1 6 15,1-1-19-15,0-4-2 16,1 0-24-16,12-2 16 16,5-7-24-16,2-1 17 15,3-4-13-15,0-5-8 16,2-2-28-16,-3-7-63 15,-2-1-79-15,-4 0-116 16</inkml:trace>
  <inkml:trace contextRef="#ctx0" brushRef="#br0" timeOffset="-101064.4">27519 9359 930 0,'0'0'128'0,"0"0"40"15,0 0-63-15,0 0-41 16,100 76-22-16,-74-64-16 16,-1-2-29-16,-1-2 16 15,-1-2-23-15,-4-3 17 16,-5-1-54-16,-3-2-10 15,0 0-65-15,-5-3-55 16,-3-9-111-16,-3-7-231 16</inkml:trace>
  <inkml:trace contextRef="#ctx0" brushRef="#br0" timeOffset="-100899.03">27732 9339 850 0,'0'0'27'15,"0"0"118"-15,-80 83-40 16,54-52-61-16,2-6-2 16,6-3-39-16,4-4 8 15,4-7-40-15,4-3-70 16,4-8-119-16,2 0-79 16</inkml:trace>
  <inkml:trace contextRef="#ctx0" brushRef="#br0" timeOffset="-100588.86">27724 9060 722 0,'0'0'144'15,"0"0"66"-15,83 73-103 16,-50-37-2-16,-1 1-27 16,-5 5-17-16,-4-1-16 15,-8 1-23-15,-6-2-1 16,-9-4-18-16,0-1 13 16,-3-1-25-16,-12-7 15 15,-2-4-57-15,-2-7-12 16,2-6-77-16,2-9-96 15,-2-1-222-15</inkml:trace>
  <inkml:trace contextRef="#ctx0" brushRef="#br0" timeOffset="-100099.01">27807 8865 753 0,'0'0'87'16,"0"0"-7"-16,0 0 48 16,0 0-15-16,118 49-25 15,-70-15-2-15,1 5-37 16,-1 9 13-16,-5 0-41 15,-4 2 18-15,-6-1-7 16,-7 2-5-16,-9-3-5 16,-7-3-12-16,-8 0 2 15,-2-3-15-15,-9-1 16 16,-14-3-25-16,-4-4-5 16,-2-2-63-16,-3-7-2 15,2-8-111-15,-2-9-178 16,5-7-357-16</inkml:trace>
  <inkml:trace contextRef="#ctx0" brushRef="#br0" timeOffset="-99254.1">26851 9422 479 0,'0'0'112'0,"0"0"39"16,0 0-31-16,0 0-35 15,7-4-25-15,7-3 6 16,1 3-6-16,-2-4-22 15,0 2 24-15,-3 3-38 16,-3 0 9-16,-1 2-33 16,-5-2 11-16,-1 3-8 15,0 0-3-15,0 0 3 16,0 0-6-16,0 0 10 16,0 0-16-16,0 0 19 15,-7 4-18-15,-3 2 22 16,0 4-24-16,-4-3 20 15,-1 1-17-15,-2 0 10 16,2 1-3-16,1-2-1 16,4 0 3-16,1-2-9 15,6-2 3-15,3-3-30 16,0 0-18-16,12 0-90 16,8-7-20-16,3-8-210 15</inkml:trace>
  <inkml:trace contextRef="#ctx0" brushRef="#br0" timeOffset="-92344.06">13832 11668 183 0,'-4'0'66'0,"0"0"-4"16,1 0-22-16,1 0-29 16,1 0 37-16,-1 0 30 15,2 0 14-15,0 0-27 16,0 0-11-16,0 0-31 16,0 0-9-16,0 0 11 15,0 0-10-15,0 0 9 16,0 0-17-16,3 4 11 15,5-1-26-15,-1-2 20 16,0 2-21-16,6 0 16 16,0 0-6-16,3-3 1 15,-2 2 3-15,4-2 2 16,-1 0 6-16,2 2-18 16,-2-1 14-16,0 0-18 15,2 1 21-15,0 0-22 16,1 0 19-16,0 1-13 15,2-2 5-15,0 1 0 16,-1-2-3-16,1 1 5 16,1 0-10-16,2-1 14 15,1 2-16-15,0-1 19 16,1 2-20-16,5-2 22 16,1-1-23-16,5 0 23 15,4 0-14-15,4 0 3 16,2 0 1-16,2-4-3 15,3-1 5-15,4-4-7 16,-2 0 15-16,2 0-9 16,3 0 25-16,-1 1-29 15,-1 0 14-15,-4 0-21 16,-1 2 14-16,-3 2-8 16,-1-2 2-16,-6 4 2 0,1-1-4 15,-2 2 6-15,-2-2-10 16,1 0 17-16,-3 1-16 15,1-1 20-15,2-3-25 16,1 2 23-16,-5-2-22 16,1 1 14-16,0 1-7 15,-4 1 2-15,1 3 1 16,-1 0-4-16,0 0 8 16,-3 0-15-16,6 0 21 15,-3 0-21-15,2 0 23 16,1 0-23-16,3 0 20 15,-3 0-17-15,4 0 10 16,-2 0-3-16,-3 0 0 16,-1 0 2-16,-2-1-6 15,-4 0 10-15,-5-1-13 16,-3 2 15-16,-1-1-17 16,-4 0 22-16,-2 0-22 15,-2 1 20-15,-1-2-16 16,1-2 7-16,-3 4-1 15,0-1-1-15,2-2 3 16,-1 3-6-16,1-3 17 16,-2 2-19-16,1-2 16 15,0 3-18-15,-1-3 25 16,-2 2-18-16,3 0 24 16,2-1-11-16,1 2 2 15,1-1-8-15,2-3-4 0,1 4 1 16,-4-3-9-1,0 2 14-15,-3-2-19 0,-4 3 21 16,-1 0-22-16,-5 0 23 16,1 0-23-16,-1 0 19 15,0 0-11-15,0 0 9 16,0 0-2-16,0 0-5 16,2 0 4-16,-1 0-12 15,3 0 18-15,-1 0-17 16,0 0 19-16,0 0-20 15,0 0 20-15,-2 0-19 16,1 0 14-16,-2 0-8 16,1 0 2-16,-1 0 3 15,0 0-5-15,0 0 7 16,0 0-11-16,0 0 15 16,0 0-22-16,0 0 10 15,0 0-40-15,0 0 0 16,0 0-51-16,0 0-35 15,-6 0-139-15</inkml:trace>
  <inkml:trace contextRef="#ctx0" brushRef="#br0" timeOffset="-84507.33">23509 11925 258 0,'0'0'31'0,"0"0"-2"15,0 0 11-15,0 0-14 16,0 0 3-16,0 0-4 16,3 0 0-16,4 0-17 15,-2 0 17-15,4 8-12 16,7 0 77-16,2 0-82 15,7 0-5-15,6-3 0 16,6-3-5-16,6-1 7 16,2-1-10-16,4 0 9 15,-1 0-21-15,1 0 10 16,1-3-7-16,-2-2 7 16,-2 3-14-16,1-1 2 15,-4 1-22-15,0 2 10 0,-3 0-3 16,-4 0 2-16,-3 0 24 15,-3 6-2-15,-2 1 12 16,-1-2-11-16,1-1 14 16,0-4-14-16,0 0 7 15,2 0-50-15,0 0-31 16,2-1 30-16,1-6 26 16,1-1 25-16,0 0-2 15,0 1 10-15,0 2-11 16,-3 2 6-16,-1 2-6 15,-3 1 13-15,-1 0-11 16,-1 0 3-16,-1 0-17 16,-2 0-45-16,3 0 13 15,-1 0 36-15,1-3 29 16,1-3 45-16,0 0-7 16,1-3-36-16,2 1 3 15,0 2-14-15,-2-3 26 16,2 4-12-16,-1 0-8 15,-2-1-9-15,1 2-3 16,0 0-2-16,0-2-2 16,0-3-3-16,4 2-25 15,-1-2-29-15,2 0-5 16,-4-1 52-16,3 2 2 16,-4 0-28-16</inkml:trace>
  <inkml:trace contextRef="#ctx0" brushRef="#br0" timeOffset="-83472.73">25967 11539 109 0,'0'0'18'16,"0"0"-5"-16,0 0 14 15,49-84 8-15,-39 62-25 16,2-1 19-16,0-2-4 16,2-1-4-16,-3 0 5 15,-1 0 9-15,-1 0-2 16,1 3 11-16,-4 0-20 15,-1 2 2-15,3 2-13 16,-5 2 10-16,0-2 12 16,1 3-7-16,-3-3-5 15,-1 2-15-15,0-3 5 16,0 1-19-16,0-3 15 16,0 2-17-16,-5-1 9 15,-1 1-23-15,0 0-2 16,2 1-15-16,1-1 29 15,-2 3 4-15,0-1 3 16,-1 2 9-16,-1-1-11 16,-1-1 15-16,-2 2-13 15,-1 0 11-15,1-1-16 16,-3-2 14-16,-2 3-13 16,-1-1 5-16,-1 1-10 15,-3 1-13-15,-2 3 23 0,-1 0 4 16,-6 3 38-1,2-1 17-15,-2-1 2 0,-3 3-31 16,2-1 2-16,1 1-33 16,0 0 12-16,2 0-15 15,4 2 6-15,1-4-1 16,-1 3-1-16,0 0-2 16,-3 2-9-16,-2 1 4 15,-6 2-11-15,-7 2 16 16,-9 0-4-16,-4 0 16 15,-5 0-15-15,-2 3 15 16,2 0 0-16,5-3 13 16,8 0-18-16,4 0-5 15,5 0 5-15,4-7-7 16,2-2 9-16,1 2-10 16,0 3 13-16,-7 3-17 15,-4 1 15-15,-6 0-25 16,-7 0 14-16,-9 1-1 15,-5 10 5-15,-5 3 2 16,-5 0-1-16,-4 3 8 16,-2-2-4-16,0 2 15 15,-3 1-25-15,4-3 25 16,2-1-7-16,4 0 6 16,6-1-23-16,6 0 12 15,6 0-8-15,7 0 2 16,7 3 1-16,5 2-4 15,5 4 7-15,2 1-13 16,4 1 14-16,3 4-16 16,2-2 19-16,1 2-16 15,0 0 17-15,0 1-19 16,-2 0 12-16,-1 0-5 0,1 0 0 16,-4 0 1-16,3 0-45 15,2-4-44-15,3-2-37 16,3-3-40-16</inkml:trace>
  <inkml:trace contextRef="#ctx0" brushRef="#br0" timeOffset="-74866.34">21172 15789 44 0,'3'69'19'0,"2"3"-13"0,4-1 9 16,0-2-13-16,1 1 0 15,-1-2-13-15,-2 1-4 16,2-3 3-16,-1-4 6 16,-1 1 25-1,2-2-10-15,0-4 40 0,-4 0-5 16,1-3 8-16,-3 0-33 15,0-6 9-15,0-2 0 16,-1-5 4-16,2-5-6 16,4-6-9-16,0-8-5 15,3-7-13-15,6-7 4 16,3-2-33-16,5-6 8 16,4 0 13-16,7 0 15 15,6 0-12-15,2 0 11 16,4 3 39-16,5 6-1 15,5-1-39-15,4-1-3 16,7-2 10-16,7-2 11 16,11-3 7-16,8 0-22 15,9 0 5-15,9-11-15 16,8 0 15-16,3 1-11 16,9 0 17-16,4 2-10 15,-1 1-5-15,4 0-1 16,1 2-2-16,-2-2 4 15,0 0-12-15,0-3 12 16,-3-1-14-16,1-1 17 16,-1-1-19-16,-5 1 17 0,-1-2-16 15,-7 1 14-15,-8 0-7 16,-7-3-6-16,-11 1-25 16,-9-3-26-16,-9-3-41 15,-14 0-66-15</inkml:trace>
  <inkml:trace contextRef="#ctx0" brushRef="#br0" timeOffset="-73920.06">25233 16415 307 0,'-6'-70'42'0,"-2"-9"-39"16,-1-14 11-16,-1-7-43 15,3-7-28-15,1-5 37 16,1 2 46-16,4 1-16 15,-1 5 17-15,2 5 39 16,0 6 8-16,0 4-19 16,-3 2-36-16,0 3-1 15,-3 3-18-15,-2 1 11 16,1 5-17-16,-3 4 17 16,1 7-20-16,-2 5 17 15,-3 10-9-15,-3 6 4 16,-1 7 5-16,-4 6-2 15,0 5-1-15,-2 2-8 16,-2 4 8-16,-1 3-11 16,-4 1 19-16,-1 4-7 15,-2 1 13-15,-7 2-28 16,-5 4 16-16,-5 3-14 16,-6 1 6-16,-7 0 2 15,-6 0-2-15,-6 0 5 0,-4 5-9 16,-7 2 12-1,-4 1-14-15,-9 2 17 16,-2-1-18-16,-9-2 19 0,-2 0-17 16,-3-1 17-16,-2 2-4 15,-1-3 4-15,-3 1-3 16,0 0-7-16,0 2 9 16,-3-1-18-16,3 1 16 15,0-1-17-15,-2 0 20 16,1 2-21-16,4-3 20 15,0 3-18-15,2-1 13 16,4 0-5-16,8 0 0 16,3-2 3-16,9 3 1 15,5-2 21-15,5-2-13 16,7 2 14-16,13-3-1 16,10 2 24-16,10-5-37 15,13 2 13-15,9-2-11 16,10-1 9-16,7 2 1 15,4-2-20-15,0 0-3 16,0 1-12-16,0 1 20 16,0 4-17-16,0-1 20 15,0 2-17-15,-2 2 25 16,-5 3-20-16,0 0 21 16,-5-1-19-16,4-1 0 15,0-1 0-15,-2-1-2 16,5-3 3-16,0 1-8 15,2-2 13-15,0 1-17 0,3 2 18 16,-3 2-18 0,2 7 21-16,-2 10-23 15,-4 11 20-15,-2 14-12 0,-1 11 2 16,0 7 2-16,4 2-2 16,3-2 4-16,3-8-9 15,0-9 13-15,3-7-33 16,7-6-2-16,-3-3-28 15,1 2 38-15,-4 0-40 16,-4 2-49-16,0-1-71 16,0-4-141-16</inkml:trace>
  <inkml:trace contextRef="#ctx0" brushRef="#br0" timeOffset="-71264.87">7920 1431 829 0,'0'-1'18'0,"3"1"85"0,-2 0-1 16,2 0-21-16,2 4-39 15,0 15 18-15,-2 9 14 16,0 8-32-16,0 8-7 16,-2 2-24-16,1-1 9 15,-2-3-25-15,5-6 25 16,4-8-27-16,3-7 19 15,4-7-23-15,8-9 17 16,8-5-6-16,4 0 1 16,4-6 2-16,1-12-12 15,-4 0-26-15,-5-1-77 16,-7 3-108-16,-10 5-163 16</inkml:trace>
  <inkml:trace contextRef="#ctx0" brushRef="#br0" timeOffset="-70986.12">8265 1342 1033 0,'0'0'43'0,"0"87"48"15,13-24 40-15,6 9-68 16,5 7 0-16,1 4-32 16,4-3 7-16,-2-2-41 0,-1-3 20 15,-4-11-20 1,-1-6 4-16,-2-10-31 16,-4-11-60-16,-3-11-69 0,-4-12-120 15,-1-14-191-15</inkml:trace>
  <inkml:trace contextRef="#ctx0" brushRef="#br0" timeOffset="-70716.87">8689 1081 1059 0,'0'0'17'15,"0"0"126"-15,45 85-32 16,-30-43-20-16,-1 3-69 16,-4-1 4-16,-3-1-32 15,-4 0 5-15,-3-3-69 16,0-5-75-16,0-1-166 15,-1-6-292-15</inkml:trace>
  <inkml:trace contextRef="#ctx0" brushRef="#br0" timeOffset="-70508.21">8617 1671 1121 0,'0'0'18'0,"0"0"-20"0,97-87 11 15,-55 60-8-15,0 4-6 16,-8 10-131-16,-8 8-197 16,-7 5-332-16</inkml:trace>
  <inkml:trace contextRef="#ctx0" brushRef="#br0" timeOffset="-70201.5">8744 1852 904 0,'0'0'91'16,"0"0"34"-16,0 0-21 15,90-13-81-15,-73 13-20 16,-1 0 2-16,-10 9-10 16,-2 8 19-16,-2 5-19 15,-2 0 24-15,0 1-24 16,0 0 28-16,0-7-21 16,8-2 6-16,-1-5-9 15,8-3 1-15,1-4 4 16,7-2-8-16,0 0-3 15,3-4-53-15,0-13-94 16,-4-1-193-16</inkml:trace>
  <inkml:trace contextRef="#ctx0" brushRef="#br0" timeOffset="-69016.05">9770 1402 863 0,'0'0'34'0,"0"0"76"16,23-91 6-16,-19 52-87 15,1-7 3-15,-4-1-3 16,-1-1 1-16,0 2-29 16,0 8 13-16,-1 7-21 15,-4 9 14-15,-2 9-11 16,4 12 5-16,3 2-5 15,0 27-18-15,0 8 18 16,12 11-6-16,9 7 16 16,5 4-14-16,4-3 33 15,5-5-14-15,0-7 25 16,0-6-31-16,-4-7 20 16,-3-7-12-16,-4-6-5 15,-11-6 1-15,-1-4-7 16,-9-6 4-16,-3-1-8 15,0 0 22-15,-23-3-19 16,-9-7 7-16,-7-6-32 16,-13 0 10-16,-6-4-26 15,-1 5 27-15,0-2-13 0,8 3 13 16,6 3 9-16,12 4 2 16,13 1 6-16,8-1-10 15,12-3 17-15,0-7-4 16,28-5 6-16,14-9-23 15,10-5 24-15,7-3-13 16,3 4 17-16,-1 5-5 16,-10 8-3-16,-11 8-1 15,-12 8-8-15,-13 6 10 16,-12 3-8-16,-3 22 18 16,-16 7-13-16,-16 9 22 15,-9 5-32-15,-4 5 20 16,-3-3-17-16,6-5 9 15,9-6-13-15,7-10 6 16,10-5-5-16,9-9-47 16,7-6-29-16,4-7-75 15,13-3-51-15,3-15-27 16,2-7-201-16</inkml:trace>
  <inkml:trace contextRef="#ctx0" brushRef="#br0" timeOffset="-68550.78">9420 1181 723 0,'0'0'65'0,"-17"117"20"16,17-52-41-16,19 1-6 15,18-3 15-15,18-10-19 16,13-11 30-16,14-13-24 16,6-15 8-16,8-12-13 15,2-2 15-15,-1-21-28 16,-5-11 20-16,-5-10-22 15,-11-6 2-15,-9-6-12 16,-15-3-4-16,-12-4 1 16,-18-4-2-16,-14-4 4 15,-8-1-13-15,-21-1 16 16,-24 0-19-16,-17 4 18 16,-13 6-24-16,-12 12 21 15,-10 14-17-15,-4 19 11 16,-4 16-2-16,1 12-5 15,3 29-13-15,3 19-41 16,11 14-49-16,10 7-123 16,15 2-139-16</inkml:trace>
  <inkml:trace contextRef="#ctx0" brushRef="#br0" timeOffset="-67432.02">11104 1158 584 0,'0'0'35'15,"0"0"49"-15,0 0-7 16,10 87 4-16,-1-73-34 15,4-4 7-15,-3-5-25 16,2-4 16-16,-1-1-5 16,-2 0-9-16,-3-11-11 15,-3-5-4-15,-2-1-8 16,-1-2-10-16,0 1 9 16,-1 1-16-16,-7 2 17 15,-2 2-16-15,2 3 11 16,0 2-29-16,2 2 10 15,2-2 3-15,3 1 4 16,1-5-9 0,0-3-3-16,0-9 19 0,0-3-10 15,4-4-2-15,0-5-52 16,2 0 63-16,-3-4-12 16,-1 0 24-16,-2 1-17 15,0-1 11-15,0 0-3 16,0 3 2-16,0 4-2 15,0 7-2-15,0 5 8 16,0 9-12-16,0 9 12 16,0 3-6-16,0 18-1 15,0 14-19-15,18 15 28 16,10 16-14-16,5 10 13 16,12 11 11-16,2 3 8 15,7 3 29-15,-2-4-7 16,1-4 6-16,-1-6-6 15,-4-8 21-15,-3-7-18 16,-9-13 20-16,-7-5-60 0,-13-11 19 16,-8-7-20-16,-8-8 8 15,0-4 0-15,-21-8 0 16,-8-5 3-16,-8 0-11 16,-2-13 4-16,-5-13-19 15,0-4 17-15,4-6-25 16,7-1 18-16,10-3-41 15,8 0-16-15,14 1-71 16,1-2-81-16,10 1-121 16,16-2-237-16</inkml:trace>
  <inkml:trace contextRef="#ctx0" brushRef="#br0" timeOffset="-66682.46">11891 656 792 0,'0'0'84'0,"0"0"42"16,0 0-67-16,-8 42 5 16,6-19-31-16,2 0 2 15,0 0-23-15,4-3 7 16,15-4 5-16,5-3-7 15,7 1 11-15,4 1-22 16,7 1 8-16,1 0-15 16,-1 1 25-16,-5 2-7 15,-5 1 22-15,-7-1-23 16,-9 0 21-16,-10 1-8 16,-6 0 0-16,-2 2 2 15,-18 0-8-15,-11-3-8 16,-6-2-19-16,-5-6-11 15,0-6-56-15,-1-5-14 0,1-1-113 16,1-21-150-16,0-7-337 16</inkml:trace>
  <inkml:trace contextRef="#ctx0" brushRef="#br0" timeOffset="-66540.65">11975 530 1036 0,'0'0'36'16,"0"0"32"-16,80-53-60 16,-57 46-25-16,-5 6-146 15,-2 1-172-15</inkml:trace>
  <inkml:trace contextRef="#ctx0" brushRef="#br0" timeOffset="-65846.4">12482 807 789 0,'0'0'67'16,"0"0"95"-16,0 0-70 15,0 0-61-15,0-77-21 16,0 42-4-16,-4-4-7 15,-2-5 9-15,1 2-17 16,0 1 18-16,-2 4-27 16,2 7 12-16,1 8-10 0,1 8 16 15,0 11-9-15,3 3 9 16,0 6-26-16,7 17-7 16,8 9 40-16,5 7 3 15,6 4 27 1,1 1-13-16,2 2 32 0,0-7-23 15,-1-4 8-15,-3-3-24 16,-3-7 5-16,-2-6-15 16,-6-6-1-16,-3-5-2 15,-5-1-4-15,-6-6 8 16,0-1-11-16,-2 0 25 16,-15-2-38-16,-8-8-7 15,-10-3-37-15,-5 1 6 16,-5-1-15-16,-1 1 24 15,4 2 13-15,6 2 38 16,7-3-4-16,11 2-2 16,8-1 32-16,10-3 8 15,0-4 22-15,19-3-59 16,12-3 18-16,8-5-23 16,5 2 18-16,0 2-14 15,-6 5 5-15,-9 6 7 16,-10 6-9-16,-10 7-2 15,-9 7-4-15,-8 17 19 16,-15 10-7-16,-12 7 13 16,-1 5-23-16,0 0 28 15,6-4-27-15,7-5 10 16,7-7-14-16,10-7-5 16,6-10-50-16,0-10-45 15,1-3-45-15,12-3-66 16,3-17-120-16</inkml:trace>
  <inkml:trace contextRef="#ctx0" brushRef="#br0" timeOffset="-65490.54">12125 431 824 0,'-30'75'20'15,"11"17"48"-15,15 12 5 16,4 0-32-16,30-8-29 16,23-14 27-16,15-18 18 15,13-22-30-15,9-24-3 16,6-16-19-16,-2-4 22 16,2-28-7-16,-7-12 22 15,-9-10-13-15,-11-8 12 16,-9-6-15-16,-19-5-10 15,-19-1-2-15,-17-4 4 16,-5 4 29-16,-28 5-44 16,-20 9 15-16,-14 9-21 15,-9 14 24-15,-10 18-30 16,-7 17 7-16,0 2-26 16,-7 34-33-16,0 16-60 15,-1 11-122-15,2 9-294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7:03:08.85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625 7895 482 0,'0'0'35'16,"0"0"36"-16,0 0 26 16,1 0-39-16,2 0-20 15,1 0-13-15,1 0 33 16,-1 0-17-16,2 0 9 16,0 0-29-16,1 0-2 15,3 0-4-15,0 0-6 16,6 0-6-16,-3 1-6 15,7 2 9-15,1-3-6 16,3 0 19-16,4 0-25 0,-1 0 17 16,5 0-19-1,-2 0 16-15,5 0-12 16,-2-8 6-16,3 3-1 16,-1-2-4-16,4 2 5 0,-3-1-7 15,0 2 11-15,-1 0-15 16,-2-1 14-16,-1 4-17 15,-2-2 18-15,0 2-20 16,-1-2 12-16,0 3-7 16,-2-1 5-16,1 0 1 15,1 1 1-15,1 0 2 16,2 0-11-16,1-2 17 16,6 0-14-16,6-1 18 15,0 0-18-15,5-1 17 16,-1 0-16-16,5-1 12 15,-4-1-7-15,2 2 2 16,2-3 2-16,-2 2-3 16,1-2 5-16,-2 3-10 15,2-2 12-15,-1 2-13 16,0 2 15-16,0-2-15 16,0-1 16-16,-3 2-15 15,2 2 8-15,-2 1-2 16,-3 0 0-16,3 0 1 15,-6 0-2-15,0 0 5 16,-2 0-10-16,1 0 11 16,-3 1-13-16,0 4 18 15,2-2-18-15,-4-1 15 16,6 0-13-16,-1-1 7 16,2 0 0-16,0-1-2 15,3 0 2-15,0 0-4 16,1 2 7-16,4-1-10 15,-2 3 14-15,0 2-16 0,2-1 18 16,-4-1-18-16,3 0 15 16,1 2-11-16,3-4 5 15,1 1-1-15,1-3-1 16,2 0 4-16,0 0-9 16,0 0 12-16,1 3-12 15,-3-2 14-15,1 3-16 16,-2-1 19-16,2 2-19 15,-3-1 14-15,4 1-10 16,1-1 2-16,2 0 2 16,1-2-2-16,4 1 4 15,2-2-7-15,2 2 11 16,1-3-13-16,1 0 15 16,3 0-15-16,-1 0 16 15,-2 0-17-15,3 0 14 16,-1 0-8-16,-2 0 2 15,5 0 1-15,-3 0-3 16,6 0 7-16,-3 0-11 16,3 0 14-16,1 0-16 15,-2 0 18-15,4-3-18 16,1-1 14-16,-1 0-14 16,4 0 11-16,0 2-4 15,3-3 0-15,0 4 2 16,0-2-4-16,1 2 8 15,1-3-11-15,1 1 13 0,2-1-14 16,1 0 17 0,4 0-18-16,-1 0 16 15,-3 1-12-15,2 1 6 0,-2-1-2 16,1 0-2 0,-1 2 2-16,0-2-4 0,1 2 8 15,0-2-10-15,0 3 14 16,0 0-16-16,-1-2 17 15,0 2-16-15,0 0 14 16,0 0-12-16,5 0 7 16,-1 0-1-16,-1 5 0 15,3-1 1-15,-1-3-6 16,2 2 6-16,0-2-10 16,0 1 16-16,3-2-16 15,-2 0 17-15,-1 0-17 16,-1 0 14-16,-1 0-8 15,-1 0 2-15,2 0 1 16,2 0-2-16,-4 0 4 16,5 0-8-16,-4 0 13 15,2-3-14-15,-1 0 11 16,-2-1-12-16,2 0 14 16,-2 2-14-16,-2 0 11 15,-4-1-7-15,-2 2 3 16,-1-2 1-16,-4 2-3 15,-1-1 6-15,1 0-10 16,0-1 14-16,-1 1-15 16,1-2 16-16,-1 1-16 15,-5 2 18-15,0-2-19 16,-1 0 9-16,0-1-2 16,-3 0 0-16,3 0 0 15,-2 0-1-15,2-1 6 0,-4 1-10 16,-1 0 13-1,-2 4-14-15,1-3 16 0,-3 0-16 16,-1 2 14-16,0 0-12 16,5-2 7-16,0 0-2 15,2-2 0-15,-2 2 1 16,4-3-3-16,-5 1 8 16,1-1-12-16,-1 2 11 15,0 0-14-15,1 0 18 16,-6 0-17-16,5 1 14 15,-1-1-11-15,1 0 6 16,-3 0 0-16,1 0-2 16,2 0 2-16,-3-1-4 15,1 1 8-15,0 1-11 16,1-1 14-16,-1 0-15 16,1 2 16-16,1-1-16 15,1-1 13-15,0 4-9 16,0-4 4-16,-1 0 0 15,3 1-2-15,-1-1 1 16,1 0-5-16,2 0 10 16,0 0-12-16,1 0 14 15,0 0-13-15,0-1 14 16,-2 1-16-16,-1 0 14 16,0 1-8-16,0-1 1 15,0 1 3-15,0-2-4 16,3 1 6-16,-2 0-9 15,7 0 11-15,-4 0-12 16,0 0 17-16,-4-2-19 0,3 2 17 16,-4 1-19-16,-1 0 13 15,-2-3-5-15,2 2 1 16,-2 0 2-16,0 2-3 16,-2-1 6-16,-3-1-10 15,-1 1 12-15,0 0-13 16,-4 0 16-16,-1 1-16 15,3 0 16-15,-2 0-16 16,1-1 9-16,-3 2-2 16,2-3 0-16,-2 1 2 15,1 1-5-15,-1-1 7 16,-1 2-8-16,-2-2 12 16,-1 2-17-16,1 1 18 15,-4-1-19-15,3-2 18 16,-2 1-15-16,2 2 8 15,1-2-1-15,0-1 0 16,2 3 1-16,0-1-5 16,-2 1 10-16,0-2-12 15,0 2 13-15,-4-1-15 16,3 1 18-16,-3 0-18 16,1 0 14-16,2 0-9 15,-1 0 3-15,0 0 1 16,1 0-2-16,1 0 3 15,-3 0-6-15,1 0 12 16,-3 0-17-16,-1 0 19 16,-3 0-19-16,0 0 20 15,-3 1-22-15,0 2 16 16,-2 0-8-16,3-1 2 16,-2-2 2-16,2 0-3 15,-2 2 5-15,2-2-9 16,-2 1 13-16,0-1-15 0,0 3 17 15,0-3-16-15,-2 1 16 16,2 1-17-16,-3-1 12 16,3-1-6-16,-1 0 2 15,3 0 2-15,-2 0-4 16,3 0 6-16,-1 0-11 16,0 0 16-16,-3 0-18 15,2 0 20-15,-3 3-20 16,0 0 17-16,-2 0-15 15,0 1 9-15,1 0-2 16,-1 0 0-16,3 0 1 16,-2 0-4-16,2-1 10 15,1-2-14-15,-1 2 15 16,-2 1-18-16,-1-3 19 16,1 2-18-16,-1 2 17 15,-1 0-15-15,1 0 8 16,-2-1-1-16,2 1 0 15,0-1 2-15,0-1-6 16,0 1 9-16,2-1-11 16,-3 1 15-16,4-1-18 15,-5-1 19-15,-1 3-19 16,0 2 17-16,-3-2-13 16,-3-1 5-16,1 3 0 15,-3 1 0-15,1 0 2 16,0-2-7-16,-2 0 11 15,1 2-13-15,-1 0 16 16,0 0-16-16,-2-1 16 0,-1 2-18 16,-2 1 16-16,1-1-11 15,-2 2 5-15,-1 0-1 16,2 2-1-16,-5-1 5 16,3 0-10-16,-1 4 12 15,-2-1-14-15,0 2 18 16,0 2-18-16,0 1 18 15,-2-1-18-15,-2 4 13 16,3 1-5-16,-1 1 1 16,-1 1 4-16,-2 2-4 15,1 4 4-15,0 0-8 16,-1 0 13-16,0 3-15 16,1 1 18-16,-1 1-21 15,-1 1 17-15,2 5-15 16,-3-1 8-16,4 3-1 15,-1 1-2-15,0 0 9 16,0 3-5-16,1 2 10 16,-1-2-12-16,2 2 16 15,-2 3-19-15,2-1 19 16,-3-1-20-16,2 2 17 16,-2-2-16-16,0 0 7 15,-1 3 4-15,1-1-3 16,-2 5 0-16,2-2-5 15,-1 4 10-15,1-2-12 16,-2 1 11-16,2 0-17 16,-1 2 18-16,0-2-17 15,0 0 14-15,1 1-16 16,-1 0 9-16,-2 2-1 0,1 0-2 16,-2 3 5-1,0-1-8-15,1 2 12 0,-1-1-12 16,0 2 13-16,-2 2-14 15,1-6 15 1,-1 6-16-16,-1-2 13 0,-1 3-9 16,-2 3 4-16,-1 1 0 15,1 1-1-15,0-1 3 16,2 0-8-16,-1-4 14 16,5 3-17-16,-2-5 15 15,5 1-14-15,-4 1 21 16,3 0-20-16,-3 1 16 15,-1 2-8-15,0 0 0 16,-3 0 1-16,-1 0-4 16,-2-1 7-16,-2 3-11 15,-1-1 13-15,0 2-16 16,0 3 19-16,0-1-19 16,0 1 18-16,0-1-17 15,1-1 12-15,2-1-4 16,3 1-5-16,-3 0 5 15,0 1-4-15,0 0 11 16,0-2-3-16,-1 0 11 16,0-3-22-16,-1-2 21 15,-1-1-23-15,0 1 18 16,0-2-16-16,-1 5 8 16,-9-2-1-16,-2 1-1 15,1 1 3-15,0-3-6 16,0-1 10-16,2 0-15 0,-1-2 20 15,0 1-25 1,2 1 25-16,-3-1-23 0,1 4 20 16,2 0-14-16,0 1 6 15,0 0 1-15,-1 1-1 16,2-2 3-16,0 3-7 16,-2-2 12-16,0 3-14 15,-1 1 16-15,1 2-17 16,0 1 20-16,1-2-20 15,1 2 18-15,0 0-9 16,0 3-3 0,2-2 3-16,-1 3-2 0,1 2 6 15,-3-1-11-15,0-2 14 16,1-1-18-16,-1-1 21 16,-1-2-21-16,3 0 21 15,-3-3-19-15,1 2 16 16,1 2-10-16,-3 1 4 15,2 3 1-15,-3-1-3 16,1 4 8-16,-3-1-11 16,2-1 12-16,-1-1-15 15,4-6 28-15,-3-1-22 16,4-5 25-16,3-4-25 16,1-7 15-16,0 1-7 15,2-5 1-15,-1-2 1 16,-1-3-8-16,2-2 6 15,-2-3-14-15,1-4 18 16,-1-2-22-16,0-5 23 16,-2-5-25-16,2-5 22 0,0-5-19 15,0-4 11 1,0-3-1-16,0-3 1 16,1-4 4-16,2-2-3 0,-3-2 13 15,1-2-19-15,1-2 15 16,1 0-23-16,-4 1 27 15,-1-2-28-15,-1 0 22 16,-1 0-18-16,-2 0 6 16,0-5-6-16,0-11-35 15,1-3-62-15,0-4-128 16,1-6-187-16</inkml:trace>
  <inkml:trace contextRef="#ctx0" brushRef="#br0" timeOffset="1405.6">12784 8113 813 0,'7'15'62'0,"0"11"126"16,0 11-81-16,4 10-32 16,-3 1-20-16,1 3-22 15,-3-5-28-15,-2-5 5 16,-1-10-19-16,-3-6-16 16,0-9-90-16,0-6-66 15,-6-10-120-15,-10 0-309 16</inkml:trace>
  <inkml:trace contextRef="#ctx0" brushRef="#br0" timeOffset="1718.79">12570 8097 874 0,'0'0'18'0,"126"-29"93"0,-50 22-26 16,4 7-22 0,-5 0-27-16,-9 20 10 15,-11 7-10-15,-12 1-9 16,-18 8-2-16,-18 2 3 0,-7 3 4 16,-21 5-14-16,-23 2 12 15,-13 3-26-15,-10-1 13 16,0-5-23-16,5-7 17 15,9-9-22-15,15-9-12 16,12-8-52-16,15-7-69 16,9-5-142-16,2-2-302 15</inkml:trace>
  <inkml:trace contextRef="#ctx0" brushRef="#br0" timeOffset="2049.41">13223 8317 781 0,'0'0'-1'0,"0"0"70"16,0 0 28-16,-32 86-45 15,32-66 0-15,5-4-5 16,16-4-6-16,9-6-16 15,4-6 15-15,3 0-7 16,4 0 11-16,-10-11-26 16,-3-3 17-16,-11-1-24 0,-11-1 7 15,-6 0-15-15,-7-2 5 16,-22 2-3 0,-9 1-5-16,-2 1-4 0,-2 5-34 15,4 2-43 1,1 2-119-16,7 5-228 0</inkml:trace>
  <inkml:trace contextRef="#ctx0" brushRef="#br0" timeOffset="2866.78">13983 8373 1041 0,'0'0'86'16,"0"0"45"-16,23 69-48 16,-19-50-52-16,-3-8-6 15,-1-4 5-15,0-3-17 16,0-4 2-16,2 0-16 15,1-5 17-15,0-13-20 16,3-6 17-16,2-4-26 0,-1-3 8 16,4-1-20-16,0 5-2 15,0 5 6-15,1 7 8 16,4 8 2-16,-1 7-7 16,-3 0 13-16,0 12-6 15,-2 5 17-15,2 2-15 16,-4 0 19-16,1-1-19 15,1-4 16 1,2-4-11-16,-1-3 3 0,5-4 0 16,3-3-8-16,-2 0-5 15,3-8-4-15,-1-7 17 16,0-1-27-16,-3 2 14 16,-8 2-6-16,-2 2 28 15,-1 6-16-15,-4 3 13 16,-1 1-6-16,0 0 3 15,0 9-2-15,0 5-3 16,0 1 4-16,0-1-22 16,0 2 6-16,2-4-17 15,13-1 18-15,4-7-2 16,6-3 23-16,4-1-11 16,-1 0 11-16,1-6 4 15,-6-7 16-15,-5 1 11 16,-5-2-5-16,-10 4 2 15,-3-3-11-15,0 1 13 16,-20 1-33-16,-6-1 7 16,-8 3-41-16,0 2-29 15,-5 3-64-15,-1 0-101 16,2 3-167-16</inkml:trace>
  <inkml:trace contextRef="#ctx0" brushRef="#br0" timeOffset="3105.62">14635 8036 968 0,'0'0'58'0,"28"79"55"16,-14-33-28-16,-1 3-55 15,-1-5-21-15,-2-5-7 16,-1-7-17-16,-4-6-61 16,-2-9-77-16,-3-4-97 15,0-9-276-15</inkml:trace>
  <inkml:trace contextRef="#ctx0" brushRef="#br0" timeOffset="3286.45">14536 8057 1055 0,'0'0'66'16,"94"-13"41"-16,-37 7-97 16,1 4-20-16,3 1-85 15,-9-2-154-15,-9 0-228 16</inkml:trace>
  <inkml:trace contextRef="#ctx0" brushRef="#br0" timeOffset="3556.11">14122 8665 1067 0,'0'0'121'0,"136"-32"26"16,-49 12-76-16,2-3-60 15,1 2 0-15,-9-1-29 16,-8-2-100-16,-16 4-192 15,-14-1-437-15</inkml:trace>
  <inkml:trace contextRef="#ctx0" brushRef="#br0" timeOffset="4820.42">15450 8377 847 0,'0'0'146'16,"0"0"-43"-16,14 76-65 15,-3-53-17-15,1-6 6 16,3-7-2-16,4-4-13 16,2-6 8-16,0 0-20 15,2-6 13-15,0-10-20 16,-6-1 10-16,-3-4-23 16,-3 0 14-16,-4 5-8 15,-2 3 2-15,-5 3-8 16,0 4 4-16,0 4 16 15,0 2-24-15,0 0-14 16,0 2-8-16,0 11 32 16,0-1-16-16,3 3 40 15,9-3-15-15,4-1 20 16,0-6-3-16,4-5 6 16,-1 0-1-16,4 0-2 15,0-8 2-15,0-7-16 16,-1-1 10-16,-2-3-17 15,0 0 16-15,-4 3-17 16,-2 2 13-16,-3 6-12 0,-3 4 10 16,4 4 1-16,-5 0 15 15,3 6 10-15,3 10 1 16,2 3 19-16,2 0 6 16,3 1 13-16,0-1-26 15,-3-3 7-15,-6 1-31 16,-8-5 10-16,-3-1-21 15,-8-3 13-15,-15 0-13 16,-5-1-6-16,-4-4-2 16,1-2-7-16,4-1 1 15,6 0-19-15,4 0 7 16,10 0-27-16,4 0 4 16,3-7-50-16,0 3 0 15,12-6 5-15,9 3 45 16,10-5 29-16,2-1 11 15,6-2 5-15,3-3-4 16,3-2 19-16,-3-1 11 16,-6-1 34-16,-4 3-32 15,-6 2 19-15,-6 1-32 16,-10 0 5-16,-4 5-17 16,-3 3 2-16,-3 1 3 15,0 3 8-15,0 2 13 16,-3-2-20-16,-5 4 1 15,3 0-20-15,2 0 15 16,0-2-20-16,0 1 15 16,3 1-29-16,0 0-1 15,0 0-9-15,0 0 13 16,0 0 17-16,-3 0 2 16,-1 0 3-16,-2 0-10 0,-1 0 18 15,-1 0-18 1,-1 0 23-16,1 0-21 0,-1 7 24 15,2 2-23-15,-1 7 15 16,2 0-5-16,0 7 1 16,2 2 6-16,4 2 1 15,0 1 12-15,0-1-10 16,4 1 17-16,12-6-23 16,4-5 21-16,5-9-24 15,2-5 15-15,5-3-25 16,3 0 5-16,-4-15-31 15,0-1-72-15,-8-3-164 16,-9 0-364-16</inkml:trace>
  <inkml:trace contextRef="#ctx0" brushRef="#br0" timeOffset="5752.11">17044 8192 640 0,'0'0'148'0,"19"55"41"16,-7-20-3-16,5 5-78 15,-2-2-38-15,-1-3-36 16,-1-8-21-16,-3-6-15 16,-4-4 9-16,-6-6-38 15,0-8-38-15,0-3-113 16,-16 0-157-16,-6 0-413 16</inkml:trace>
  <inkml:trace contextRef="#ctx0" brushRef="#br0" timeOffset="5928.06">16842 8193 892 0,'0'0'89'16,"94"-22"52"-16,-35 12-100 15,0 3-30-15,-2 2-20 16,-12 2-29-16,-11 3-163 0,-12 0-135 15</inkml:trace>
  <inkml:trace contextRef="#ctx0" brushRef="#br0" timeOffset="6403.63">16965 8523 938 0,'0'0'186'0,"85"0"-37"16,-34-6-82-16,1-10-28 16,-4-2-31-16,-4 0 2 15,-9 4-16-15,-14 2 17 16,-8 4-21-16,-8 5 11 16,-5 3-22-16,0 0 16 15,0 7-13-15,-2 4 16 16,1 4 4-16,1 0-2 15,0 0 8-15,0-3-7 16,8-4 16-16,3-1-15 16,-1-3 20-16,4-4-18 15,1 0 16-15,-1-12-23 16,2-6 9-16,1-2-11 16,-1-3-10-16,0 2-9 15,-4 3-11-15,-2 5 6 16,0 8 1-16,-4 3 24 15,-2 2-13-15,-1 0 24 16,0 10-12-16,0 2 22 16,4 0-10-16,1 0 7 15,3-2-7-15,1-2-6 0,2-2-3 16,-1-2-37 0,2 0-83-16,-3-4-143 15,-1 0-108-15</inkml:trace>
  <inkml:trace contextRef="#ctx0" brushRef="#br0" timeOffset="7253.36">17748 8358 760 0,'0'0'143'16,"0"0"19"-16,0 0-53 15,43 74-35-15,-31-57-5 16,2-6-42-16,-1-4-4 16,0-6-16-16,1-1 0 15,1 0-1-15,-1-5-5 16,-2-11 4-16,-2 1-13 15,-3-1 12-15,-4-3-20 16,-3 0 19-16,0 0-28 16,0 2 17-16,0 4-20 15,-3 2 8-15,-4 3 5 16,4 7 4-16,3 1-6 16,0 0-4-16,0 0 3 15,2 5 3-15,9 3 22 0,2 3-13 16,3-3 24-16,0-1-12 15,3-1 34-15,-2-2-15 16,3-4 2-16,-1 0-6 16,0 0-8-1,-2-2-2-15,-1-9-7 0,0-5 4 16,-6 2-14-16,0-4 16 16,-7 2-17-16,-3-4 18 15,0 6-22-15,0 0 15 16,-10 6-15-16,-5 5 8 15,1 3-1-15,-2 1-4 16,0 18-1-16,3 0-14 16,4 6 6-16,1-1 4 15,8-1 16-15,0-2-14 16,0-4 20-16,0-2-19 16,14-4 22-16,1-4-8 15,6-1 10-15,4-4 5 16,1-1-5-16,1-1 3 15,0 0-10-15,-3 0 11 16,-7 0-23-16,-4 0 19 16,-5 2-17-16,-7-1 19 15,-1 3-17-15,0 0 34 16,0-1-17-16,-4-3-10 16,-5 0-2-16,3 0-1 15,2-4 5-15,2-11-12 16,2-4 18-16,0-5-21 15,6 1 21-15,9-1-23 16,2 2 22-16,3 3-22 16,-1 3 15-16,0 2-8 0,-3 5-6 15,1 0-27-15,-4 2-66 16,-3-1-116 0,-4-1-218-16</inkml:trace>
  <inkml:trace contextRef="#ctx0" brushRef="#br0" timeOffset="8041.44">18568 8225 837 0,'0'0'99'0,"0"0"36"0,0 0-86 16,-98 40-23-1,73-27 1-15,5 2-23 0,10-2 13 16,7-1-20-16,3-5 14 15,9 1-13-15,17 0 10 16,7-3-7-16,3 4 0 16,-3 0 5-16,1 0 6 15,-10 1 17-15,-7 2-13 16,-12-1 11-16,-5 0-2 16,-2 0 17-16,-18 0-36 15,-2-3 9-15,2 0-20 16,0 0 9-16,5-3-5 15,5-2-5-15,8-2 0 16,2-1-10-16,0 0-10 16,14 0 4-16,8-12 31 15,8-5-19-15,6-4 19 16,1-4-19-16,1 1 19 16,-2-3-15-16,-4 2 7 15,-8 1 0-15,-8 1 5 16,-7 3 6-16,-9 4-8 15,0 3 13-15,-14 2-11 16,-7 10 13-16,-5 1-26 16,2 5 19-16,2 15-22 15,8 3 19-15,5 2-15 16,9 2 6-16,0-5-1 16,6-3-3-16,11-5-13 15,6-3-48-15,2-3-90 16,-2-3-216-16</inkml:trace>
  <inkml:trace contextRef="#ctx0" brushRef="#br0" timeOffset="8410.7">19830 7984 989 0,'0'0'108'0,"23"93"61"16,-10-42-95-16,-2 4-15 15,-2-5-46-15,-3-5 5 16,-3-9-24-16,-3-9-9 16,0-7-65-16,-3-6-88 15,-11-8-135-15,-1-6-230 16</inkml:trace>
  <inkml:trace contextRef="#ctx0" brushRef="#br0" timeOffset="9672.79">19478 8063 867 0,'0'0'45'0,"0"0"45"16,108-73 11-1,-53 54-82-15,4 2-1 0,3 10-17 16,-1 7 2-16,-3 3 0 16,-12 25-3-16,-13 11 3 15,-13 4-5-15,-11 5 21 16,-7-1 0-16,-2-3 22 16,0-10-13-16,0-6 12 15,0-7-24 1,0-6 11-16,11-11-17 0,8-4 0 15,2 0 4-15,4-15-11 16,0-6 1-16,-1-2-28 16,-1 3 10-16,-7 4-24 15,-1 2 13-15,-5 8-14 16,-3 3 17-16,-3 3-13 16,-1 0 15-16,0 3 3 15,0 7 12-15,0 4 6 16,1-2-4-16,2 1 8 15,2-2-9-15,0-3 18 16,2-3-6-16,4-3 26 16,-1-2-9-16,6 0 9 15,0 0-25-15,1-7 3 16,0-6-7-16,-1-2-4 16,1-1 2-16,-5-3-5 15,1 2 8-15,-5-3-11 16,-1 2 15-16,-7 4-17 15,-3 1 20-15,0 4-19 16,0 5 18-16,-7 1-10 0,-5 3-1 16,2 0-1-16,-3 6-3 15,3 7-3-15,0 3-10 16,3 3 10-16,1 2-12 16,6 1 14-16,0-2-24 15,0-1 26-15,13-1-10 16,3-4 18-16,3-4-16 15,1-1 5-15,3-3 4 16,-3-6 0-16,1 0 3 16,-1 0-7-16,-2 0 12 15,-3 0-15-15,-1-4 18 16,-1-1-17-16,2-1 16 16,-4 2-17-16,3-2 14 15,-2 2-9-15,0 1 2 16,-2-1 2-16,0 4-3 15,-3-3 6-15,-1 2-11 16,0 1 14-16,1-4-15 16,-4 4 18-16,1 0-18 15,2 0 17-15,-1 0-17 16,-1-4 13-16,3 4-2 16,-1-5 3-16,1 0 2 15,-3-1-1-15,2-1 8 16,-3-1-16-16,1 0 15 15,-4-1-19-15,0-2 19 16,0-1-23-16,-13 0 14 16,0 3-30-16,-4 2-1 0,1 3 1 15,0 1-12 1,3 3-20-16,0 0-8 0,6 0 32 16,3 3 15-16,4 5 20 15,0-1-12-15,4 1 25 16,13 2 2-16,2-2 40 15,4 3-19-15,0-2 14 16,-1 2 0-16,1 0-9 16,0 2 2-16,-4-2-13 15,-3 1 10-15,-2 1-15 16,-7-5 21-16,-1 1-31 16,-3-3 9-16,-3-3-28 15,2-1 21-15,-2-2-20 16,1 0 6-16,1 0 2 15,1-5-2-15,1-8 3 16,3-3-11-16,0-3 12 16,1-1-16-16,-1 4 17 15,3 0-21-15,-3 2 20 16,3 5-30-16,0-1 16 16,0 3-24-16,1 0-34 15,-2 2-62-15,-3-1-128 16,0 2-180-16</inkml:trace>
  <inkml:trace contextRef="#ctx0" brushRef="#br0" timeOffset="10640.46">21144 8205 894 0,'0'0'129'0,"0"0"22"16,19 20-68-16,-6-16-34 15,0-2 5-15,0-2-33 16,5 0 9-16,-4-5-34 16,2-6 16-16,-4-1-17 15,-4-4 3-15,-2 0 0 16,-3-4-1-16,-2 0 3 15,-1-1-8-15,0 1 7 16,0 3-22-16,-6 4 25 16,-6 7-22-16,-2 6 14 15,-3 0-18-15,1 14 20 16,0 11-9-16,3 5 8 16,5 1 1-16,2-2-1 15,6-2 9-15,0-6-3 16,10-5 18-16,6-8-9 15,7-5 21-15,3-3-23 16,4 0 12-16,-1-11-25 16,0-7 14-16,-2-1-9 0,-8 1 0 15,-1 5 3 1,-7 2-5-16,-5 6 8 16,-4 3-14-16,-2 2 14 0,0 0-22 15,0 10 26 1,0-1-21-16,0 2 22 0,0 1-18 15,4-8 15-15,1 2-3 16,3-5 8-16,1-1 3 16,0 0-9-16,3 0 5 15,1-7-17-15,-1-1 16 16,1-4-21-16,-2 1 17 16,-1 3-31-16,-2 0 12 15,-1 2-24-15,1 3 8 16,-2 1 12-16,1 2 9 15,2 0 8-15,2 0-7 16,0 0 13-16,0 2-14 16,2 2 26-16,-3 4-13 15,3-3 30-15,-4-2-24 16,1 0 13-16,2-3-20 16,-1 0-2-16,2 0 0 15,2-6-3-15,-1-4-4 16,2 1-21-16,-1 1 12 15,-3 2-6-15,-1 3 21 16,-3 2-18-16,2 1 26 16,-1 0-28-16,-2 0 19 15,1 1-48-15,0 6-57 16,-1-3-55-16,-1 0-102 0,2-1-308 16</inkml:trace>
  <inkml:trace contextRef="#ctx0" brushRef="#br0" timeOffset="10797.08">22162 8160 1311 0,'0'0'77'0,"0"0"-85"15,0 0-23-15,0 0-156 16,-28 1-264-16</inkml:trace>
  <inkml:trace contextRef="#ctx0" brushRef="#br0" timeOffset="12533.75">17609 9136 740 0,'0'0'141'16,"0"0"35"-16,0 0-67 16,17 21-20-16,-11 12-24 15,-2 6-4-15,1 7-24 16,2 1-21-16,2-2-3 15,5-9-15-15,-1-8 14 16,7-6-17-16,3-10 19 16,4-3-21-16,3-9 17 15,-1 0-16-15,0-9 7 16,1-10-7-16,-6-8-8 16,-2-1-6-16,-7 1-18 15,-4-1-1-15,-5 8-5 16,-3 4 21-16,-3 5-9 15,0 9 41-15,0 2-16 16,0 4 16-16,-5 15-14 16,4 3 7-16,1 5 9 15,0 1 4-15,1-4 5 0,12 0-1 16,5-6 15-16,1-6-18 16,2-4 6-16,2-7-21 15,2-1 13-15,0 0-21 16,-1-13 15-16,-2-6-12 15,-2 0 1-15,0 1-7 16,-3 0-10-16,-2 0-2 16,1 4-2-16,-3 5 23 15,1 2-10-15,-4 7 20 16,2 0-16-16,1 0 20 16,0 12-14-16,-2 8 28 15,-1 0-2-15,-1 3 5 16,-3 2 0-16,-1-3-2 15,-3-3 4-15,-2-2-11 16,0-1 18-16,0-6-24 16,-13 0 11-16,0-3-31 15,-4-6 19-15,-1 2-24 16,1-3 8-16,4 0-18 16,2 0-6-16,6 0-8 15,5-7-5-15,0-2 0 16,16-5-24-16,10-4 52 15,10-1 0-15,3-4 22 16,5 0-19-16,2-3 18 16,0-1-18-16,-3 3 13 15,-5 1-5-15,-9 0 0 16,-6 2 3-16,-12 2-2 16,-8 5 10-16,-3 2-8 15,-4 6 14-15,-15 3-22 16,-3 3 15-16,-4 0-16 0,-1 14 36 15,3 4-14-15,5 6 3 16,3 3-11-16,10 2-6 16,6-2 6-16,3 0-7 15,20-4 9-15,9-6-13 16,7-5 14-16,6-6-26 16,5-6-9-16,4 0-102 15,-5-7-159-15,-3-11-302 16</inkml:trace>
  <inkml:trace contextRef="#ctx0" brushRef="#br0" timeOffset="13187.8">19267 9142 929 0,'0'0'87'15,"16"94"87"-15,-2-43-45 16,2-3-73-16,0-9-21 16,-3-6-23-16,-6-9-10 15,2-6-6-15,-8-9-51 16,-1-6-26-16,0-3-65 15,-10 0-108-15,-9-11-244 16</inkml:trace>
  <inkml:trace contextRef="#ctx0" brushRef="#br0" timeOffset="13644.97">19014 9074 831 0,'0'0'115'16,"120"-31"21"-16,-51 20-72 16,-5 5-25-16,-4 6 3 15,-7 0-25-15,-9 13 11 16,-8 16-14-16,-5 6 25 16,-10 8-18-16,-6 1 23 15,-5 2-18-15,-3-5 2 16,-4-5-11-16,-2-6-6 15,2-6 1-15,2-9-7 16,1-6 5-16,1-9-13 16,4 0 14-16,1-4-18 15,-3-14 20-15,2-4-30 16,-1-1 8-16,3 2-24 16,-6 1 9-16,2 8 13 15,-3 5 1-15,4 7 4 16,-3 0-5-16,-1 11 14 15,1 10-10-15,3 2 22 16,0 1-14-16,2 1 29 16,1-3-29-16,2-5 11 15,0-7-17-15,1-5 1 16,0-5-33-16,0 0-61 16,0-5-137-16,-3-9-185 15</inkml:trace>
  <inkml:trace contextRef="#ctx0" brushRef="#br0" timeOffset="14145.49">19944 9345 745 0,'0'0'149'0,"0"0"72"16,0 0-67-16,0 0-74 15,0 0-8-15,3 62-48 16,-3-62 5-16,0 0-19 15,0-4-3-15,0-12-4 16,3-3-10-16,0-2-5 16,3-3-20-16,0 1 1 15,0 0-24-15,0 4 21 16,2 5-14-16,-1 6 46 16,-1 7-10-16,2 1 14 15,1 2 0-15,-3 15 8 16,1 0 25-16,3 1-3 15,-4-1 13-15,1-4-19 16,1-5 7-16,0-7-32 16,2-1 15-16,2-1-21 15,5-16 18-15,-1-4-24 16,1-1 0-16,-1-1-3 16,0 2 4-16,-3 7 6 15,-4 2-4-15,-4 9 16 16,0 3-13-16,-2 0 19 15,1 12-7-15,2 4 20 16,2 3-21-16,4 1 16 16,0 1-21-16,3-3 1 15,0-2-1-15,2-4-12 16,-5-1-33-16,-1-7-75 0,-5 0-95 16,-6-4-226-16</inkml:trace>
  <inkml:trace contextRef="#ctx0" brushRef="#br0" timeOffset="19582.14">21089 9001 511 0,'-14'0'82'16,"3"0"55"-16,3-1-14 0,0-3-7 15,5-1 14-15,3 0-24 16,0 0-27-1,4-1-36-15,12-2 11 0,6 1-18 16,3 1-2 0,6 1-6-16,-3 1-14 0,0 4-2 15,-3 0-14-15,-6 0 10 16,-8 11-17-16,-8 10 14 16,-3 6-25-16,-6 5 9 15,-18 3-18-15,-2-1 5 16,3-4-15-16,1-4 9 15,10-9 12-15,7-3 0 16,5-6 5-16,1-2-2 16,15 2 21-16,3 0-11 15,-2 3 20-15,3 4-4 16,-7 1 21-16,-1 1-8 16,-8 2 14-16,-2-3-17 15,-2 0-8-15,0-3-5 16,-2-4-9-16,-8-4-3 15,1 0-52-15,2-4-85 16,-2-1-249-16,1 0-381 16</inkml:trace>
  <inkml:trace contextRef="#ctx0" brushRef="#br0" timeOffset="19761.59">21524 9308 1181 0,'0'0'93'16,"0"0"17"-16,0 0-66 0,0 0-34 15,0 0-5-15,0 4-49 16,-1-12-106-16,-7-5-197 16,0-4-352-16</inkml:trace>
  <inkml:trace contextRef="#ctx0" brushRef="#br0" timeOffset="20032">21669 8969 1081 0,'0'0'151'0,"0"0"-19"16,34 95-54-16,-22-56-31 16,1-3 1-16,-5-3-39 15,1-5 6-15,0-6-22 16,-2-4 4-16,-3-6-48 16,2-6-36-16,-3-6-81 15,2 0-124-15,-3-2-167 16</inkml:trace>
  <inkml:trace contextRef="#ctx0" brushRef="#br0" timeOffset="20449.49">21904 8925 986 0,'0'0'70'0,"0"0"95"0,0 0-65 16,0 0-54-16,94-31-27 15,-78 31-3-15,-6 0-21 16,-4 0 14-16,-5 9-30 16,-1 6 9-16,0 6-18 15,0 0 25-15,-5 2-1 16,5-1 5-16,0-1 1 15,0-4-2-15,12 0 9 16,7-3-4-16,4-1 13 16,0-3-6-16,-1 3 18 15,-5-1-8-15,-5 4 21 16,-9 0-27-16,-3 3 13 16,-3 1-6-16,-17 1-10 15,-6-2-6-15,-5 2-9 16,-5-7-16-16,-1 1-50 15,1-2-65-15,0-5-175 16,-1 0-314-16</inkml:trace>
  <inkml:trace contextRef="#ctx0" brushRef="#br0" timeOffset="21144.73">17710 9879 843 0,'0'0'75'0,"0"0"98"15,7 68-5-15,-2-18-94 16,0 8-27-16,0 2-5 16,-4-3-26-16,3-7-7 15,-1-8-13-15,-1-9-11 16,-2-7-66-16,0-3-52 16,0-10-121-16,0-3-96 15</inkml:trace>
  <inkml:trace contextRef="#ctx0" brushRef="#br0" timeOffset="21519.9">17612 10149 741 0,'0'0'53'16,"0"0"89"-16,104-39-65 15,-69 36-39-15,0 3 19 16,-7 0-38-16,-2 14 0 16,-4 6-19-16,-9 3 13 15,0 0-14-15,-6 0 2 16,0-2 0-16,-2-3-2 16,3-5 5-16,1-3-9 15,4-7 13-15,4-3-1 0,0 0 24 16,1-1-12-1,-1-11 9-15,-7 0-12 0,-2 1 14 16,-8-4-9-16,0 4-4 16,-2 2-4-1,-13-2-8-15,-3 3 2 0,-5 2-18 16,2 4-19-16,-3 0-61 16,-1 2-92-16,4 0-230 15</inkml:trace>
  <inkml:trace contextRef="#ctx0" brushRef="#br0" timeOffset="22088.3">18535 10009 1008 0,'0'0'25'0,"0"0"78"16,-38-80-54-16,24 51-49 16,-1 0 16-16,4 2-21 15,-1 5 14-15,5 10-17 16,0 12 5-16,5 3-35 16,2 26 25-16,0 18 14 15,10 10-1-15,8 14 11 16,6 6-2-16,5 1 30 15,3 1 5-15,0-4 37 16,-2-7-20-16,-4-9 28 16,-3-8-38-16,-8-12-17 15,-8-7 12-15,-7-10-21 16,0-8-17-16,-9-11-8 0,-12-3 10 16,-6-3-22-1,-2-18 14-15,-2-10-33 0,2-2 14 16,3-6-19-16,9-2 12 15,11 0-18-15,6 1 1 16,4 3-7-16,22 3 3 16,6 1 17-16,6 5-1 15,0 7 22-15,0 10-4 16,-3 7 19-16,-8 4-13 16,-2 4 23-16,-8 17-2 15,-8 3 24-15,-1 2-10 16,-5-1-8-16,-3 0-13 15,0-5-10-15,0-4-14 16,0-9-86-16,-4-3-124 16,-6-4-280-16</inkml:trace>
  <inkml:trace contextRef="#ctx0" brushRef="#br0" timeOffset="22250.13">18792 10022 1092 0,'0'0'26'16,"0"0"20"-16,0 0-62 15,0 0-71-15,17 70-100 16,-10-48-154-16,5 0-61 16</inkml:trace>
  <inkml:trace contextRef="#ctx0" brushRef="#br0" timeOffset="22909.53">18977 10239 758 0,'0'0'169'0,"0"0"-10"16,0 0-56-16,0 0-27 0,0 0-27 15,0 0-40-15,36-23-1 16,-31 11-25-16,-2 1-3 16,3 5-24-16,0 4 21 15,0 2-16-15,5 0 11 16,-1 6 10-16,5 6 1 15,1 0 3-15,4-3 2 16,2 2 4-16,2-4-1 16,4-3-5-16,-1-3-23 15,2-1 30-15,-2 0-10 16,-2 0 23-16,-2-8-13 16,-1-3 19-16,-5-2 3 15,-1-3 12-15,-7-2-16 16,-1 0-6-16,-5 0 10 15,-3 2 11-15,0 4 2 16,0 1-24-16,-14 5 14 16,1 3-23-16,-3 3 15 15,0 0-17-15,0 7 9 16,0 10-14-16,0 3-27 16,5 4-11-16,3 0-15 15,3-1 20-15,5-3 27 16,0-3 19-16,1-5-4 15,16-5 26-15,2-3 1 16,3-4 38-16,4 0-5 16,3-11-3-16,0-11-8 0,1-7 0 15,-3-6 4 1,-2-4-11-16,-5-5-17 0,-4-2-20 16,-7-3 14-16,-8-1-21 15,-1 2 16 1,-6-2-22-16,-11 7 13 0,0 8-14 15,-2 10 14-15,6 16-1 16,0 9-2-16,6 18 1 16,0 24-5-16,5 10 11 15,2 8-14-15,0 3 14 16,9-3-38-16,11-6 16 16,7-11-57-16,8-9-141 15,1-8-280-15</inkml:trace>
  <inkml:trace contextRef="#ctx0" brushRef="#br0" timeOffset="23558.75">20236 10074 816 0,'0'0'174'16,"0"0"-56"-16,0 0-70 0,0 0-4 16,-74-9-18-16,48 9-23 15,-1 3 3-15,1 11-11 16,0 8 12-16,0 3-24 16,7 2 7-16,5 0-15 15,8-2 22-15,6-7-5 16,0-5 7-16,13-9 5 15,9-2 9-15,7-2 12 16,2-6-10-16,4-15 9 16,-5-7-13-16,-1-4 13 15,-6-8-27-15,-6-4 15 16,-8-1-20-16,-6-2 15 16,-3-3-10-16,0 3 3 15,-17 2 2-15,-1 6-3 16,-2 11 5-16,3 9-8 15,-2 16 18-15,6 3-4 16,2 25 9-16,5 12-22 16,4 8 19-16,2 7-18 15,8 3 22-15,13-2 8 16,5-6 2-16,4-2-13 16,1-11-15-16,-1-7 2 15,-2-9-23-15,-4-4-42 16,-2-7-79-16,-5-4-109 15,-4-3-208-15</inkml:trace>
  <inkml:trace contextRef="#ctx0" brushRef="#br0" timeOffset="24273.49">20506 10085 954 0,'0'0'195'0,"0"0"-52"0,0 0-74 15,19-72-24-15,-19 56-16 16,0 2-15-16,-15 3-13 16,-2 7 2-16,-3 4-21 15,-3 0 3-15,0 10-28 16,2 11 5-16,4 6-34 16,2 1 1-16,7 0-11 15,8 0 25-15,0-5 3 16,5-3 18-16,13-6 12 15,8-4 16-15,1-8 13 16,5-2-9-16,0 0 24 16,0 0-8-16,-2-11 30 15,-5 3-14-15,-5 1 0 16,-4 2-24-16,-6 3-2 16,-1 2 0-16,-4 0 1 15,-2 5 9-15,-3 7-5 16,0 0 21-16,0 2-11 15,0-4 6-15,0-1-7 16,0-5 25-16,0 0-19 16,3-2 16-16,0-2-6 15,1 0 8-15,2-2-5 16,0-9-17-16,-2-4-10 16,0-4-8-16,-2-4 9 15,-1 0-14-15,1-2 15 16,-1 2-17-16,2 4 16 15,3 3-18-15,1 5 13 0,3 2-10 16,2 5-4 0,2 1 0-16,4 3-37 0,0 0-23 15,3 0-36-15,2 0-9 16,-2 7-21-16,2 4 53 16,-4 2 52-16,0 2 37 15,-6 1 28-15,0 3 59 16,-1 2 28-1,-3-1-9-15,0 1-2 0,-3-4-27 16,2-2-6-16,-4-2-26 16,-1-6-3-16,-2-2-42 15,-1-4 10-15,0-1-35 16,0-4-25-16,0-15-109 16,0-7-175-16,-3-8-297 15</inkml:trace>
  <inkml:trace contextRef="#ctx0" brushRef="#br0" timeOffset="24390.49">20980 9832 753 0,'0'0'37'15,"0"0"10"-15,0 0-41 16,0 0-7-16,-2 10-48 16,2 6-138-16,0 1-335 15</inkml:trace>
  <inkml:trace contextRef="#ctx0" brushRef="#br0" timeOffset="25239.4">21134 10090 874 0,'0'0'221'0,"0"0"-59"0,0 0-64 16,0 0-18-16,91 68-38 15,-73-65 8-15,-4-3-31 16,0 0 5-16,-2-8-20 15,-2-8 0-15,2-4-1 16,-5-5-6-16,0-2-4 16,-1 4-22-16,1-1 3 15,-1 3-20-15,1 6 25 16,2 2-15-16,2 6 17 16,0 4-2-16,0 3 20 15,2 0-2-15,0 0 2 16,1 0 3-16,0 6-2 15,-2 0 10-15,-1-3-6 16,-4-1 20-16,-1 0-20 16,-5-2 18-16,-1 0-27 15,0 4 29-15,-3 0-25 16,-8 3 1-16,-5 3-15 16,4 2-5-16,-1 4 0 15,3 2-1-15,4-6 13 16,3 1-12-16,3-3 17 15,0-6-13-15,9-4 25 16,8 0-16-16,5 0 18 16,0-10-13-16,1 0 5 15,-3 0-2-15,-5 1-1 16,-3 2 3-16,-6 4-8 16,-4 3 15-16,-2 0-4 0,0 0 21 15,0 0-35 1,0 3 20-16,0 8-22 0,0-3 19 15,11 4-9-15,5-3 13 16,5 3 4-16,3-5-2 16,3 1 9-16,2-7-11 15,0-1 12-15,-3 0-16 16,-2-13 9-16,-2-6-23 16,-3-5 21-16,-3-7-23 15,-3-4 16-15,-3-6-12 16,-5-5 4-16,-4-6 1 15,-1-3-8-15,0-2 2 16,-3 4-15-16,-6 8 16 16,1 14-16-16,-4 14 26 15,3 15-23-15,1 6 15 16,-4 27-14-16,4 17 19 16,0 11-7-16,8 6 0 15,0 2 3-15,0 1-4 16,15-4 19-16,5-8 1 15,3-10 13-15,-4-4-25 16,-2-9 15-16,-4-4-31 16,-6-10-10-16,-7-7-74 15,0-8-121-15,-2-4-257 16</inkml:trace>
  <inkml:trace contextRef="#ctx0" brushRef="#br0" timeOffset="26201.38">21667 9856 702 0,'0'0'198'0,"0"0"15"16,65-23-65-16,-32 16-37 16,2 2-29-16,4 1-38 15,-3 1-13-15,-1-1-34 16,-3 3 14-16,-5-2-30 15,-4 1-31-15,-6-1-98 16,-5-1-173-16,-2 1-330 0</inkml:trace>
  <inkml:trace contextRef="#ctx0" brushRef="#br0" timeOffset="26361.25">22125 10054 952 0,'0'0'116'0,"0"0"95"0,36 83-103 15,-23-68-65-15,-5-4-25 16,-3-7-16-16,-1-4-2 16,-4 0-61-16,0-6-64 15,-8-10-247-15,-7-8-443 16</inkml:trace>
  <inkml:trace contextRef="#ctx0" brushRef="#br0" timeOffset="26514.99">22145 9664 1014 0,'0'0'103'15,"0"0"-37"-15,0 0-68 16,0 0-28-16,0 0-85 16,0 0-126-16,35 10-244 15</inkml:trace>
  <inkml:trace contextRef="#ctx0" brushRef="#br0" timeOffset="27143.4">22418 9920 805 0,'0'0'70'0,"0"0"97"16,23 83-71-16,-11-60-31 15,0-3-21-15,3-8-24 16,-1-5-8-16,3-7-4 16,-3 0 1-16,1-2-14 15,-4-15 14-15,1-3-15 16,-2-7 12-16,-4-1-23 16,-3-4 16-16,-1 0-22 15,-2 2-5-15,0 5-12 16,0 5 3-16,0 6 19 15,-2 9 9-15,0 5 12 16,2 0-10-16,0 1 7 16,2 10-8-16,13 1 21 15,1-1-5-15,6 0 25 16,1-2-9-16,0 0 14 16,0-5-5-16,-3-2-8 15,-1-2 2-15,-1 0-11 16,-3 0 0-16,-5-8-14 15,-1-6 14-15,-1-2-18 16,-3-3 15-16,-5-1-20 16,0 0 15-16,0-1-11 15,-8 6 5-15,-6 2-1 16,-4 7-1-16,0 6 2 16,-2 0-7-16,2 15 11 15,4 11-9-15,3 8 26 16,5 1-13-16,6 5 24 15,0-1-21-15,17-6 13 16,15-6-8-16,9-8-2 16,9-5-9-16,6-12-7 0,2-2-15 15,-2 0-52-15,-5-12-50 16,-8-8-173-16,-11 1-251 16</inkml:trace>
  <inkml:trace contextRef="#ctx0" brushRef="#br0" timeOffset="29483.76">19907 10961 708 0,'-18'17'24'0,"1"4"67"16,1 3-28-16,3 1-33 16,6-2-13-16,4-3 22 15,2-4-15-15,1-7 0 16,0-3-6-16,0-6-1 16,8 0-12-16,5-6-10 15,-1-15 4-15,5-6-17 16,-1-8 5-16,3-4-17 15,-2-5 9-15,2-5-11 0,-4-2 23 16,-3 1-3 0,-1 2 5-16,-4 4 6 15,4 11-2-15,-6 7 7 0,-1 14-10 16,0 12 12 0,4 13-17-16,1 25 29 0,3 18-10 15,10 14 15-15,8 13-5 16,2 5 50-16,4 4-11 15,0-1 16-15,-3-8 6 16,-1-7-4-16,-6-12-3 16,-7-10-34-16,-9-12 16 15,-9-11-23-15,-1-12-3 16,-10-10-24-16,-17-9 18 16,-6 0-22-16,-5-20 7 15,-2-11-4-15,1-5-2 16,3-4 2-16,5 0-10 15,8 2 3-15,10 5-23 16,13 2 3-16,0 4-42 16,18-2-38-16,12 1-98 15,9-3-115-15,6-3-253 16</inkml:trace>
  <inkml:trace contextRef="#ctx0" brushRef="#br0" timeOffset="32060.07">20929 10871 773 0,'0'0'140'0,"0"0"27"15,0 0-17-15,39 72-62 16,-30-53-24-16,-2-4-17 16,0-3-16-16,-4-4-7 15,0-4-22-15,-1-1 10 16,-2-3-20-16,1 0 22 16,0-8-21-16,1-10 12 15,2-3-23-15,-1-6 12 16,3-2-11-16,-1 3-12 15,1 1 3-15,0 7-4 16,0 9 26-16,1 9-5 16,3 0 17-16,-1 19-10 15,3 8 26-15,2 1-9 16,-1 4 27-16,1-3-28 16,0-6-1-16,-3-7-10 15,-4-3-8-15,-1-8-30 16,-2-5-61-16,-4 0-99 15,2-1-146-15,-2-16-266 16</inkml:trace>
  <inkml:trace contextRef="#ctx0" brushRef="#br0" timeOffset="32467.57">21245 10835 772 0,'0'0'106'0,"0"0"47"15,0 0-8-15,29 87-60 16,-18-64-14-16,4-6-33 16,-3-4-7-16,4-3-10 0,-2-5-12 15,-2-3-2-15,-1-2-12 16,0 0 13-16,-4-11-17 16,-3-5 16-16,-1-3-16 15,-3-1 18 1,0 1-21-16,0-5 11 0,-10 3-11 15,3 2 2-15,-1 0 6 16,5 5 0-16,3 5 6 16,0 1-10-16,0 4 14 15,9 4-14-15,3 0 22 16,4 0-16-16,1 2 22 16,0 7-18-16,-1 0 11 15,2-2-5-15,-3 1-3 16,-3-3-1-16,-2-1-7 15,0-4 3-15,0 0-40 16,-1 0-47-16,-2-1-153 16,2-7-223-16</inkml:trace>
  <inkml:trace contextRef="#ctx0" brushRef="#br0" timeOffset="33028.94">20707 10891 745 0,'0'0'112'15,"0"0"71"-15,0 0-50 16,0 0-16-16,33 84-41 16,-29-58-29-16,1 2-32 15,-4-1 1-15,-1-6-9 16,0-4-6-16,0-4-6 16,0-8-50-16,0-3-79 15,0-2-147-15,0-9-260 16</inkml:trace>
  <inkml:trace contextRef="#ctx0" brushRef="#br0" timeOffset="33234.71">20756 10682 1294 0,'0'0'75'0,"0"0"30"0,0 0-53 16,0 0-33-16,0 0-21 16,0 0-4-16,0-7-95 15,0 7-150-15,1 0-386 16</inkml:trace>
  <inkml:trace contextRef="#ctx0" brushRef="#br0" timeOffset="34369.76">21794 10894 667 0,'0'0'150'15,"0"0"61"-15,0 0-74 16,0 0-31-16,84-74-48 16,-71 55-36-16,-6 0-11 15,-1 1-8-15,-6 0 6 16,0 4-13-16,-3 1 12 15,-11 4-20-15,-6 4 15 16,-3 5-19-16,-2 0 9 16,5 13-5-16,-2 9 15 15,7 2-6-15,6 3 1 16,6 2 0-16,3-3-6 16,0-4 9-16,14-6-9 15,6-3 14-15,9-3-14 16,3-7 21-16,5 0-19 15,-4 1 22-15,1-3-15 16,-8 2 10-16,-9 2-10 16,-5-2 1-16,-7 1 6 15,-5-2-4-15,0 0 15 0,0-2-15 16,-5 0 9-16,-2 0-19 16,2-7 20-16,1-6-23 15,2-7 19-15,2-1-17 16,0-4 8-16,6-2-1 15,13 2-2-15,4-3 2 16,6 1-5-16,3 2 7 16,0 5-16-16,-3 3 14 15,-5 4-10-15,-7 5 20 16,-5 2-19-16,-8 5 18 16,-4 1-14-16,0 0 2 15,-6 3 3-15,-10 5 0 16,-1 5-3-16,0 3-9 15,5-5 7-15,9 3-17 16,3-4 3-16,3 3-7 16,17-2 26-16,8 3-6 15,1-2 20-15,-3 3-6 16,1 1 11-16,-8 2 9 16,-9 0 5-16,-7 3 18 15,-3-2-3-15,-3-2-1 16,-14-1-35-16,-2-2 9 15,-1-5-24-15,2-5 14 16,4-4-37-16,4 0-19 16,4 0-46-16,6-9-72 15,0-6-120-15,5 0-81 16,13-2-113-16</inkml:trace>
  <inkml:trace contextRef="#ctx0" brushRef="#br0" timeOffset="34620.04">22353 10804 511 0,'0'0'220'0,"0"0"-45"15,91-53-13-15,-62 35-45 0,-6 0-29 16,-4 0-26-16,-5 2-30 16,-8 0-9-16,-4 1-14 15,-2 1 10-15,-2 4-24 16,-14 2 22-16,-3 7-24 16,-4 1 16-16,0 1-16 15,3 20 9-15,4 5 2 16,7 3-4-16,6 3 5 15,3 0-5-15,9-7 10 16,16-4-10-16,5-6 10 16,8-6-28-16,1-5-50 15,-2-4-189-15,-2 0-304 16</inkml:trace>
  <inkml:trace contextRef="#ctx0" brushRef="#br0" timeOffset="35637.39">21132 11427 793 0,'0'0'115'0,"0"0"68"15,18 103-48-15,-9-48-48 16,1 1-22-16,1 1 1 15,1-8-33-15,2-9 0 16,-2-6-25-16,1-9 12 16,3-3-24-16,-1-9 14 15,3-8-16-15,4-5 9 16,-3 0-3-16,2-5-4 16,-1-13-4-16,-4-2-13 15,0-5 12-15,-6 0-9 16,-1-3 14-16,-2 2-19 15,-3-1 25-15,-1 6-17 16,0 5 17-16,0 6-7 16,3 5 3-16,1 5 0 15,3 0 0-15,2 4 5 16,0 8-7-16,0 2 12 16,0 3-13-16,2-2 14 15,0-1-16-15,1-3 19 0,-2 1-17 16,3-3 17-16,0-5-9 15,-2-4 1-15,3 0 2 16,-2 0-5-16,-2-7 3 16,1-8-10-16,0-3 11 15,-2 0-20-15,-3-2 13 16,0 2-18-16,-2 2 17 16,1 5-17-16,-3 5 22 15,1 3-3-15,-2 3-1 16,1 0 2-16,-1 5 1 15,1 8 6-15,-1 1-10 16,3 3 12-16,0-2-15 16,-1-3 17-16,1-5-20 15,3-3 17-15,-1-4-16 16,1 0 6-16,0 0-9 16,0-8-9-16,1-6-11 15,1-1-22-15,-1 0-20 16,0 2-4-16,-1 3 14 15,0 3 18-15,-1 7 52 16,-1 0-13-16,1 3 20 16,-1 11 10-16,0 0 1 15,-1 3 11-15,-1-3-21 16,-3-5-14-16,-1-2-50 16,-2-6-123-16,0-1-356 15</inkml:trace>
  <inkml:trace contextRef="#ctx0" brushRef="#br0" timeOffset="35808.29">21861 11443 937 0,'0'0'-25'0,"0"0"-2"16,0 0-162-16,0 0-89 15,54 62-125-15</inkml:trace>
  <inkml:trace contextRef="#ctx0" brushRef="#br0" timeOffset="36226.16">22225 11601 681 0,'0'0'69'0,"0"0"76"15,0 0-79-15,0 0-51 16,0 0 5-16,-83-68-30 16,50 59-2-16,1 5-46 15,2 4 4-15,7 0-1 16,8 10-11-16,10 14 11 16,5 7 50-16,4 3 14 15,15 3 21-15,7 5 56 16,1 3 30-16,1 3 57 15,-1 2 0-15,0 3-40 16,-3-3-49-16,-8-4 26 16,-12-4-2-16,-4-5-64 15,-15-7-27-15,-25-9-13 16,-11-5 7-16,-5-11-20 0,3-5 14 16,6-8-20-1,7-18 19-15,21-9-34 0,14-6 3 16,5-3-11-16,23 0 8 15,18 1-12-15,7 1-13 16,6 4-20-16,-4 0-76 16,-1 9-111-16,-12 2-201 15</inkml:trace>
  <inkml:trace contextRef="#ctx0" brushRef="#br0" timeOffset="36720.51">20786 11486 1117 0,'0'0'113'0,"93"-18"23"15,-33 1-54-15,11-1-72 16,7-1-1-16,3-6-36 16,4-1-98-16,-5 0-259 15</inkml:trace>
  <inkml:trace contextRef="#ctx0" brushRef="#br0" timeOffset="38256.9">21810 11727 198 0,'0'0'24'0,"0"0"8"0,0 0-14 16,0 0 14-16,-8 0-14 16,6 0 4-16,1 0-2 15,-1 0 28-15,-1 0 56 16,0 0 4-16,3 0-4 15,0-5-16-15,0-3 6 16,0-1-8-16,0-2 19 16,0-2-37-16,0 0-2 15,0 0-33-15,0-2 3 16,0-2-17-16,-4-1 1 16,1 2-9-16,-1-1-6 15,0 2 0-15,2 3-5 16,-1 2 11-16,2 5-4 15,-1 1 8-15,2 4-15 16,0 0 16-16,-1 0-21 16,1 0 17-16,-2 0-14 15,2 0 7-15,0 0 0 16,0 0-2-16,0 0 4 16,0 0-6-16,0 0 13 15,0 0-13-15,0 0 16 16,0 0-18-16,0 0 16 15,0 0-19-15,-1 0 14 0,-1 0-10 16,2 0 2 0,0 0 1-16,0 0-2 15,0 0 4-15,0 0-7 0,0 0 11 16,0 0-14-16,0 0 17 16,0 0-18-16,0 0 19 15,0 0-20-15,0 0 17 16,0 0-7-16,-1 0 1 15,-1 4 2-15,2-1-3 16,0 1 3-16,-2 1-11 16,2-4 13-16,0 2-15 15,-1-3 20-15,1 0-20 16,-2 3 19-16,2-3-16 16,-1 1 12-16,-1 2-6 15,2-1 0-15,0 2 2 16,0 2-7-16,0 2 8 15,0 0-12-15,0 1 16 16,0 2-19-16,0 5 23 16,2 3-25-16,7 4 25 15,0 3-19-15,4 0 12 16,6-1 1-16,4-2 4 16,4-1 7-16,4-9 1 15,-1-6 3-15,-4-1-21 16,-1-6 13-16,-8 0-20 15,-7 0 19-15,-7 0-23 16,-3-6 5-16,-3 0-46 16,-14 4-10-16,-3 0-12 15,-2 1-24-15,4 1-64 16,3-3-89-16,3 2-54 16,2-3-188-16</inkml:trace>
  <inkml:trace contextRef="#ctx0" brushRef="#br0" timeOffset="38651.98">21742 11610 348 0,'0'0'69'0,"0"0"21"16,0 0-55-16,14-14-34 16,-6 12-5-16,1-4-93 15,2-1-137-15</inkml:trace>
  <inkml:trace contextRef="#ctx0" brushRef="#br0" timeOffset="39690.92">22743 11282 692 0,'0'0'33'15,"0"0"7"-15,4-97 43 16,-4 63-63-16,-4 6 1 15,-6 9-21-15,-6 12 14 16,-5 7-28-16,2 23 2 16,4 19 9-16,0 13 4 15,10 10 3-15,5 8-2 0,3 2 15 16,22-4-8 0,3 1 49-16,6-4 39 15,0-4 23-15,-5-6-22 0,-4-6 21 16,-11-5-40-16,-8-9-21 15,-6-6-18-15,-2-11-22 16,-21-6-4-16,-6-7-10 16,-4-6 5-16,-1-2-15 15,0-9 17-15,5-12-22 16,6-9 18-16,9-4-26 16,10-5 16-16,4-5-12 15,1 1 3-15,19-1-1 16,3 1-5-16,5 4 5 15,-1 3 1-15,0 5 10 16,-2 11-12-16,-2 1 20 16,-8 11-14-16,-1 5 18 15,-5 3-21-15,-2 3 15 16,-3 15-8-16,-1 4 5 16,-1 1 0-16,1-3-1 15,0 0 3-15,2-5-8 16,-2-6 12-16,5-2-15 15,0-6 18-15,-1-1-18 16,2 0 18-16,2 0-19 16,0-12 13-16,0-4-13 15,1-5-10-15,-1-1-4 16,-2-2 3-16,-2 1 19 16,0 1-5-16,-4 4 13 15,0 5-15-15,-1 4 19 16,-1 7-14-16,1 2 26 15,2 2-20-15,0 14 15 16,5 2-7-16,0 5 8 16,2 0 1-16,1-1-6 15,1-3 8-15,0-3-23 0,-2-1 11 16,-3-7-18-16,0-1 14 16,-2-3-52-16,-3-3-2 15,0-1-36-15,0 0-41 16,-1-4-48-16,0-8-83 15,-1-4-122-15,1-3 1 16</inkml:trace>
  <inkml:trace contextRef="#ctx0" brushRef="#br0" timeOffset="40041.72">23121 11503 536 0,'0'0'170'0,"0"0"-10"16,0 0 8-16,0 0-48 15,51 27-10-15,-41-3-15 16,-3-3-31-16,-4-2-7 15,0-3-27-15,-1-5 7 16,-2-5-30-16,1-4 13 16,-1-2-27-16,3 0 18 15,4-12-22-15,0-9 1 16,-1-3-11-16,0-3-5 16,1 0 6-16,0 4-6 15,-2 4 9-15,-2 7-4 16,3 6 28-16,-2 6-17 15,2 0 18-15,4 4-14 16,-2 12 17-16,3 1-10 16,1 2 4-16,2-3-2 15,0 0-4-15,0-5 4 16,4-6-12-16,-2-5-6 16,1 0-75-16,0-1-38 15,1-14-98-15,-2-1-91 16,-1-1-179-16</inkml:trace>
  <inkml:trace contextRef="#ctx0" brushRef="#br0" timeOffset="40478.37">23510 11349 451 0,'0'0'98'16,"0"0"86"-16,0 0-87 16,0 0-26-16,0 0 12 15,-79 58-32-15,66-26-38 16,6-3-3-16,5 0 2 15,2 0 23-15,0-9 11 16,14-1 5-16,7-8-19 16,3-6 18-16,4-5-30 15,5 0 15-15,-1-12-26 16,2-11-3-16,-3-6-4 16,-2-6-8-16,-4-4-18 15,-8-4-23-15,-5-4 1 16,-7-2-26-16,-5-2-25 15,0-3-67-15,-13 2 44 16,-5 8-8-16,4 6 69 16,0 16 46-16,3 16 34 15,1 6 58-15,5 27-43 16,0 17 64-16,4 12 0 16,1 10-39-16,0 5-9 15,3 0 34-15,7 0 5 16,0-7 6-16,0-9-45 0,-4-12-13 15,-3-11-36 1,-3-10-5-16,0-12-42 0,0-8-66 16,-9-2-82-16,-9-8-158 15,-5-14-47-15</inkml:trace>
  <inkml:trace contextRef="#ctx0" brushRef="#br0" timeOffset="40697.74">23524 11397 744 0,'0'0'145'15,"0"0"58"-15,80-18-69 16,-51 18-47-16,0 0-19 16,-3 16-40-16,0 5 13 15,-5 3-24-15,-2 3 17 16,-2-3-14-16,0-1-1 16,-5-4-15-16,-1-2-3 15,-3-5 1-15,-2-5-13 16,0-7-29-16,-3 0-60 15,-3 0-90-15,0-8-142 16,0-11-273-16</inkml:trace>
  <inkml:trace contextRef="#ctx0" brushRef="#br0" timeOffset="40857.69">23780 11251 1086 0,'0'0'102'15,"0"0"-19"-15,0 0-57 16,0 0-25-16,0 0 1 16,0 14-72-16,0-3-100 15,0-2-155-15,0 0-321 0</inkml:trace>
  <inkml:trace contextRef="#ctx0" brushRef="#br0" timeOffset="41444.62">23946 11439 1058 0,'0'0'196'0,"0"0"-79"15,0 0-40-15,0 0-43 16,0 0 0-16,0 0-29 16,29 48 10-16,-17-57-16 15,-4-7-2-15,-2-3-12 16,3-4-17-16,-4 3 3 15,-2 1-6-15,0 5 25 16,0 6-8-16,2 4 17 16,1 4-11-16,-1 0 20 15,1 3-18-15,3 7 18 16,-2 5-5-16,1 0 5 16,0-1 5-16,-1-3 2 15,0-4 2-15,2-5-12 16,-1-2 13-16,3 0-13 15,3-8 11-15,-1-8-23 16,1-2 13-16,-1-4-20 16,-2 2 12-16,0-1-2 15,-4 2 2-15,-1 3 0 16,-1 4-3-16,-4 3 4 16,2 3-14-16,2 3 18 15,1 3-17-15,4 0 19 16,5 3-15-16,2 10 21 15,3 5-5-15,5 3 19 16,-2-1 1-16,-3 3 12 0,-4-2 14 16,-4-2 14-16,-11-3 0 15,-1-1-14 1,-4-3 7-16,-18-5-31 0,-4-3 8 16,-3-4-39-16,-2 0 16 15,-1 0-26-15,2-4-26 16,2-6-45-16,6-2-48 15,4 0-55-15,9-3-250 16</inkml:trace>
  <inkml:trace contextRef="#ctx0" brushRef="#br0" timeOffset="41593.69">24574 11218 1378 0,'0'0'85'0,"0"0"51"15,0 0-81-15,0 0-29 16,0 0-33-16,-43 35-35 16,7-34-114-16,-4-1-246 15</inkml:trace>
  <inkml:trace contextRef="#ctx0" brushRef="#br0" timeOffset="44949.51">23253 1478 705 0,'0'-26'61'0,"0"-1"-5"0,-9 0 24 16,-1-1-31-16,-3 5-13 16,-4 4 10-16,0 7-27 15,-6 6 16-15,-2 6-17 16,-4 0-5-16,3 23-6 16,0 11 25-16,4 10-16 15,5 11 5-15,10 9 11 16,7 1 3-16,0 2 6 15,0-6-7-15,7-3 3 16,3-5-11-16,-3-7 15 16,-1-1-25-16,-3-4 11 15,2-3-24-15,-4-4 10 16,2-1-12-16,-3-6 1 16,1-4 0-16,0-2-3 15,-1-6 3-15,0-3-16 16,0-5-5-16,0 0-33 15,0-6-15-15,0-1-64 16,-8 0-70-16,-1 0-197 16</inkml:trace>
  <inkml:trace contextRef="#ctx0" brushRef="#br0" timeOffset="45160.16">22914 1967 1014 0,'0'0'68'0,"0"0"90"15,83-18-63-15,-44 16-56 16,3-1-37-16,-1 1 10 16,-4 0-22-16,-1-1-48 15,-7 1-136-15,-6-5-187 16</inkml:trace>
  <inkml:trace contextRef="#ctx0" brushRef="#br0" timeOffset="45497.46">23541 1703 823 0,'0'0'103'0,"0"0"48"16,0 0-54-16,0 0 2 16,-76 98-21-16,61-60-40 15,6 1-5-15,4-1-23 16,5-5 14-16,0-3-24 15,3-3 14-15,14-6-20 16,1-5 12-16,2-3-12 16,-2-7-19-16,0-2-52 0,-2-4-62 15,-6 0-69-15,-2-4-121 16,-8-9-260-16</inkml:trace>
  <inkml:trace contextRef="#ctx0" brushRef="#br0" timeOffset="45743.23">23613 1876 841 0,'0'0'173'16,"0"0"27"-16,0 0-94 15,0 0-38-15,90 48-10 16,-73-29-23-16,-2-1-22 15,-3-4-5-15,-5-1-10 16,-2-3 8-16,0-5-34 16,-3-1-13-16,-2-1-68 15,0-3-50-15,0 0-67 16,0-2-96-16</inkml:trace>
  <inkml:trace contextRef="#ctx0" brushRef="#br0" timeOffset="45949.41">23769 1845 797 0,'0'0'109'0,"0"0"51"16,0 0-14-16,-86 78-78 16,63-53-26-16,6-2-28 15,1-2-3-15,7-5-19 16,4-3-14-16,5-7-80 0,0-6-58 15,0 0-87-15,11-4-132 16</inkml:trace>
  <inkml:trace contextRef="#ctx0" brushRef="#br0" timeOffset="46271.56">23794 1639 891 0,'0'0'146'0,"0"0"43"16,83 92-74-16,-48-53-40 15,1-1-20-15,-9-1-10 16,-4 1-3-16,-6 0-15 15,-11 0 4-15,-6-6-24 16,0 0 13-16,-8-6-21 16,-13-2 14-16,-2-4-19 15,0-3 1-15,0-4-27 16,3-3-34-16,7-5-20 16,4-4-83-16,9-1-145 15,0 0-236-15</inkml:trace>
  <inkml:trace contextRef="#ctx0" brushRef="#br0" timeOffset="46470.48">24350 1998 1217 0,'0'0'134'0,"0"0"-17"16,94-14-73-16,-68 11-20 15,-5-3-18-15,-7 1-10 16,-10-3-51-16,-4-2-76 16,-8 1-224-16,-21-2-505 15</inkml:trace>
  <inkml:trace contextRef="#ctx0" brushRef="#br0" timeOffset="46629.08">24277 1842 1282 0,'0'0'66'0,"0"0"41"16,85-12-87-16,-50 6-7 15,0 2-23-15,-2 0-37 16,-7 0-135-16,-8 0-317 16</inkml:trace>
  <inkml:trace contextRef="#ctx0" brushRef="#br0" timeOffset="50334.13">25058 1758 423 0,'3'-2'67'16,"-1"1"49"-16,0-1 12 15,1 1-24-15,-1-2-3 16,-1 2 17-16,1-1-36 16,-2 2-3-16,0 0-24 15,0 0-2-15,-2 0-4 16,-11 0-24-16,-5 0-14 15,-5 3-16-15,-5 7 16 16,-2 2-18-16,0 2 18 16,2-1-19-16,3 2 17 15,5-2-18-15,8-2 14 16,7 0-10-16,5-3-2 16,0 0-10-16,19-1 8 15,9 2 14-15,6 0-12 16,5 1 15-16,2 1-17 15,-3 3 20-15,-6 1-17 16,-6 1 18-16,-12-1-15 16,-8 0 17-16,-6 2 8 15,0-2 13-15,-14-1 1 16,-9 1-7-16,-5-4-2 0,-1-2-23 16,0 0 18-16,-1-3-29 15,-1-6 19-15,6 0-37 16,4 0-9-16,5 0-43 15,7-4-39-15,6-8-90 16,3-1-137-16,0-2-303 16</inkml:trace>
  <inkml:trace contextRef="#ctx0" brushRef="#br0" timeOffset="50573.18">25249 1860 942 0,'0'0'171'0,"0"0"5"16,15 80-49-16,-11-46-69 16,1-1-19-16,-2-3-20 15,-1-5-13-15,-2-6-5 16,0-6-39-16,0-3-39 15,0-10-95-15,-6 0-147 16,-8-3-488-16</inkml:trace>
  <inkml:trace contextRef="#ctx0" brushRef="#br0" timeOffset="50723.36">25210 1632 1052 0,'0'0'47'0,"0"0"1"16,0 0-36-16,0 0-40 0,0 0-69 16,0 0-152-16,-25-34-214 15</inkml:trace>
  <inkml:trace contextRef="#ctx0" brushRef="#br0" timeOffset="51100.4">25445 1906 762 0,'0'0'172'0,"0"0"30"16,44 72-44-16,-34-56-50 15,-4-4-46-15,0-5 1 16,-1-1-34-16,-4-2 3 16,2-4-22-16,-1 0 5 15,-1 0-2-15,1-8-1 16,4-9-4-16,-2-6-14 15,0-3-9-15,5-2-24 16,-1 2 10-16,1 4-13 16,0 6 26-16,1 7-6 15,2 6 19-15,-2 3-7 16,3 7 6-16,-3 10 3 16,1 6 4-16,-1 4 12 15,-1-2 12-15,0 1 6 16,1-4-16-16,-4-3 8 15,0-5-32-15,-4-6 18 16,1-3-38-16,-3-5-32 16,0 0-76-16,0-3-154 15,-3-11-392-15</inkml:trace>
  <inkml:trace contextRef="#ctx0" brushRef="#br0" timeOffset="51402.38">25860 1556 1019 0,'0'0'126'0,"0"0"52"16,0 0-81-16,0 0-35 15,91-4-49-15,-80 4 0 16,0 0-22-16,-4-7-44 16,-5-1-96-16,-2-3-183 15,2-3-322-15</inkml:trace>
  <inkml:trace contextRef="#ctx0" brushRef="#br0" timeOffset="51587.22">26104 1423 1118 0,'0'0'110'0,"0"0"54"15,0 0-84-15,17 87-27 0,-9-60-39 16,0-2 2-16,1 2-27 15,0 0-25-15,3-6-86 16,-3-2-159-16,0-5-304 16</inkml:trace>
  <inkml:trace contextRef="#ctx0" brushRef="#br0" timeOffset="53068.86">26445 1455 83 0,'0'0'28'0,"0"0"52"0,0 0-6 16,-2-25 10-1,2 18 16-15,0-4-14 0,0 2-18 16,3 0 2 0,0 2-2-16,-2 0-2 15,1 4 19-15,-2 0-7 0,0 3 17 16,0 0-20-16,-4 9 8 16,-8 14-30-16,-1 9 2 15,-4 13-11-15,1 13 0 16,-4 7-22-16,1 4 6 15,0 4-12-15,2-2-1 16,7-3 0-16,4-8-1 16,6-5 7-16,0-6-10 15,15-7 9-15,8-4-18 16,4-8 16-16,0-4-20 16,1-7 15-16,-2-2-22 15,-9-8 13-15,-1-5-23 16,-7-2-29-16,-6-2-24 15,-3 0-62-15,0-8-108 16,0-6-234-16</inkml:trace>
  <inkml:trace contextRef="#ctx0" brushRef="#br0" timeOffset="53551.91">26673 1791 1029 0,'0'0'92'0,"0"0"32"0,0 0-29 16,0 0-23-16,79-42-32 16,-51 35-22-16,-3 2-4 15,-2 3-12-15,-3 2 5 16,-10 0-14-16,-4 11 14 16,-6 10-18-16,0 6 25 15,-12 3-15-15,-8 6 13 16,-2-1-13-16,0 2 4 15,4-3-1-15,8-4-3 16,4-3 4-16,6-4-9 16,0-7 13-16,16-1-12 15,7-7 16-15,9 0-18 16,1-5 18-16,-1-3-22 16,-2 0 7-16,-4 0-35 15,-10-7-51-15,-5-4-81 16,-9-1-71-16,-2 1-186 15</inkml:trace>
  <inkml:trace contextRef="#ctx0" brushRef="#br0" timeOffset="53853.57">27161 1826 1037 0,'0'0'76'0,"0"0"91"15,0 0-58-15,0 0-41 16,95 91-10-16,-67-66-10 16,4-2 3-16,-2-3-40 15,-3-2 6-15,-2-4-20 16,-3-4 13-16,-5-3-22 15,-4-4-29-15,-3-3-28 16,-4 0-6-16,0-4-67 16,-2-12-118-16,-1-3-134 15,-2-6-202-15</inkml:trace>
  <inkml:trace contextRef="#ctx0" brushRef="#br0" timeOffset="54031.42">27427 1826 882 0,'0'0'109'0,"0"0"64"16,-93 93-33-16,59-57-75 15,4-6-20-15,5-2-42 16,2-4 5-16,7-9-21 16,9-5-43-16,5-6-82 15,2-4-121-15,0-7-165 16</inkml:trace>
  <inkml:trace contextRef="#ctx0" brushRef="#br0" timeOffset="54637.34">27563 1467 583 0,'0'0'127'15,"0"0"50"-15,0 0-19 16,0 0-73-16,0 0 2 16,-2-5-46-16,4 5-19 15,9 0-8-15,5 0-1 16,-3 0-2-16,3 0-11 15,-4 0 7-15,-1 3-14 16,-7 2 10-16,-2 3-22 16,-2 1 5-16,0 1-4 15,0 3 24-15,0 0-10 16,0 1 5-16,7-2 5 16,3 0 6-16,3 2 9 15,0-2-6-15,-3-1 9 16,0-2-3-16,-8 4 7 0,-2-3-15 15,0 3 20-15,-16-1-19 16,0-1 1-16,-4-2-14 16,4 0-2-16,0-5-16 15,6-4-54-15,-3 0-72 16,4 0-139-16,-1-1-247 16</inkml:trace>
  <inkml:trace contextRef="#ctx0" brushRef="#br0" timeOffset="55288.4">27796 1230 401 0,'0'0'124'0,"0"0"14"16,0 0-39-16,0 0-44 16,5 4 3-16,14 18 57 15,7 9-13-15,4 10-16 16,8 12-12-16,2 8 24 16,2 2-41-16,-3 4 14 15,-4 0-33-15,-5 0 8 16,-7-4-11-16,-6-3 3 15,-8-5-7-15,-9 0-10 16,0-3-3-16,-9-6-13 16,-14-2 9-16,-4-8-17 15,1-5 16-15,-2-7-31 16,5-5-3-16,0-9-57 16,3-5-22-16,5-5-62 15,1 0-144-15,5-8-225 16</inkml:trace>
  <inkml:trace contextRef="#ctx0" brushRef="#br0" timeOffset="57158.66">24983 2791 743 0,'0'0'98'0,"0"0"48"0,0-3-56 15,0 20-41-15,0 7 2 16,0 6 36-16,0 7-42 16,0 1-17-16,0-1-4 15,8-4-15-15,6-6 14 16,0-5-15-16,7-6 15 16,2-2-21-16,0-9 16 15,-1-2-23-15,1-3 15 16,-3 0-13-16,2-12 2 15,-2-7-2-15,-3-2-6 16,-3-4-2-16,1-4-12 16,-5 3 18-16,-1 0-11 15,-3 3 15-15,-4 4-10 16,0 6 19-16,0 5-16 16,-2 4 14-16,0 4-8 15,0 0 11-15,0 4-3 16,0 8-4-16,3 6 10 15,3 3-16-15,2 4 17 16,2-1-7-16,5 1 13 16,-1-3-21-16,0 0 13 15,1-4-18-15,-1-3 12 16,-1-3-9-16,1-1-25 16,-4-5-45-16,4-4-73 0,-3-2-62 15,1 0-88-15,-4 0-214 16</inkml:trace>
  <inkml:trace contextRef="#ctx0" brushRef="#br0" timeOffset="57361.16">25685 2977 942 0,'0'0'102'15,"0"0"30"-15,0 0-59 16,0 0-53-16,94-7-14 16,-78 6-14-16,-3-2-73 15,-4-1-128-15,-8-2-217 16</inkml:trace>
  <inkml:trace contextRef="#ctx0" brushRef="#br0" timeOffset="57557.67">25633 2838 1032 0,'0'0'33'0,"0"0"11"16,0 0-39-1,0 0-9-15,107-19-62 16,-65 14-160-16,1 1-279 15</inkml:trace>
  <inkml:trace contextRef="#ctx0" brushRef="#br0" timeOffset="57989.31">26069 2816 992 0,'0'0'103'16,"0"0"37"-16,0 0-75 16,0 0-25-16,0 0-25 15,83-73 3-15,-54 67-18 16,-1 6 5-16,0 0-6 15,-5 2-1-15,-9 16 3 16,-2 5-5-16,-9 6 16 16,-3 4 0-16,0 3 9 15,-19 0-18-15,-1 0 17 16,1-1-21-16,2-4 17 16,4-5-16-16,7-3 7 15,6-5-1-15,0-4-2 16,10-4 2-16,11-3-8 15,6-2 9-15,2-5-13 16,3 0 13-16,-2 0-27 0,-3-9 0 16,-4-3-55-1,-4-3-55-15,-6 1-152 16,-4-3-237-16</inkml:trace>
  <inkml:trace contextRef="#ctx0" brushRef="#br0" timeOffset="58259.12">26552 2838 1061 0,'0'0'121'15,"0"0"16"-15,0 0-39 16,71 81-52-16,-43-57 0 15,6-1-18-15,-1-1-14 16,1-5-5-16,-1-3-10 16,-2-6-1-16,-2-2-47 15,-4-4-11-15,-2-2-62 16,-6 0-85-16,-3-5-81 16,-4-9-142-16</inkml:trace>
  <inkml:trace contextRef="#ctx0" brushRef="#br0" timeOffset="58443.12">26845 2838 868 0,'0'0'90'0,"0"0"88"16,-87 72-62-16,55-41-36 16,2 1-41-16,3-3-20 15,4-3-13-15,5-2-13 16,4-5-27-16,6-7-92 15,7-6-83-15,1-6-105 16,0 0-256-16</inkml:trace>
  <inkml:trace contextRef="#ctx0" brushRef="#br0" timeOffset="58992.48">27004 2562 539 0,'0'0'109'0,"0"0"52"15,0 0 14-15,0 0-48 16,0 0-5-16,1 0-56 16,12 0-14-16,6 0-21 15,-3-3-16-15,1 3-9 16,0 0-8-16,-7 0 2 15,-2 4-31-15,-8 7-2 16,0 4-27-16,0-1 40 16,-3 2-12-16,-3-1 33 0,2 2-9 15,4-3 13-15,0-1 0 16,0 1 10 0,13-1 14-16,1-1-11 0,-2 1 3 15,-2-4-1-15,-4-1 15 16,-6 2-25-16,0-2 17 15,-12 0-19-15,-8-1 11 16,0 0-28-16,-2-3-1 16,2 0-36-16,1-4-63 15,-1 0-127-15,-3 0-295 16</inkml:trace>
  <inkml:trace contextRef="#ctx0" brushRef="#br0" timeOffset="60412.39">23289 4074 728 0,'0'0'66'0,"0"0"86"0,0-24-23 15,0 10-46-15,0-1-7 16,-9-3-43-16,-5 2-4 15,-3-2-24-15,-5 5 12 16,-1 0-21-16,0 5 12 16,-2 6-19-16,2 2 13 15,2 0-3-15,5 16-2 16,5 11 4-16,4 10-8 16,6 9 12-16,1 5-5 15,0 8 20-15,14-1-10 16,4-1 27-16,0-2-15 15,1-3 16-15,-3-6-19 16,-2-6 1-16,-3-5-5 16,-6-2-9-16,-2-6 2 15,-1-4-11-15,-2-4 11 16,0-5-19-16,0-4 11 16,0-5-42-16,-8-2-26 15,-2-3-84-15,-3 0-128 16,-3-6-142-16</inkml:trace>
  <inkml:trace contextRef="#ctx0" brushRef="#br0" timeOffset="60599.53">22991 4441 945 0,'0'0'39'0,"0"0"62"15,0 0-51 1,83-12-54-16,-53 8 6 0,4 0-97 16,-3-6-156-16,-3-3-358 15</inkml:trace>
  <inkml:trace contextRef="#ctx0" brushRef="#br0" timeOffset="60860.33">23627 4017 1050 0,'0'0'10'15,"0"0"87"-15,0 0-27 16,-51 89-59-16,42-66-8 16,1-2-46-16,1-5-106 15,-1-5-160-15,5-7-366 16</inkml:trace>
  <inkml:trace contextRef="#ctx0" brushRef="#br0" timeOffset="61094.92">23877 4098 1161 0,'0'0'89'0,"-51"80"-3"15,28-33-48-15,5 3-33 16,4-10 6-16,2 1-19 15,4-2-7-15,7-3-73 16,1-6-51-16,0-6-93 16,0-4-102-16,9-7-240 15</inkml:trace>
  <inkml:trace contextRef="#ctx0" brushRef="#br0" timeOffset="61382.42">24007 4371 939 0,'0'0'116'0,"0"0"48"16,0 0-64-16,76 77-36 15,-50-59-15-15,-1 1-21 16,-3-6-23-16,-4-2 3 16,-4-4-17-16,-3-3-11 15,-5-4-66-15,-2 0-38 16,-2-1-121-16,-2-13-125 16,0-6-246-16</inkml:trace>
  <inkml:trace contextRef="#ctx0" brushRef="#br0" timeOffset="61543.41">24171 4346 917 0,'0'0'110'0,"0"0"37"16,-54 87-57-16,38-60-66 16,1-2-19-16,4-9-23 15,1-3-91-15,3-9-165 16,4-4-187-16</inkml:trace>
  <inkml:trace contextRef="#ctx0" brushRef="#br0" timeOffset="61861.94">24244 4044 882 0,'0'0'169'0,"0"0"3"15,66 109-80-15,-41-57-14 16,-4 2 6-16,-2 0-42 16,1-1 10-16,-4-5-22 15,-4-6 0-15,-3-5-6 16,-2-6-12-16,-5-6 0 15,-2-4-13-15,0-4 6 16,-2-5-32-16,-16-2-15 16,-5-4-63-16,-3-3-43 15,-2-3-195-15,1 0-469 16</inkml:trace>
  <inkml:trace contextRef="#ctx0" brushRef="#br0" timeOffset="62087.32">24866 4474 1192 0,'0'0'41'15,"0"0"105"-15,83-14-101 16,-63 13-19-16,-9-1-33 15,-6 1 17-15,-5-3-52 16,0-2-88-16,-5-2-236 16,-9-1-466-16</inkml:trace>
  <inkml:trace contextRef="#ctx0" brushRef="#br0" timeOffset="62260.3">24830 4295 1125 0,'0'0'60'16,"0"0"24"-16,0 0-88 15,85 0 7-15,-57 0-85 16,-4-4-177-16,-3-10-459 16</inkml:trace>
  <inkml:trace contextRef="#ctx0" brushRef="#br0" timeOffset="65432.51">23748 4546 617 0,'2'7'25'0,"-1"1"73"0,4 4-22 15,0 2 21-15,0 0-19 16,0-1-41-16,1 1-18 16,-1-3-16-16,1 0-1 15,-2-2-21-15,1 1-63 16,3-5-62-16,2 0-66 15,1-2-138-15</inkml:trace>
  <inkml:trace contextRef="#ctx0" brushRef="#br0" timeOffset="67620.75">26195 3842 812 0,'0'0'52'0,"3"0"53"0,1 4-4 16,2 15-16-16,4 9-12 15,4 9-11-15,1 6-23 16,1 4-5-16,0-2-24 15,-1-4 8-15,-1-10-24 16,-7-6 17-16,3-8-28 16,-7-7-22-16,-2-2-58 15,-1-5-73-15,0-3-110 16,-14 0-247-16</inkml:trace>
  <inkml:trace contextRef="#ctx0" brushRef="#br0" timeOffset="68202.16">25258 4379 689 0,'0'0'115'0,"0"0"18"0,0 0-20 15,0 0-40-15,0 0 13 16,59 6-8-16,1-6-13 16,23-3-11-16,24-13-15 15,18-2 4-15,20-2-27 16,8-1 10-16,1 5-21 15,1 0 15-15,-5 1-24 16,-8 1 12-16,-11 2-16 16,-11-1 8-16,-21 4 1 15,-17 1 2-15,-26 5 4 16,-21-1-5-16,-18 3 10 16,-14 1-16-16,-3 0 20 15,0-1-21-15,-5-2 18 16,1 3-38-16,-1-3-19 15,0 3-46-15,2-4-70 16,-1 1-131-16,-2-1-258 16</inkml:trace>
  <inkml:trace contextRef="#ctx0" brushRef="#br0" timeOffset="70016.39">25417 4946 392 0,'0'0'126'0,"0"0"29"16,17 25-19-16,-7-5-13 15,1 3-27-15,0 4 2 16,2 1-24-16,1 2-25 16,1-4-4-16,-1-1-16 15,0-3 1-15,1-3-16 16,-4-7 10-16,0-1-18 16,-2-4 15-16,-4-4-23 15,1-2 16-15,-3-1-19 16,0 0 8-16,-1-11 4 15,1-8-3-15,0-6-1 16,0-4-12-16,-3-6 3 16,0-2-13-16,0-1 14 15,0-1-25-15,-3 0 22 16,-3 4-13-16,-1 0 25 16,0 5-10-16,1 2 6 15,1 3 1-15,-1 6-2 0,3 1 4 16,0 5-7-16,0 0 11 15,3 3-13-15,-2 0 15 16,2 2-13-16,0 1 18 16,0 0-15-16,0 1 14 15,0 2-9-15,0 1 0 16,3 3 0-16,8-3-5 16,6 2 3-16,6 0-7 15,9-1 12-15,10 2-14 16,8-1 17-16,11 1-17 15,7-4 16-15,10 0-17 16,5 1 15-16,10-5-10 16,1 0 4-16,3 0 0 15,2 0 0-15,-2 1 3 16,-3 1-15-16,-6 1 17 16,-7 2-16-16,-9 0 20 15,-14 2-18-15,-11 1 25 16,-13 0-11-16,-14-3 12 15,-7 3-7-15,-9-1 2 16,-2 0 0-16,-2 1-8 16,0-2 5-16,0 2-14 15,0 0 9-15,0 0-37 16,0-1-35-16,-5-1-116 16,-6 2-105-16,-5-1-204 15</inkml:trace>
  <inkml:trace contextRef="#ctx0" brushRef="#br0" timeOffset="70621.78">25818 4909 785 0,'0'0'93'16,"0"0"30"-16,0 0 5 0,13 38-18 16,-4-12-26-1,-2 3-14-15,3 2-17 0,-4-4-29 16,0 2-4-16,-2-6-20 15,-1-6 10-15,-2-1-18 16,1-5 13-16,-2-3-47 16,0-4-9-16,3-2-58 15,1-2-73-15,1 0-121 16,0 0-179-16</inkml:trace>
  <inkml:trace contextRef="#ctx0" brushRef="#br0" timeOffset="70826.59">26178 5045 1035 0,'0'0'56'0,"0"0"53"15,88-18-38-15,-60 12-81 16,-3 6 26-16,-7-2-26 15,-3 2-88-15,-7 0-106 16,-7 0-136-16,-1 0-209 16</inkml:trace>
  <inkml:trace contextRef="#ctx0" brushRef="#br0" timeOffset="71318.72">26484 4946 793 0,'0'0'103'0,"0"0"39"0,0 0-63 16,0 0-25-16,7 88-7 15,-3-69-10-15,5-3-18 16,0-4 9-1,-2-4-22-15,2-4 17 0,1-1-26 16,-2-3 15-16,1 0-17 16,1 0 9-16,2 0-5 15,-2-8-2-15,1-3 3 16,1-5-6-16,0 1 8 16,-1 0-13-16,1 1 17 15,-5-1-18-15,0 6 21 16,-1 2-17-16,-5 6 16 15,1 1-14-15,-2 0 7 16,1 0 0-16,1 10-1 16,2 6 19-16,0 4-4 15,3 2 9-15,-1 0-15 16,0-1 19-16,3-3-20 16,-3-4 8-16,2-3-24 15,-2-3 13-15,1-4-38 16,-2-2-33-16,0-2-36 15,2 0-72-15,-2 0-89 16,-2-8-140-16</inkml:trace>
  <inkml:trace contextRef="#ctx0" brushRef="#br0" timeOffset="71663.31">26848 4856 956 0,'0'0'121'15,"0"0"26"-15,0 0-79 16,0 0-22-16,0 0-28 16,45 24-4-16,-45-9-7 15,0 0 18-15,0 2-23 16,0-2 15-16,0 0-21 15,-3-2 15-15,3-1-18 16,0-5 12-16,0-1 1 16,12 0 6-16,2-5-2 15,3-1-5-15,-4 0 3 16,3 0-15-16,0 0 0 16,-3-4-51-16,-2-3-50 15,-2-1-104-15,0 0-101 16,-2 0-340-16</inkml:trace>
  <inkml:trace contextRef="#ctx0" brushRef="#br0" timeOffset="72363.89">27477 4216 1285 0,'0'0'44'0,"0"0"23"0,0 0-59 16,0 0 9-16,-2 0-27 16,-1 0-14-16,3 0-79 15,0 0-140-15,0 0-260 16</inkml:trace>
  <inkml:trace contextRef="#ctx0" brushRef="#br0" timeOffset="73300.39">27931 4102 645 0,'0'0'17'16,"0"0"27"-16,0 0 40 16,0 0-45-16,-78-13 4 15,55 13-33-15,-2 0 6 16,-1 6-19-16,0 9 11 15,3 2-6-15,4 6 5 16,2 0 8-16,7 2-4 16,5 1 15-16,5-3 2 15,0-2 27-15,3-4-7 16,14-6 11-16,4-2-19 16,2-8 5-16,4-1-19 15,1 0-5-15,-3-15-17 16,-2-7-2-16,-3-6 2 15,-3-4-15-15,-4-6-4 16,-4-4-13-16,-3-2 11 16,-3-5-10-16,-3 0 25 15,0-1-21-15,0 2 28 16,-9 5-18-16,-3 7 11 16,-1 10-5-16,2 12 7 15,-1 11 4-15,4 3-7 0,2 24 10 16,6 14-2-16,0 6 22 15,0 7-3-15,4 4 22 16,12-2-22-16,0-3 6 16,1-5-31-16,1-6 8 15,0-8-5-15,2-5-1 16,-2-8-4-16,2-7-35 16,-2-4-15-16,-1-6-47 15,-3-1-61-15,1 0-64 16,-5-13-125-16</inkml:trace>
  <inkml:trace contextRef="#ctx0" brushRef="#br0" timeOffset="73688.82">28111 4078 687 0,'0'0'110'16,"0"0"13"-16,0 0-23 15,0 0-40-15,0 0 26 16,0 39-16-16,2-22-22 15,5 1-12-15,-1-1-10 16,4-3-7-16,0-2-11 16,0-5 6-16,3-1-15 15,2-6 12-15,-1 0-15 16,2 0 15-16,1 0-18 0,-1-11 12 16,0-1-15-1,-4-3 2-15,-2-2 3 16,-5 2-3-16,-2 2 7 15,-3-1-6-15,0 5 11 0,0 0-14 16,0 5 18-16,0 4-14 16,0 0 15-16,0 4-21 15,2 10 7-15,5 0 14 16,5 5-2-16,5-3 0 16,-1 1-7-16,4-7 3 15,-1 0-16-15,-3-2-17 16,1-1-85-16,-7 1-76 15,-5-1-125-15,-5 1-281 16</inkml:trace>
  <inkml:trace contextRef="#ctx0" brushRef="#br0" timeOffset="73997.12">27775 4421 829 0,'0'0'81'0,"0"0"76"15,91 0-34-15,-35 0-11 16,12-3-36-16,6-4-20 15,2 2-23-15,1 1-24 16,-5 0-2-16,-10-1-14 16,-11 4-8-16,-11 0-61 0,-11 1-28 15,-10 0-91-15,-13 0-67 16,-6 2-120-16</inkml:trace>
  <inkml:trace contextRef="#ctx0" brushRef="#br0" timeOffset="74617.36">28071 4789 788 0,'0'0'82'16,"0"0"53"-16,0 0-59 15,0 0-32-15,0 0-5 16,-84 7-5-16,65 8-15 16,3 2 13-16,2 2-20 15,7 0 16-15,2 2-19 16,5-2 8-16,0-2-1 15,5-1-4-15,7-3 4 16,6-2 0-16,1-8 5 16,0-3-17-16,-2 0 9 15,2-1-19-15,-2-14 19 16,1-7-27-16,-4-5 16 16,-2-4-23-16,0-5 11 15,-4-5-3-15,-7 1-3 0,-1-2 3 16,0 2-4-16,0 8 13 15,-1 4-5-15,-5 12 17 16,-2 8-15-16,2 8 20 16,3 0-24-16,0 20 14 15,1 7-7-15,2 5 10 16,0 3 10-16,0 1 2 16,12-3 8-16,4-2-5 15,-2-5 5-15,3-4-13 16,1-5 4-16,-2-4-23 15,1-5 17-15,-2-4-28 16,0-4-11-16,0 0-56 16,-1-2-53-16,-2-11-78 15,-3-3-113-15,-2-5-182 16</inkml:trace>
  <inkml:trace contextRef="#ctx0" brushRef="#br0" timeOffset="74833.41">28325 4686 690 0,'0'0'116'0,"0"0"68"16,0 0-27-16,80 35-49 15,-57-14-10-15,0 1-34 16,-4-1-14-16,1-2-29 16,-2-3 2-16,0-1-24 15,-4-5 8-15,-2-4-8 16,-2-4-12-16,0-2-30 15,-4 0-40-15,0-2-36 0,-3-10-80 16,-2-4-85-16,-1-6-106 16</inkml:trace>
  <inkml:trace contextRef="#ctx0" brushRef="#br0" timeOffset="74991.41">28546 4688 782 0,'0'0'101'0,"0"0"36"16,-79 76-16-16,47-44-19 15,-1-1-56-15,5-2-8 16,5-6-42-16,6-7 11 16,4-4-73-16,4-5-114 15,6-7-122-15,2 0-223 16</inkml:trace>
  <inkml:trace contextRef="#ctx0" brushRef="#br0" timeOffset="75836.5">29518 4243 825 0,'0'0'126'0,"0"0"53"16,61 75-62-16,-38-34-22 16,-4-2-26-16,-6 0 3 15,-6-2-46-15,-4-3 3 16,-3-7-22-16,-6-6 3 16,-14-4-5-16,-9-5-5 15,-6-2-2-15,-8-9-37 16,-2-1-23-16,-1 0-76 15,1-19-56-15,6-11-183 16</inkml:trace>
  <inkml:trace contextRef="#ctx0" brushRef="#br0" timeOffset="75992.07">29496 4028 1249 0,'0'0'67'15,"0"0"21"-15,0 0-41 16,0 0-42-16,0 0-11 16,0 0-22-16,-36-5-53 15,32 12-97-15,4 1-204 16,0 0-368-16</inkml:trace>
  <inkml:trace contextRef="#ctx0" brushRef="#br0" timeOffset="76638.56">29830 4133 619 0,'0'0'118'0,"0"0"2"16,0 0-5-16,0 0-51 15,0 0 13-15,1 42-17 16,5-16 4-16,2 1-18 16,0 1-19-16,5-4-2 15,0-2-3-15,0-4 13 16,3-6-16-16,-2-4 3 16,2-2-23-16,0-6 19 15,2 0-23-15,2-6 16 16,-1-9-27-16,1-4 4 15,-3-5-12-15,-2-2 0 16,-4 0-1-16,-7 0 11 16,-1 3 9-16,-3 2-6 15,0 7 17-15,0 5-9 16,0 5 23-16,-4 4-21 16,2 0 11-16,1 13-15 15,1 7 18-15,0 3 4 16,0 0 4-16,9 2 2 15,4-2-10-15,4-1 5 0,-1-3-18 16,0-2 11-16,1-1-20 16,1-4 12-1,-4-3-44-15,0-1-17 0,0-5-46 16,-3-2-80-16,-1-1-111 16,-3 0-256-16</inkml:trace>
  <inkml:trace contextRef="#ctx0" brushRef="#br0" timeOffset="76844.32">30483 4245 1046 0,'0'0'39'15,"0"0"100"-15,0 0-97 16,82-20-1-16,-63 19-27 15,-2 0-13-15,-7-1-41 16,-4 1-70-16,-6 1-100 16,0-3-112-16,-7 2-267 15</inkml:trace>
  <inkml:trace contextRef="#ctx0" brushRef="#br0" timeOffset="77026.14">30399 4127 957 0,'0'0'74'0,"0"0"16"15,0 0-56-15,0 0-22 16,101-12-21 0,-70 11-52-16,-5-3-156 0,-2 0-292 15</inkml:trace>
  <inkml:trace contextRef="#ctx0" brushRef="#br0" timeOffset="77950.13">30773 4015 930 0,'0'0'128'15,"0"0"-24"-15,0 0-32 16,0 0-28-16,68-39-24 16,-42 34 7-16,0 5-33 15,-3 0 21-15,-7 5-22 16,-6 15 2-16,-10 8 9 15,0 3 5-15,-2 5 1 16,-15 0-1-16,1 0 19 16,-2-3-20-16,4-2 18 0,6-2-21 15,5-6 20 1,3-4-26-16,0-3 14 16,13-3-15-16,6-6 7 0,5-5 1 15,5-2-4-15,3 0-1 16,1 0-25-16,-1-5-39 15,-3-3-77-15,-5-4-118 16,-6 3-197-16</inkml:trace>
  <inkml:trace contextRef="#ctx0" brushRef="#br0" timeOffset="78331.38">31264 4063 692 0,'0'0'102'0,"0"0"89"16,0 0 1-16,0 0-64 16,0 0-29-16,100 92-43 15,-70-69 0-15,1 1-32 16,-1-2 10-16,-3-3-30 16,-2-2 11-16,-4-2-20 0,-5-6 7 15,-3-2-8 1,-7-3-27-16,-3-3-22 0,-3-1-28 15,0 0-34-15,0-7-98 16,0-7-118-16,-1-8-238 16</inkml:trace>
  <inkml:trace contextRef="#ctx0" brushRef="#br0" timeOffset="78516.73">31536 4066 896 0,'0'0'87'0,"-73"80"74"16,30-34-41-16,4 1-39 16,1-6-49-16,7-6-22 15,5-10-7-15,6-6-19 16,8-8-26-16,6-7-95 16,6-4-76-16,0-8-144 15</inkml:trace>
  <inkml:trace contextRef="#ctx0" brushRef="#br0" timeOffset="79099.31">31627 3770 625 0,'0'0'97'0,"0"0"14"15,0 0 17-15,0 0-37 16,0 0 0-16,4 0-21 16,6 0-4-16,3 0-31 15,2-3-14-15,3 2-11 16,2 0-8-16,-1 1 2 16,-3 0-12-16,-6 0 14 15,-1 0-34-15,-7 9 3 16,-2 2-26-16,0 2 30 15,-6 4 10-15,-6 1 18 16,-1-1-9-16,4 2 6 16,5-3 6-16,4 1 2 15,0-2 14-15,4-1 1 16,12 0 4-16,-4-2-23 16,-2-3 16-16,-3 3-26 15,-7-3 14-15,0 3-18 16,-17 0 29-16,-9 2-25 15,-6-1 2-15,-4-4-24 16,1-1-35-16,-1-4-66 16,-3-4-137-16,5 0-236 15</inkml:trace>
  <inkml:trace contextRef="#ctx0" brushRef="#br0" timeOffset="80485.56">30180 3649 182 0,'0'0'18'0,"0"0"52"15,0 0 4-15,-99 17-21 16,70-4-18-16,-1 0-8 16,-3 5 16-16,-2 2 13 15,-1 3-24-15,0 2 13 16,1 3-20-16,1 3 10 16,-1 1-28-16,3 3 14 15,2 2-10-15,3 5 14 16,2 2-20-16,2 3 2 15,7 4-2-15,-1 2-2 16,8 0-1-16,0-1-4 16,5-1 7-16,4-3-11 15,0-1 13-15,0-6-13 0,12-2 12 16,6-5-14-16,4-2 9 16,4-6-2-16,6-3 0 15,5-1 2-15,15-9-5 16,13-2 4-1,16-7 1-15,16-4 15 0,11 0-19 16,5 0 11-16,2-8-18 16,-2-2 5-16,-3 1-19 15,-9 1-7-15,-3-3-11 16,-7 1 17-16,-3-2-4 16,-1-3 16-16,-5 0 14 15,2-2-7-15,-3-4 6 16,1-1-11-16,0-5 18 15,-1 2-36-15,2-2 21 16,-5 0 3-16,-5-1 10 16,-5-3 3-16,-6 0 3 15,-5-2 5-15,-11-1 48 16,-6-3 9-16,-7-2-8 16,-4-4 13-16,-10 0-15 15,-2-4 16-15,-8-2-39 16,-6-4-2-16,-3 0-22 15,0-2 2-15,-12 3 0 16,-12-2-4-16,-9 4-11 16,-9 0-8-16,-13 3 3 15,-10 3-15-15,-13 3 4 16,-13 4-11-16,-12 6 37 16,-11 6-20-16,-8 9 15 15,-11 7-13-15,-9 9 9 16,-2 0-3-16,-4 21-1 15,1 16-1-15,4 9-5 16,13 9 7-16,17 4-52 16,21 1-6-16,20-6-40 15,27-8-34-15,21-7-123 0</inkml:trace>
  <inkml:trace contextRef="#ctx0" brushRef="#br0" timeOffset="81967.32">29522 4212 582 0,'0'0'96'0,"0"0"-23"15,0 0 7-15,0 7 2 0,6 9 12 16,1 6-11-16,1 5-21 15,2 3 15 1,-3 2-30-16,-3-1 6 0,2 1-18 16,-3-4 11-16,-1-1-29 15,-2-6 15-15,0 0-19 16,0-3 6-16,-2-3-6 16,-7-2 0-16,-1-1-2 15,-4-1-7-15,1-2 7 16,-3 2-14-16,0-3 13 15,0 3-19-15,2-2 21 16,-1-1-22-16,5 1 19 16,0-2-16-16,4-2 9 15,3-1-2-15,2-3-2 16,1 1 4-16,0-2-6 16,0 0 7-16,0 0-17 15,10 0 18-15,0 0-5 16,2-6 16-16,3-1-22 15,-3-3 18-15,2 1-13 16,-3-7 6-16,-1 1 1 16,1-4-3-16,1-5 2 15,-2-5-10-15,3-6 13 16,-3 2-14-16,0-2 16 16,0 3-18-16,-4 3 20 15,0 5-19-15,-3 5 15 16,-3 4-11-16,0 2 6 15,0 6 0-15,0 0-8 16,0-2 17-16,-3 6-15 16,-3-1 13-16,0-2-19 0,2 3 22 15,1 0-23 1,-3-1 23-16,4 2-22 0,-1 0 16 16,0 1-8-1,0 0 0-15,0-1 4 16,3 2-5-16,-3 0 7 0,3 0-12 15,0 0 15-15,-2 0-19 16,2 0 24-16,0 0-25 16,0 0 22-16,0 0-18 15,0 0 12-15,0 0-4 16,0 0 0-16,0 0 4 16,0 0-10-16,0 0 17 15,0 0-17-15,0 0 16 16,0 0-19-16,-1 0 24 15,-2 0-29-15,-4 0-4 16,-2-2-61-16,-2-3-76 16,-5-2-116-16,-3 1-293 15</inkml:trace>
  <inkml:trace contextRef="#ctx0" brushRef="#br0" timeOffset="82637.75">29434 3999 658 0,'0'0'98'0,"0"0"48"16,0 0-20-16,56-24-45 15,-44 20-24-15,-3 4-25 16,-5 0 0-16,-2 0-27 15,-2 0 18-15,0 12-1 16,-9 3 23-16,-7 1-34 16,-3-2 5-16,1 0-9 15,3-5 1-15,5-1 2 16,4-8-6-16,5 0 11 16,1 0-1-16,0 0 16 15,3-12-27-15,11-3 13 16,5-3-23-16,0 3 18 15,1 0-16-15,0 7 11 16,0 4-10-16,-3 4 12 16,-5 0-3-16,-3 3-2 15,-2 9 11-15,-7 3-15 16,0 1 24-16,-7 2-13 16,-6-3 23-16,-4-1-32 15,2-5 15-15,1-1-16 16,8-8 8-16,0 0 2 15,6 0 2-15,0-12-5 16,0-2-13-16,0 0 5 16,0-1-27-16,0 1 10 15,0 4-36-15,0 3-5 0,3 6-71 16,-1 1-38-16,-1 0-140 16,-1 1-153-16</inkml:trace>
  <inkml:trace contextRef="#ctx0" brushRef="#br0" timeOffset="84825.77">25035 6711 875 0,'10'0'60'0,"8"0"85"16,2-1 1-16,7-6-50 16,-1-1-45-1,2 1-21-15,-2 2-22 0,-5 1-8 16,-8-1-1-16,-2 3-48 15,-4 0-59-15,-7 1-118 16,0-1-121-16</inkml:trace>
  <inkml:trace contextRef="#ctx0" brushRef="#br0" timeOffset="84987.83">25076 6550 929 0,'0'0'61'16,"0"0"43"-16,0 0-67 16,94-33-45-16,-54 21-74 15,5-4-154-15,5 0-321 16</inkml:trace>
  <inkml:trace contextRef="#ctx0" brushRef="#br0" timeOffset="85646.38">27060 5978 782 0,'0'0'66'0,"0"0"78"15,0 0-10-15,0 92-21 16,0-49-43-16,15 1-24 0,3 1-31 16,0-9-1-1,2-1-20-15,-6-8 10 0,1-3-45 16,-5-5-47-16,-3 1-87 16,-3-7-105-16,-4-1-191 15</inkml:trace>
  <inkml:trace contextRef="#ctx0" brushRef="#br0" timeOffset="86204.79">26269 6592 407 0,'0'0'103'0,"0"0"23"16,0 0-24-16,0 0 6 16,0 0 21-16,-23 5-24 15,43-5-14-15,13 0-13 16,12 0 14-16,14-4-47 16,19-4 4-16,16-2-28 15,18-1 7-15,17 1-13 16,14-3-3-16,16 0-2 0,8 0-6 15,5 0 6 1,-4 4-13-16,-6 2 18 16,-11-2-22-16,-12 3 26 0,-18 2-24 15,-20 0 29-15,-17 0-30 16,-24 0 16-16,-19 2-9 16,-18-1-1-16,-14 0 3 15,-9 2-7-15,0-3-3 16,-19 0-24-16,3 0-17 15,-4-1-64-15,1 1-36 16,-1 0-143-16,0 1-214 16</inkml:trace>
  <inkml:trace contextRef="#ctx0" brushRef="#br0" timeOffset="87908.53">26540 7245 615 0,'0'0'103'0,"0"0"30"16,0 0-45-16,27 58-21 15,-19-39-1-15,-1 6-10 16,2-1-10-16,1 2-27 15,-2-1 18-15,3-1-33 16,1 0 10-16,2-2-18 16,-2-5 12-16,0-2-6 15,0-4 7-15,-2-3 1 16,-5-2-4-16,0-4-1 16,1-2 1-16,-3 0 15 15,0-1-17-15,1-10 15 16,0-5-26-16,-1-6 17 15,-2-2-18-15,-1-8 8 16,0-2-13-16,0-4-4 16,0-3 2-16,0 0-2 15,0-3 10-15,-6 5-6 16,0 2 13-16,-2 3-14 16,1 3 24-16,0 3-19 15,-3 4 17-15,2 4-13 16,3 1 7-16,-1 4 2 15,0 2 0-15,2 4 8 16,1-1-4-16,2 2 3 16,-1 1-9-16,2 1 12 15,0 1-17-15,0 0 19 0,0-1-20 16,2 2 11-16,9 0-10 16,-1 0 4-16,5 0-1 15,2 0-1-15,1 1 4 16,2-1-7-16,2 1 10 15,3 3-13-15,4-1 17 16,3 1-15-16,1 0 16 16,6 0-20-16,2 0 16 15,2 0-11-15,-1 0-2 16,2-3 13-16,0 2-8 16,2-2 4-16,-3-1-10 15,1 1 12-15,2 0-10 16,-1-1 14-16,-1 2-17 15,0-2 18-15,2-1-17 16,-1 1 12-16,1 0-7 16,-1 1 2-16,2 2 1 15,0-1-2-15,0 2 5 16,1-2-10-16,1 0 16 16,-3 0-19-16,2-1 23 15,-6-1-22-15,1 1 21 16,-7 0-16-16,-1 0 9 15,-4 0-6-15,-3 2-2 16,-4-2 7-16,0 3-6 16,-4 0 7-16,1 0-8 15,0-3 15-15,-1 3-19 16,3-1 21-16,0 1-17 16,0-3 28-16,3 3-19 15,-1 0 5-15,1-1-1 0,-3 1-5 16,-4 0 1-16,-1 0-9 15,-2 0 8-15,-1 0-13 16,-1 0 18-16,1 0-15 16,-2 0 19-16,-3 0-23 15,0 0 19-15,-4 0-15 16,-5 0 6-16,-1 0-2 16,0 0-44-16,-20 0-47 15,-5 0-161-15,-9-3-296 16</inkml:trace>
  <inkml:trace contextRef="#ctx0" brushRef="#br0" timeOffset="88923.51">26978 7144 710 0,'0'0'85'0,"0"0"42"15,-6 0 31-15,6 12-63 16,0 10 16-16,0 9-25 15,0 7-21-15,6 4-26 16,1 0 10-16,6-4-28 16,-4-4 2-16,1-6-9 15,-3-5-10-15,0-4 0 16,-1-3-7-16,-3-5-2 16,0-3-47-16,0-1-2 15,-2-4-59-15,4-3-56 16,3 0-126-16,-2 0-94 15</inkml:trace>
  <inkml:trace contextRef="#ctx0" brushRef="#br0" timeOffset="89146.27">27417 7355 1086 0,'0'0'124'0,"0"0"-45"15,76-10-62-15,-55 7-24 16,-4 1-4-16,-4 0-102 16,-3-1-150-16,-4-3-259 15</inkml:trace>
  <inkml:trace contextRef="#ctx0" brushRef="#br0" timeOffset="89709.33">27964 7015 838 0,'0'0'45'0,"0"0"96"15,0 0 0-15,-86 82-63 16,57-39 5-16,3 3-42 16,5 3 10-16,6 0-32 15,9-1 12-15,6-2-18 16,3-3-1-16,20-4-1 16,7-3-5-16,2-7 2 15,4-4-11-15,-1-7 11 16,-1-8-28-16,-3-6-12 15,-1-4-92-15,-7 0-110 16,-10-12-274-16</inkml:trace>
  <inkml:trace contextRef="#ctx0" brushRef="#br0" timeOffset="90441.89">28099 7237 629 0,'0'0'96'15,"0"0"7"-15,0 0 10 16,0 0-25-16,0 0-15 16,15 5 16-16,3-2-26 15,2-1-11-15,3 2-32 16,-4 3 4-16,-2-1-25 16,-5 4 13-16,-4 3-21 15,-6 3 17-15,-2 3-10 16,-2 5 14-16,-12 3-10 15,-2 0 3-15,-1 1 3 16,2-2-4-16,5-5 5 16,9-1-11-16,1-6 11 0,0 0-16 15,17-5 25-15,4-2-20 16,6-5 21-16,2-1-24 16,1-1 9-1,-1 0-10-15,-3-4-24 0,-5-6-25 16,-6 0-51-16,-1-2-73 15,-7 2-95-15,-2-1-103 16</inkml:trace>
  <inkml:trace contextRef="#ctx0" brushRef="#br0" timeOffset="90726.49">28562 7278 961 0,'0'0'135'0,"0"0"24"16,69 68-58-16,-36-39-29 16,2 1-37-16,0-4 6 15,-3-3-34-15,-5-4 8 16,-7-5-22-16,-7-4 11 15,-4-3-27-15,-6-6-25 16,-3-1-34-16,0 0-50 16,0-1-82-16,-9-13-176 15,-1-3-233-15</inkml:trace>
  <inkml:trace contextRef="#ctx0" brushRef="#br0" timeOffset="90925.55">28769 7264 891 0,'0'0'99'16,"-70"74"94"-16,31-30-82 15,-1-1-42-15,4-4-40 16,7-6-3-16,6-6-22 16,8-6-10-16,8-8-27 15,5-7-56-15,2-6-72 16,0 0-115-16,8-14-154 15</inkml:trace>
  <inkml:trace contextRef="#ctx0" brushRef="#br0" timeOffset="91692.82">28793 7050 471 0,'0'0'130'16,"0"0"-9"-16,0 0 2 15,0 0-34-15,0 0 12 16,27 0-12-16,-9 0-15 16,2 0-30-16,-3 0-29 15,-2-1-8-15,-6 1-11 16,-4 0 11-16,-5 0-17 16,0 1-8-16,-4 10-12 15,-6 2 28-15,-3-1-26 16,3 2 23-16,4-1-6 15,6-2 10-15,0-2 1 16,0 2 5-16,14-1 21 16,1 1-9-16,2 2 16 15,-4-2-4-15,-4 0 19 16,-6 1-16-16,-3-1 20 16,0-2-37-16,-12 0 3 15,-1-3-19-15,-4-2 4 16,2-4-17-16,1 0-52 0,4 0-68 15,-3 0-167-15,3-12-250 16</inkml:trace>
  <inkml:trace contextRef="#ctx0" brushRef="#br0" timeOffset="92176.79">29033 6970 711 0,'0'0'39'15,"0"0"62"-15,0 0 18 16,0 0 3-16,84 55-26 16,-50-23 3-16,4 6-33 15,-2 7 6-15,0 4-30 16,-4 3 1-16,-6 2-9 15,-13-3 3-15,-6-2 0 16,-7-3-9-16,0-4 3 16,-7-5-26-16,-9-3 13 0,-3-5-25 15,0-5 23-15,-4-2-30 16,0-5 4 0,0-8-44-16,4-5-27 0,-1-4-28 15,4 0-83-15,2-19-140 16,5-8-258-16</inkml:trace>
  <inkml:trace contextRef="#ctx0" brushRef="#br0" timeOffset="92644.42">29323 6963 798 0,'0'0'75'0,"0"0"41"16,0 0 5-16,0 0-51 15,0 0-17-15,68-16-25 16,-51 16 15-16,-5 4-25 16,-2 9 13-16,-9 6-25 0,-1 4 22 15,0 0-2-15,-7 1-7 16,-3-3 4-1,3-2-13-15,4-2 7 0,3-5-18 16,0-3 17-16,10-4-19 16,10-4 22-16,6-1-24 15,-1 0 11-15,1 0-24 16,0-9-18-16,-3-5-61 16,-7-1-104-16,-6-2-167 15</inkml:trace>
  <inkml:trace contextRef="#ctx0" brushRef="#br0" timeOffset="93630.34">28526 6829 388 0,'0'0'70'15,"0"0"66"-15,0 0-28 16,0 0-41-16,27-7 1 15,-14 6-5-15,5 1 7 16,2 0 13-16,6 0-24 16,4 0-11-16,-1-3-6 15,-1 2-27-15,2-1 3 0,-1 1-19 16,-3 1 17 0,3-1-10-16,1-1 25 15,2 1-14-15,1-3 0 16,5 0-1-16,0-1-7 15,3 0 4-15,-2-1-12 0,0 1 11 16,-2 1-18-16,-2-2 21 16,-3 4-14-16,0 0 17 15,-3-2-14-15,-2 4 16 16,-4-4-6-16,-1 2-4 16,1 0 1-16,-6 1-3 15,-1 0 11-15,0-1-9 16,-6 1 8-16,2 1-21 15,-4-1 18-15,-2 1-23 16,-3 0 19-16,0 0-19 16,-2 0 9-16,-1 0-5 15,0 0-24-15,0 0-33 16,-1 0-73-16,-11 0-140 16,-2 0-350-16</inkml:trace>
  <inkml:trace contextRef="#ctx0" brushRef="#br0" timeOffset="94685.62">29804 6349 339 0,'0'0'101'0,"0"0"62"16,0 0-39-16,-23 4-35 15,14-3 8-15,-1 1-12 16,6-2-3-16,-2 0-12 16,6 0 13-16,0 0-30 15,0 0 12-15,6 0-40 16,11-3-5-16,2-3-14 15,1 1 12-15,-1 2-6 16,-5 1-6-16,-2 2 0 16,-8 0-8-16,-4 0 7 15,0 6-10-15,-11 5 31 16,-4 2-21-16,-5-1 15 16,1-3-26-16,2-2 16 15,5-3-26-15,4-4-4 16,5 0-33-16,3-8-85 0,0-7-139 15,14-2-251 1</inkml:trace>
  <inkml:trace contextRef="#ctx0" brushRef="#br0" timeOffset="98653.41">30513 5853 469 0,'0'-10'118'0,"2"1"52"16,-2 3-36-16,0 3-7 16,0 3-20-16,0 0-30 15,-13 2-21-15,-2 17-24 16,-5 5 12-16,-6 12-12 16,1 12 25-16,-4 6-35 15,5 5 3-15,2 1-21 16,9-1 8-16,7-3 5 15,6-5-6-15,6-5 0 16,20-2-10-16,6-8 12 0,4-2-18 16,2-9 18-1,-2-4-21-15,-6-5 14 0,-4-6-47 16,-7-3-9-16,-8-4-42 16,-6-3-71-16,-5 0-130 15,0 0-128-15</inkml:trace>
  <inkml:trace contextRef="#ctx0" brushRef="#br0" timeOffset="99173.31">30864 6000 884 0,'0'0'41'16,"0"0"44"-16,0 0 6 16,0 0-35-16,-60 87 20 15,48-43-45-15,3-1-3 16,4 1-20-16,5-2-2 15,0-6-1-15,1-5 3 16,13-7 4-16,5-5-10 16,4-6 11-16,3-5-8 15,0-6 10-15,2-2-22 0,-1 0 18 16,-4-5-25-16,-1-7 10 16,-2-3-18-1,-4 0 7-15,-6 0 5 0,-3 3 0 16,-7-1 9-1,0 3-4-15,0 3 12 0,-6 3-14 16,-8 1 16-16,-5 3-18 16,-2 0 22-16,-4 1-19 15,-2 9 19-15,2 5-10 16,3-3-1-16,5 2 0 16,4-3-4-16,7 0-8 15,2-3-70-15,4-4-86 16,0-4-102-16,13 0-160 15</inkml:trace>
  <inkml:trace contextRef="#ctx0" brushRef="#br0" timeOffset="99510.68">31320 6088 989 0,'0'0'141'0,"0"0"34"16,0 0-89-16,71 90-9 15,-45-62-39-15,0-1-6 16,2 0-17-16,-2-2-12 15,-6-5 1-15,0-1-6 16,-1-5 9-16,-8-3-23 0,1-4-3 16,-3-2-47-16,-4-3-10 15,1-2-76 1,-1 0-56-16,-4-3-79 0,-1-12-244 16</inkml:trace>
  <inkml:trace contextRef="#ctx0" brushRef="#br0" timeOffset="99711.97">31516 6122 937 0,'0'0'128'16,"0"0"28"-16,-110 107-43 15,76-70-74-15,7-3-11 16,5-6-32-16,6-7 15 15,8-6-36-15,5-6-47 16,3-7-96-16,0-2-110 16,11-3-85-16</inkml:trace>
  <inkml:trace contextRef="#ctx0" brushRef="#br0" timeOffset="100069.48">31554 5821 1122 0,'0'0'30'16,"0"0"123"-1,0 0-59-15,0 0-53 0,81-3-14 16,-68 16-20-16,-10 6-1 15,-3 1-14-15,0 3 21 16,-6 2-21-16,-7-1 23 16,3-2-26-16,4-5 22 15,1-2-17-15,5-6 8 16,0-2-1-16,14-3 0 16,9-4 7-16,6 0-6 15,1 0 7-15,2-4-17 16,-3-7 1-16,-3 2-54 15,-6-2-39-15,-4 0-134 16,-9 0-205-16</inkml:trace>
  <inkml:trace contextRef="#ctx0" brushRef="#br0" timeOffset="100468.67">31826 5557 1031 0,'0'0'16'0,"0"0"129"0,62 93-16 15,-22-38-34 1,2 9-30-16,7 5-7 0,-4 6-21 16,-2 0 21-16,-8 1-18 15,-8-2 15-15,-7 1-36 16,-12-7 13-16,-8-6-4 16,0-6-9-16,-8-8-14 15,-12-9-6-15,-4-7-7 16,-2-6-49-16,0-10-9 15,-1-7-40-15,2-5 2 16,6-4-98-16,-1 0-134 16,4-9-145-16</inkml:trace>
  <inkml:trace contextRef="#ctx0" brushRef="#br0" timeOffset="102747.95">25502 9281 837 0,'3'0'95'0,"8"0"43"15,4 1-23-15,3-1-21 16,3 0-40-16,-1 0-24 16,1 0-21-16,-3 0-9 15,0-4-19-15,-1-6-80 16,-3-2-108-16,-7-3-186 16</inkml:trace>
  <inkml:trace contextRef="#ctx0" brushRef="#br0" timeOffset="102919.87">25529 9154 894 0,'0'0'87'16,"0"0"-49"-16,0 0 16 0,0 0-51 15,93-28-32-15,-56 19-88 16,5-5-182-16</inkml:trace>
  <inkml:trace contextRef="#ctx0" brushRef="#br0" timeOffset="103602.59">27580 8558 839 0,'0'0'66'0,"0"0"102"15,10 86-38-15,-3-43-78 16,2 2-4-16,1-3-34 15,-1-3 0-15,-1-6-19 16,1-5-16-16,-6-2-63 16,-3-4-102-16,0-3-107 15,-13-2-211-15</inkml:trace>
  <inkml:trace contextRef="#ctx0" brushRef="#br0" timeOffset="104005.95">26672 9158 702 0,'0'0'124'0,"124"-13"73"0,-24-3-68 16,25-4-9-16,24-2-52 15,20-1-16-15,14 2-28 16,9 2-6-16,5 3-2 16,2 4-5-16,-4 1-3 15,-7 1-9-15,-9-1 28 16,-16 2-20-16,-13-2 9 15,-18-1-23-15,-24-2 21 16,-23 0-24-16,-27 3 9 16,-27 4-20-16,-25 2 1 15,-6 2-86-15,-30 3-40 16,-16 0-72-16,-6 0-166 16,-6 6-219-16</inkml:trace>
  <inkml:trace contextRef="#ctx0" brushRef="#br0" timeOffset="105571.67">26706 9920 546 0,'0'0'42'0,"0"0"92"16,0 0-26-16,19 54-5 16,-10-25-2-16,1 3-16 15,6 4-27-15,0-1-6 16,1-2-28-16,3-4 7 15,-3-3-13-15,4-5 2 16,-2-5 2-16,-2-4-7 16,-2-4-1-16,-3-1-13 15,-3-7 11-15,1 0-20 16,-6 0 23-16,-1-4-20 16,-2-11 17-16,-1-4-19 0,0-5 7 15,0-8-3 1,-1-3 1-16,-9 0-1 0,0-5-7 15,0-1 13 1,0 0-13-16,0 4 15 0,1 3-19 16,0 4 22-16,1 3-19 15,-1 4 19-15,3 2-16 16,2 3 9-16,-2 1 0 16,2 3-2-16,1 2 4 15,1-1-8-15,1 1 10 16,1 1-12-16,0-1 17 15,0 3-17-15,6-2 19 16,8-1-22-16,1 2 19 16,8 0-13-16,3 0 6 15,4 4 0-15,6-1-1 16,5 1 4-16,8 0-8 16,2 1 10-16,5-1-14 15,6-2 17-15,4 0-18 16,3-1 19-16,7 2-20 15,4-2 16-15,7-2-11 16,4-1 5-16,1 1 3 16,4-1-5-16,2-2 5 15,2-1-12-15,1-1 14 16,0 1-18-16,3-2 29 16,-1-1-21-16,-1 2 24 15,-7-1-4-15,-2 3 13 16,-5 0-23-16,-7 0 5 15,-8 5-1-15,-8 1-2 16,-9 1 7-16,-12 4-14 16,-11 2 14-16,-10 1-20 15,-11 0 21-15,-5 0-22 0,-7 0 22 16,0 0-21-16,0 0 21 16,0 0-13-16,-6 0-8 15,-1 0-16-15,0 0-35 16,-2 0-46-16,-4 0-124 15,0 0-119-15,-7-4-299 16</inkml:trace>
  <inkml:trace contextRef="#ctx0" brushRef="#br0" timeOffset="106528.91">27160 9769 613 0,'0'0'102'0,"0"0"-10"16,-6 31 45-16,6-6-25 16,0 8 3-16,0 6-13 15,0 6-36-15,6 1-17 16,2 1-20-16,1-8 8 15,1-3-28-15,-1-9 15 16,0-4-26-16,-4-9 15 16,-1-5-21-16,-1-3 12 15,-1-6-22-15,-2 0-26 16,3 0-28-16,0-2-41 16,1-8-68-16,2-4-85 15,4-4-105-15</inkml:trace>
  <inkml:trace contextRef="#ctx0" brushRef="#br0" timeOffset="106786.54">27555 10028 946 0,'0'0'108'15,"0"0"63"-15,0 0-98 0,100-2-25 16,-74 2-45 0,-6 0 5-16,2-4-57 15,-5-1-107-15,-5-2-183 0,-3-4-376 16</inkml:trace>
  <inkml:trace contextRef="#ctx0" brushRef="#br0" timeOffset="109304.46">28035 9771 689 0,'0'-2'55'16,"0"2"60"-16,0 0-4 15,0 0-21-15,0 3-30 16,0 7 6-16,0 4-9 16,0 4-32-16,0 0 16 15,0-1-25-15,0 1 17 16,3 0-22-16,8-3 18 15,2-3-20-15,5-1 8 16,1-3-2-16,2-4-4 16,2-3 2-16,2-1-9 15,-5 0 8-15,2 0-19 16,-4-3 17-16,-3-2-25 16,-5-1-5-16,0-1-41 15,-4 0-12-15,-5-1-75 16,-1-1-77-16,0-1-98 15,0 0-194-15</inkml:trace>
  <inkml:trace contextRef="#ctx0" brushRef="#br0" timeOffset="109548.28">28249 9718 852 0,'0'0'103'0,"0"0"98"15,-5 101-78-15,5-52-28 16,0 5-31-16,0-4-7 16,0-7-32-16,0-4 4 15,6-7-21-15,3-5-5 16,-2-8 0-16,-1-6-6 16,1-5-8-16,-1-2-37 15,4-5-12-15,0-1-77 16,-1 0-70-16,2-12-171 15</inkml:trace>
  <inkml:trace contextRef="#ctx0" brushRef="#br0" timeOffset="109939.97">28536 9877 745 0,'0'0'135'0,"0"0"63"0,0 0-57 16,0 0-35-16,0 0-36 15,81 88-4 1,-55-65-30-16,3 0 8 0,0-3-29 16,-1 0 17-16,-2-6-33 15,-2 2 18-15,-4-5-17 16,-4-2 2-16,-5-3 0 16,-2 0-9-16,-5-5-14 15,0-1-30-15,-4 0-5 16,0 0-61-16,0 0-87 15,0-10-151-15,-6-4-137 16</inkml:trace>
  <inkml:trace contextRef="#ctx0" brushRef="#br0" timeOffset="110168.16">28792 9871 794 0,'0'0'80'0,"0"0"82"16,-64 72-26-16,35-37-36 16,-3 1-22-16,2 0-22 15,1-6-45-15,8-6 5 16,6-7-23-16,4-5 18 16,8-8-45-16,3-4-34 15,0 0-103-15,4-1-66 16,7-14-146-16</inkml:trace>
  <inkml:trace contextRef="#ctx0" brushRef="#br0" timeOffset="110647.36">28933 9583 856 0,'0'0'92'0,"0"0"10"0,0 0-2 16,0 0-22-16,0 0-16 15,-26 79-40-15,16-47 1 16,6-4-27-16,4 1 16 15,0-4-19-15,0-4 20 16,7-4-10-16,10-3-1 16,3-5 3-16,2-5 1 15,0-1 5-15,1-3-14 16,-4 0 13-16,-3 0-17 16,-6-7 19-16,-3-1-16 15,-1 1 19-15,-6-1-12 16,0 0 21-16,-2-2-7 15,-12 2-4-15,-4 1-4 16,-2 2-10-16,-4 3 6 16,-2 2-13-16,0 0 12 15,-2 7-26-15,-1 8 10 16,2 2-40-16,4-1-19 0,4 0-89 16,8-3-104-1,3-4-109-15</inkml:trace>
  <inkml:trace contextRef="#ctx0" brushRef="#br0" timeOffset="113053.92">29297 6991 177 0,'-11'11'45'0,"-1"5"21"16,2 1-26-16,0 2-3 16,4 1-27-16,-1 3 3 15,4 2-4-15,2-2 23 16,1 2-7-16,0-2-3 15,4 0 19-15,9-2-16 16,3-3-3-16,4-1-15 16,0-2 6-16,3 1-17 15,2-4 11-15,1 1-25 16,1-3 4-16,1-2-24 0,-2-4-25 16,-1 0-26-1,-1-4 23-15,-4 0 53 0,0 0 1 16,-4 0 10-16,0-3 3 15,-3-6 17 1,1-2 7-16,1-5 19 16,1 0-9-16,-2-9 17 0,2 2-28 15,-1 0 16-15,-4-1-2 16,0-3-19-16,-5 2 4 16,-4-2-17-16,-2 2-1 15,0 0 0-15,-5 1 9 16,-7 2-12-16,-3 0 6 15,-2 1-11-15,1 2 11 16,0 1-9-16,0 4 11 16,-4 1-8-16,1 3 8 15,-1 2 1-15,-3 5-9 16,-5 2-4-16,0 1-26 16,-4 0-1-16,-1 4-21 15,-2 10-20-15,-3 3-10 16,2 4-23-16,0-1-151 15</inkml:trace>
  <inkml:trace contextRef="#ctx0" brushRef="#br0" timeOffset="113946.2">28347 7089 322 0,'0'0'51'15,"0"0"28"-15,0 0-18 16,4 52-30-16,-3-37 1 16,4-1-29-16,-2-2 8 15,1-2-12-15,2-2 9 16,0-2-20-16,-3-1 0 15,1-4-29-15,-3-1-73 16,-1 0-65-16</inkml:trace>
  <inkml:trace contextRef="#ctx0" brushRef="#br0" timeOffset="114554.05">28199 7232 107 0,'0'0'87'0,"0"0"-4"0,0 0-13 15,0 0-1-15,86 71-10 16,-66-67 15-16,3-4-24 15,0 0 3-15,2 0-12 16,1-2-19-16,0-10-12 16,-2-2-6-16,1-1 4 15,-5-3 7-15,0-3 11 16,-5 0-10-16,-1-2 4 16,-2-1-22-16,-4 0 11 15,-2 0-17-15,-5-1 6 16,-1 2-12-16,0 5-4 15,0 2 5-15,-5 2 0 16,-5 4 12-16,0 2-1 16,-2 0 9-16,-1 4-11 15,0-1 12-15,-4 1-13 16,1-2 8-16,-3 5-34 16,-1-1 3-16,-2 2-27 15,-1 0-11-15,-4 3-51 16,-2 8-52-16,0 5-15 15</inkml:trace>
  <inkml:trace contextRef="#ctx0" brushRef="#br0" timeOffset="128000.83">27590 8435 34 0,'4'-3'72'16,"1"2"-17"-16,-2-1-10 15,-2 1-19-15,1 0-10 16,-1-2 9-16,2 2 4 15,1-2 23-15,-4 0-5 16,3 2 14-16,0 0-14 16,0-1 9-16,-2 1-4 0,1 1 6 15,1 0-1 1,-2-2-10-16,1 2-2 16,-2 0 0-16,0-1 5 0,0 1-11 15,0 0 13-15,0 0-22 16,0 0 13-16,0 0-14 15,0 0 14-15,0 0-11 16,0 0 0-16,0 0-1 16,0 1-1-16,-2 13-11 15,-5 4-3-15,-6 7 12 16,3 3-15-16,-3 3 11 16,0 4-20-16,1 0 15 15,5 1-21-15,-2-3 10 16,5 2-7-16,4-4 5 15,0-2 2-15,0-5-5 16,11-2 7-16,7-5-7 16,5-1 13-16,6-5-15 15,4-4 17-15,5-5-19 16,-2 0 17-16,1-2-20 16,-2 0 11-16,-6 0-7 15,-6-3 1-15,-3-4 2 16,-4 2-7-16,-6-2 9 15,-4-3-12-15,0-2 17 16,-3-2-17-16,-3-6 19 16,0 1-21-16,0-2 19 15,0 1-18-15,-6 1 11 16,-7 5-2-16,-3 3-2 16,-3 3 1-16,-1 5-4 15,-3 3 7-15,0 0-11 16,1 3 15-16,-1 11-17 0,0 2 21 15,4 3-21-15,-1 0 17 16,3-3-18-16,5 3-7 16,2-6-18-16,4-3-38 15,3-2-35-15,3-6-63 16,0-2-102-16,0 0-167 16</inkml:trace>
  <inkml:trace contextRef="#ctx0" brushRef="#br0" timeOffset="128723.4">28117 8561 578 0,'0'0'108'16,"0"0"30"-16,0 0 4 15,-4 0-12-15,4 0-31 16,9 13-3-16,8 5-26 15,2 4-22-15,7 3-4 16,4 1-15-16,2 2 6 16,1-1-19-16,2-4 18 15,-1 1-21-15,1-5 12 16,-5-6-29-16,-5 1 13 16,-3-5-12-16,-7-2 4 15,-3-1 0-15,-6-3-9 16,-5-2-8-16,-1-1-20 15,0 0 6-15,0 0-25 16,0 0 5-16,-6 0-80 16,-4-1-64-16,0-11-90 15,3-3-120-15</inkml:trace>
  <inkml:trace contextRef="#ctx0" brushRef="#br0" timeOffset="128971.12">28396 8522 742 0,'0'0'87'0,"0"0"76"16,-85 84-6-16,53-41-26 16,2 1-62-16,1-2-11 15,7-5-41-15,3-8 2 16,8-8-23-16,4-8 6 15,4-3-17-15,3-5-50 16,0-5-47-16,0 0-69 16,4-1-50-16,6-15-122 15</inkml:trace>
  <inkml:trace contextRef="#ctx0" brushRef="#br0" timeOffset="129370.58">28513 8265 1093 0,'0'0'55'0,"0"0"55"0,0 0-18 16,0 0-42 0,0 0-4-16,40 13-30 0,-37 1-7 15,-3 3-2-15,0-1-3 16,0 0 8 0,0 1-14-16,-4-2 13 0,1-2-19 15,3 0 20-15,0-3-20 16,3 1 20-16,14-4-17 15,5-2 9-15,3-2-2 16,2-3-3-16,2 0-5 16,-3 0-32-1,-2-3-45-15,-6-5-94 0,-4 3-118 16,-7-2-188-16</inkml:trace>
  <inkml:trace contextRef="#ctx0" brushRef="#br0" timeOffset="132658.65">26113 8660 233 0,'0'0'15'0,"0"0"22"0,0 0 40 16,0 0-37-16,-68-38 9 15,58 33 11-15,2 2 12 16,3-1-6-16,-1 3-9 16,-3 1-28-16,4 0 5 15,-4 0-22-15,-2 0 22 16,2 9-11-16,0 5 16 15,3 2-4-15,0 7-2 16,3 6-6-16,2 3 4 16,1 8 5-16,0 5-16 15,0 7 11-15,1 4-29 16,7 2 18-16,-3 2-22 16,0 7 11-16,1-1-15 15,-3-1 10-15,1 0-2 16,-2 0-2-16,1-3 2 15,2-1-2-15,-1 5 8 16,2 1-2-16,0 1 99 16,4 2-79-16,-1 2-9 15,2 0-23-15,1-3 26 16,1 2-23-16,1-5 10 16,1 0-3-16,0-2-1 15,0-4 6-15,3-4-7 16,-1-4 17-16,0-5-17 15,-1-4 15-15,0-3-24 16,-3-3 21-16,-1-2-23 16,0-4 21-16,-2 0-20 15,5-4 10-15,-2-2 0 16,4-3-3-16,4-4 2 16,4-2-5-16,4-4 10 15,4-2-13-15,8-3 17 0,1-2-22 16,8-4 24-16,8 1-23 15,5-2 19-15,10 0-13 16,9 0 5-16,7-8 0 16,10-2-1-16,6-5 3 15,9-2-9-15,8 1 16 16,5-3-19-16,6 1 20 16,4 0-21-16,-1 2 22 15,5 2-19-15,1 0 14 16,2 2-12-16,-1-1 4 15,0 0 3-15,0 1-1 16,0-1 6-16,-6 1-13 16,-4-1 18-16,-3 3-20 15,-7 1 23-15,-6 2-22 16,-3 0 23-16,-5 2-28 16,-6-2 21-16,-3-1-7 15,-6 0-2-15,-9-3 2 16,-13-1-3-16,-8-4 8 15,-14 2-14-15,-12-2 19 16,-14-4-22-16,-9-2 28 16,-11-2-24-16,-4-7 22 15,0-4-22-15,-7-8 10 16,-5-9-3-16,5-2 0 0,-3-5 1 16,4-1-5-1,3-1 11-15,-1-1-14 0,4 4 16 16,-3-1-19-1,0-1 24-15,2-3-24 16,-1-1 22-16,-1-4-19 0,3-2 7 16,0-1-4-1,0 0-5-15,0 2 5 0,0 2-5 16,0 4 13-16,-4 4-12 16,-3 5 19-16,0 7-20 15,-2 0 23-15,-4 6-24 16,0 2 20-16,-3-1-15 15,3 2 7-15,-2 2-1 16,0 4-4-16,-2-1 6 16,-1 3-11-16,-1 3 15 15,-1 3-19-15,0 5 14 16,-6-1-20-16,3 4 26 16,-2-1-19-16,-1 6 16 15,0-1-8-15,-1 0 2 16,1 0 2-16,0-2-5 15,-1 0 7-15,0 2-14 16,0-2 14-16,1 2-19 16,-2 4 26-16,1-4-24 15,1 4 27-15,-3-1-27 16,3 3 21-16,0-3-9 16,0 4 1-16,0-2 2 15,-3 3-3-15,-1 0 8 16,-2 3-15-16,-4-2 18 15,0 3-23-15,-6 0 27 16,3 0-26-16,-3 0 25 16,2 0-22-16,-2 0 13 15,3 0-4-15,-3 0 0 16,5 0 4-16,-1 0-7 0,-1 0 10 16,2 0-13-1,0 0 16-15,3 0-19 0,-1 0 24 16,5 0-25-16,1 0 21 15,3-3-17-15,3-1 8 16,2 1 0-16,4 1-1 16,4-1 2-16,2-1-6 15,3 4 12-15,4-2-16 16,1-1 22-16,0 3-21 16,3-1 22-16,0 1-20 15,0-3 21-15,0 3-14 16,0-2 1-16,0-1-3 15,0 1-3-15,0-2 6 16,0 4-9-16,3-4 14 16,-3 2-18-16,2 0 22 15,-2-1-21-15,0 2 20 16,0 0-21-16,0-1 17 16,0 0-10-16,0 0 2 15,1-4 2-15,2 4-3 16,1-3 5-16,1 1-10 15,-1-4 15-15,0 4-18 16,-1-2 23-16,-3 0-23 16,1-1 22-16,1 1-22 15,-1-2 16-15,1-2-9 16,-2 2 2-16,3-3 3 16,-3 0-5-16,0 1 9 15,0 1-14-15,0-1 17 16,0 2-19-16,0 0 24 0,-6 0-24 15,-4 2 21 1,-5 0-20-16,1-1 10 0,-2 3-2 16,1-2 1-1,-3 0 1-15,-1-1-5 0,2 1 10 16,-6-1-15-16,-3 4 18 16,-3 1-17-16,-7-1 22 15,-3 3-26-15,-9 0 19 16,-3 0-13-16,-6 0 9 15,-4 0-2-15,-4 0-1 16,0 3 3-16,-3 4-7 16,2-1 10-16,-2 4-13 15,3 0 15-15,3 1-19 16,1-2 21-16,8 2-22 16,2-3 20-16,4 3-14 15,6-5 7-15,1 0 0 16,5 1-3-16,2-1 5 15,1 1-8-15,2 0 12 16,1-2-15-16,1 3 18 16,2-3-19-16,2 2 20 15,1-1-21-15,1-1 17 16,6-2-11-16,2-1 4 16,4 1 2-16,4-3-3 15,3 0 5-15,0 0-12 16,3 0 17-16,-4 0-18 15,4 1 19-15,0 2-19 16,-3-3 20-16,-3 0-21 16,0 0 15-16,-3 3-6 15,-3-2 0-15,-4 4 1 16,0-1-1-16,-3-1 4 16,-1 1-14-16,-2 1 17 0,2-1-17 15,-6 3 19-15,0-4-20 16,-4 3 20-16,-2 0-16 15,-1-2 11-15,-2 1-4 16,2-1 0-16,-1-2 3 16,3 0-5-16,2 0 10 15,3-1-18-15,3 2 15 16,3-2-18-16,4 3 26 16,3-1-26-16,3 2 22 15,1-1-19-15,-2 0 7 16,2 0-1-16,-4 0 2 15,-2 4 5-15,-1-1-7 16,-4 1 10-16,-1 2-11 16,-1 0 15-16,-4 3-18 15,0 2 21-15,-2-1-22 16,2 3 17-16,1-1-12 16,3 4 5-16,1-4 1 15,7 1-1-15,0 0 4 16,5-4-9-16,1-1 13 15,2 0-16-15,0-4 17 16,-2 1-18-16,1 1 20 16,-4-1-22-16,-1 4 17 15,-4-2-11-15,2 0 2 16,1-3-15-16,-2 2-44 16,4-4-31-16,-1-5-57 15,7-1-55-15,2 0-118 16</inkml:trace>
  <inkml:trace contextRef="#ctx0" brushRef="#br0" timeOffset="134679.53">17530 15895 689 0,'0'-2'69'0,"0"2"46"0,0 0-25 15,0 0-9-15,0 0-28 16,0 5 25-16,1 9-15 16,9 4-1-16,0 3-34 15,2 5 16-15,1 0-8 16,-3 0-3-16,2-1-9 15,-1-3-9-15,2-8 8 16,4-5-11-16,8-9 14 16,11-13-13-16,16-32 33 15,22-26-7-15,15-28 19 16,17-27-39-16,13-24 1 16,7-17-17-16,11-7-11 15,-1 10-51-15,-7 17-50 16,-18 24-114-16,-22 29-340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7:05:33.55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15619 5081 536 0,'0'-7'88'16,"0"-1"59"-16,0-1-26 16,0-2-26-16,0-1-28 15,0-1-13-15,0-2-24 16,-6-2 15-16,0-2-26 0,-4 2 17 15,2 0-25-15,-4 4-2 16,-2 0-7-16,-1 6-2 16,-1 5 1-16,-1 2-5 15,-2 0 5-15,0 9-9 16,2 9 15-16,4 5-15 16,0 8 17-16,6 1-21 15,5 7 21-15,2 5-13 16,0 4 11-16,3 2 7 15,9-2 1-15,1 1 7 16,1-3 4-16,-1-3 3 16,-1-4-13-16,-1-6 10 15,1-3-23-15,-5-6 17 16,-1 0-26-16,-2-8 15 16,2 0-13-16,-6-6 5 15,0-1-6-15,0 0-23 16,0-4-23-16,-4-2-41 15,-6-3-79-15,-4 0-163 16,-3 0-310-16</inkml:trace>
  <inkml:trace contextRef="#ctx0" brushRef="#br0" timeOffset="197.74">15433 5419 1060 0,'0'0'60'0,"0"0"53"0,85-24-56 15,-55 18-51-15,-3 2-1 16,-1 2-34-16,-7 0-100 16,0 0-210-16,-4-3-376 15</inkml:trace>
  <inkml:trace contextRef="#ctx0" brushRef="#br0" timeOffset="523.95">15977 5149 807 0,'0'0'72'0,"0"0"90"16,-26 104-58-16,22-68-36 15,2-4-30-15,2-3-17 16,0-6-6-16,9-3-16 15,7-4 10-15,4-4-18 16,3-2 8-16,2-10-79 16,0 0-48-16,-3 0-117 15,0-7-127-15</inkml:trace>
  <inkml:trace contextRef="#ctx0" brushRef="#br0" timeOffset="776.46">16145 5236 954 0,'0'0'117'0,"0"0"34"0,0 0-65 16,62 77-43-16,-39-57 6 15,3-1-30-15,-3-2 0 16,0-4-15-16,0-2-3 15,-3-3-2-15,-5-2-35 16,-1-5-48-16,-2-1-77 16,-6 0-75-16,-2-4-104 15,-3-11-245-15</inkml:trace>
  <inkml:trace contextRef="#ctx0" brushRef="#br0" timeOffset="966.39">16342 5238 1000 0,'0'0'131'0,"0"0"3"15,-60 83-101-15,40-52-19 16,2-2-9-16,4-5-5 16,2-1-6-16,2-6-50 15,4-2-59-15,3-9-101 16,3-2-91-16,0-4-257 15</inkml:trace>
  <inkml:trace contextRef="#ctx0" brushRef="#br0" timeOffset="1290.54">16344 5007 970 0,'0'0'93'15,"0"0"60"-15,52 85-53 16,-23-44-44-16,4 1 7 16,3 0-32-16,-4-2 4 15,-4-4-15-15,-4-2 0 16,-7-7-2-16,-7 0-17 15,-8-6 5-15,-2-2-13 16,-8 2 4-16,-6-4-32 16,-8-3-6-16,1-1-63 15,1-7-43-15,2-3-99 16,8-3-157-16</inkml:trace>
  <inkml:trace contextRef="#ctx0" brushRef="#br0" timeOffset="1475.39">16878 5350 1000 0,'0'0'75'0,"0"0"88"16,0 0-92-16,0 0-68 0,78-17 11 15,-78 13-37-15,0-2-52 16,-8 0-165-16,-11-1-202 15</inkml:trace>
  <inkml:trace contextRef="#ctx0" brushRef="#br0" timeOffset="1634.78">16766 5227 1009 0,'0'0'137'0,"0"0"17"16,0 0-83-16,88-9-53 15,-59 5-16-15,-1 0-15 16,3 0-92-16,-7-3-159 16,-4 0-409-16</inkml:trace>
  <inkml:trace contextRef="#ctx0" brushRef="#br0" timeOffset="3521.89">17443 5082 449 0,'0'0'82'16,"0"0"65"-16,-3-29-24 16,3 22-12-16,0 1-9 15,0 0-4-15,0 3-18 16,0 1-9-16,0 2-22 15,0 0-12-15,0 0-11 16,0 8-22-16,3 11 11 16,7 10 0-16,0 5 17 15,3 7-23-15,3 0 18 16,1 0-17-16,-1-1 8 16,3-8-8-16,-2-1-3 15,2-3-1-15,-3-8-6 16,1-1 6-16,-2-6-13 15,-2-1 8-15,-3-4-37 16,-1-3-9-16,2-2-64 16,-2-3-40-16,0 0-97 15,2 0-104-15</inkml:trace>
  <inkml:trace contextRef="#ctx0" brushRef="#br0" timeOffset="4020.14">17944 5231 809 0,'0'0'87'0,"0"0"29"16,0 0-77-16,0 0-12 16,-91 0-30-16,68 13 13 15,0 6-17-15,4 4 16 16,-1 0-15-16,4 1 6 15,6 0 4-15,4 0-2 16,6-6 2-16,0-5-1 16,4-5 11-16,14-4-7 15,5-4 14-15,0 0-12 16,4-8 16-16,-2-8-28 16,-1-3 9-16,-6-3-27 15,-2 1-12-15,-9 1-1 16,-3 4 10-16,-4 2 10 15,0 4 2-15,0 3 21 16,0 3-6-16,0 4 25 16,0 0-12-16,0 3 12 15,0 13-22-15,0 0 29 16,3 5 8-16,10 1 8 16,2 2 5-16,2-1-7 15,2-6-6-15,-1-2-19 16,0-1-5-16,-4-6-21 15,-1-3 12-15,-3-5-28 16,-1 0-28-16,-3 0-86 16,-5-10-61-16,-1-7-187 15</inkml:trace>
  <inkml:trace contextRef="#ctx0" brushRef="#br0" timeOffset="4653.92">18162 5321 817 0,'0'0'151'0,"0"0"5"16,0 0-41-16,0 0-44 16,41 40-20-16,-34-32-16 15,1-3-12-15,-3 0-3 16,-1-2-8-16,-2 0 16 15,-1 0-20-15,-1-3 11 16,0 1-19-16,0-1 19 16,0 0-19-16,0 0 14 15,0 0-15-15,0 0 6 16,0 0-3-16,0 0 0 16,0-4 3-16,0-6-8 15,-3-4 12-15,-1-5-16 16,4-2 16-16,0-4-21 0,0-1 17 15,0 3-23 1,6 3 16-16,2 4-8 16,5 7 4-16,-3 3 1 0,2 6 0 15,1 0 3-15,1 3-5 16,2 12 14-16,0 3-13 16,1 2 20-16,1 1-18 15,-2-1 20-15,-3-2-24 16,0-2 15-16,-5-6-10 15,0-2 2-15,-4-1-6 16,1-6-34-16,-3-1-38 16,-1 0-76-16,-1-1-90 15,0-11-213-15</inkml:trace>
  <inkml:trace contextRef="#ctx0" brushRef="#br0" timeOffset="4883.33">18559 4931 1120 0,'0'0'27'0,"0"0"110"16,0 0-108-16,0 0-17 15,0 0-22-15,67 0-32 0,-56 0-116 16,-2-6-105 0,1-1-243-16</inkml:trace>
  <inkml:trace contextRef="#ctx0" brushRef="#br0" timeOffset="5072.85">18801 4801 961 0,'0'0'147'0,"0"0"41"16,0 0-105-16,37 86-51 15,-28-59-14-15,2-2-22 16,4-1 8-16,-5-2-74 16,0-2-74-16,-3-4-208 15,-6-4-315-15</inkml:trace>
  <inkml:trace contextRef="#ctx0" brushRef="#br0" timeOffset="5627.87">17310 5077 858 0,'0'0'183'0,"0"0"13"16,0 0-50-16,97-27-86 15,-62 22-26-15,3-3-19 16,6 2-11-16,3 0-2 15,4-2-45-15,1-3-84 16,3 0-215-16,-2-2-383 16</inkml:trace>
  <inkml:trace contextRef="#ctx0" brushRef="#br0" timeOffset="6759.14">19235 4804 773 0,'0'0'78'15,"0"0"72"-15,0 0-43 0,-52 75-39 16,32-30 4-16,1 10-29 16,2 7-8-1,5 2-1-15,5 0-9 0,7-2 2 16,0-7-13-16,13-8 4 16,9-7-24-16,2-8 17 15,4-6-17-15,1-6 15 16,1-7-17-16,-7-5 4 15,0-5-48-15,-7-3-54 16,-6 0-79-16,-7 0-107 16,-3 0-262-16</inkml:trace>
  <inkml:trace contextRef="#ctx0" brushRef="#br0" timeOffset="7083.37">19435 5183 964 0,'0'0'170'0,"0"0"-30"15,69 80-36-15,-37-54-38 16,0-1-3-16,-2-2-41 16,0-6 9-16,-4-2-30 15,-1-3 3-15,-7-5-3 16,-5-3-7-16,-2-4-24 0,-3 0-32 16,-5 0-39-16,-3-15-102 15,0-8-106-15,0-4-238 16</inkml:trace>
  <inkml:trace contextRef="#ctx0" brushRef="#br0" timeOffset="7273.79">19606 5164 883 0,'0'0'44'0,"-56"78"121"15,30-38-48-15,2-1-40 16,2-4-51-16,3-3-18 15,5-8-6-15,4-5-12 16,5-5-45-16,1-3-111 16,2-7-98-16,2-4-144 15</inkml:trace>
  <inkml:trace contextRef="#ctx0" brushRef="#br0" timeOffset="7605.9">19742 4841 1081 0,'0'0'74'0,"0"0"40"0,0 0-71 15,0 0-21 1,0 0 12-16,0 0-20 0,16 74 0 16,-16-50-8-16,-6-4-4 15,3-4 2-15,3-2-8 16,0-4 9-16,2-4-11 16,15-4 14-16,5-2-16 15,1 0 6-15,6 0-52 16,-3-8-43-16,-2-2-109 15,-4-2-164-15</inkml:trace>
  <inkml:trace contextRef="#ctx0" brushRef="#br0" timeOffset="7943.44">19996 4673 1035 0,'0'0'123'16,"58"80"-30"-16,-22-25-18 15,4 7-8-15,2 4-27 16,-1 0 0-16,-1 3-3 15,-4-2-18-15,-2-3 11 16,-8-7-26-16,-10-3 30 16,-8-7-10-16,-8-3-12 15,0-5-13-15,-26-3-7 16,-13-5-20-16,-4-1-60 0,-9-7-56 16,-3-4-212-16,-3-10-394 15</inkml:trace>
  <inkml:trace contextRef="#ctx0" brushRef="#br0" timeOffset="8890.29">21306 5404 338 0,'0'0'77'16,"0"0"17"-16,0 0-7 15,0 0-25-15,6 0-6 16,-3 0-13-16,0 0 22 16,1 0-4-16,-1 0 4 15,1 0 9-15,-1 0-23 16,1 3 0-16,2-1-3 15,-3 4 12-15,3 0-22 16,2 5 14-16,0 4-32 16,-1 2 21-16,0 2-18 0,3 3-4 15,-5 0-5 1,-1-2-10-16,-3 0 15 16,-1-1-14-16,0 0 8 0,0-3-16 15,0-3 13-15,-4-1-18 16,-6-1 19-16,-4-2-26 15,-2-5-6-15,-2-4-53 16,1 0-66-16,0-9-141 16,-2-7-183-16</inkml:trace>
  <inkml:trace contextRef="#ctx0" brushRef="#br0" timeOffset="9079.43">21350 5278 1068 0,'0'0'73'15,"0"0"35"-15,0 0-69 16,0 0-19-16,0 0-26 16,0-4-15-16,0 4-97 15,0 0-147-15,0 0-216 16</inkml:trace>
  <inkml:trace contextRef="#ctx0" brushRef="#br0" timeOffset="9876.54">21768 5199 802 0,'0'0'53'16,"0"0"92"-16,0 0-51 16,31 83-23-16,-18-54-6 15,2-2-29-15,2-4-8 16,1-2-10-16,-2-6 11 15,1-4-23-15,-2-4 19 0,1-6-26 16,-3-1 12 0,0 0-15-16,-2-7 9 0,4-7-4 15,-4-7-6-15,1-3 0 16,-1-8-14-16,-2 0 8 16,-2-3-16-1,-1 1 15-15,1 4-20 0,-5 4 39 16,-1 8-16-16,1 6 20 15,-2 6-2-15,0 6 29 16,0 0-17-16,0 9-15 16,1 8 8-16,3 7 4 15,2 4 22-15,4 0-25 16,2 0 11-16,1-1-22 16,3-3 13-16,-2-3-25 15,2-2 16-15,0-5-14 16,0-4-3-16,-2-2-36 15,2-2-46-15,0-5-50 16,-4-1-117-16,-1 0-113 16</inkml:trace>
  <inkml:trace contextRef="#ctx0" brushRef="#br0" timeOffset="10070.49">22485 5270 942 0,'0'0'152'16,"0"0"-11"-16,98-28-106 15,-74 20-3-15,-6 3-23 16,-7 3-12-16,-8-2-52 16,-3 2-106-16,-9-1-148 15,-14 3-409-15</inkml:trace>
  <inkml:trace contextRef="#ctx0" brushRef="#br0" timeOffset="10228.56">22415 5128 1033 0,'0'0'60'0,"0"0"20"15,0 0-86-15,88-24-2 16,-62 15-105-16,-1-1-179 15,-2-2-322-15</inkml:trace>
  <inkml:trace contextRef="#ctx0" brushRef="#br0" timeOffset="10895.03">22951 5125 939 0,'0'0'123'0,"0"0"25"15,0 0-60-15,0 0-9 16,0 0-38-16,23-19 6 16,-15 13-36-16,1-1 6 15,2 3-20-15,-1 4 7 16,1 0-4-16,1 0-3 15,1 13 4-15,1 6-4 16,2 6 14-16,2 4-17 16,3 2 20-16,0-1-17 15,5 0 29-15,-1-3-22 16,4-1 17-16,-1-4-22 16,1-4 3-16,-1-4 0 15,-3-4-5-15,0-4-2 16,-4-3 1-16,-5-3-19 15,-4 0-45-15,-3 0-36 16,-8-4-81-16,-1-7-113 16,0-5-235-16</inkml:trace>
  <inkml:trace contextRef="#ctx0" brushRef="#br0" timeOffset="11099.98">23241 5077 1016 0,'0'0'90'15,"-56"80"59"-15,27-32-85 16,3-2-23-16,0-2-36 16,10-3 8-16,1-7-31 15,6-4-27-15,4-10-89 16,5-8-87-16,0-7-142 15</inkml:trace>
  <inkml:trace contextRef="#ctx0" brushRef="#br0" timeOffset="11459.88">23300 4816 1131 0,'0'0'77'0,"0"0"45"16,0 0-84-16,0 0-13 15,0 0-16-15,0 0 6 16,68 39-19-16,-68-17 19 15,0 4-20-15,-1-2 21 0,-5-1-24 16,2-4 16-16,4-3-11 16,0-3-2-16,7-6 14 15,11-3-7 1,8-4 4-16,0 0-12 0,5 0 12 16,1-11-41-1,-3-2-46-15,-3-2-137 0,-6 0-212 16</inkml:trace>
  <inkml:trace contextRef="#ctx0" brushRef="#br0" timeOffset="14845.63">24949 4657 759 0,'0'-6'32'15,"0"-5"64"-15,0-2-4 16,0-3-38-16,-2 0-26 16,-7-4 14-16,0 2-17 15,-5 0 9-15,3 3-22 16,-7 5-7-16,0 2 10 15,-1 7-15-15,-1 1 4 16,1 7-11-16,-1 16 13 16,0 6-14-16,6 8 18 15,6 5-13-15,4 4 23 16,4 2-8-16,0 0 28 16,9 0-4-16,5-1-2 15,6 1 7-15,-4-2-10 16,2 1 2-16,0 3-20 15,-5-1 9-15,-2-3-15 16,-4-2 32-16,-1-3-39 16,-4-3 15-16,-2-9-24 15,0-5 13-15,0-6-7 16,0-4-9-16,-6-6 1 16,-3-5-37-16,1-3-29 0,-1 0-67 15,-2-11-76 1,-1-6-127-16,-3-2-178 0</inkml:trace>
  <inkml:trace contextRef="#ctx0" brushRef="#br0" timeOffset="15025.17">24741 5092 914 0,'0'0'115'15,"0"0"18"-15,0 0-95 16,85-23-30-16,-64 18-12 16,-2-2-17-16,-1 2-128 15,-8-5-211-15</inkml:trace>
  <inkml:trace contextRef="#ctx0" brushRef="#br0" timeOffset="15280.94">25310 4618 985 0,'0'0'39'0,"-32"75"49"16,12-30 0-16,1 2-76 0,-4 1-5 16,5-11-65-16,2-8-166 15,4-7-286-15</inkml:trace>
  <inkml:trace contextRef="#ctx0" brushRef="#br0" timeOffset="16212.87">25509 4903 503 0,'0'0'84'0,"0"0"34"15,0 0-24-15,0 0-12 16,0-1-7-16,0 1-7 15,0 0 4-15,0 0-33 16,0 0 7-16,0 0-15 16,0 0 7-16,0 0-13 15,0 0 15-15,0 0-14 16,-4 4-2-16,-2 11-11 16,-4 6-6-16,-3 4 1 15,0 10-5-15,-2 8 6 16,5 5-9-16,1 1 16 15,2 0-16-15,7-2 20 16,0-6-13-16,0-5 8 0,16-7-4 16,3-7 1-16,0-6-6 15,4-5-6-15,-2-4 1 16,-3-3-18-16,-1-4-3 16,-5 0-36-16,-3 0-32 15,-4 0-111-15,-5-8-139 16,0 1-238-16</inkml:trace>
  <inkml:trace contextRef="#ctx0" brushRef="#br0" timeOffset="17551.5">25664 5147 470 0,'0'0'110'0,"0"0"56"16,-3-2-42-16,3 2-8 15,0 0-22-15,3 0-3 0,11 9 1 16,2 3-22-16,5 2-11 16,4 2-19-1,1 1-2-15,-3-2-25 0,2-1 18 16,-2-1-32-16,-5-2 16 15,-3-3-20-15,-3-3 6 16,-5 2-11-16,-3-7-18 16,-1 3-18-16,-3-3-34 15,0 0-21-15,0 0-79 16,0 0-109-16,-5-7-111 16</inkml:trace>
  <inkml:trace contextRef="#ctx0" brushRef="#br0" timeOffset="17734.84">25863 5124 669 0,'0'0'100'0,"0"0"48"16,0 0-40-16,0 0-32 16,-85 94-33-16,62-69-16 15,1-2-20-15,3-3-11 16,7-7-30-16,2-2-80 15,5-8-95-15,3-3-129 16</inkml:trace>
  <inkml:trace contextRef="#ctx0" brushRef="#br0" timeOffset="18089.82">25939 4860 834 0,'0'0'105'0,"0"0"76"15,78 84-73-15,-43-43-7 16,0 1-33-16,-2 4-11 15,-6 0-16-15,-5-1-11 16,-8 1-6-16,-6-3-8 16,-8 0 8-16,0-5-18 15,-9-2 10-15,-9-5-24 16,-5-4 15-16,-1-6-42 16,-1-5-11-16,5-6-44 15,0-9-96-15,6-1-195 16,3-6-374-16</inkml:trace>
  <inkml:trace contextRef="#ctx0" brushRef="#br0" timeOffset="18523.88">26614 5211 922 0,'0'0'175'0,"0"0"-6"15,0 0-94-15,83 0-21 16,-62-5-19-16,-5 1-23 15,-5-2-7-15,-2 1-14 16,-9 1-33-16,0-4-77 16,0 1-121-16,-17-1-221 15</inkml:trace>
  <inkml:trace contextRef="#ctx0" brushRef="#br0" timeOffset="18670">26569 5096 875 0,'0'0'111'0,"0"0"-15"15,85-26-94-15,-47 12-29 16,-4-1-107-16,-2-5-290 0</inkml:trace>
  <inkml:trace contextRef="#ctx0" brushRef="#br0" timeOffset="19269.9">27911 4493 751 0,'0'0'126'0,"0"0"57"0,43 71-28 15,-24-36-93-15,-1 2-8 16,-1 1-40-16,0-1-2 15,-4-2-12-15,-2-4-5 16,-3-4-44-16,-6-1-78 16,-2-3-93-16,0-3-129 15</inkml:trace>
  <inkml:trace contextRef="#ctx0" brushRef="#br0" timeOffset="19604.86">27339 5135 795 0,'0'0'16'0,"134"-35"165"16,-31 10-37-16,17 3-33 15,11 2-12-15,3 8-38 16,-1 2-2-16,-9 5-46 16,-11 5 6-16,-12 0-21 15,-13 0 5-15,-14-1-1 16,-12-2-3-16,-10-1 3 16,-10 1-29-16,-13-3-24 15,-6 2-47-15,-9 1-57 16,-7-4-96-16,-5 3-56 0,-2 0-306 15</inkml:trace>
  <inkml:trace contextRef="#ctx0" brushRef="#br0" timeOffset="21170.85">27537 5479 773 0,'0'0'120'15,"0"0"54"-15,0 1-63 16,0 15-10-16,0 11-42 16,0 5 8-16,1 8-27 15,5 2-3-15,1 2-9 16,-1-4-17-16,0-4-2 15,-2-5-12-15,2-5 12 16,-3-6-21-16,1-8-3 16,-1-5-45-16,0-3-28 15,-2-4-86-15,-1 0-126 16,0 0-189-16</inkml:trace>
  <inkml:trace contextRef="#ctx0" brushRef="#br0" timeOffset="21501.46">27847 5614 1045 0,'0'0'60'15,"0"0"80"-15,19 74-31 16,-10-42-57-16,1-1-2 16,0-3-36-16,-3-4 8 15,0-2-24-15,-2-4 4 16,-4-6-8-16,-1-4-39 15,0-2-37-15,-4-5-67 16,-11-1-101-16,-5 0-118 16</inkml:trace>
  <inkml:trace contextRef="#ctx0" brushRef="#br0" timeOffset="21671.91">27755 5757 950 0,'0'0'170'16,"0"0"-39"-16,0 0-80 16,103-19-46-16,-72 16 0 15,-3 0-11-15,-1-1-94 16,-4 3-154-16,-4-3-249 0</inkml:trace>
  <inkml:trace contextRef="#ctx0" brushRef="#br0" timeOffset="22475.81">28283 5543 784 0,'0'0'96'16,"0"0"40"-16,0 0-28 0,0 0-4 16,0 0-20-16,-4 94-22 15,1-61-14 1,3-1-17-16,0 0-14 16,0-3 8-16,7-6-24 15,8-3 11-15,2-7-14 0,5-1 21 16,-2-5-23-16,2-7 9 15,-1 0-11-15,-2 0 4 16,-3-7-15-16,-3-9-5 16,-3 0 16-16,-4-7-17 15,-3-3 14-15,0-1-22 16,-3-1 29-16,0 0-31 16,0 3 24-16,0 8 4 15,0 5 9-15,0 4-3 16,0 5 5-16,0 3 12 15,0 0-9-15,0 8 1 16,4 7-8-16,-1 5 25 16,4 8-16-16,0-1 18 15,2 0-23-15,1-1 11 16,-1 0-17-16,1-4 1 16,1-5-5-16,-2-1-4 15,-3-7-20-15,0-2-58 16,-2-5-87-16,-3-2-167 15,-1 0-188-15</inkml:trace>
  <inkml:trace contextRef="#ctx0" brushRef="#br0" timeOffset="23129">28598 5381 905 0,'0'0'158'0,"0"0"-2"16,0 0-78-16,0 0-37 16,22-10-15-16,-8 9-10 15,2 0 8-15,3 1-15 16,-5 0 16-16,-1 0-25 15,-3 4 12-15,-5 4-18 0,-5 4 24 16,0 3-14 0,0-2 5-16,0 1-1 15,-3-2-4-15,-3 1 2 0,3-3-11 16,3 0 14-16,0 1-16 16,0-3 18-16,9-1-20 15,8-2 21-15,-1 1-21 16,6-5 12-16,-1-1-21 15,1 0-33-15,0 0-47 16,-2-3-107-16,-7-6-186 16</inkml:trace>
  <inkml:trace contextRef="#ctx0" brushRef="#br0" timeOffset="23730.32">29186 4943 1138 0,'0'0'97'0,"0"0"26"15,0 0-45-15,0 0-21 16,-3 1-37-16,3-1-3 16,0 0-15-16,0 0-6 15,0 2-23-15,0-1-60 16,0 2-99-16,0-3-178 15,4 0-277-15</inkml:trace>
  <inkml:trace contextRef="#ctx0" brushRef="#br0" timeOffset="24531.58">29719 4800 532 0,'0'0'67'16,"0"0"44"-16,0 0 5 16,0 0-76-16,-85-22 9 15,59 22-24-15,-5 0-17 16,1 7-5-16,1 9-2 16,3 4 8-16,6 4 5 15,3 1-2-15,11 0-2 16,4-2 17-16,2-3-12 15,5-5 27-15,12-2-12 16,6-5 20-16,3-7-15 16,5-1-6-16,-1 0-18 15,-1-10-7-15,-2-9 2 16,-2-4-10-16,-7-4 7 16,-5-3-17-16,-5-3 14 0,-4-3-19 15,-4-2 10 1,0-3-18-16,0 2 21 0,-4 4-23 15,-5 5 4-15,-3 5 22 16,0 11 3-16,-2 5 7 16,0 9-5-16,1 0 3 15,4 18-9-15,1 9 25 16,3 8-1-16,5 1 26 16,0 0-16-16,8 1 12 15,9-3-14-15,1-4-13 16,3-2-14-16,-1-3 0 15,3-2-2-15,-1-4-21 16,1-3-24-16,1-4-71 16,1-4-2-16,-1-3-85 15,-2-5-50-15,-2 0-122 16</inkml:trace>
  <inkml:trace contextRef="#ctx0" brushRef="#br0" timeOffset="24979.51">29917 4802 518 0,'0'0'123'0,"0"0"9"16,0 0-33-16,0 0 1 15,0 0-19-15,0-21-24 16,0 21-27-16,0 8-17 16,0 5 20-16,4 3-7 15,3-1-6-15,2-1-22 0,1-1 18 16,1-3-21-1,0 0 14-15,-1-3-13 16,0-5 8-16,0 0-3 0,-1-2-2 16,-1 0 3-16,2 0-5 15,-1-11 11-15,1 0-13 16,-3-3 14-16,1-2-18 16,-2 0 20-16,-2 2-23 15,1 2 18-15,-3 4-11 16,-1 4 6-16,-1 2 1 15,0 2 3-15,0 0 1 16,3 5-13-16,0 7 21 16,2 4 7-16,0 1 22 15,7 1-31-15,1-3 13 16,0 2-29-16,6-5 14 16,1 0-10-16,-3-1-2 15,3-2-18-15,-2-4-65 16,-1 2-47-16,-4-4-83 15,-3-3-131-15</inkml:trace>
  <inkml:trace contextRef="#ctx0" brushRef="#br0" timeOffset="25365.89">29372 5195 721 0,'0'0'84'0,"0"0"50"16,0 0 41-16,101 0-42 16,-37-3-37-16,15-3-34 15,12-4-13-15,0 0-33 16,3 1 9-16,-8 2-32 16,-10 2 16-16,-11 2-18 15,-16 2-20-15,-14 1-35 16,-14 0-60-16,-11 0-85 15,-10 10-72-15,0 2-82 16</inkml:trace>
  <inkml:trace contextRef="#ctx0" brushRef="#br0" timeOffset="25982.82">29690 5563 687 0,'0'0'56'0,"0"0"45"15,0 0-21 1,0 0-22-16,0 0-4 16,-88 26-14-16,72-5-9 0,0 0 11 15,4 0-16-15,7-2 1 16,3-1-26-16,2-6 25 16,0-1-22-16,7-5 22 15,11-4-6-15,5-2 10 16,0 0-7-16,3-7-5 15,-4-10-12-15,-1-6-5 16,-2-8 7-16,-4-2-18 16,-4-6 9-16,-4-4-31 15,-2-1 13-15,-5-2-26 16,0 1 23-16,0 6-8 16,-2 11 16-16,-5 8 15 15,0 8 8-15,1 12 16 16,-1 0-16-16,-1 17 1 15,3 7-16-15,-2 6 26 16,5 5-3-16,2 3 17 16,0 1-18-16,3-1 15 15,11-2-8-15,1-4-7 16,2-4-5-16,1-6-7 16,-1-6-2-16,0-5-6 15,-2-6-9-15,0-5-56 16,0 0-29-16,-3 0-81 15,2-14-91-15,-5-2-177 16</inkml:trace>
  <inkml:trace contextRef="#ctx0" brushRef="#br0" timeOffset="26242.5">29914 5472 721 0,'0'0'92'0,"0"0"43"16,0 0 23-16,0 0-39 15,0 0-14-15,91 57-31 16,-64-39-33-16,-1 2 1 16,0-5-26-16,-1 1 5 15,-5-5-26-15,0-2 19 16,-1-4-28-16,-6-3 4 16,0-2-36-16,0 0-27 15,-4 0-48-15,-2-4-60 16,1-7-50-16,-2-6-10 15,-3-2-15-15,-3-2 40 16</inkml:trace>
  <inkml:trace contextRef="#ctx0" brushRef="#br0" timeOffset="26368.9">30236 5506 73 0,'0'0'226'15,"0"0"35"-15,0 0-91 16,0 0-49-16,-102 28 42 16,68 1-28-16,-2 0-44 15,0 2-63-15,1-1-14 16,5-2-19-16,7-7-6 15,1-3-103-15,9-10-132 16,3-4-259-16</inkml:trace>
  <inkml:trace contextRef="#ctx0" brushRef="#br0" timeOffset="27603.36">26650 7228 879 0,'0'0'100'15,"0"0"65"-15,0 0-81 16,58 0-38-16,-41 0-17 16,-4 0-22-16,1 0-4 15,-5 0-20-15,-2 0-54 16,-5 0-97-16,-2-1-76 15,0-3-142-15</inkml:trace>
  <inkml:trace contextRef="#ctx0" brushRef="#br0" timeOffset="27765.8">26647 7118 847 0,'0'0'54'0,"0"0"55"15,0 0-82 1,0 0-29-16,0 0-65 16,95-41-135-16,-57 25-325 15</inkml:trace>
  <inkml:trace contextRef="#ctx0" brushRef="#br0" timeOffset="28348.54">28227 6710 721 0,'0'0'91'0,"0"0"89"0,30 80-57 16,-15-42-41-16,-1-1-54 16,1 0-18-16,-5-2-10 15,-2-2-16-15,-5-4-89 16,-3-1-112-16,0-6-175 15</inkml:trace>
  <inkml:trace contextRef="#ctx0" brushRef="#br0" timeOffset="28668.39">27638 7225 510 0,'0'0'99'16,"137"-16"74"-16,-40 7 11 16,21 1-57-16,14-1-4 15,12 1-52-15,7 1-8 16,4 3-44-16,-6 0 5 15,-10 1-10-15,-15 0-4 16,-16 3-5-16,-24 0-6 16,-19 0-19-16,-19 0-45 0,-20 0-34 15,-19 0-183-15,-7 0-83 16</inkml:trace>
  <inkml:trace contextRef="#ctx0" brushRef="#br0" timeOffset="29440.09">27778 7642 747 0,'0'0'110'16,"0"0"69"-16,0 87-32 15,0-41-57-15,3 3 3 16,4-1-55-16,-1-2-16 16,2-3-16-16,-2-8-4 15,0-6-1-15,0-5-32 16,1-8-48-16,0-6-73 16,-1-7-88-16,3-3-186 15</inkml:trace>
  <inkml:trace contextRef="#ctx0" brushRef="#br0" timeOffset="29693.05">28201 7832 1061 0,'0'0'101'0,"0"0"15"16,33 90-75-16,-21-58-5 16,-1-4-28-16,-1-1 9 15,-1-7-25-15,-3 0 0 16,-3-8-67-16,-3 0-90 16,0-8-101-16,-9-3-165 15</inkml:trace>
  <inkml:trace contextRef="#ctx0" brushRef="#br0" timeOffset="29869.17">28149 7949 884 0,'0'0'91'15,"0"0"56"-15,0 0-82 16,97-7-69-16,-65 7 8 15,-1-4-81-15,0-1-119 16,-1-1-140-16</inkml:trace>
  <inkml:trace contextRef="#ctx0" brushRef="#br0" timeOffset="30586.38">28717 7511 719 0,'0'0'85'0,"0"0"116"0,-65 80-51 15,41-36-62-15,4 3-26 16,5 7-6-16,6-1-33 15,6-3 16-15,3-2-24 16,0-3 14-16,17-4-27 16,3-5 16-16,9-8-21 15,3-2 11-15,0-4-11 16,-3-6 1-16,-2-2-14 16,-4-5-37-16,-7-2-57 15,-4-3-107-15,-8-4-96 16,-4 0-271-16</inkml:trace>
  <inkml:trace contextRef="#ctx0" brushRef="#br0" timeOffset="30959.22">28880 7710 874 0,'0'0'115'0,"0"0"87"15,0 0-72-15,59 79-42 16,-40-48-24-16,4 0-20 15,0 0-8-15,0-3-2 16,-4-2-29-16,1-5 11 16,-4-1-24-16,-3-7 20 15,-3-1-32-15,-4-5-5 16,0-2-27-16,-1-5-22 16,-2 0-52-16,-1 0-52 15,-1-8-89-15,-1-8-261 16</inkml:trace>
  <inkml:trace contextRef="#ctx0" brushRef="#br0" timeOffset="31169.48">29109 7768 883 0,'0'0'46'0,"0"0"112"16,-60 75-42-16,41-44-32 15,-3 1-54-15,5-3-1 16,2-5-18-16,3-5-12 16,3-2-4-16,3-6-56 15,3-4-108-15,2-6-142 16,1-1-160-16</inkml:trace>
  <inkml:trace contextRef="#ctx0" brushRef="#br0" timeOffset="31563.27">29190 7570 1010 0,'0'0'93'0,"0"0"71"16,0 0-108-16,0 0 17 15,0 0-31-15,56 33-24 16,-56-18-1-16,0 2-8 16,0-2 1-16,-5 2-13 15,-2-4 14-15,1-3-19 16,3-3 19-16,3 1-20 15,0-7 20-15,0 2-21 16,9-3 14-16,5 0-5 16,5 0-5-16,1 0-13 15,0 0-29-15,-1-7-41 16,1 0-102-16,-5-2-132 16,-1 0-252-16</inkml:trace>
  <inkml:trace contextRef="#ctx0" brushRef="#br0" timeOffset="31901.87">29394 7388 815 0,'0'0'83'16,"0"0"109"-16,26 105-59 16,-9-60-14-16,1 1-45 15,-1 3-10-15,1-1-17 16,-3-1-2-16,1-2-2 16,-6-2-9-16,-1-4-4 15,-2-3-11-15,-3-8-1 16,-4-1-26-16,0-6 16 15,-2-2-48-15,-12 1-6 16,-4-5-55-16,-4-1-1 16,-1-4-61-16,-3-6-366 15</inkml:trace>
  <inkml:trace contextRef="#ctx0" brushRef="#br0" timeOffset="32466.41">29589 7409 768 0,'0'0'77'0,"0"0"119"16,0 0-59-16,0 0-38 16,0 0-39-16,94-9-9 15,-81 12-39-15,-2 8 18 16,-4 0-21-16,-5 5 12 15,-2-1-19-15,0 2 14 16,0-1-11-16,-9-1 0 16,1-3-3-16,5-1-1 15,0-3 2-15,3 0-10 16,0-1 13-16,10-4-18 16,12-2 17-16,5-1-36 15,5 0-11-15,4-3-90 16,-1-10-97-16,2-5-190 15</inkml:trace>
  <inkml:trace contextRef="#ctx0" brushRef="#br0" timeOffset="34169.53">29251 7164 538 0,'0'0'67'0,"0"0"46"16,6 1 9-16,7-1 37 16,7 0-67-16,3 0-18 15,0 0-15-15,3-1 21 16,3-3-62-16,-3 0 3 15,-1-2-15-15,-4 4-4 16,1-1-1-16,-2 0-8 16,0 2-30-16,1-3-53 15,0 2-70-15,-1-2-105 16,1-2-153-16</inkml:trace>
  <inkml:trace contextRef="#ctx0" brushRef="#br0" timeOffset="34419.83">30008 7086 1118 0,'0'0'41'15,"0"0"75"-15,0 0-34 16,0 0-70-16,0 0 2 16,0 0-24-16,1 0-45 15,3-2-132-15,-1-4-164 16,3 1-387-16</inkml:trace>
  <inkml:trace contextRef="#ctx0" brushRef="#br0" timeOffset="36671.87">30509 6711 337 0,'0'0'89'0,"0"-1"27"0,0 1-9 16,0 0-15-16,0 0-25 15,0 0-1-15,0 0-9 16,-10 0 8-16,1 5-21 15,-4 9 22-15,-3 7-7 16,0 7-4-16,-1 8-20 16,-2 4 12-16,3 8-15 15,2 6-15-15,1-1 0 16,4-1-10-16,5 1 4 16,4-3-3-16,0-8 16 15,6-5-21-15,11-4 20 16,6-6-24-16,3-3 17 15,0-9-18-15,-2-4 8 16,-3-5-8-16,-4-4-3 16,-7-2-20-16,-4 0-41 15,-3 0-28-15,-3-2-79 16,0-7-121-16,0-3-197 16</inkml:trace>
  <inkml:trace contextRef="#ctx0" brushRef="#br0" timeOffset="37117.6">30608 7002 959 0,'0'0'41'16,"0"0"53"-16,0 0 33 16,0 0-73-16,87-35 2 15,-69 35-28-15,-3 0-5 16,-3 5-4-16,-5 11-7 16,-7 6 7-16,0 3-9 15,0 3 21-15,-10 2-20 16,-3-2 15-16,0-3-25 15,4-3 20-15,2-1-24 16,4-6 9-16,3-3-4 16,0-1 1-16,3-1 1 15,12-4-3-15,2 0 8 16,3-2-13-16,0-3 14 16,0-1-22-16,-2 0 9 15,-1-1-51-15,-4-10-18 16,0-3-91-16,-3-1-111 15,-2-5-174-15</inkml:trace>
  <inkml:trace contextRef="#ctx0" brushRef="#br0" timeOffset="37341.35">31010 7050 941 0,'0'0'153'0,"0"0"17"0,52 83-84 16,-32-56-7-16,5-5-51 16,-1-3 5-16,-1-4-36 15,-2-4 12-15,-3-6-13 16,-2 0-3-16,-1-5-25 16,-4 0-47-16,-1 0-29 15,-2-9-82-15,-4-6-115 16,-3-2-225-16</inkml:trace>
  <inkml:trace contextRef="#ctx0" brushRef="#br0" timeOffset="37531.55">31114 7077 805 0,'0'0'107'0,"-62"73"41"16,33-36-35-16,4-1-64 15,4-5-29-15,2-6-20 16,10-8-4-16,3-6-22 16,6-7-71-16,0-4-72 15,3-1-101-15,13-20-219 16</inkml:trace>
  <inkml:trace contextRef="#ctx0" brushRef="#br0" timeOffset="37849.86">31154 6635 936 0,'0'0'16'0,"0"0"76"15,62 99 43-15,-24-51-29 16,7 5-6-16,5-2-56 15,-3 4 5-15,-3-1-25 16,-5 1 18-16,-10 0-24 16,-10-3 32-16,-12-1-24 15,-7-4-4-15,0-3-9 16,-17-5-10-16,-8-7 4 16,-7-3-20-16,-3-3-15 15,-4-6-67-15,-1-6-20 16,4-5-174-16,-1-4-198 15</inkml:trace>
  <inkml:trace contextRef="#ctx0" brushRef="#br0" timeOffset="38646.92">26705 9624 824 0,'0'0'158'0,"0"0"20"0,0 0-75 15,89-2-49-15,-70 0-12 16,-4-1-39-16,-1 1 8 15,-5-1-23-15,-2-1-15 16,-4 0-77-16,-3-3-68 16,0 1-124-16,0-2-180 15</inkml:trace>
  <inkml:trace contextRef="#ctx0" brushRef="#br0" timeOffset="38800.06">26732 9494 805 0,'0'0'80'0,"0"0"54"16,0 0-60-16,0 0-50 15,0 0-26-15,0 0-20 16,96-13-146-16,-59 3-212 16</inkml:trace>
  <inkml:trace contextRef="#ctx0" brushRef="#br0" timeOffset="39452.89">27864 9182 700 0,'0'0'51'0,"0"0"80"15,77-17 0-15,-45 17-58 16,-5 0-13-16,-2 0-2 16,-11 13-42-16,-5 9 15 15,-9 4-31-15,0 6 19 16,-10 3-19-16,-9 3 13 16,-4-2-17-16,1-2 9 15,3-4-1-15,2-3-1 16,7-5-1-16,4-5-4 15,6-3 7-15,0-3-12 16,3-4 15-16,13 0-17 16,3-6 20-16,7-1-21 15,1 0 4-15,3 0-37 16,1-1-35-16,0-9-74 0,0-1-108 16,-6-3-121-1</inkml:trace>
  <inkml:trace contextRef="#ctx0" brushRef="#br0" timeOffset="39703.61">28354 9272 847 0,'0'0'114'16,"0"0"59"-16,0 0-38 15,101 87-57-15,-62-68-19 16,3-2-25-16,-3-5-18 16,0-4-6-16,-7-1-15 15,-6-3 3-15,-6-4-58 16,-7 0-33-16,-4 0-92 16,-4-3-52-16,-3-9-83 15,-2-8-236-15</inkml:trace>
  <inkml:trace contextRef="#ctx0" brushRef="#br0" timeOffset="39848.48">28562 9259 813 0,'0'0'70'0,"-75"64"83"16,39-29-78-16,4-3-49 15,9-4-21-15,3-4-30 16,7-5-109-16,7-9-191 15</inkml:trace>
  <inkml:trace contextRef="#ctx0" brushRef="#br0" timeOffset="40238.96">27661 9750 732 0,'0'0'159'0,"140"-28"74"16,-46 9-74-16,8 4-57 16,9 1-21-16,8 5-43 15,1 2 7-15,0 0-23 16,-3 3 8-16,-6 3-32 16,-10-2 11-16,-14 3-10 15,-15-2-3-15,-13 0-28 16,-10-5-39-16,-16 2-28 15,-11-2-110-15,-9-3-145 16,-9 3-237-16</inkml:trace>
  <inkml:trace contextRef="#ctx0" brushRef="#br0" timeOffset="41235.65">27699 10293 732 0,'0'0'69'16,"0"0"70"-16,0 0-7 15,0 0 5-15,20 65-45 16,-9-23-2-16,1 6-35 16,-2 4 0-16,-1-1-33 0,-1 1-1 15,-2-5-11 1,0-7-6-16,-3-5 0 0,0-8-7 16,1-7 2-1,-1-3-35-15,1-6 1 0,-1-4-56 16,0-6-57-16,0-1-132 15,1 0-106-15</inkml:trace>
  <inkml:trace contextRef="#ctx0" brushRef="#br0" timeOffset="41529.62">28096 10493 936 0,'0'0'99'0,"0"0"80"15,17 79-62-15,-7-48-54 16,3 1-27-16,-2-5-11 15,1-3-22-15,1-2 5 16,-4-5-20-16,-3-5-7 16,-5-4-69-16,-1-1-49 15,0-3-135-15,-10-4-158 16</inkml:trace>
  <inkml:trace contextRef="#ctx0" brushRef="#br0" timeOffset="41717.73">27991 10655 865 0,'0'0'163'0,"0"0"-61"16,93-4-60-16,-55 2-29 16,1-1-1-16,-2-1-29 15,-5 1-46-15,-2-1-127 16,-5-2-151-16</inkml:trace>
  <inkml:trace contextRef="#ctx0" brushRef="#br0" timeOffset="42009.22">28522 10464 941 0,'0'0'132'0,"0"0"32"15,63 87-57-15,-31-60-43 16,1 2-10-16,2-6-29 16,-3 0-4-16,2-5-16 15,-6-1-2-15,-2-5 1 16,-6-2-22-16,-4-2-4 15,-5-3-52-15,-2-5-34 0,-6 0-117 16,-3 0-75 0,0-15-235-16</inkml:trace>
  <inkml:trace contextRef="#ctx0" brushRef="#br0" timeOffset="42220.1">28773 10487 973 0,'0'0'51'16,"-48"77"112"-16,19-34-33 15,3-4-58-15,0-3-48 16,5-4-7-16,2-7-29 16,6-6-8-16,6-10-73 15,4-7-49-15,3-2-125 16,0-6-173-16</inkml:trace>
  <inkml:trace contextRef="#ctx0" brushRef="#br0" timeOffset="42544.22">28808 10086 974 0,'0'0'6'0,"0"0"76"16,0 0 5-16,0 0-23 15,0 82-32-15,0-68 0 0,11-2-29 16,-1-2 11-16,2-6-20 15,2-2 17-15,-2-2-18 16,1 0-3-16,-3 0-39 16,0-9-44-16,0-5-47 15,-3-1-58-15,-1 1-20 16,-3-4-95-16</inkml:trace>
  <inkml:trace contextRef="#ctx0" brushRef="#br0" timeOffset="42703.92">28929 10074 577 0,'0'0'119'0,"0"0"-7"16,0 0 70-16,0 82-52 16,0-44-6-16,0 3-37 15,0-4-22-15,3-2-48 16,5-3 3-16,1-8-28 16,0-2 1-16,-1-6-85 15,-2-3-125-15,-6-8-202 16</inkml:trace>
  <inkml:trace contextRef="#ctx0" brushRef="#br0" timeOffset="45572.89">26934 9022 485 0,'0'0'13'0,"0"0"50"15,-1 65 11-15,9-30-2 16,9 4 5-16,-3 9-17 16,2 7-10-16,0 9-25 15,-8 11 7-15,-2 8-5 16,-4 6 7-16,-2 7 27 0,0 2-28 16,0 2 0-16,-6 3-34 15,3-3 18-15,3-1-20 16,0 1 18-16,0 0-23 15,0 0 16-15,6 0-10 16,4 0 4-16,0 0 2 16,-4-2-5-16,1-2 6 15,3-5-7-15,-3-7 21 16,1-6-17-16,2-8 14 16,1-9-24-16,1-7 21 15,-1-6-23-15,-2-4 15 16,0-4-7-16,-1-6 2 15,1-3 1-15,0-5-4 16,1-7 9-16,3-4-14 16,1-6 14-16,5-3-20 15,7-5 12-15,3-1-13 16,7 0 19-16,12-1-11 16,8-10 11-16,12-1-3 15,11-3 1-15,14-1 1 16,11-2-6-16,11-1 12 15,14-3-14-15,12 2 17 16,11 0-25-16,5-1 25 16,11 2-23-16,7-1 28 15,2 1-18-15,2-1 12 16,-1 1-5-16,4 1-5 16,-3 3 4-16,0 0-13 15,-10 2 13-15,-2-1-16 16,-9 2 23-16,-8-2-22 0,-13 3 25 15,-9 0-25 1,-13 1 20-16,-14 0-7 0,-13 0 4 16,-16 1-6-16,-21-3-3 15,-15-1 6-15,-14-5-12 16,-16-6 20 0,-6-6-17-16,-14-7 25 0,-13-8-23 15,-6-13 18-15,-5-8-31 16,-5-11 19-16,3-10-13 15,-3-10 1-15,-1-6 2 16,0-1 0-16,1-4 10 16,1 3-12-16,3-1 18 15,3 3-20-15,7 0 26 16,3-2-25-16,9 1 23 16,7-4-19-16,4 0 13 15,6-6-6-15,0 3-4 16,0 0 0-16,6 4-8 15,1 10 1-15,-4 8-5 16,-3 8 23-16,0 12-20 16,-3 6 22-16,-10 7-22 15,-4 7 23-15,-5 7-18 16,0 5 11-16,-4 6-3 16,-4 3 1-16,0 8-1 15,-2 5-9-15,-1 3 11 16,1 8-12-16,0 0 14 15,3 4-16-15,0 0 20 16,-1 0-20-16,1 0 18 16,-1 4-13-16,-2 3 4 15,-1 0 3-15,1-2-5 16,-4 0 1-16,0 1-11 0,-3-4 15 16,-6 4-12-16,-7-1 16 15,-7 3-15-15,-12 5 22 16,-8 2-23-16,-15 1 20 15,-7 3-10-15,-10 4 3 16,-5-3 2-16,-7-1-1 16,-1 1 7-16,-3-4-11 15,0 1 13-15,0-2-20 16,0 1 21-16,1 0-22 16,2 2 23-16,1 3-21 15,5 1 17-15,1 1-8 16,5 3-2-16,3-2-1 15,5-1-2-15,8 1 7 16,10-5-13-16,8-2 18 16,14-3-16-16,10-5 21 15,13-4-22-15,11-1 19 16,7-4-15-16,10 0 8 16,5 0 3-16,5 0 2 15,3 0-3-15,0 0-11 16,0 0 7-16,0-4-9 15,0 4 9-15,0-2-30 16,0 2 22-16,0 0-19 16,0 0 26-16,-1 0-13 15,-10 0 10-15,-1 0-7 16,-1 2 3-16,1 1 7 16,2-1-4-16,2 1 12 0,-1-3-7 15,2 0 29 1,1 0-18-16,0 0 14 0,-2 0-25 15,-1 0 9 1,3 0-14-16,-4 0 2 0,3 0 3 16,1 0-5-16,0 0 1 15,2 0-16-15,-1 0 1 16,4 0-32-16,-3 0-11 16,-1 0-113-16,1-1-26 15,-2-2-169-15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7:06:29.07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11951 5195 234 0,'0'0'13'0,"-2"-3"22"15,1 3-14-15,-1 0-17 16,-1 0-2-16,-1 0-3 16,-2 0 4-16,2 0-5 15,-3 0 14-15,1 3-3 16,-3 4 19-16,1-2-10 16,0 2 5-16,1 0-20 0,0-1-1 15,-2 1 0 1,3-3-1-16,1 4 0 0,0-3-4 15,-1 1-1-15,-2 2-9 16,4 0 3-16,-2 1-9 16,1 0 14-16,-1 2-12 15,1-2-16-15,-1 1 6 16,0 1-14-16,-1-2-11 16,4 0 5-16,-1 1-5 15,-1 0 18-15,0-1 35 16,-1 1-3-16,3-2 6 15,0 0-6-15,-1 1 4 16,1 0-12-16,1-1-11 16,1-2-2-16</inkml:trace>
  <inkml:trace contextRef="#ctx0" brushRef="#br0" timeOffset="73.79">11744 5464 50 0,'0'0'28'16,"0"0"-19"-16,0 0-10 15,0 0 7-15,0 0-9 16,-33 67 4-16,26-55-29 15</inkml:trace>
  <inkml:trace contextRef="#ctx0" brushRef="#br0" timeOffset="1300.94">11631 6018 206 0,'0'0'-20'0,"0"0"25"15,0 0-6-15,0 0 5 16,0 0-1-16,16 66 51 16,-13-59-45-16,3-2-17 15,1-1 0-15,0-1-9 16,2-3 1-16,-2 3 1 16,3-2-4-16,-4 2 12 15,1 0 10-15,-1-1-10 16,3 1 8-16,-4-2-3 15,4 2 4-15,-1-1 25 16,1-1-23-16,-1-1-3 16,-1 2-3-16,4-2 5 15,-2 0-6-15,1 0 10 16,-4 0-11-16,3 1 2 16,-2 0-10-16,-3 1 9 0,2-2 3 15,-1 1 1 1,1 1 0-16,-3-2 0 0,2 0 8 15,1 0-4-15,-2 0 11 16,3 0-6-16,-1 0 10 16,0 0-19-16,-1 0 9 15,1 0-7-15,0 0-1 16,1 0-2-16,-3 0 0 16,2 0 1-16,0 0-2 15,0 0 4-15,0 0-5 16,1 0 17-16,-1 0 12 15,-2 0-19-15,3 4-12 16,-2-4 9-16,2 2 1 16,-1 0 8-16,1-2-7 15,0 0-6-15,-1 0 3 16,2 0-7-16,0 0 8 16,-1 0-7-16,0 0 6 15,2 0-6-15,-3 0 7 16,2 0-10-16,-2 0 9 15,4 0 2-15,0 0 22 16,2 0-32-16,1 1 4 16,0-1 7-16,0 1-9 15,-2 1 6-15,1-1-9 16,-1 0 12-16,0 1-9 16,-1 2 8-16,0-4-12 15,-3 1 5-15,3-1 1 16,0 0-4-16,2 0-9 15,1 0-4-15,7 0 17 0,2 0 50 16,1 0-20 0,0 0-33-16,4 0 10 0,-1 0-14 15,0 0 15-15,-1 0-12 16,1 0 13-16,0 0 0 16,0 0-9-16,0 0 1 15,-2 0-3-15,2 0 5 16,-1-1-6-16,-2 1 8 15,-1-3-11-15,-1 3 8 16,-3-1-23-16,0-1 4 16,-3 1-18-16,-1 0-3 15,-2-2-19-15,-3 2 7 16,-1 1 20-16,-1 0 9 16,-2 0-7-16,-4 0-45 15,1 0-12-15</inkml:trace>
  <inkml:trace contextRef="#ctx0" brushRef="#br0" timeOffset="1769.83">13021 6177 1 0,'0'0'-1'15,"0"0"1"-15,0 0 0 16,79 5 1-16,-57-5-2 16,2 0 1-16,-1 0 0 0,1 1 10 15,0-1 25-15,-1 0-31 16,5 0 6-16,-4 0 4 15,2 0 0-15,0 0-15 16,2 0 6-16,1 0 0 16,-1 0 20-16,1 0-23 15,0 0 6 1,3 0 2-16,0 0-10 0,2 0 1 16,-2 0-9-16,3-1 10 15,-2-4-4-15,4 1 7 16,-2-2-4-16,-2 2 11 15,4-2-10-15,-6 3 13 16,3-3-17-16,-1 1 2 16,-1 2-7-16,-2-1-16 15,0 2-10-15,-1-4 0 16,-2 2-14-16</inkml:trace>
  <inkml:trace contextRef="#ctx0" brushRef="#br0" timeOffset="2919.33">14582 5534 54 0,'0'0'-8'0,"8"-71"18"15,-5 36-18-15,-1 3-20 16,-2 2 14-16,0 2 12 16,0 4 11-16,0 1 1 15,-5 1-4-15,-4 3-11 16,1-2 9-16,0 2 13 15,-3 1-3-15,1 2-16 16,2 0 5-16,-3-1-3 16,-1 2 24-16,-3-1 16 15,-1 0 11-15,-3 2-56 16,-2 1 12-16,-4 0 38 16,-2 2-40-16,-2 0 2 15,-4 4-6-15,0-2 30 16,-5 5-26-16,-3 0 4 15,-2 0-6-15,1 0-12 16,-4 3 6-16,4-2 7 16,-3 0 8-16,4 0 11 15,-3 0 4-15,3-1-24 16,-2 1 5-16,1-1-14 16,-1 1 5-16,-2 2-16 15,1 0 19-15,-1 1-1 16,0 0 0-16,2 0 6 15,1 0-2-15,0 0-3 16,3 0-9-16,1 0 8 16,4 1-12-16,0-1 17 15,3 1-11-15,0-1 12 16,2 2-13-16,1-1 8 16,-1 0-3-16,1 2 0 0,0 0 3 15,-3 1-3-15,2-1-4 16,-4 1-11-1,3 2-4-15,-2-2 11 0,-1 1 7 16,-1 1-25-16,1 0-26 16,1 0 14-16,1 2 20 15,-1-1-22-15,0-1 0 16,0 3-12-16,2-2 50 16,0 4 63-16,1-3-45 15,1-1 25-15,2 1-24 16,1-2-2-16,-1 2-18 15,0-2 1-15,2 1-65 16,1-3 57-16,0 2 17 16,0-2 27-16,3-2-18 15,1 2-19-15,0-2-4 16,-1 2 5-16,4-1 56 16,-1 2 17-16,0 0 7 15,1 2-54-15,0 0-16 16,0 0-8-16,0 1 2 15,1-4 0-15,0-1-1 16,0 0 5-16,-2-2-8 16,1 0 8-16,-1 2-7 15,-3-3 19-15,2 1 11 16,-2 2 31-16,1 1-22 16,-3 1-11-16,2 1-12 15,1 3-3-15,-1-1 2 0,2-1 5 16,2 3 2-1,1-4-14-15,4-1 4 16,2-1-9-16,-1-3 23 0,4 2 10 16,0-3 6-16,3 0-30 15,2 0-4-15,-2 0-7 16,3 0-9-16,0 0-46 16,0 0-69-16,0 0-113 15</inkml:trace>
  <inkml:trace contextRef="#ctx0" brushRef="#br0" timeOffset="5409.65">11084 5164 26 0,'-10'9'34'0,"-2"2"30"0,2 0-25 15,-3 4 8-15,3-1 10 16,0 0-13-16,-1 1 1 16,0 2-15-16,3-1-5 15,0 0-15-15,-3 0 7 16,2 2-11-16,0-1 2 15,-2 3-9-15,2 3 3 16,-2-1-1-16,-1 3-1 16,2 2 1-16,-3 2-3 15,3-1 4-15,1 0-4 16,-1-1 6-16,2 0-9 16,2-3 12-16,0-1-11 15,2-2 11-15,1-1-11 16,1 1 5-16,1 0 2 15,-2 0-3-15,3-1 1 16,-1 3-4-16,-1 1 7 16,-2-3-11-16,1 2 8 15,-1 1-7-15,-1-1 10 16,2 0-17-16,0-3 15 16,2 1-4-16,-2-3-4 15,3-2-4-15,0 0-6 16,0-1 8-16,0-2 3 15,0-3 9-15,0 0-7 0,4 1 8 16,1-3-8 0,-1-4 7-16,2 3-14 15,1 1 13-15,0-1-4 0,0 2 2 16,2 1 1-16,0 1-1 16,-1 1 2-16,1-1-2 15,-1 0 10-15,-1-1-2 16,0-3 3-16,-1 1-13 15,-1-4 8-15,4-1-11 16,-2 1 6-16,0 0-4 16,2 0 1-16,0 0 3 15,2 0-4-15,-3 0 5 16,2-1-6-16,3 1 9 16,0-2 1-16,2-2 11 15,0 0-3-15,4 0 9 16,-3 0-21-16,1 0 1 15,1 0-4-15,-3 0-2 16,0 0 1-16,-1-4-10 16,-1 0-1-16,-3 0-5 15,0 2 15-15,-2-1-10 16,0-1 5-16,2 2-18 16,-4-1 20-16,3 0-8 15,1-1 4-15,0 0 4 16,0-2-5-16,3 1-14 15,-1-4 3-15,-1 3 17 16,2-2-5-16,-1 2 12 16,-1-1-6-16,-2 0 8 15,1 1-15-15,0-1-35 16,2 0-53-16,-2-2 21 16,1-1-24-16</inkml:trace>
  <inkml:trace contextRef="#ctx0" brushRef="#br0" timeOffset="5617.09">11591 5915 7 0,'0'0'-1'0,"0"0"-2"16,0 0 0-16</inkml:trace>
  <inkml:trace contextRef="#ctx0" brushRef="#br0" timeOffset="5754.06">11690 5776 4 0,'0'0'7'0,"0"0"-7"16,0 0 3-16,0 0-1 16,0 0 8-16,48-69-19 15,-39 55-8-15</inkml:trace>
  <inkml:trace contextRef="#ctx0" brushRef="#br0" timeOffset="6333.11">11770 5652 38 0,'0'0'33'0,"0"0"3"15,0 0-3-15,0 0-17 16,27-70 22-16,-22 55 25 15,-2-1-50-15,0-1 0 16,1 1 0-16,0 1 3 16,-1-1-13-16,0-1 13 0,-2 0 27 15,2 1-6-15,-3-1 29 16,2 1 15-16,-2 0-23 16,0-2-16-16,0 4-7 15,0-1-28-15,0-1 5 16,0 1-18-16,0-2 14 15,0 1-15-15,0 0 10 16,0 1-6-16,0 1 3 16,0 0 4-16,0 3-4 15,0-1 6-15,-5 1 5 16,-5-1 15-16,0 0-12 16,-3-2 11-16,-3 1-23 15,3-2 7-15,-4 1-15 16,1-1 4-16,0 1-4 15,0 3-1-15,-1 0 6 16,1 0-3-16,0 5 5 16,2-1-4-16,-3 3 10 15,0-2-10-15,-3 4 15 16,2-2-6-16,0 1 10 16,-2 0-13-16,1 2 5 15,-3 0-5-15,1 1-3 16,-3 0 3-16,-4 0 3 15,0 1 7-15,-6 11-12 16,-1 3 8-16,-4 4-12 16,2 0 15-16,0 2-6 15,-1-1 7-15,3 1-9 16,3-4 4-16,3-1 6 16,7 0-6-16,1-3-3 0,5-1-9 15,4-1 11-15,5-2-23 16,3-5-46-16,2-4-105 15,2 0-166-15</inkml:trace>
  <inkml:trace contextRef="#ctx0" brushRef="#br0" timeOffset="7156">10960 4385 467 0,'0'0'52'15,"0"0"54"-15,0 0-40 16,-25-45-44-16,7 36 16 16,-3-1-35-16,-2 3 21 15,-1 4-21-15,-1 3 0 16,0 0-2-16,2 10-2 15,0 9 0-15,7 4 1 16,1 5 4-16,7 2-10 16,2 4 12-16,6 3-9 15,0 1 24-15,3 1-13 16,12 2 26-16,2 0-8 16,1 1 5-16,2-4 0 15,-2 0 11-15,-3-6-4 16,1 0-23-16,-6-5-3 15,0-3-18-15,-3-2 15 16,-4-4-26-16,-3-3 8 0,0-2-35 16,0-2-12-1,0-4-39-15,-3-2-46 16,-7-2-84-16,-3-3-95 0</inkml:trace>
  <inkml:trace contextRef="#ctx0" brushRef="#br0" timeOffset="7334.17">10729 4789 731 0,'0'0'67'16,"0"0"80"-16,0 0-80 15,101-34-51-15,-64 25-21 16,1-4-32-16,4 1-114 15,1-3-203-15</inkml:trace>
  <inkml:trace contextRef="#ctx0" brushRef="#br0" timeOffset="8423.33">13058 4533 546 0,'0'0'64'16,"0"0"56"-16,0 0-42 0,0 0 3 16,3-29-17-1,-3 21-16-15,0 0-17 0,-3 1-8 16,-9 4-12-16,-5 3-15 16,-3 0 1-16,0 11-24 15,-3 8 18-15,1 3-18 16,3 1 28-16,4 0-16 15,4-3 14-15,7-2-2 16,4-5 1-16,0-6 0 16,0-2-3-16,13-5 13 15,4 0-7-15,4-3 16 16,0-10-15-16,1-7 17 16,-3-3-23-16,-1-1 12 15,-6 2-20-15,1 3 6 16,-6 4-10-16,-1 4 4 15,-3 7 6-15,-2 4 3 16,5 0 1-16,-2 4-21 16,4 13 30-16,3 8-1 15,5 7 28-15,0 4 5 16,6 4 27-16,1 3-6 16,-3 2 20-16,3-2-16 15,-1 1-5-15,-6-5-2 16,-1-1-16-16,-4-2-10 15,-7-6-18-15,-4-2 12 16,0-3-23-16,-10-4 19 16,-15-2-28-16,-11-8 15 15,-3 1-38-15,-5-7-8 16,2-2-29-16,1-3-59 16,2 0-107-16,10-3-222 0</inkml:trace>
  <inkml:trace contextRef="#ctx0" brushRef="#br0" timeOffset="9941.1">17297 5156 501 0,'0'0'52'15,"0"0"68"-15,-52-60-29 16,30 42-30-16,0 6-23 15,1 3 11-15,1 8-34 0,4 1 5 16,2 0-4 0,2 17 14-16,5 6-11 0,5 9-8 15,2 6 7-15,0 7-1 16,4 7 19-16,11 4-7 16,4 2 11-16,-3-1 0 15,1 0 14-15,-2-2-27 16,0-2 6-16,-4-2-8 15,-4-4-7-15,1-1 8 16,-2-5-14-16,-3-3-5 16,-2-8-11-16,1-4 14 15,-2-7-20-15,0-3 21 16,0-8-34-16,0-8-21 16,-4 0-61-16,-5 0-72 15,-7-11-140-15,-2-6-244 16</inkml:trace>
  <inkml:trace contextRef="#ctx0" brushRef="#br0" timeOffset="10105.2">17113 5664 972 0,'0'0'155'16,"0"0"-68"-16,0 0-70 15,83-11-21-15,-54 8-2 16,3-6-141-16,-2 1-180 16</inkml:trace>
  <inkml:trace contextRef="#ctx0" brushRef="#br0" timeOffset="10373.25">17797 5589 1221 0,'0'0'7'15,"0"0"7"-15,0 0-13 16,0 0-19-16,0 0-115 16,0 0-144-16,1 30-311 15</inkml:trace>
  <inkml:trace contextRef="#ctx0" brushRef="#br0" timeOffset="11058.42">18126 5582 698 0,'0'0'70'0,"0"0"82"0,0 0-18 16,0 0-66-16,0 0 15 16,10-44-38-16,-10 37-1 15,-6-3-29-15,-7 2-2 16,-3 4-17-16,-5 4 2 15,-2 0-3-15,1 1-5 16,-1 16 9-16,3-1-15 16,7 4 16-16,5-4-28 15,8-2 25-15,0-1-14 16,6-5 12-16,12-5-9 16,3-3 18-16,4 0-5 15,-1 0 1-15,0-2 1 16,-1-3-2-16,-3 0-4 15,-4 2 8-15,1 3 3 16,-5 0-15-16,-1 9 16 16,1 9-20-16,1 6 28 15,1 5-16-15,-2 7 18 16,5 2 17-16,0 5 22 16,5 5-4-16,1 0-1 15,-4-5 27-15,-2-3-23 16,-4-2-15-16,-7-9-29 15,-6-6 38-15,-10-4-36 16,-16-4 22-16,-9-6-33 16,-7-5 3-16,-5-4-9 15,0 0-17-15,0-4-24 16,5-8-25-16,3-8-5 0,7-3-49 16,6-6-133-16,7-10-315 15</inkml:trace>
  <inkml:trace contextRef="#ctx0" brushRef="#br0" timeOffset="11376.7">18254 5009 813 0,'0'0'162'0,"93"80"53"16,-35-18-92-16,-3 14-53 15,1 3-1-15,-4 4-34 16,-7-2-9-16,-8-1 32 16,-12-9-18-16,-9-3-32 15,-15-6-9-15,-1-2 9 16,-24-4-20-16,-13-9 12 15,-9-7-46-15,-1-9 1 16,-4-12-60-16,2-12-80 16,3-7-205-16,4-15-356 15</inkml:trace>
  <inkml:trace contextRef="#ctx0" brushRef="#br0" timeOffset="11652.23">18900 4736 1213 0,'0'0'60'0,"0"0"26"16,0 0-44-16,-23 68 9 16,3-26-45-16,-2 7 7 15,-4-2-46-15,-3-3-82 16,0-9-242-16,-1-4-558 16</inkml:trace>
  <inkml:trace contextRef="#ctx0" brushRef="#br0" timeOffset="12360.93">16732 4868 788 0,'0'0'125'16,"0"0"37"-16,-89 118-43 15,53-47-39-15,0 13-25 16,5 6-11-16,7 8-5 16,9-2-30-16,11-3 13 15,4-9-9-15,11-5 10 16,20-11-30-16,11-10 19 0,10-8-25 15,7-10-40 1,4-9-101-16,3-11-221 16,1-7-482-16</inkml:trace>
  <inkml:trace contextRef="#ctx0" brushRef="#br0" timeOffset="12921.56">19472 5602 872 0,'0'0'146'0,"0"0"39"16,84-11-99-16,-55 6-41 15,-5-2-47-15,-9 5 12 16,-4-1-46-16,-7-1-47 16,-4 1-93-16,0-1-140 15</inkml:trace>
  <inkml:trace contextRef="#ctx0" brushRef="#br0" timeOffset="13081.29">19524 5472 791 0,'0'0'-2'0,"0"0"10"16,0 0-82-16,94-9-237 15</inkml:trace>
  <inkml:trace contextRef="#ctx0" brushRef="#br0" timeOffset="13578.06">20405 5223 560 0,'0'0'36'0,"0"0"67"16,0 0-59-16,-110-76 25 16,77 63 14-16,0 3 21 15,2 6-54-15,4 4-22 16,4 0-17-16,4 7-3 16,6 17 6-16,10 8-4 15,3 6 13-15,0 7 3 16,15 7 25-16,5 3-30 15,4-3 28-15,1 2-32 16,-1-4 18-16,-2-2-21 16,-3-4 5-16,-4-4-10 15,-4-2-5-15,-7-6 2 16,-1 0-11-16,-3-8 4 16,0-1-27-16,-10-8-36 15,-7-2-79-15,-1-8-78 16,-8-5-99-16,0 0-268 15</inkml:trace>
  <inkml:trace contextRef="#ctx0" brushRef="#br0" timeOffset="13734.21">20125 5650 960 0,'0'0'131'15,"0"0"-2"-15,0 0-98 16,78-18-25-16,-57 13-6 15,5-1-2-15,-2-1-50 16,-1-5-102-16,-3-1-197 16</inkml:trace>
  <inkml:trace contextRef="#ctx0" brushRef="#br0" timeOffset="13957.35">20744 5143 1061 0,'0'0'27'0,"0"0"49"15,-34 88-48-15,18-53-35 16,-3 1-34-16,0-5-126 15,-4-8-178-15</inkml:trace>
  <inkml:trace contextRef="#ctx0" brushRef="#br0" timeOffset="14554.52">20848 5546 1145 0,'0'0'59'0,"0"0"24"15,0 0-33-15,0 0-51 16,0 0 4-16,-17 15-83 16,14-13-76-16,3-2-174 15,0 0-443-15</inkml:trace>
  <inkml:trace contextRef="#ctx0" brushRef="#br0" timeOffset="15213.31">21371 5582 545 0,'0'0'41'0,"0"0"91"16,0 0-27-16,0 0-4 16,33-83-7-16,-33 64-14 15,0 3-39-15,-4-1 4 16,-15 7-36-16,-3 2 5 15,-6 7-19-15,-3 1 2 16,-1 3-3-16,1 15-4 16,3 5-4-16,5 1-11 15,6 3 9-15,10-4 1 0,5-2 16 16,2-6-11-16,3-6 12 16,14-2-5-16,4-6 10 15,6-1-9 1,2 0 5-16,-1-4-2 0,0-5-4 15,-3-3 0-15,-7 5-21 16,-3-3 0-16,-6 6 2 16,-5 4 24-16,-1 0-11 15,1 2 11-15,2 13-5 16,1 4 15-16,9 6 11 16,5 6 18-16,5 5 10 15,2 4 16-15,4 7 14 16,0 0-11-16,-5 5 1 15,-1 4-26-15,-7-2 15 16,-6-4-12-16,-9-5 17 16,-4-4-36-16,0-10-2 15,-8-8-9-15,-15-8-5 16,-6-8-5-16,-4-7-10 16,-4 0-7-16,-1-3-35 15,0-9 0-15,3-5-48 16,4 2-2-16,6-5-98 15,5-3-165-15,8-1-416 16</inkml:trace>
  <inkml:trace contextRef="#ctx0" brushRef="#br0" timeOffset="15558.23">21910 5506 867 0,'0'0'101'0,"0"0"68"16,34 76-42-16,-19-48-60 16,2 3 0-16,-1-3-45 15,-2-2-5-15,-2-3-14 16,-4-4-1-16,-6-3-16 16,-2-2-54-16,0-6-43 15,0-3-108-15,-13-2-145 16</inkml:trace>
  <inkml:trace contextRef="#ctx0" brushRef="#br0" timeOffset="15720.79">21858 5681 881 0,'0'0'83'15,"0"0"86"-15,0 0-110 16,104-35-41-16,-72 26-23 15,-2-1-18-15,-3 0-102 16,-7-1-183-16</inkml:trace>
  <inkml:trace contextRef="#ctx0" brushRef="#br0" timeOffset="16348.06">22619 5310 661 0,'0'0'86'0,"0"0"32"16,0 0-29-16,4-72-38 16,-4 52 14-16,-10 4-26 15,-4 1-6-15,-3 4-31 16,0 5 5-16,-1 6-14 16,0 0 16-16,0 13-18 15,3 10 17-15,5 9-10 0,4 9 8 16,5 7 4-16,1 2 6 15,1 0 7-15,15 0-3 16,3 0-2-16,4-4 4 16,2-2 9-16,-2-5-20 15,1-2 19-15,-1-3-16 16,-6-5-2-16,-2-5-14 16,-5-3 5-16,-7-7-11 15,-3-1-15-15,0-3-16 16,0-5-41-16,-14-5-74 15,-6 0-122-15,-5 0-178 16</inkml:trace>
  <inkml:trace contextRef="#ctx0" brushRef="#br0" timeOffset="16512.27">22527 5700 933 0,'0'0'171'15,"0"0"-50"-15,80-18-102 16,-49 13-10-16,-1 1-9 16,3 1-7-16,-4-1-83 15,-1 2-113-15,-4-2-244 16</inkml:trace>
  <inkml:trace contextRef="#ctx0" brushRef="#br0" timeOffset="16696.02">23080 5582 1233 0,'0'0'4'0,"0"0"26"16,0 0-29-16,0 0-13 15,0 0-91-15,0 0-121 16,-24 9-255-16</inkml:trace>
  <inkml:trace contextRef="#ctx0" brushRef="#br0" timeOffset="17383.32">23458 5582 706 0,'0'0'107'16,"0"0"64"-16,0 0-65 16,0 0-49-16,0 0-5 15,-3-39-28-15,-8 30-11 16,-2 3-17-16,-5 2 11 16,-5 4-21-16,1 0 6 15,-2 7-19-15,1 9 17 0,4 4 7 16,3-1 0-16,7 0-5 15,9-3-5-15,0-3 3 16,0-2-7-16,17-4 22 16,6-3-11-16,3-3 16 15,2-1-19-15,3 0 13 16,-2 0-8-16,-4 3 5 16,-3 1-1-1,-1 5-1-15,-7 3 4 0,2 4-4 16,-1 7 35-16,-3 2 5 15,-1 6 19-15,1 2-8 16,-1 4 21-16,-3-1-24 16,1-1 4-16,-2 3-11 15,-3-4-1-15,-2-3 4 16,-2-4-3-16,-2 1-1 16,-18-5-19-16,-4-3 12 15,-6-4-29-15,-4-7 15 16,1-2-23-16,0-7 19 15,0 0-30-15,-1-12-7 16,5-12-40-16,1-7-29 16,5-7-30-16,3-9-110 15,6-5-186-15</inkml:trace>
  <inkml:trace contextRef="#ctx0" brushRef="#br0" timeOffset="17616.96">23718 5034 1231 0,'0'0'20'0,"0"0"81"16,-21 103-60-16,2-56-24 15,-2 5-20-15,-2-2 6 16,2-7-87-16,-2-6-127 16,-2-3-244-16</inkml:trace>
  <inkml:trace contextRef="#ctx0" brushRef="#br0" timeOffset="19112.87">19868 7213 927 0,'0'0'48'0,"0"0"53"16,53-20-81-16,-40 16-13 15,-3 2-11-15,-4 0-63 16,-5 0-107-16,-1 0-84 16,0 2-206-16</inkml:trace>
  <inkml:trace contextRef="#ctx0" brushRef="#br0" timeOffset="19299.71">19803 7093 960 0,'0'0'26'0,"0"0"26"0,0 0-48 16,0 0-59 0,0 0-102-16,83-11-166 0</inkml:trace>
  <inkml:trace contextRef="#ctx0" brushRef="#br0" timeOffset="21318.93">20373 7109 828 0,'0'0'89'0,"-8"0"98"16,8-3-55-16,0-6-46 15,12-2-56-15,9-5-3 16,6 1-14-16,4 3-5 16,-1 7 0-16,0 5-9 15,-4 0 3-15,-3 13-12 16,-11 14 14-16,-5 9-12 16,-5 6 20-16,-2 2-22 15,0 2 20-15,-9-3-16 16,-1-3 11-16,-3-4-5 15,6-8 2-15,2-4 2 16,4-6-2-16,1-4 5 16,1-4-7-16,18-4 13 15,4-3-17-15,8-3 17 16,0 0-19-16,1 0 12 16,-2-8-29-16,-5-3-51 15,-6 3-84-15,-8 0-166 16,-5 0-257-16</inkml:trace>
  <inkml:trace contextRef="#ctx0" brushRef="#br0" timeOffset="21612.9">20916 7154 1001 0,'0'0'126'0,"0"0"12"15,75 70-46-15,-40-43-22 16,1-2-27-16,0 2 0 16,-4-8-29-16,-3 1 10 15,-6-5-29-15,-6-3 14 16,-4-4-26-16,-5-3-16 15,-6-1-37-15,-2 0-61 16,0-4-82-16,-4 0-158 16</inkml:trace>
  <inkml:trace contextRef="#ctx0" brushRef="#br0" timeOffset="21799.1">21136 7159 853 0,'0'0'44'0,"-45"70"114"16,22-29-77-16,-3-1-27 15,2 0-49-15,2-6 6 16,2-5-17-16,3-9-58 16,5-5-108-16,4-9-101 15,2-6-188-15</inkml:trace>
  <inkml:trace contextRef="#ctx0" brushRef="#br0" timeOffset="22120.67">21285 6932 817 0,'0'0'68'16,"65"97"86"-16,-28-38-24 16,-1 3-54-16,-6-1 7 15,-8-4-34-15,-3-3-13 16,-12-2-25-16,-7-8-5 15,0-3-6-15,-26-4-27 16,-13-5-47-16,-10-5-71 16,-14-3-109-16,-10-10-194 15</inkml:trace>
  <inkml:trace contextRef="#ctx0" brushRef="#br0" timeOffset="22602.44">20425 6854 699 0,'0'0'76'16,"-69"78"80"-16,31-17-26 16,5 16-46-16,3 9 8 15,7 1-49-15,11 3-1 16,12-6-37-16,0-9 5 16,20-16-14-16,18-7 5 15,11-13-2-15,10-11-37 16,5-10-60-16,4-13-116 15,-2-5-220-15</inkml:trace>
  <inkml:trace contextRef="#ctx0" brushRef="#br0" timeOffset="24935.52">21715 7311 1054 0,'0'2'31'0,"0"-1"13"16,1-1 8-16,2 4-55 16,2-4 3-16,0 0-108 15,1 0-121-15,-2 0-173 16</inkml:trace>
  <inkml:trace contextRef="#ctx0" brushRef="#br0" timeOffset="25649.56">22190 7177 572 0,'0'0'82'0,"0"0"63"16,0 0-24-16,0 0-19 15,0 0-34-15,-29-13-30 16,7 14-28-16,-3 11-10 16,-3 3 7-16,-1 1-10 15,3 1 12-15,4 1-16 16,5 0 17-16,6-5-19 16,6 1 13-16,5-3-17 15,6-3-8-15,18-1 9 16,8-2 3-16,6 3 7 15,1-2-1-15,0 1 5 16,-6 3-7-16,-7-3 10 16,-6 6-8-16,-8-1 22 15,-9 1 4-15,-3 2 37 16,0-4-2-16,-9 3 2 16,-7-4-17-16,-7 4-16 15,-1-2-8-15,-1 2-18 16,-2-3 7-16,3 1-14 15,1-2 8-15,6-4-37 16,7-3-2-16,6-3-48 16,4 0-53-16,0-14-119 15,16-6-42-15,5-8-139 16</inkml:trace>
  <inkml:trace contextRef="#ctx0" brushRef="#br0" timeOffset="25858.6">22438 7280 880 0,'0'0'162'0,"0"0"-18"16,45 89-74-16,-29-62-14 15,-4-2-48-15,-1-5 2 16,-2-1-11-16,-5-4-13 15,-2-5-66-15,-2-3-105 16,0-7-124-16,-12 0-316 16</inkml:trace>
  <inkml:trace contextRef="#ctx0" brushRef="#br0" timeOffset="26015.75">22434 7019 864 0,'0'0'20'16,"0"0"-19"-16,0 0-49 15,0 0-73-15,0 0-106 16,0 0-262-16</inkml:trace>
  <inkml:trace contextRef="#ctx0" brushRef="#br0" timeOffset="26455.03">22675 7322 754 0,'0'0'113'0,"0"0"90"0,0 0-86 15,49 88-25-15,-38-67-32 16,1-3-8-16,0-3-19 15,-2-1-10-15,-1-5-6 16,-3-3-9-16,-1-3 2 16,1-3-14-16,-3-3 17 15,3-13-15-15,2-5 14 16,-2-10-25-16,0-1 9 16,1 0-30-16,0 0-2 15,-1 2-7-15,0 7 3 16,1 8 11-16,-1 7 8 15,3 6 17-15,-1 2-8 16,0 7 17-16,1 11-3 16,3 5 32-16,-1 3-9 15,1 0 14-15,-2 1-22 16,2-3 6-16,-1-5-9 16,-2-3-11-16,-1-4 0 15,-3-4-14-15,-1-5-38 16,-2-3-85-16,-2 0-95 15,0-15-232-15</inkml:trace>
  <inkml:trace contextRef="#ctx0" brushRef="#br0" timeOffset="26695.38">23055 7006 967 0,'0'0'55'15,"0"0"148"-15,0 0-127 16,94 0-44-16,-77 1-36 16,-1 2 10-16,-4-2-72 15,-5-1-77-15,-1 0-159 16,-5-1-318-16</inkml:trace>
  <inkml:trace contextRef="#ctx0" brushRef="#br0" timeOffset="26878.34">23283 6905 995 0,'0'0'178'16,"0"0"-51"-16,17 94-94 15,-11-58-17-15,0-4-22 16,-1-2-16-16,-1-3-112 16,-1-7-189-16,-2-7-495 15</inkml:trace>
  <inkml:trace contextRef="#ctx0" brushRef="#br0" timeOffset="28366.94">23556 7225 735 0,'0'0'111'16,"0"0"43"-16,0 0-67 15,42-33-29-15,-25 23-8 16,0 2-28-16,0 2-11 16,-1 2-12-16,2 1 8 15,0 3-11-15,-2 0 14 16,1 3-12-16,-3 11 24 15,1 5-7-15,-5 4 1 16,-1 6-2-16,-2 1 8 16,3 1-3-16,-1 1-7 15,2-4 4-15,4-3-14 16,1-3 11-16,2-6-16 16,2-4 14-16,-5-1-18 0,1-7 15 15,-5 0-27 1,0-3-9-16,-3-1-25 0,-2 0-30 15,-2 0-47-15,-1-1-55 16,-1-9-55-16,-2-2-159 16</inkml:trace>
  <inkml:trace contextRef="#ctx0" brushRef="#br0" timeOffset="28604.53">23935 7156 696 0,'0'0'54'0,"0"0"109"16,-71 81-11-16,41-42-32 16,-1 3-27-16,2-3-55 15,5-1-15-15,2-8-27 16,8-1 13-16,5-10-25 15,5-6-52-15,4-6-114 16,0-7-114-16,0 0-291 16</inkml:trace>
  <inkml:trace contextRef="#ctx0" brushRef="#br0" timeOffset="29587.78">24429 7125 650 0,'0'0'98'0,"0"0"33"16,0 0-14-16,0 0-24 16,24 71-12-16,-11-47-21 15,2 2-20-15,-2-2-19 16,2 1-7-16,-4-5-18 16,0-2 13-16,-5-4-19 15,-2-2-3-15,-2-2-57 0,-2-4-36 16,0-3-66-1,-6 0-74-15,-8-3-263 0</inkml:trace>
  <inkml:trace contextRef="#ctx0" brushRef="#br0" timeOffset="29787.88">24384 7291 857 0,'0'0'125'0,"0"0"14"16,86-12-114-16,-52 9-6 15,-1 1-21-15,0 0-8 16,-3 0-105-16,-2 0-152 16,-2-2-254-16</inkml:trace>
  <inkml:trace contextRef="#ctx0" brushRef="#br0" timeOffset="32570.1">25019 7216 719 0,'0'-7'101'0,"0"-6"25"15,7-2-1-15,7-5-76 16,1 3-5-16,1-2-15 16,1 4-8-16,0 7-14 15,-3 3-7-15,0 5 2 16,1 0-6-16,-4 16 7 16,1 6 9-16,-1 4 11 15,0 6-16-15,-3-1 21 16,4-1-16-16,1-1 19 15,3-3-15-15,3-3 9 16,2-2-8-16,4-4-8 16,1 1 1-16,-3-3-11 15,-2 0 10-15,0-4-18 16,-5 0 14-16,-5-3-38 16,-2-2 1-16,-5-4-46 15,-2-2-42-15,-2 0-70 16,0 0-43-16,0-11-262 15</inkml:trace>
  <inkml:trace contextRef="#ctx0" brushRef="#br0" timeOffset="32834.29">25360 7043 788 0,'0'0'95'16,"-37"75"70"-16,15-25-49 15,-1 2-43-15,-2 0-26 16,1-5-21-16,1-5-23 16,7-6 5-16,2-8-14 15,3-5-9-15,5-10-82 16,5-4-51-16,1-9-123 15,0 0-149-15</inkml:trace>
  <inkml:trace contextRef="#ctx0" brushRef="#br0" timeOffset="33267.12">25520 6802 990 0,'0'0'111'0,"0"0"8"0,0 0-54 16,0 0-2-16,0 0-25 15,65-5-11-15,-51 8-26 16,-3 7 18-16,-2 5-24 16,-6 1 18-16,-3 4-15 15,0 4 8-15,0-1-3 16,-3 0 2-16,-6-3 1 16,2-1-3-16,5-6 7 15,1-1-14-15,1-4 12 16,0-2-13-16,13-4 14 15,6 0-19-15,7-2 5 16,3 0-36-16,2 0-31 16,3 0-37-16,-6 0-78 15,-3 0-74-15,-4 0-205 16</inkml:trace>
  <inkml:trace contextRef="#ctx0" brushRef="#br0" timeOffset="33984.28">25965 7272 1245 0,'0'0'50'0,"0"0"2"0,0 0-32 15,0 0-27-15,3 0-38 16,-1 0-136-16,-2 0-154 16</inkml:trace>
  <inkml:trace contextRef="#ctx0" brushRef="#br0" timeOffset="37473.75">11787 6217 365 0,'0'0'26'16,"2"0"29"-16,-2 2 7 15,0 4-35-15,1-2 10 16,1 4 16-16,1 0-8 16,1 1-5-16,0 1-1 0,-1 0-12 15,3 1-11 1,-2 0-1-16,2-2-9 15,-3 2 8-15,0 0-14 16,1-1 8-16,1 2-13 0,-1-1 13 16,1-1-14-16,1 0 11 15,2-1-8 1,-1 1 4-16,3-3 1 0,0-2-2 16,0 2 4-16,4-3-7 15,-3 1 8-15,4-1-11 16,1-4 13-16,3 0-14 15,0 0 14-15,3 0-16 16,1 0 12-16,0-4-7 16,0-4 1-16,2 4 4 15,0-1-4-15,3 1 6 16,-1 1-8-16,1 2 11 16,-2-2-13-16,1 3 15 15,-1-4-15-15,0 1 13 16,-1 2-11-16,-1-4 6 15,-3-1 0-15,0 1-1 16,-1 0 1-16,-4 3-4 16,-1-2 7-16,-2 4-7 15,-3 0 11-15,1 0-15 16,-2 0 16-16,3 0-14 16,-1 5 14-16,-1 1-9 15,3 1 1-15,0-1 0 16,0 1-1-16,2 1 2 15,-1 0-6-15,-1 0 9 16,-3 0-9-16,-1-1 10 16,1-3-10-16,-4 2 15 15,0 0-12-15,-2-3 9 16,2-1-8-16,-1 0 0 16,0-2 1-16,-1 0-1 0,0 0 5 15,-1 0 3 1,2 0 5-16,-1-4-13 15,2-3 10-15,-1-1-15 0,3 1 12 16,1-2-14-16,5 1 10 16,0 0-6-16,5 1 0 15,0-3-4-15,4 3-4 16,2 0 9-16,-1 0-10 16,0 3 13-16,-2 0-10 15,1 0 17-15,2 2-14 16,-2 1 12-16,-1-1-11 15,1 2 8-15,0 0-3 16,1 0-1-16,0 0 2 16,2 0-3-16,1-2 6 15,1 0-9-15,2-2 11 16,0 3-12-16,3 0 14 16,1 1-14-16,3 0 12 15,5 0-11-15,1 0 7 16,5-2-1-16,0-2-2 15,2 0 3-15,0 0-6 16,-2 0 8-16,-5 2-9 16,-9 2 12-16,0 0-14 15,-7 0 17-15,-4 0-16 16,0 0 12-16,-2-2 0 16,0-5 11-16,0-1-3 15,4 0 5-15,-5-2 12 16,3 1-16-16,-1-1 20 15,-2 0-12-15,-2 3 4 16,-3-1-18-16,0 0 17 16,-1-1-10-16,-4 5 22 0,1-3 10 15,-4-1-3-15,0-1-13 16,-3 1-12-16,1 1 3 16,-4 0-15-16,-1 2 10 15,0-2-24-15,0 1 6 16,0 3-58-16,0-1-37 15,0 0-89-15,-4 0-121 16,-2 0-347-16</inkml:trace>
  <inkml:trace contextRef="#ctx0" brushRef="#br0" timeOffset="39071.28">27388 6887 491 0,'0'-2'121'15,"0"0"-10"-15,0 1 18 16,0 1-9-16,-1 0-21 15,1 0-32-15,0 3-35 16,0 12-7-16,0 4-5 16,0 5 29-16,0 7-27 15,4 1 1-15,4 0-23 16,-2-3 0-16,1-4-3 16,1-3-27-16,-1-5-57 15,-1-4-77-15,-5-3-74 16,-1-1-108-16</inkml:trace>
  <inkml:trace contextRef="#ctx0" brushRef="#br0" timeOffset="39640.35">26547 7421 639 0,'0'0'95'15,"0"0"-23"-15,0 0 56 16,0 0-41-16,0 0-7 16,90-3 5-16,-57-1-19 15,8 3-18-15,2-2-22 16,3 3 2-16,7 0 1 0,11 0 7 15,11 0-33 1,12 5 25-16,17 1-18 16,10-2 13-16,13-4-17 15,7 0 4-15,1 0-6 16,-1 0 3-16,-4-7 12 0,-6-6-14 16,-11-2 1-16,-11-1-11 15,-12 3 14-15,-18 2-14 16,-23 6 26-16,-20-2-27 15,-20 7 14-15,-9 0-24 16,-22 0 3-16,-11 4-3 16,-5 4-47-16,-1 1-64 15,0-1-102-15,5-6-137 16</inkml:trace>
  <inkml:trace contextRef="#ctx0" brushRef="#br0" timeOffset="40790.29">26695 7986 674 0,'0'0'59'15,"0"0"14"-15,0 0 40 16,19 79-11-16,-5-43-22 16,2 2-11-16,4-1-6 15,3-2-26-15,1 0-5 16,0-7-20-16,-1-6 16 15,0-4-19-15,-7-4 11 16,0-5-24-16,-6-5 17 0,-4-3-18 16,-2-1 6-16,-4 0 3 15,0-7-3 1,0-11-2-16,0-6-14 0,-7-8 9 16,0-3-4-16,1-7 18 15,0-4-16-15,3-3 17 16,3-4-19-16,0-1 13 15,0 3-8-15,0 3 4 16,0 6-1-16,1 6 0 16,1 8 7-16,-1 6-12 15,-1 7 15-15,0 4-12 16,0 4 13-16,0 3-11 16,0 0 17-16,0 3-21 15,5-1 12-15,12 0-11 16,11-1 7-16,12-1 1 15,12 1-2-15,12-1 5 16,9 2-7-16,7 2 10 16,5-3-12-16,1 3 14 15,5-4-18-15,2 2 18 16,-1-4-17-16,-1 1 12 16,-3-3 1-16,-4 0 2 15,-6 1 2-15,-7-1-8 16,-10 4 5-16,-11-1-11 15,-11 1 14-15,-13 2-15 16,-7 0 18-16,-12 1-23 16,-7-1 17-16,0 2-24 15,-9 0-7-15,-8 0-62 16,-3-3-58-16,-2 3-50 16,-1-1-98-16,-4 1-271 15</inkml:trace>
  <inkml:trace contextRef="#ctx0" brushRef="#br0" timeOffset="41428.66">27252 7978 844 0,'0'0'71'16,"0"0"74"-16,0 0-24 15,3 90-38-15,6-61-30 16,2-1-8-16,1-2-16 16,1-3-24-16,0-2 3 15,-3-6-17-15,-1-3 4 16,-2-1-52-16,-4-6-24 16,-2 2-74-16,-1-6-76 15,0-1-139-15</inkml:trace>
  <inkml:trace contextRef="#ctx0" brushRef="#br0" timeOffset="41681.62">27614 8086 970 0,'0'0'89'0,"0"0"65"15,80-9-95-15,-58 9-38 16,-4-2-14-16,-3 2-15 16,-6 0-41-16,1 0-97 0,-6 0-88 15,-1 0-188-15</inkml:trace>
  <inkml:trace contextRef="#ctx0" brushRef="#br0" timeOffset="41938.26">28008 7990 873 0,'0'0'118'15,"0"0"47"-15,0 0-66 16,76 70-45-16,-55-49 0 16,0-2-30-16,-4-2 0 15,1 1-31-15,-3-6 20 16,-3 1-27-16,-2-5-9 16,-3-2-43-16,-2-4-45 15,-1-2-69-15,-1 0-94 16,0 0-133-16</inkml:trace>
  <inkml:trace contextRef="#ctx0" brushRef="#br0" timeOffset="42142.27">28187 8013 837 0,'0'0'47'0,"-57"72"87"15,31-34-55-15,-1-6-59 16,5-1-14-16,3-7-6 16,5-6-38-16,5-8-90 15,1-2-112-15,3-8-243 16</inkml:trace>
  <inkml:trace contextRef="#ctx0" brushRef="#br0" timeOffset="42548.23">28328 7883 961 0,'0'0'110'0,"0"0"44"16,0 0-86-16,0 0-19 16,0 0-15-16,36 31-18 15,-33-17-2-15,-3 0-14 16,0-2 14-16,0 1-21 15,0-3 18-15,3-1-19 16,3 0 18-16,4-1-17 16,3-1 13-16,3-3-6 15,0-4-1-15,1 0 2 0,-1 0-18 16,-2 0-30 0,-2 0-71-16,-5-5-118 0,0-4-256 15</inkml:trace>
  <inkml:trace contextRef="#ctx0" brushRef="#br0" timeOffset="43491.66">28329 7653 328 0,'0'0'10'16,"0"0"29"-16,0 0 9 16,0 0 17-16,35-11 21 15,-16 9-1-15,0 0-2 16,1-1-1-16,3 3-22 16,-3-2 1-16,0 2-26 15,-3 0 10-15,-3 0-31 0,-4 0 1 16,0 0-18-16,-3 0 6 15,0 0-3-15,1-1-10 16,-4-4-63-16,2-3-123 16,-5 2-309-16</inkml:trace>
  <inkml:trace contextRef="#ctx0" brushRef="#br0" timeOffset="44235.28">28361 7631 530 0,'0'0'28'15,"0"0"74"-15,0 0 13 16,0 0-27-16,87-9-5 16,-61 5-7-16,-6 0-31 15,2 1-9-15,-6 2-24 16,-2 1 0-16,-2 0-18 15,-2-1 10-15,-3 1-37 16,-1-2-71-16,-3 2-136 0,-3 0-291 16</inkml:trace>
  <inkml:trace contextRef="#ctx0" brushRef="#br0" timeOffset="49447.97">20063 6540 349 0,'0'0'16'15,"0"0"16"-15,2-7 27 16,-2 7-22-16,0 0 7 15,0 0-18-15,0 0 5 16,0 7 8-16,0 3 24 16,0 4-25-16,0 4-3 15,0 1-7-15,0 4-17 16,0 3-4-16,0 3-10 16,0 3 11-16,2 3-15 15,2 1 16-15,1 4-17 16,-1-1 18-16,2 4-20 15,-2 2 14-15,-1 1-8 16,1 5 2-16,-1 0 3 16,-3 4-2-16,2 1 4 15,-1-3 2-15,3-1 14 0,4 0-27 16,1-4 19-16,0-1-18 16,3 1 18-16,2-1-17 15,-1 1 11-15,2-2-2 16,-1 0 16-16,2 0-1 15,3-2-7-15,-2 2 6 16,-1-3-12-16,1 2 10 16,-3 1-22-16,-2-1 20 15,-3-1-20-15,-2 2 16 16,-2 1-15-16,-2-3 8 16,-2 1-5-16,-1-3 1 15,3-2 2-15,3-2-3 16,-2-5 7-16,5 1-11 15,-2-3 16-15,4 1-19 16,1-4 22-16,-3 4-20 16,4-1 17-16,-3-2-14 15,2 1 7-15,0-5-1 16,0 1-4-16,2-1 6 16,0-2-8-16,1-3 9 15,-2-1-14-15,4 0 15 16,0-2-15-16,0-1 16 15,0-3-19-15,3-1 12 16,0-2-8-16,2 0 6 16,3-3-3-16,2-1 3 15,2 0 5-15,1-2-6 16,2 2 11-16,0-2-15 16,4 1 18-16,0-4-17 0,3 2 16 15,3-3-17 1,0 0 13-16,4 0-7 15,2 0 1-15,0 0 2 16,3 0-3-16,-1 0 6 0,2 0-12 16,2 0 16-16,0 0-16 15,-1 0 18-15,4 1-17 16,-3 3 15-16,0-1-15 16,1 1 12-16,3-3-8 15,-2 2 2-15,0 0 2 16,5-2-3-16,-2-1 5 15,3 0-10-15,0 0 14 16,0 0-15-16,-1 0 19 16,0 0-19-16,-1 0 16 15,-1 0-14-15,0 0 8 16,-2 0-2-16,1 0 0 16,-2-1 1-16,2-2-4 15,-2 0 7-15,1 0-9 16,-2 1 13-16,0-1-16 15,-1-1 17-15,1 3-17 16,0-2 16-16,-1 2-13 16,0-2 6-16,-2 3 1 15,1 0-3-15,0-2 1 16,-1 2-4-16,0-1 10 16,1-1-13-16,2 2 16 15,1-4-17-15,1 1 18 16,2 1-17-16,2-2 13 15,-2-2-10-15,3 2 5 16,0-1 0-16,1-1-2 16,-3 0 4-16,3 2-8 0,-1-2 11 15,2 0-13-15,-1 0 15 16,3-2-15-16,-1 2 17 16,0-2-18-16,0 0 13 15,-2 2-7-15,1-4 3 16,-1 3 0-16,1-1-2 15,-2 0 2-15,0 1-8 16,0-1 14-16,0 4-15 16,-1 0 19-16,0 0-15 15,-1 2 17-15,2 0-19 16,-1-1 10-16,0 2-4 16,-2-3 0-16,2 0 1 15,-1 0-3-15,-1 1 6 16,2-1-9-16,0 3 14 15,-1-2-16-15,1 3 21 16,-2 0-23-16,2 0 20 16,-2 0-18-16,5-2 9 15,-2 1-2-15,0 0 1 16,1-3 9-16,1 0-10 16,1 0 6-16,-2-1-10 15,3 1 12-15,0 0-14 16,2 0 21-16,-2 2-21 15,4-2 19-15,-1 1-11 16,1 0 8-16,0 0-6 16,-2 0-3-16,0 0 3 15,0 0-9-15,1 0 13 0,0 0-13 16,2 0 18 0,1 2-20-16,-1-2 21 0,0 2-19 15,1 1 16-15,-1 0-7 16,-2-1-2-1,0-2 0-15,2 3-2 0,-2-2 4 16,1-1-10-16,1 0 14 16,-2-1-16-16,-1 4 25 15,-3-3-22-15,0 2 20 16,-3-1-24-16,-3 1 18 16,-3-2-11-16,-1 1 2 15,-3-1 3-15,0-1-5 16,-3 2 9-16,-1-1-13 15,1 3 16-15,-4-2-16 16,2 0 19-16,0-2-22 16,-3 1 20-16,0-1-19 15,0-1 12-15,-3-2-5 16,-3 2 1-16,-5-1 1 16,-1 2-4-16,-5-1 9 15,-4 0-14-15,-1-2 16 16,-5 1-18-16,-1-4 23 15,-3-1-23-15,-3-1 21 16,2-4-14-16,-5-3 19 16,-1-3 4-16,-2-2-6 15,2-5-5-15,-2-4-12 16,0-5 10-16,2-4-15 16,0-6 18-16,-3-4-20 15,-2-1 22-15,-1-3-22 0,0 2 19 16,-7-2-16-1,-8-2 7-15,-3 4 0 16,-1-3-1-16,3-3 1 16,-2-3-8-16,1-3 14 15,2-2-14-15,3-3 17 0,3-3-18 16,1-2 21-16,1 1-21 16,2 3 15-16,1 2-9 15,-1 4 4-15,1 3 1 16,0 4-3-16,0 2 5 15,-2 1-11-15,0 2 15 16,0-1-17-16,-1 3 20 16,0 2-22-16,-5-2 20 15,1 5-23-15,-4-1 14 16,-2 3-14-16,-1 3-4 16,-2 4 6-16,0 6 2 15,-5 3 15-15,1 2-9 16,-2 8 10-16,0 1-15 15,-3 3 18-15,2 1-20 16,1 5 19-16,-2 1-16 16,-1 0 10-16,2 5-2 15,-2 0-2-15,0 3 3 16,-1 0-5-16,0 0 6 16,-2 0-24-16,-3 0 15 15,0 6-15-15,-5 3 25 16,0 2-19-16,-5-2 21 15,-6 2-12-15,-2 1 5 16,-5-1-8-16,-2 1 1 16,-4-3 9-16,0-2-3 15,-2 2 8-15,-1-2-10 0,-1 0 13 16,-1-1-16 0,-3 0 20-16,0 3-17 0,-3-1 14 15,0 0-15-15,-1 0 5 16,-2 1 1-16,2 1-1 15,-1-2 2-15,4 1-6 16,-2 0 12-16,4-2-14 16,0-1 15-16,2 2-16 15,1-3 18-15,3 1-18 16,0 0 14-16,3 1-9 16,0 1 3-16,2 0 1 15,4-1-3-15,-1-2 5 16,3 3-10-16,2 0 14 15,0-4-15-15,1 1 19 16,1-3-21-16,-1 3 17 16,4-1-16-16,-2 0 12 15,4 0-7-15,-1-2 3 16,2 4 2-16,1-2-3 16,1-1 6-16,0 0-12 15,-1-2 13-15,1 3-22 16,-4-1 14-16,1 2-12 15,-3-2 23-15,-1 3-17 16,-4 1 10-16,-1 1-1 16,1 0-1-16,-4-1 2 15,0 3-4-15,-1-3 8 16,0 1-12-16,2-1 14 16,-2 0-18-16,3-1 21 15,-3 1-20-15,1 1 18 16,-2 0-15-16,1-1 9 15,-1 1-2-15,-1 0 1 16,1 0 1-16,-1 0-8 16,-2 1 10-16,-1 0-11 0,0 1 11 15,1-2-17-15,1 0 21 16,0-1-19-16,2-1 17 16,3 0-10-16,-4 1 4 15,1-2 0-15,1 1-1 16,-1-1 3-16,0 2-6 15,-2 0 10-15,2-1-13 16,2 0 15-16,-1 0-15 16,3-1 16-16,0-1-18 15,2 0 15-15,-1 0-9 16,3-4 3-16,1 3 1 16,-3-3-1-16,2 1 4 15,-2 1-10-15,-2-1 13 16,-1 3-16-16,-1-3 19 15,3 2-19-15,-2 1 17 16,1-1-15-16,1 1 11 16,3-4-5-16,0 0-1 15,5 0 3-15,0 0 0 16,4 0 6-16,-1 0-11 16,1-5 15-16,1-2-20 15,-3 0 23-15,0 3-20 16,0 1 19-16,-1-1-19 15,-1 0 8-15,-1 2-2 16,1 0-1-16,4-2 3 16,0 0-5-16,-1 0 9 15,6-1-8-15,-1 1 18 16,0-2-14-16,1 2 17 0,-1-1-26 16,1 4 15-16,-2-3-13 15,-1 3 6-15,0-1-1 16,1 1 1-16,2 0-1 15,-3-1-5-15,0-2 7 16,1 3-9-16,-1-2 16 16,0-4-18-16,-2 2 19 15,-3 1-19-15,0 0 15 16,-2 1-10-16,-1 1 4 16,-3 2-2-16,1-2-3 15,-2 2 10-15,-5 0-12 16,0 0 15-16,-4 0-16 15,-3 0 18-15,-1 0-15 16,-1 0 18-16,-1 4-19 16,0-1 15-16,0 1-7 15,2-1 6-15,2-2-2 16,1 1-6-16,-1 0 5 16,3 0-8-16,-1 0 13 15,2-1-16-15,1 2 31 16,1-2-23-16,3 2 21 15,3-1-21-15,4-1 11 16,5 0-8-16,3-1 4 16,6 0 3-16,5 0-8 15,4 0 4-15,5 0-11 16,7 0 13-16,5 0-18 16,3 0 21-16,2 0-32 15,2 0-17-15,0 0-92 16,0-2-74-16,6-8-308 15</inkml:trace>
  <inkml:trace contextRef="#ctx0" brushRef="#br0" timeOffset="54969.89">21345 12312 230 0,'-6'6'10'0,"1"-1"0"16,0 2 9-16,1 0-11 16,-2 3-6-16,0 5 33 15,1 5 7-15,0 1 28 16,1 6-12-16,2 0-16 16,0 2 18-16,2 0-36 15,0 1-4-15,13-3-20 16,8 4 6-16,4-4-16 15,8 1 8-15,4 0-4 16,6 0 5-16,0-2 1 16,4 0-2-16,1-3 5 15,-2-4-8-15,3-5 11 16,-2-6-5-16,3-8 15 16,2 0-16-16,6-9 8 15,1-13-22-15,1-1-29 16,0-3 36-16,-2-2-25 15,-3 3-21-15,-7-1 3 16,-4 2 35-16,-5 0 4 0,-4 1 19 16,-8-1-14-16,-1 0 14 15,-6-2-16 1,-2-4-5-16,-4-4-4 0,-4-2 28 16,-1-8 29-16,-6-1 10 15,-3-1 13-15,0-4-9 16,0 3-7-16,-6-1-26 15,-6 1 8-15,-3 1-1 16,-1 1 6-16,-1 1-17 16,0 2 8-16,0 2-21 15,-3 3 5-15,3 3 0 16,-3 4 7-16,-1 4 6 16,0 4 2-16,-4 7 16 15,-2 2-24-15,-5 5 9 16,-6 2-22-16,-6 6 10 15,-3 0-18-15,-6 0 11 16,-5 7-8-16,-1 7 0 16,2 4-2-16,-2 3-4 15,-1 3 4-15,0 0-20 16,1 3 20-16,1 2-7 16,2 1 16-16,4 3-14 15,3 2 17-15,5 2-29 16,1 4-50-16,10 3-36 15,1-1-28-15,9 0-10 16,9-4-61-16</inkml:trace>
  <inkml:trace contextRef="#ctx0" brushRef="#br0" timeOffset="58088.95">24976 7171 157 0,'-16'40'4'15,"3"-2"-6"-15,3-4 4 16,4 1-5-16,2-3 19 16,4-1 12-16,0 2-4 15,0 2-3-15,5 1-2 16,7-1-2-16,1 0-15 15,5-3-3-15,-5-4-16 16,5-1 32-16,2-4-22 0,4-6 5 16,6-3-2-16,6-4 8 15,4-2 9 1,7-3-2-16,2-2-17 0,1-3-6 16,0 0 7-1,-2 0-14-15,0 0-15 0,0-9-12 16,0-9 36-16,-2-3 10 15,2-3 11-15,-2-4-11 16,-1-2 7-16,1-2 35 16,-4-4 3-16,1-1-6 15,-7-1 6-15,2-1-10 16,-5-2-19-16,-4 1-11 16,-3-1-29-16,-3 2 52 15,-7-1-15-15,-5 4 58 16,-4-1 2-16,-4 0 2 15,-3 1-18-15,0 1-25 16,-1-2-17-16,-13 2-7 16,-3-2-6-16,-1-1-5 15,-1-2 4-15,-4 4-9 16,-3-2 8-16,-3-1-6 16,-1 4 12-16,-6 6-12 15,-8 2 14-15,-6 5-13 16,-8 6 6-16,-4 6-1 15,-8 7 0-15,-3 3 2 16,-2 0-2-16,-3 10 4 16,3 10-20-16,1 5 9 15,-1 4-18-15,5 8 23 16,4 2-17-16,4 5 17 16,9 4-18-16,2 6-11 15,11 0-5-15,5 2 10 16,7-1-66-16,5 2-79 0,7-6-104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466.08496" units="1/cm"/>
          <inkml:channelProperty channel="Y" name="resolution" value="2345.52612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1-10-25T16:24:48.35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1542 2681 379 0,'0'0'36'0,"0"-2"28"15,1 1 45-15,1 0-25 16,-2-1-16-16,0 1 0 16,0 0 3-16,0-1-16 15,0 1 4-15,0 0-17 16,0 1 8-16,0 0-28 15,0 0 13-15,0 0-8 16,0 0 18-16,0 0-7 16,0 0-5-16,0 0-5 0,0 0-14 15,0 1-4-15,0 17-21 16,1 10 21 0,1 8 4-16,-1 7 33 15,-1 5-36-15,0-2 18 0,0-2-20 16,0-7 2-16,0-6-2 15,2-5-6-15,-1-7 1 16,1-5-8-16,2-5 10 16,-4-3-26-16,0-6-32 15,0 0-95-15,0-6-119 16,0-10-270-16</inkml:trace>
  <inkml:trace contextRef="#ctx0" brushRef="#br0" timeOffset="460.25">1213 2716 722 0,'0'0'91'0,"0"0"69"16,0 0-38-16,0 0-47 15,88-16 11-15,-48 4-34 16,5-2-2-16,8-1-37 16,1-2 4-16,2 2-22 15,-5 2 7-15,-9 2-1 16,-5 4-13-16,-12 2-24 15,-7 3-50-15,-7 2-81 16,-10 0-110-16,-1 0-141 16</inkml:trace>
  <inkml:trace contextRef="#ctx0" brushRef="#br0" timeOffset="1067.86">1385 3162 687 0,'0'0'121'16,"0"0"53"-16,96-24-2 15,-54 5-61-15,0-3-34 16,1 1-49-16,-1 1-8 15,-3 2-26-15,-7 1 7 16,-5 4-36-16,-5 1-48 16,-2 1-57-16,-7 4-25 15,-3 0-16-15,-2 2-7 16,-4 1-14-16,-1 2 36 0,0 2 135 16,4 0 35-1,-3 0 90-15,2 5 42 0,3 8 21 16,1 2-31-16,-3 2-5 15,3 0-12-15,-1-3-2 16,-2-2-19-16,0-4-45 16,-2-1 1-16,-2-4-29 15,0-2 12-15,-2-1-31 16,3 0 17-16,3 0-7 16,2-11 7-16,3-7-3 15,2-5-10-15,5-1-9 16,0-2-20-16,-1 5 17 15,-2 6-1-15,-3 6 17 16,-1 7-22-16,-5 2 20 16,-1 0-24-16,-1 14 31 15,0 2-5-15,-1 4 10 16,2-2-1-16,0-1-8 16,0-5-1-16,2-1-7 15,1-1 5-15,-2-5-32 16,3-2-47-16,-1-3-78 15,-2 0-30-15,2 0-112 16</inkml:trace>
  <inkml:trace contextRef="#ctx0" brushRef="#br0" timeOffset="1989.01">2268 2902 705 0,'0'0'79'0,"0"0"43"16,0 0-24-16,0 0-30 15,44 79-43-15,-33-65 12 16,5-1-23-16,-3-2 19 16,4-5-20-16,-2-1 11 15,-1-2-18-15,-2-3-3 16,1 0 0-16,-6-2 0 15,0-9 9-15,-2-1-10 16,-2-3 10-16,-2-1-18 16,-1-1 19-16,0-1-24 15,0 3 19-15,0 1-19 16,0 3 12-16,0 3-6 16,0 2 3-16,0 5 3 15,0 1-6-15,4 0 5 16,1 0-19-16,2 2 16 15,3 5-7-15,6 0 25 16,0 1-21-16,1-2 17 16,2-2-13-16,4-2 8 15,-3-2-2-15,2 0-3 16,-3 0 1-16,1 0-4 16,-4-2 9-16,-2-5-9 15,-2-1 15-15,-1 0-13 16,-5-5 26-16,-2 1-24 15,-1-2 19-15,-3 2-16 16,0-1 0-16,0 3 1 16,0 2-7-16,-1 3 6 15,-8 3-14-15,-1 2 11 16,-3 0-21-16,-3 10 2 0,2 5-20 16,-5 10 38-16,7-2-26 15,2 1 2-15,7-1 5 16,3-3 9-16,0-3 1 15,6-2-6-15,10-4-2 16,7-3 2-16,6-4 20 16,3-2-10-16,1-2 16 15,0 0-18-15,-1 0 23 16,-6 0-23-16,-3 0 15 16,-7 0-12-16,-3 0 5 15,-7 0-3-15,-5 0 0 16,-1 8 11-16,0-2-6 15,0-1 19-15,-4 1-21 16,-6-3 16-16,4-3 1 16,0 0 13-16,0 0-19 15,1-9 26-15,0-2-24 16,1-6-1-16,4 1-6 16,0-3-7-16,0 0 5 15,4 3-6-15,8-2 12 16,1 1-19-16,3 0 20 15,0 4-23-15,0 0 20 16,-2 3-50-16,3 1-55 16,-5 4-61-16,1 3-91 15,-3-1-168-15</inkml:trace>
  <inkml:trace contextRef="#ctx0" brushRef="#br0" timeOffset="2686.33">3213 2819 804 0,'0'0'53'0,"0"0"81"16,0 0-50-16,0 0-41 15,-61 19-39-15,44-6 11 16,1 2-17-16,6 1 2 16,7-4 0-16,3 0-6 15,0-3 3-15,10 1-4 16,9 0 12-16,1 1-10 15,2-2 19-15,-1 2-14 16,-2 0 34-16,-3 1-3 16,-3-1 11-16,-6-1-9 15,-5 1-14-15,-2 1 1 16,0-2 11-16,-2-1-7 16,-6-4-20-16,1-1 7 15,-1-1-15-15,5-2 11 16,3-1-23-16,0 0 12 15,0 0-30-15,11-1 0 16,7-10 14-16,8-4 16 16,2-3 4-16,2-1-1 0,3 0 5 15,-7 2-10 1,-1-2 13-16,-7 2-15 16,-3-1 20-16,-5 1-13 0,-4 1 27 15,-5 0-13-15,-1 3 10 16,0 4-6-16,0 3 2 15,0 2 0-15,-7 4 2 16,-1 0-3-16,-3 6-16 16,4 9 6-16,1 4-20 15,-1 6 24-15,6-1-17 16,1 0 20-16,0-1-22 16,8-1 14-16,8-5-10 15,6-3-14-15,4-6-67 16,0-5-145-16,1-3-236 15</inkml:trace>
  <inkml:trace contextRef="#ctx0" brushRef="#br0" timeOffset="5671.41">4027 2695 529 0,'0'0'116'0,"0"0"2"0,0 5-21 16,3 12-50-16,0 8 50 15,3 6-19-15,0 5-3 16,1 3-31-16,0-2-20 16,-1-1-7-16,1-7-17 15,-1-2 8-15,1-6-14 16,-4-5 16-16,1-5-23 16,-4-3-18-16,0-6-69 15,0-2-47-15,0 0-79 16,-8-11-309-16</inkml:trace>
  <inkml:trace contextRef="#ctx0" brushRef="#br0" timeOffset="5990.32">3938 2697 612 0,'0'0'68'15,"0"0"49"-15,77-38-12 16,-37 32-14-16,6 6-48 16,5 0 3-16,-2 9-10 15,1 14 12-15,-1 4 10 16,-10 4-22-16,-8 1-14 16,-10 2-6-16,-11 0 18 15,-8 1-14-15,-2-2 8 16,-16 4-15-16,-12-1 17 15,-3-4-28-15,-7-1 11 16,5-6-19-16,1-5-1 16,4-6-24-16,6-7-50 0,3-7-69 15,3 0-108-15,5-2-169 16</inkml:trace>
  <inkml:trace contextRef="#ctx0" brushRef="#br0" timeOffset="6794.26">4517 2902 756 0,'0'0'106'0,"0"0"36"16,0 0-52-16,0 0-45 15,0 0-1-15,69-47 0 16,-63 35-21-16,-4-2-8 15,-2-1-16-15,0 2 13 16,0 0-19-16,0 4 18 16,-6-1-23-16,-4 6 18 15,-5 4-25-15,2 0 0 16,-5 16-25-16,0 9 15 16,-1 7 19-16,4 4-14 15,6 0 6-15,6-3-2 16,3-2 19-16,0-8-12 15,19-4 16-15,4-5-15 16,6-7 22-16,4-6-10 16,1-1 15-16,0 0 0 15,-5-13-3-15,-5 0-2 16,-4-2-2-16,-5 0 4 0,-8 2-11 16,-4 1 14-1,-3 3-15-15,0 2 20 0,0 0-21 16,0 6 25-16,0-2-17 15,0 3 1-15,0 0-8 16,0 0-10-16,0 0-3 16,1 4 7-16,7 3 10 15,1 1-8-15,-3-1 17 16,0 2-12-16,-1-4 26 16,-4 2-28-16,-1 0 16 15,0 0-8-15,0-1 13 16,0-1-11-16,0 1-6 15,0-4 0-15,0 0-8 16,2 0 10-16,1 0-13 16,-1-1 15-16,1 2-14 15,3-2 20-15,-2 1-21 16,-2-2 17-16,-1 1-12 16,-1-1 6-16,0 0 5 15,0 0 24-15,0 0 13 16,0-3-19-16,-1-6 5 15,-5-5-19-15,0 0 12 16,6-5-26-16,0 0 22 16,0-4-29-16,0 3 16 15,0 1-16-15,10 1 1 16,-1 1-5-16,1 6-21 16,2 0-26-16,1 1-61 15,-2 3-56-15,2 2-97 16,0 3-59-16</inkml:trace>
  <inkml:trace contextRef="#ctx0" brushRef="#br0" timeOffset="6960.5">4971 2867 748 0,'0'0'154'0,"0"0"15"16,0 0-62-16,23 75-51 15,-14-57-10-15,-1-1-45 16,1-3 6-16,-2-3-7 15,0-3-29-15,-1-2-97 16,-5-6-126-16,-1 0-186 16</inkml:trace>
  <inkml:trace contextRef="#ctx0" brushRef="#br0" timeOffset="7103.33">5041 2725 1038 0,'0'0'34'16,"0"0"34"-16,0 0-73 16,0 0-36-16,0 0-147 15,0 0-159-15</inkml:trace>
  <inkml:trace contextRef="#ctx0" brushRef="#br0" timeOffset="7390.99">5197 2906 775 0,'0'0'126'0,"0"0"54"15,0 0-87 1,0 0-29-16,77 79-24 0,-61-68-11 16,-2-1-14-16,-1-2 11 15,-6-5-30-15,1 0 17 16,-2-3-21-16,-4 0 21 15,2-6-1-15,2-8 5 16,-1-5-9-16,-1-2-6 16,-1-1 2-16,-2 1-10 15,-1 4 6-15,0 1-50 16,0 3-61-16,-8 4-223 16,-11 6-568-16</inkml:trace>
  <inkml:trace contextRef="#ctx0" brushRef="#br0" timeOffset="8925.42">5675 2805 692 0,'0'0'140'16,"0"0"26"-16,0 0-57 16,-5-4-40-16,-4 4-28 15,-5 0-22-15,-3 9-21 16,0 8 9-16,3 2-17 16,-3 5 19-16,3 1-18 15,3-1 20-15,4-2-21 16,2-4 14-16,5-3-8 15,0-5 1-15,0-5 0 16,5-2-2-16,7-3 8 16,2 0-9-16,1-3 15 15,1-9-17-15,3-3 19 16,-4-1-18-16,-3-1 17 16,-1 5-24-16,-7 2 8 15,-2 5-2-15,-1 5 2 16,-1 0 2-16,0 0-11 15,0 1 6-15,3 11-16 16,1 3 32-16,5 1-11 16,0 3 25-16,2-6-15 15,3 0 28-15,1-7-27 16,1-2-2-16,-2-4-4 16,4 0-10-16,-4-9-27 15,0-12-59-15,-2-4-125 16,-2-10-123-16</inkml:trace>
  <inkml:trace contextRef="#ctx0" brushRef="#br0" timeOffset="9124.27">5834 2497 913 0,'0'0'70'0,"0"0"-25"15,0 77 21-15,0-28 37 16,7 5-47-16,2 0 9 15,-2-1-27-15,2-3-22 16,-3-6-11-16,-5-7-5 16,-1-6-19-16,0-11-78 15,-4-5-101-15,-13-11-133 16,-4-4-207-16</inkml:trace>
  <inkml:trace contextRef="#ctx0" brushRef="#br0" timeOffset="9371.37">5753 2705 958 0,'0'0'147'16,"0"0"4"-16,91-4-66 16,-62 4-24-16,-2 15-13 15,-3 6-17-15,-3 6-19 16,-3 3 4-16,-5 3-15 15,-4 0 16-15,0 1-24 16,-4-5 21-16,-2-3-27 16,-2-5 13-16,1-6-47 15,-2-7-37-15,0-8-120 16,0 0-195-16</inkml:trace>
  <inkml:trace contextRef="#ctx0" brushRef="#br0" timeOffset="9518.39">5973 2642 1266 0,'0'0'50'0,"0"0"-2"15,0 0-48-15,0 0-11 16,0 0-86-16,0 0-66 16,3 28-204-16</inkml:trace>
  <inkml:trace contextRef="#ctx0" brushRef="#br0" timeOffset="10213.26">6174 2817 798 0,'0'0'165'16,"0"0"6"-16,0 0-83 15,0 0-35-15,40 83-5 16,-33-60-28-16,2 0 12 16,1-7-27-16,2-1 34 15,1-7-28-15,2-4 26 16,0-4-22-16,1 0 2 16,-2-7-6-16,-1-10-4 15,-1-5 1-15,-5-2-8 16,-1-1 13-16,-5-2-20 15,-1 3 22-15,0 4-25 16,0 2 18-16,0 8-24 0,0 3 20 16,-3 3-15-16,1 4 1 15,0 0 1-15,2 0-3 16,0 10 0-16,0 1 0 16,0 3 20-16,9-3-20 15,4 2 25-15,2-3-20 16,2-1 26-16,1-1-21 15,3-5 24-15,0-3-11 16,4 0 3-16,-4 0 6 16,0-6-6-16,-1-5 5 15,-6-2-17-15,-2 0 22 16,-6 0-18-16,-4-1 26 16,-2 2-31-16,0 0 23 15,0 4-29-15,-2 2 15 16,-10 6-13-16,-4 0-1 15,1 8-5-15,0 14-6 16,0 3 17-16,4 3-12 16,2 2 21-16,6-1-23 15,3-3 26-15,0-3-23 16,10-4 24-16,8-3-25 16,5-7 16-16,1-3-8 15,2-4-14-15,-1-2-30 16,-1 0-28-16,-3-11-20 15,-1-1-109-15,-6-3-124 16,-2 0-165-16</inkml:trace>
  <inkml:trace contextRef="#ctx0" brushRef="#br0" timeOffset="10422.18">6854 2721 1084 0,'0'0'133'0,"0"0"-19"16,0 0-36-16,0 0-61 16,0 44 0-16,-9-28-52 15,2 0-62-15,0-2-163 16,1 2-221-16</inkml:trace>
  <inkml:trace contextRef="#ctx0" brushRef="#br0" timeOffset="10560.61">6855 2907 1046 0,'0'0'214'0,"0"0"-48"16,0 0-104-16,0 0-7 15,0 0-35-15,0 0-14 16,7 0-30-16,-19 0-94 15,-7 0-379-15</inkml:trace>
  <inkml:trace contextRef="#ctx0" brushRef="#br0" timeOffset="12413.76">8256 2453 392 0,'0'0'51'0,"0"0"21"0,2-1 5 16,-2 1 0-16,0 0 10 15,0 0-15-15,0-3 39 16,0 1-18-16,-3 0-23 16,-5-2-15-16,-4 0-3 15,1 0-14-15,-2 0-21 16,-4 1 0-16,-2 1-21 16,0 2 15-16,-1 0-21 15,1 0 21-15,1 0-25 16,1 9 17-16,6 3-20 15,1 3 8-15,4 4 3 16,5 5-1-16,1 5 7 16,0 5-5-16,0 3 16 15,0 3-12-15,3 2 18 16,4-3-14-16,-1 1 24 16,0-1-22-16,0-2 19 15,3-3-7-15,-1-2 8 16,-1-3 0-16,0-4-12 15,-1-4 3-15,-2-4-13 16,1-3 14-16,-4-6-19 16,1-3 16-16,-1-3-20 15,-1-1 20-15,0-1-23 16,0 0 17-16,0 0-28 16,-3 0-43-16,-7 0-63 15,0-7-90-15,1 0-86 16,2-2-228-16</inkml:trace>
  <inkml:trace contextRef="#ctx0" brushRef="#br0" timeOffset="12699.25">7944 2874 955 0,'0'0'122'0,"0"0"15"16,0 0-21-16,77-14-69 15,-47 13-5-15,2-5-37 16,1 1 1-16,-1 1-7 15,-2-1-49-15,-8 0-92 16,-6 0-231-16</inkml:trace>
  <inkml:trace contextRef="#ctx0" brushRef="#br0" timeOffset="13286.21">8516 2487 876 0,'0'0'127'15,"0"0"52"-15,0 0-30 16,0 0-75-16,0 0-12 16,77 0-44-16,-66 0 5 15,1 0-32-15,-4-2 21 0,1 1-31 16,1 0-19 0,-1-1-62-16,0 0-79 15,-2-1-107-15,1 0-152 0</inkml:trace>
  <inkml:trace contextRef="#ctx0" brushRef="#br0" timeOffset="13513.32">8811 2342 899 0,'0'0'136'15,"0"0"48"-15,0 0-100 16,0 0-40-16,20 87-24 16,-16-64-14-16,2-3-1 15,0-4-14-15,2-1-26 16,0-4-102-16,-1-2-116 16,0-3-226-16</inkml:trace>
  <inkml:trace contextRef="#ctx0" brushRef="#br0" timeOffset="14158.11">9150 2527 719 0,'0'0'156'16,"0"0"33"-16,0 0-27 15,-12 90-75-15,-2-45-22 16,-2 5-18-16,-1 0-19 15,2-1-11-15,4-4-17 16,2-6 11-16,6-5-18 0,3-7 19 16,0-4-22-1,6-5 23-15,10-3-26 16,0-6 14-16,4-3-40 0,-2-6-37 16,2 0-68-16,-2-2-119 15,-3-7-115-15</inkml:trace>
  <inkml:trace contextRef="#ctx0" brushRef="#br0" timeOffset="14440.82">9296 2801 1081 0,'0'0'83'16,"0"0"65"-16,0 0-68 16,0 0-33-16,78 70-21 15,-59-50-5-15,1 0-19 16,-3-1 12-16,2-3-22 16,-3-5 23-16,-2-2-24 15,-2-2 12-15,-3-7-58 16,-1 0-35-16,-2 0-71 15,0-8-99-15,-3-8-144 16</inkml:trace>
  <inkml:trace contextRef="#ctx0" brushRef="#br0" timeOffset="14608.82">9449 2827 794 0,'0'0'100'0,"0"0"56"16,-76 71-64-1,54-44-42-15,0-3-22 0,7 0-10 16,3-8-25 0,6-3-25-16,3-7-114 0,3-6-134 15,0 0-299-15</inkml:trace>
  <inkml:trace contextRef="#ctx0" brushRef="#br0" timeOffset="15000.13">9582 2511 768 0,'0'0'167'15,"0"0"39"-15,58 76-79 16,-29-42-13-16,2 4-43 16,4 1 0-16,-5 0-36 15,-2-1 19-15,-4-2-16 16,-8 0-2-16,-6-5-9 15,-10 1-31-15,0-4 33 16,-8 0-32-16,-14-1 15 16,-3-4-37-16,-3-2-15 15,0-5-54-15,-2-5-17 16,4-9-118-16,3-2-196 0</inkml:trace>
  <inkml:trace contextRef="#ctx0" brushRef="#br0" timeOffset="16715.75">7742 2175 511 0,'0'0'41'0,"0"0"40"16,-66-2-21-16,47 2 1 15,2 5-17-15,0 2 6 16,5 3-16-16,1 5-17 16,2 5 10-16,6 5 10 15,1 8-1-15,2 8 0 16,0 8 18-16,0 6-17 15,0 9 10-15,5 2-14 16,0 5 16-16,-1 3-22 16,-2-3 3-16,-2-1-6 15,0-2-2-15,0-4-5 16,0-6-13-16,0-2 2 16,0-4 6-16,0-4 11 15,0-6-20-15,0-6 22 16,0-8-33-16,0-8 23 15,1-6-21-15,5-7 22 16,3-4-4-16,-1-3 1 16,0 0 12-16,3 0-4 15,1 0 10-15,-1-2-24 16,0 0 20-16,4 0-33 16,0 2 21-16,1 0-28 15,1 0 22-15,3 0-15 16,2 0 0-16,2 4-5 15,3-4-37-15,3 0-44 16,-1-2-128-16,0-11-243 16</inkml:trace>
  <inkml:trace contextRef="#ctx0" brushRef="#br0" timeOffset="18168.12">9913 2179 519 0,'0'0'104'15,"0"0"11"-15,0 0-26 0,-2 0 5 16,5 0-33-16,6 0 5 16,8 0-28-16,1-3 17 15,0-1-26-15,1 1 8 16,-2 3-17-16,1 0-12 16,-4 0-7-16,2 7 1 15,-2 12 13-15,1 6-15 16,-4 4 16-16,0 11-16 15,-3 8 22-15,-2 3-12 16,-2 3 14-16,1 3-23 16,-2 3 19-16,1-2-15 15,0-2 2-15,2-2 3 16,1-1 1-16,-1-3-9 16,0-2 12-16,0-5 3 15,1-2-16-15,-3-3 24 16,-1-4-26-16,-2-3 18 15,-1-1-20-15,0-2 14 16,0-4-6-16,0 0 5 16,0 0-1-1,0-5-4-15,0-3 8 0,0-4-12 16,0-4 12-16,0-2-16 16,0-3 28-16,0-2-22 15,0 1 21-15,0 1-24 16,0-2 17-16,0 2-11 15,0-2 3-15,0 3 3 16,0 1-3-16,0 1 5 16,0-2-16-16,0 0 16 15,0 0-23-15,0-1 24 16,0-2-25-16,0 2 25 16,0-3-16-16,-1 0 22 15,-5 0-1-15,-4 1 3 16,-1 0-7-16,-5 1-16 15,1-2 7-15,-2 2-15 16,1-2 19-16,-1 0-23 0,2 0 15 16,0 0-49-16,0-5 8 15,2 0-29-15,1-2 3 16,5-1-15-16,4 0-55 16,3-7-87-16,0-6-131 15,5-7-312-15</inkml:trace>
  <inkml:trace contextRef="#ctx0" brushRef="#br0" timeOffset="18693.21">10367 2247 638 0,'0'0'177'0,"0"0"71"16,0 0-72-16,0 0-58 15,24-28-31-15,-3 7-22 16,4-4-8-16,-1 1-19 16,-2-1-15-16,0 3-26 15,-4 5 8-15,-6 2-53 16,-2 7-21-16,-3 3-110 15,-1 4-229-15,-1 1-444 16</inkml:trace>
  <inkml:trace contextRef="#ctx0" brushRef="#br0" timeOffset="19222.64">10997 2834 861 0,'0'0'198'0,"0"0"-10"16,0 0-72-16,0 0-54 15,94-21-10-15,-81 17-45 16,-1 1 9-16,-6 2-25 15,-4-2 1-15,0 3-52 16,-2-3-70-16,0 3-86 16,0-4-114-16,-6 1-347 15</inkml:trace>
  <inkml:trace contextRef="#ctx0" brushRef="#br0" timeOffset="19401.58">10951 2674 999 0,'0'0'56'0,"0"0"47"15,0 0-69-15,0 0-21 16,91-22-28-16,-65 16-69 16,-1 1-150-16,-2-3-254 15</inkml:trace>
  <inkml:trace contextRef="#ctx0" brushRef="#br0" timeOffset="20091.49">12674 2077 737 0,'0'0'84'0,"0"0"33"16,0 0 29-16,6 80-24 16,1-39-43-16,-1 3-7 15,1 1-50-15,0-1 1 16,-3-2-29-16,2-5 15 15,-1-4-24-15,-1-7-45 16,-1-4-61-16,1-8-93 16,0-5-141-16</inkml:trace>
  <inkml:trace contextRef="#ctx0" brushRef="#br0" timeOffset="21291.87">11823 2802 372 0,'0'0'77'15,"0"0"12"-15,0 0-11 16,0 0 13-16,0 0-3 16,-1 0 4-16,1 0-20 15,0 0 2-15,0 0-19 16,0 0 18-16,3 0-12 0,6 1-1 16,6 1-20-16,1-1 2 15,3 0-10-15,5-1-9 16,1 0 0-16,3 0-9 15,1 0 13-15,-1 2-25 16,3-1 17-16,-1-1-20 16,3 1 22-16,1-1-22 15,3 0 20-15,-1 0-10 16,2 0 2-16,-1 0-3 16,-3 0-9-16,-1 0 5 15,-1 0-12-15,-1 0 17 16,1 0-20-16,5 0 23 15,-2 0-23-15,4 0 26 16,0 0-28-16,1 0 19 16,1-1-9-16,-2-3 3 15,3 0 2-15,-3 1-5 16,-1-1 8-16,-2 3-14 16,-3 1 19-16,-3 0-21 15,-1 0 24-15,1 0-25 16,-2 0 24-16,2 0-22 15,2 0 16-15,1 0-7 16,3-3 0-16,-4-1 4 16,4 1-7-16,-4-1 10 15,-2 3-15-15,-4-2 19 16,0 2-22-16,0-1 27 16,0 0-28-16,3 0 28 0,0 1-26 15,1-2 14 1,1 0-3-16,0 1-1 15,3-2 3-15,-4 1-7 0,0-1 14 16,-1 2-21-16,-2 0 22 16,-5 0-23-16,3 1 30 15,-2 0-32-15,0-1 29 16,-3 2-25-16,3 0 14 16,0-1-2-16,-1 0-3 15,-2-1 3-15,0 2-6 16,-2-1 13-16,-1 0-19 15,-4 1 26-15,0-2-29 16,-4 2 31-16,-3 0-27 16,-1 0 26-16,-3 0-20 15,-1 0 10-15,-1 0 2 16,0 0-3-16,0-1 0 16,0-2-20-16,0-1-13 15,0-3-60-15,0-1-70 16,-10-2-276-16</inkml:trace>
  <inkml:trace contextRef="#ctx0" brushRef="#br0" timeOffset="31428.64">12268 3221 601 0,'2'-2'79'0,"-1"-2"51"15,2 0 14-15,-2 0-59 16,-1-1-14 0,2 1-11-16,-2-5-12 0,0 2-8 15,0-1-15-15,0-3 9 16,0 1-21-16,-9 0 9 16,-2 1-25-16,-5 4 16 15,-2 3-24-15,-5 2 14 16,0 0-12-16,-3 1 1 15,2 13 1-15,1 3 2 16,4 2 7-16,6 6-11 16,5 2 14-16,7 5-17 15,1 6 23-15,0 3-21 16,12 2 24-16,6 3-20 16,0 3 23-16,2 1-7 15,-4-2 4-15,-2-1 10 16,-3-2-5-16,-2-3 15 15,-6-3-20-15,-1-7 8 16,-1-7-22-16,-1-5 20 16,2-7-28-16,-2-5 19 15,0-4-20-15,0-1 13 16,0-3-12-16,0 0-21 16,0 0-34-16,-10 0-59 15,-2 0-80-15,0-9-126 16,-3 1-366-16</inkml:trace>
  <inkml:trace contextRef="#ctx0" brushRef="#br0" timeOffset="31671.02">12024 3608 956 0,'0'0'98'16,"0"0"77"-16,0 0-40 15,0 0-79-15,78-12-7 16,-56 7-40-16,0-1 10 16,1 0-34-16,0 0-21 15,-3-2-128-15,-4-2-195 16,2-1-397-16</inkml:trace>
  <inkml:trace contextRef="#ctx0" brushRef="#br0" timeOffset="32822.37">13185 3099 473 0,'0'0'37'0,"0"0"16"16,0 0-44-16,0 0-3 15,0 0-13-15,0 0 9 16,0 0-16-16,0 0-6 0,0 0-38 15,-4 0-49-15,1 2-83 16</inkml:trace>
  <inkml:trace contextRef="#ctx0" brushRef="#br0" timeOffset="47926.35">12561 2991 348 0,'0'0'81'0,"0"0"-15"0,0-6 17 16,0 2-21-16,0 1 9 15,0 0-26-15,0 1 19 16,0 0-10-16,0 1 1 16,0 1-7-16,0 0-4 15,0 0-6-15,0 0-1 16,0 0 2-16,0 0-9 16,0 0 13-16,0 0-15 15,0 0 14-15,0 0-28 16,0 8 15-16,-3 6-23 15,-8 4 16-15,-1 6 7 16,-2 3-4-16,-5 3-1 16,2 0-12-16,1-2 0 15,0-2-18-15,5-3 16 16,3-7-21-16,2-5 8 16,6-6-53-16,0-5-10 15,0 0-109-15,0-17-178 16,11-4-332-16</inkml:trace>
  <inkml:trace contextRef="#ctx0" brushRef="#br0" timeOffset="49182.11">12922 3064 342 0,'0'0'51'0,"0"0"-6"16,0 0-31-16,2-3 10 0,-2 3 33 15,0 0 37-15,0 0-5 16,0 0 7 0,0-1-6-16,0 1 15 15,0 0-23-15,0 0-1 0,0 0-30 16,0 0 1-16,0 0-12 16,0 0 5-16,0 1-8 15,-7 11-21-15,-2 9-8 16,-3 8-15-16,-2 4 24 15,2 9-15-15,-5 6 30 16,1 4-24-16,1 2 20 16,3 0-23-16,4 3 10 15,4-3-11-15,4-1 1 16,0-3 9-16,12-2-6 16,6-5 10-16,1-4-12 15,4-7 21-15,0-4-27 16,-1-5 30-16,-2-4-22 15,-4-5 15-15,-1-3-25 16,-6-3 18-16,-1-4-9 16,-5 2-2-16,-2-4 3 15,1 1-9-15,-2-3 10 16,0 0-16-16,0 0 21 16,0 0-33-16,0 0-2 15,-5 0-62-15,-3 0-6 16,-1 0-58-16,0-3-134 15,0-6-300-15</inkml:trace>
  <inkml:trace contextRef="#ctx0" brushRef="#br0" timeOffset="50111.44">13223 3331 689 0,'0'0'98'0,"0"0"70"16,0 0-68-16,0 0-47 15,5-27-3-15,-5 20-20 16,0-1 6-16,0 1-16 15,0-1 17-15,-11 0-27 16,2 1 12-16,-1 1-24 16,-4 3 14-16,1 2-17 15,-3 1 4-15,1 0 1 16,-2 3-2-16,4 10 4 16,0 3-8-16,3 3 11 15,3 2-15-15,2 5 17 16,4 3-16-16,1 1 22 15,0 2-20-15,0 0 24 16,4 1-8-16,4-1 10 16,0 2 4-16,0-3 1 15,2-1 6-15,-5-3-16 16,0-1 9-16,-1-6-27 16,-1-3 17-16,0-5-22 15,-1-2 22-15,1-4-23 16,-3-3 16-16,2-1-9 15,-2-2-4-15,0 0-11 16,0 0-15-16,0 0-15 16,0-5-79-16,-5-3-49 15,-4 0-79-15,1 1-90 16</inkml:trace>
  <inkml:trace contextRef="#ctx0" brushRef="#br0" timeOffset="50389.8">13029 3585 829 0,'0'0'164'15,"0"0"19"-15,0 0-102 16,0 0 1-16,0 0-47 16,67-20-19-16,-51 15-12 15,-3 1-7-15,2 0-28 16,-4 1-95-16,-3 0-105 16,1-1-173-16</inkml:trace>
  <inkml:trace contextRef="#ctx0" brushRef="#br0" timeOffset="51055.79">13432 3282 715 0,'0'0'120'0,"0"0"85"15,0 0-84 1,0 0-10-16,51-5-35 16,-37 3-19-16,4 1-39 15,-5 1-1-15,-1-1-26 16,-1 1 24-16,-3 0-29 16,-2 0 6-16,1 0-43 0,-4 0-21 15,2-3-54-15,-3-1-90 16,1 0-97-16,0-3-177 15</inkml:trace>
  <inkml:trace contextRef="#ctx0" brushRef="#br0" timeOffset="51298.37">13650 3159 779 0,'0'0'86'0,"0"0"120"16,0 0-94-16,0 0-10 16,0 0-37-16,0 0-22 15,25 78-18-15,-22-59-17 16,1-1-1-16,-1-1-14 16,6-4 5-16,-5-1-77 15,3-4-56-15,1-5-177 16,-3-3-294-16</inkml:trace>
  <inkml:trace contextRef="#ctx0" brushRef="#br0" timeOffset="52312.2">13983 3271 544 0,'0'0'137'15,"0"0"16"-15,0 0-52 16,0 0 12-16,-3 6-44 16,-6 9-20-16,0 3 2 15,-2 6-5-15,0 6 3 16,0 4-14-16,1 6 3 16,1 1-19-16,1 1 16 15,3 3-23-15,4-2 17 16,1-3-29-16,0-6 22 15,7-3-16-15,9-5 11 16,0-3-2-16,1-7 0 16,-4-2 3-16,2-2-11 15,-7-6 6-15,0 0-20 16,-6-4 20-16,1 0-24 16,-3-2 22-16,0 0-44 0,0 0 0 15,0 0-27-15,0 0-37 16,0 0-76-16,-7-2-132 15,1-3-143-15</inkml:trace>
  <inkml:trace contextRef="#ctx0" brushRef="#br0" timeOffset="52751.13">14116 3485 574 0,'0'0'151'16,"0"0"38"-16,0 0-29 16,0 0-16-16,0 0-30 15,37 40-28-15,-21-19-25 16,2-1-20-16,3-1 12 16,1 1-32-16,0-4 22 15,-2-2-31-15,-3-2 11 16,-4-3-28-16,0-5 12 15,-8 0-7-15,-2-3-5 16,-1-1-20-16,-2 0-31 0,0 0 1 16,0 0-24-16,0 0-54 15,-5-4-126 1,0-4-75-16,0-2-200 0</inkml:trace>
  <inkml:trace contextRef="#ctx0" brushRef="#br0" timeOffset="52986.93">14323 3478 609 0,'0'0'127'0,"0"0"31"16,0 0 0-16,0 0-84 16,0 0 4-16,-51 52-1 15,30-26-37-15,-2 3-5 16,0-2-31-16,3-2 10 15,-1-2-21-15,3-4 18 16,6-6-50-16,3-4-25 16,6-5-78-16,3-4-58 15,0 0-97-15,0-10-263 16</inkml:trace>
  <inkml:trace contextRef="#ctx0" brushRef="#br0" timeOffset="53635.24">14289 3237 411 0,'0'0'119'16,"0"0"20"-16,0 0-41 15,0 0-7-15,0 0 35 16,45 23-35-16,-27-6 0 15,4 2-23-15,1 1 3 16,5 1-27-16,0 2-5 16,-2-1-3-16,-1 2-5 15,-4 2 1-15,-3 5-2 16,-2-1 11-16,-8 6-23 16,-2 1 22-16,-3 2-26 15,0-1 17-15,-3-2-31 0,0-5 15 16,0-7-19-1,0-5 5-15,0-5 1 0,0-6-7 16,0-1-2 0,0-2-37-16,-3-3-6 0,-6 0-52 15,-2-2-57 1,-3 0-168-16,-1 0-272 0</inkml:trace>
  <inkml:trace contextRef="#ctx0" brushRef="#br0" timeOffset="54745.36">14488 2913 742 0,'0'0'82'0,"0"0"98"0,0 0-82 16,90 40-21-1,-53-15-17-15,1 5-12 0,-1 4-6 16,1 6-9 0,-2 2 15-16,0 4-23 0,-4 3 15 15,-6 3-32-15,-3 1 29 16,-2 2-30-16,-3-4 24 16,-2-2-17-16,-6-1 19 15,-2-6-13-15,-3-2-12 16,-5 0 7-16,0 0-10 15,-5 5 19-15,-7-1-19 16,-7 3 14-16,-2-2-25 16,1-3 42-16,3-5-35 15,0-7 15-15,5-6-25 16,4-7 12-16,0-7-1 16,5-4-4-16,2-3 4 15,-1-3-11-15,2 0 10 16,0 0-23-16,0 0 24 15,0 0-23-15,0 0 18 16,0-7-42-16,0 0-13 16,0-1-37-16,-1-3-27 15,-2 0-71-15,-3 0-154 16,-4 0-407-16</inkml:trace>
  <inkml:trace contextRef="#ctx0" brushRef="#br0" timeOffset="69445.05">18334 2421 609 0,'3'-5'131'0,"1"-1"32"16,-1-3 8-16,0-1-84 16,-2 0-30-16,-1-2-17 15,0-4-15-15,0 2-6 16,0 0-14-16,-4-1 6 15,-10-1-15-15,-1 3 19 16,-2 3-25-16,-2 5 20 16,-1 5-22-16,1 0 12 15,2 4-6-15,0 15 2 16,3 7 2-16,3 7 2 16,5 4 5-16,5 7-10 15,1-1 18-15,0 1-18 16,4-1 22-16,9 0-16 0,2-4 27 15,0 1-12 1,0-4 25-16,-1-1-11 0,-2-4-13 16,-2-4 2-16,-3-3-12 15,-3-5 4-15,-1-2-17 16,-1-5 17-16,-2-3-20 16,1-2 22-16,-1-7-29 15,0 0 5-15,0 0-45 16,0 0-36-16,-7-7-120 15,-7-6-156-15,-1 0-346 16</inkml:trace>
  <inkml:trace contextRef="#ctx0" brushRef="#br0" timeOffset="69653.16">18126 2714 1082 0,'0'0'100'0,"0"0"50"15,0 0-74-15,78-4-50 16,-52 2-10-16,3-2-13 16,-3-3-30-16,0 1-126 15,-3-4-276-15</inkml:trace>
  <inkml:trace contextRef="#ctx0" brushRef="#br0" timeOffset="70512.78">18780 2435 276 0,'0'0'152'15,"0"0"9"-15,0 0 3 16,0 0-15-16,-33 4-31 16,23 4-16-16,0 5-43 15,-2 5 12-15,1 6-36 16,2 6 24-16,-1 7-26 16,1 4 8-16,5 0-18 15,1 1-5-15,3-4-5 16,0-5-12-16,0-5 9 15,11-6-16-15,1-6 15 16,0-6-20-16,2-4 19 16,1-5-25-16,-1-1-14 15,2 0-60-15,-2-3-43 16,-2-7-118-16,-2-1-187 16</inkml:trace>
  <inkml:trace contextRef="#ctx0" brushRef="#br0" timeOffset="70780.73">18918 2653 916 0,'0'0'124'16,"0"0"51"-16,0 0-101 15,95 40-7-15,-74-25-13 16,-2-2-31-16,-4 0-12 16,-5-2-15-16,0-3 12 15,-3-1-25-15,-4-5-12 16,0-2-63-16,-2 0-29 16,1 0-103-16,-2-6-94 15,0-9-292-15</inkml:trace>
  <inkml:trace contextRef="#ctx0" brushRef="#br0" timeOffset="70971.58">19032 2619 801 0,'0'0'95'16,"0"0"34"-16,0 0-70 15,-55 77-33-15,46-57-12 16,-4 1-17-16,6-2 10 15,-2-3-20-15,0-1-21 16,1-5-79-16,2-4-21 16,2-6-82-16,2 0-180 15</inkml:trace>
  <inkml:trace contextRef="#ctx0" brushRef="#br0" timeOffset="71315.36">19136 2431 749 0,'0'0'135'15,"0"0"82"-15,79 64-95 16,-46-36-29-16,2 1-32 15,-2 3-10-15,-4-2-18 16,-3-2-7-16,-9 1 17 16,-4-2-27-16,-7-1 13 15,-6-1-25-15,0 2 18 16,-3-1-23-16,-15 0 17 16,-3-1-16-16,-6 0-2 15,-2-1-11-15,1-7-36 16,4-3-22-16,5-6-60 15,5-7-95-15,9-1-193 16</inkml:trace>
  <inkml:trace contextRef="#ctx0" brushRef="#br0" timeOffset="71555.78">19744 2733 1049 0,'0'0'139'0,"0"0"-16"16,77-16-111-16,-58 11 6 16,-3 1-25-16,-6-4 7 15,-5 1-91-15,-5-1-56 16,0 4-176-16,-16-3-388 15</inkml:trace>
  <inkml:trace contextRef="#ctx0" brushRef="#br0" timeOffset="71716.09">19645 2623 1001 0,'0'0'82'16,"0"0"36"-16,0 0-30 15,0 0-75-15,100-16-3 16,-71 12-30-16,-5-1-87 16,-5-2-244-16</inkml:trace>
  <inkml:trace contextRef="#ctx0" brushRef="#br0" timeOffset="73048.28">20492 2416 408 0,'0'0'138'0,"0"0"31"16,0 0-51-16,0 0 0 15,0 0-28-15,0 0-1 16,0 0-32-16,5-8-13 15,4-2-23-15,1 0-4 16,3-1-8-16,0 0-5 16,-1 1 7-16,1 3-11 15,-5 4 15-15,1 3-16 16,1 0 16-16,-3 0-24 16,2 10 32-16,-1 8-10 15,3 2 17-15,-1 3-9 16,4 1 0-16,-1-1 8 15,6-3-13-15,-3-1 2 16,4-3-18-16,-1-5 18 16,-3-1-24-16,0-3 20 15,-5-5-23-15,0 1 20 16,-4-2-24-16,1-1-5 16,-3 0-30-16,-1 0-35 15,-1 0-53-15,-2-6-104 16,-1-2-145-16</inkml:trace>
  <inkml:trace contextRef="#ctx0" brushRef="#br0" timeOffset="73366.14">20808 2271 885 0,'0'0'99'0,"0"0"73"16,0 0-59-16,-71 91-33 15,55-61-48-15,1-2 3 16,1 1-28-16,4-2 1 15,-3-1-6-15,3-1-6 16,-1-5-6-16,2-1-60 16,0-6-42-16,2-3-113 15,2-5-79-15,5-5-290 16</inkml:trace>
  <inkml:trace contextRef="#ctx0" brushRef="#br0" timeOffset="73718.59">21087 2300 898 0,'0'0'129'0,"0"0"53"15,0 0-58 1,31 85-62-16,-22-60-10 0,0 0-35 16,2-1 8-16,-3-4-25 15,0-2 14-15,1-2-21 16,-3-5 17-1,-2-5-27-15,-1 0-26 0,-3-3-37 16,0-3-44-16,0 0-83 16,-5 0-151-16</inkml:trace>
  <inkml:trace contextRef="#ctx0" brushRef="#br0" timeOffset="73910.36">20981 2457 934 0,'0'0'125'0,"0"0"19"0,0 0-46 15,0 0-21-15,0 0-60 16,88 0-5-16,-56 0-16 16,-1-4-43-16,-1-3-88 15,-4-2-152-15,-3-4-184 16</inkml:trace>
  <inkml:trace contextRef="#ctx0" brushRef="#br0" timeOffset="74284.38">21331 2270 958 0,'0'0'45'0,"0"0"59"16,0 0 5-16,0 0-60 0,87-8-15 16,-64 8-16-16,0 0-18 15,-5 5 6-15,-6 6-16 16,-6 5 20-16,-6 4-15 16,0 3 26-16,-2 0-20 15,-11 2 19-15,-3-5-21 16,6-2 8-16,-1-3 3 15,8-4 0-15,3-3-2 16,0-1-12-16,0 0 11 16,17-2-14-16,3-1 21 15,5-1-24-15,4-3 21 16,1 0-44-16,1 0-14 16,-4 0-73-16,-3-8-70 15,-5 2-111-15,-7 3-356 16</inkml:trace>
  <inkml:trace contextRef="#ctx0" brushRef="#br0" timeOffset="75001.14">20545 2817 687 0,'0'0'147'16,"0"0"-39"-16,0 0-22 15,0 0 0-15,45 0 18 16,-11 0-3-16,14 0-34 15,9 0 3-15,9-1-37 16,9-2 17-16,6-1-33 16,4 0 17-16,0 0-11 15,3 0-3-15,-2-2-3 16,-5-1-6-16,-5 2 10 0,-10-2-14 16,-12 0 11-1,-9 2-26-15,-14 1 22 16,-8 0-25-16,-8 1 22 15,-8 0-33-15,-4 0 2 16,-3 1-25-16,0 0-17 0,0 1-19 16,0 1-41-16,0 0-106 15,-7 0-132-15,-2 0-398 16</inkml:trace>
  <inkml:trace contextRef="#ctx0" brushRef="#br0" timeOffset="75750.08">20908 3136 725 0,'0'0'106'15,"0"0"85"-15,0 0-51 16,0 0-58-16,63-16-7 16,-47 7-47-16,0 1-4 15,-3 4-14-15,0 0-6 16,-4 4 3-16,-4 0-12 15,1 2 16-15,1 10-7 16,1 3 16-16,0 1-15 16,4 3 27-16,-1-3-24 15,6 3 22-15,1-2-13 16,2-1 13-16,1-2-8 16,0 0-8-16,-1-3-4 15,-4 0-10-15,0-3 8 16,-3 2-15-16,-3-5 16 15,-3 0-26-15,-1 0 15 16,-3-5-48-16,2 0 14 16,-1 0-38-16,-1 0-43 15,-1-5-64-15,-2-5-143 16,0-3-231-16</inkml:trace>
  <inkml:trace contextRef="#ctx0" brushRef="#br0" timeOffset="75983.08">21280 3049 878 0,'0'0'117'16,"0"0"64"-16,-63 74-71 15,34-44-35-15,-2 2-35 16,1-3-10-16,1-2-17 15,6-6-12-15,4-2 4 16,4-5-28-16,4-5-33 16,2-3-86-16,3-6-160 15,1 0-395-15</inkml:trace>
  <inkml:trace contextRef="#ctx0" brushRef="#br0" timeOffset="89287.97">23553 2175 506 0,'0'0'62'0,"0"0"74"15,0 0 28-15,11 0-52 16,-11 0-28-16,1 0 15 16,1 0-31-16,-1-2 2 15,0-2-36-15,-1-1 5 16,0-2-27-16,0-1 2 16,0-3-9-16,-8 0-3 15,-6 0 2-15,-4 1-13 16,-4 4 9-16,2 2-18 15,-3 4 19-15,-2 0-20 16,5 4 29-16,0 12-22 16,4 9 20-16,4 6-17 15,7 6 9-15,5 3-1 16,0 5 1-16,0 3 7 16,14-5-9-16,5 3 17 15,0-5-13-15,1-2 21 0,-2-2-16 16,-4-4 22-1,-3-3-23-15,-2-2 17 16,-3-2-15-16,-2-6-1 16,-1-1-2-16,0-3-5 0,-2-3 6 15,2-4-13-15,-3-4 16 16,2 0-25-16,-2-5 0 16,0 0-60-16,0 0-32 15,-5 0-141-15,-6-9-167 16</inkml:trace>
  <inkml:trace contextRef="#ctx0" brushRef="#br0" timeOffset="89535.03">23363 2565 1013 0,'0'0'134'16,"0"0"27"-16,0 0-69 15,0 0-55-15,92-21-9 16,-71 17-22-16,-1-1-9 16,-3-2-43-16,0-2-115 15,-6-1-150-15,1-2-309 16</inkml:trace>
  <inkml:trace contextRef="#ctx0" brushRef="#br0" timeOffset="89865.46">23826 2213 1142 0,'0'0'31'0,"0"0"93"16,0 0-23-16,0 0-50 15,87-3-20-15,-67-2-28 16,-1-1 7-16,-7-1-40 16,-5 0-51-16,-6 0-108 15,-1-3-155-15,0 1-410 16</inkml:trace>
  <inkml:trace contextRef="#ctx0" brushRef="#br0" timeOffset="90063.17">24055 2081 1092 0,'0'0'143'0,"0"0"-4"16,0 0-76-16,0 0-34 16,42 79-9-16,-35-59-24 15,-2-1 15-15,-2 1-37 16,0 0-32-16,-1-4-119 15,-2 0-190-15,0-3-410 16</inkml:trace>
  <inkml:trace contextRef="#ctx0" brushRef="#br0" timeOffset="90463.6">24484 2188 1001 0,'0'0'123'16,"0"0"41"-16,0 0-101 16,-55 83-2-16,34-39-38 15,0 3-2-15,4 3-13 16,3-2-1-16,6-2 12 16,6-4-14-16,2-3 2 15,0-5-13-15,10-6 15 16,6-6-20-16,5-5 18 15,2-8-54-15,2-6-39 16,-3-3-115-16,1-3-118 0,-3-13-285 16</inkml:trace>
  <inkml:trace contextRef="#ctx0" brushRef="#br0" timeOffset="90716.71">24591 2456 990 0,'0'0'81'0,"0"0"109"0,0 0-85 16,82 69-15-16,-55-51-57 16,1-2 4-16,-4 0-28 15,-3-3-2-15,-4-3-4 16,-7-1-10-16,0-2-16 15,-4-4-33-15,-3-3-26 16,-3 0-76-16,1-2-127 16,-1-11-160-16</inkml:trace>
  <inkml:trace contextRef="#ctx0" brushRef="#br0" timeOffset="90883.9">24730 2473 853 0,'0'0'50'16,"0"0"101"-16,-85 80-62 16,63-55-47-16,5-3-38 15,6-5-4-15,2-4-16 16,6-5-95-16,3-7-122 16,0-1-223-16</inkml:trace>
  <inkml:trace contextRef="#ctx0" brushRef="#br0" timeOffset="91283.26">24797 2081 646 0,'0'0'145'0,"0"0"31"16,0 0 8-16,52 94-79 16,-23-56-20-16,5 4-10 15,4 3-19-15,0 3-7 16,-1 0-15-16,-5-2 15 15,-10-4-23-15,-7-2 5 16,-7-5-20-16,-8-6 23 16,0-3-36-16,-3-3 24 15,-14-3-26-15,-2-3 2 16,-4-3-26-16,1-4-41 16,0-3-33-16,1-7-71 15,-1 0-142-15,4-3-318 16</inkml:trace>
  <inkml:trace contextRef="#ctx0" brushRef="#br0" timeOffset="91882.77">25391 2649 769 0,'0'0'143'0,"0"0"54"16,77 0-68-16,-46-3-27 15,1-2-35-15,-7-1-30 16,-2 1-23-16,-9 2-12 16,-6-1 2-16,-2 0-22 15,-6 0-25-15,0-1-72 16,-1 1-128-16,-15-4-175 16</inkml:trace>
  <inkml:trace contextRef="#ctx0" brushRef="#br0" timeOffset="92051.41">25417 2535 927 0,'0'0'108'16,"0"0"47"-16,0 0-78 16,0 0-66-16,79-11-8 15,-56 7-4-15,-3-3-80 16,-3 0-168-16,0-2-274 15</inkml:trace>
  <inkml:trace contextRef="#ctx0" brushRef="#br0" timeOffset="92982.33">26158 2073 521 0,'0'0'124'0,"0"0"24"0,0 0-15 16,0 0-45-16,23 0 2 16,0 0-1-16,4 0 0 15,2 0-40-15,-2 0-23 16,-6 1-22-16,-7 13-6 15,-10 4 3-15,-4 6-1 16,0 5 18-16,-12 0-16 16,-5 3 15-16,-1-3-23 15,5-4 21-15,4-5-21 16,3-3 17-16,6-5-15 16,0-6 3-16,12-2 6 15,7-3 1-15,4-1 3 16,3 0-15-16,0 0 12 15,0 0-30-15,-5-1-19 16,1-2-76-16,-6 3-36 16,-6 0-85-16,-4 0-70 15,-3 3-185-15</inkml:trace>
  <inkml:trace contextRef="#ctx0" brushRef="#br0" timeOffset="93485.1">25934 2487 644 0,'0'0'108'0,"0"0"43"16,0 0-24-16,0 0-39 15,0 0-4-15,-3 0-32 16,30 0 29-16,17 0-12 16,12 0 1-16,15 0-37 15,8-3 13-15,6-6-20 16,5-4-2-16,-2 3-1 16,-7-3-14-16,-6 3-2 15,-13 1-15-15,-14 1 17 16,-11 1-22-16,-12 3 10 15,-8 1-42-15,-10 1 12 16,-5 0-31-16,-2 1 3 16,0 0-59-16,0 0-93 15,0-2-94-15,-3 0-220 0</inkml:trace>
  <inkml:trace contextRef="#ctx0" brushRef="#br0" timeOffset="104173.4">26133 2784 206 0,'-7'0'24'0,"1"0"25"16,0 0 19-16,2 0-36 16,-2 0-27-16,-1 0 0 15,1 0-3-15,2 0-1 0,-2 0-1 16,1 0 72-16,1 0 14 16,-1 0-27-16,2 0-24 15,-3 0 28-15,3 0-25 16,0 1 6-16,0 1-12 15,2-2 10-15,1 0-7 16,-2 1 18-16,1-1 16 16,1 0-6-16,0 1 3 15,0 1-16-15,0-1 10 16,0 6-31-16,4 0 14 16,8 6-3-16,5 0 22 15,2 4-29-15,4 4-3 16,1-2 7-16,1 2-14 15,1-2 5-15,-3-2-18 16,2-1 7-16,-5-4-20 16,-4-1 18-16,-2-4-24 15,-5-3 25-15,-3-2-28 16,-3 0 14-16,-3-2-39 16,0 0-7-16,0 0-16 15,0 0-49-15,0-3-105 16,-9-5-162-16,0 0-246 15</inkml:trace>
  <inkml:trace contextRef="#ctx0" brushRef="#br0" timeOffset="104449.16">26264 2785 793 0,'0'0'112'0,"0"0"48"0,0 0-27 16,0 0-51-16,0 0-33 15,-47 84-11-15,28-51-12 16,2 2 7-16,0-2-32 16,3-3 18-16,2-5-28 15,4-3 22-15,2-5-33 16,5-5-27-16,1-8-52 15,0-4-111-15,4 0-163 16</inkml:trace>
  <inkml:trace contextRef="#ctx0" brushRef="#br0" timeOffset="104721.81">26495 2906 1040 0,'0'0'89'0,"0"0"78"16,0 0-99-16,78-21-33 15,-63 18-33-15,-5-1 10 16,-3 1-46-16,-1 2-74 16,-3-3-149-16,-3 0-128 15</inkml:trace>
  <inkml:trace contextRef="#ctx0" brushRef="#br0" timeOffset="104996.6">26762 2674 989 0,'0'0'100'0,"0"0"74"0,0 0-90 16,0 0-7-16,37 82-42 15,-30-55 8-15,3 1-16 16,0 0-12-16,-1-2-4 15,2-3-8-15,-2-4 6 16,0-3-17-16,1-4 17 16,-5-1-44-16,1-7-11 15,-1-1-71-15,-5-3-87 16,0 0-227-16</inkml:trace>
  <inkml:trace contextRef="#ctx0" brushRef="#br0" timeOffset="108146.11">800 1606 800 0,'1'0'97'16,"-1"0"-25"-16,0 0 51 15,0 17-50-15,0 2-2 16,-7 6-42-16,-3 6 1 16,0 4-8-16,2 2 2 15,4-3-8-15,4-3-9 16,0-4 6-16,0-1-7 15,16-7 9-15,6-3-12 16,4-9 20-16,4-2-22 16,3-5 16-16,5-3-25 15,-2-13-5-15,0-5-48 16,-4-2-92-16,-9 3-159 16,-6 1-219-16</inkml:trace>
  <inkml:trace contextRef="#ctx0" brushRef="#br0" timeOffset="108428.27">760 1561 1039 0,'0'0'42'0,"0"0"47"16,105-40-59-16,-69 31-32 15,-3 2-37-15,-7 3-111 16,-7 4-134-16,-12 0-252 15</inkml:trace>
  <inkml:trace contextRef="#ctx0" brushRef="#br0" timeOffset="108832.07">756 1743 954 0,'0'0'62'0,"0"0"63"16,0 0-18-16,98 0-56 15,-64-1-32-15,-1-4-12 0,0 1-9 16,-4 0-6-16,-6 2-53 16,-4 2-53-1,-5 0-80-15,-5 0-50 0,-3 2 1 16,-3 6 159-16,1 1 36 15,3-2 61-15,3 2 72 16,6 2 48-16,3-3 20 16,7 0-7-16,6-1 7 15,1-2-39-15,2 0-3 16,-2-1-52-16,0-2 20 16,-5 2-59-16,-4 0 3 15,-5 2-30-15,-5 1 11 16,-6 1-17-16,-3 3-33 15,-3-3-34-15,-2 0-82 16,0-3-117-16,-3-3-254 16</inkml:trace>
  <inkml:trace contextRef="#ctx0" brushRef="#br0" timeOffset="109073.71">1288 1684 920 0,'0'0'35'0,"0"0"58"16,-87 89-51-16,58-56-16 15,6 0-15-15,7-3-17 16,6-4 4-16,6-5-61 15,4-9-68-15,8-5-105 0,13-7-189 16</inkml:trace>
  <inkml:trace contextRef="#ctx0" brushRef="#br0" timeOffset="109568.49">1581 1706 881 0,'0'0'67'0,"0"0"90"16,0 0-87-16,0 0-11 16,0 0-39-16,0 0-8 15,-46-15-11-15,27 30-4 16,3 6 0-16,-1 4-3 15,4 2 9-15,1 0-9 16,8-2 9-16,2-4-17 16,2-6 14-16,0-4-18 15,13-6 9-15,3-4-2 16,3-1 14-16,1-1 3 16,2-14 0-16,-2-4-1 15,-4-1-9-15,1-1 7 16,-5 2-15-16,-5 4 16 15,-1 3-12-15,-5 8 19 16,-1 1-18-16,0 3 18 16,0 0-11-16,2 3-3 15,1 6 0-15,1 5 4 16,6-1 5-16,2 3 2 0,1 0 4 16,2-3-12-16,0 1 10 15,1-3-16 1,-3-3 11-16,0-5-40 0,-3-3-71 15,-3 0-149-15,-2 0-189 16</inkml:trace>
  <inkml:trace contextRef="#ctx0" brushRef="#br0" timeOffset="110090.47">1835 1770 804 0,'0'0'118'0,"0"0"80"16,0 0-65-16,0 0-49 16,0 0-42-16,48 59-5 15,-42-57-35-15,-2 0 13 16,0-2-20-16,2 0 13 16,-2-10-2-16,2-8-4 15,3-2-9-15,-1-3-28 16,-2-1-5-16,1 7-16 15,-1 3 20-15,-3 5 3 16,3 9 34-16,-2 0-15 16,-1 0 20-16,0 10-5 15,1 5 20-15,2-1 4 16,0 1-4-16,4-5-9 16,-4 1-9-16,1-6 4 15,0-2-13-15,2-3 15 0,-2 0-19 16,3 0 13-16,0 0-20 15,2-8 11 1,-2 0-33-16,3-2-2 0,-3 1-11 16,2 0 21-16,-2 2 25 15,0 2 2-15,-3 3 8 16,3 0-10-16,-1 2 23 16,0 0 3-16,-1 2 22 15,1 9-12-15,-2 3 8 16,-1 0-25-16,0 1-5 15,-1-5-7-15,1 0-16 16,-2-3-70-16,1-3-113 16,-2-4-184-16</inkml:trace>
  <inkml:trace contextRef="#ctx0" brushRef="#br0" timeOffset="110548.42">2391 1897 832 0,'0'0'109'0,"0"0"81"15,42 85-89-15,-29-63-29 16,0-3-22-16,-3-8-22 16,-4-3-14-16,-1-4-2 15,-5-4 2-15,0 0-14 16,0 0 19-16,-3-12-21 15,-6-7 9-15,-6-7-31 16,1-4 13-16,-2-9-19 16,-1-5 0-16,3-3-18 0,3-1-2 15,8 5 6 1,3 5 11-16,0 8 34 0,13 6-3 16,6 8 21-16,4 9 22 15,0 4 32-15,1 3-28 16,-6 3 9-1,1 11-14-15,-8 8 3 0,-5 0-9 16,-6 4-7-16,0 1-2 16,-11 1-13-16,-8-1 3 15,0-4-18-15,0-5 14 16,3-5-27-16,3-3 2 16,5-6-47-16,3-4-11 15,4 0-77-15,1-9-105 16,0-15-114-16</inkml:trace>
  <inkml:trace contextRef="#ctx0" brushRef="#br0" timeOffset="110999.29">2544 1343 793 0,'0'0'142'0,"0"0"70"16,0 0-83-16,0 0-63 15,0 0-19-15,19 63 6 16,-19-13-41-16,0 10 6 16,0 0-25-16,3 0 14 15,8-8-10-15,4-9 3 16,8-9-2-16,3-14 0 0,4-8 5 16,5-9-9-16,-2-3 15 15,2-7-17 1,-2-13 22-16,-4-5-22 15,-5 0 21-15,-6 0-16 16,-5-2 17-16,-10 7-2 0,-3 4 7 16,0 4 6-16,-5 2-11 15,-9 6 2-15,-2 4-20 16,-1 0 16-16,1 15-27 16,4 3 24-16,2 2-21 15,6 2 22-15,4-2-20 16,0-3 13-16,0-3-1 15,10-1 3-15,3-2-2 16,-3-3-7-16,3-2-12 16,1-5-61-16,-3-1-29 15,0 0-172-15,-2 0-222 16</inkml:trace>
  <inkml:trace contextRef="#ctx0" brushRef="#br0" timeOffset="111206.88">3074 1624 1236 0,'0'0'109'15,"0"0"3"-15,0 0 12 16,0 0-61-16,0 0-38 15,5 0-27-15,-5 0-26 16,-9 6-127-16,-7 6-289 0</inkml:trace>
  <inkml:trace contextRef="#ctx0" brushRef="#br0" timeOffset="111371.81">3074 1813 1412 0,'0'0'95'0,"0"0"2"0,0 0-47 16,0 0-34-16,0 0-29 15,0 0-51-15,-7 0-94 16,-9 0-304-16</inkml:trace>
  <inkml:trace contextRef="#ctx0" brushRef="#br0" timeOffset="5101.82">17475 2096 280 0,'4'-4'35'0,"-3"0"26"15,1 1 2-15,-1-1 0 16,1 2-16-16,-2 1 1 16,0 0-14-16,0-2-5 15,0 3-15-15,0 0 16 0,0-1-14 16,0 1 9-16,0 0-23 15,0 0 7 1,1 0-14-16,1 0 1 0,-1 2-2 16,2 11 3-16,-2 3 3 15,2 3-8-15,0 1 13 16,0 3-22-16,2 3 35 16,0 2-23-16,-1 0 12 15,2 2-15-15,0 3-6 16,0 2 2-16,1 0-1 15,2-2-1-15,-1 2 1 16,0 4 8-16,-1 1-10 16,-1-1 5-16,1 2 1 15,-4-1 18-15,1-3-16 16,1-1 13-16,0-1-11 16,1-3 7-16,-2 3-4 15,2-5 1-15,-1 2 2 16,-1 0-3-16,3 0 5 15,-3 0-9-15,1-1 10 16,2-2-17-16,-1-1 33 16,-2-2-21-16,3 2 9 15,-3-5-15-15,1-2 9 16,1 1-2-16,0-1 5 16,0-1-2-16,-1 0-12 15,-1 3 7-15,-1-1-2 16,0-1 13-16,-3 5-11 15,0 1 9-15,0 1-19 16,0-1 15-16,2-2-2 0,2 1 6 16,2 1-9-1,1-4-3-15,0 0 9 16,3-1-7-16,-2 1 8 0,1-2-11 16,-1 0 13-16,-1 3-19 15,-1-4 24-15,1 3-20 16,-3-1 16-16,2 1-10 15,1 0 2-15,-1-4 1 16,1 3-2-16,2-3 3 16,-3 1-6-16,-2-4 8 15,2 3-11-15,1-4 12 16,-3-3-19-16,1-3 8 16,1-2-15-16,1-2-14 15,1-3 6-15,0 0 19 16,2 0 6-16,1 1-1 15,1 0-5-15,-2 1 10 16,4 3 18-16,1-3-17 16,4 1 6-16,-2-2-21 15,3-2 24-15,3 1-1 16,2-2-3-16,2 0-12 16,1 0 5-16,1 0 2 15,4 0-3-15,1-2 6 16,1-1-7-16,1 1 11 15,3-1-8-15,2 2 11 16,3-2-15-16,0 2 12 16,3-3-12-16,1-1 6 15,3-3-2-15,0 2-2 16,3-3 3-16,4-1-5 16,0 0 2-16,1 1 14 15,3-1 5-15,0 2-12 16,0 0 7-16,0 1-19 0,0 0 15 15,-2 2-12-15,-3-1 5 16,0 0 2-16,-3 1-4 16,0-1 4-16,-1-2-4 15,2 3 10-15,0-2-12 16,0 2 13-16,0-1-13 16,0 1 15-16,1-1-16 15,0 3 13-15,2-1-9 16,-1 0 1-16,0 0 0 15,3 0-3-15,-3 1 4 16,1 3-6-16,1-4-3 16,0 0 12-16,1 2 3 15,-1 1-16-15,0 0 17 16,1 0-15-16,0-1 10 16,2 0-6-16,-3-1 2 15,2 0 2-15,-5-1-4 16,2 0 6-16,-2 0-10 15,-1 0 12-15,0 0-13 16,0-1 15-16,1 1-14 16,1 2 14-16,-1-2-14 15,0 1 9-15,-1-3-4 16,0 2 0-16,1 0 2 16,-1-1-2-16,-1 1 3 15,-1 0-8-15,-1-2 6 16,-3 1-2-16,0 1 11 15,-3-1-17-15,-2-1 16 16,-4 3-14-16,1 0 7 16,-7-1 0-16,-2 4-2 0,-3-2 2 15,-6 0-5-15,-1 1 6 16,-5-2-10-16,-2 2 7 16,-3-2-14-1,0 0 20-15,-2 0-13 0,0-1 16 16,-2 1-12-1,-3-2 6-15,4 0 0 0,-2-3-13 16,2-3 23-16,-2 0-17 16,1-4 11-16,-2-5-11 15,0-2 10-15,0-6 13 16,0-6 1-16,-2-2-22 16,2-7 16-16,-2-2-15 15,1-4 3-15,-2-2-1 16,-1-2 0-16,0-5 3 15,-1-2-9-15,2-2 11 16,0 1-15-16,-3-2 19 16,0 0-15-16,0 1 15 15,0 1-16-15,0 0 12 16,-3 0-9-16,-7 1 1 16,0 1 4-16,-1 4-13 15,-1 0 25-15,-2 5-18 16,-1 3 13-16,-1 4-13 15,0 2 15-15,0 1-18 16,3 3 15-16,-1 0-13 16,2 1 9-16,2-3-9 15,0 2 2-15,4-2 6 16,-1 1-4-16,3 4 10 16,-2 0-12-16,-2 10 11 15,0 0-14-15,-2 4 17 0,-1 6-17 16,-1 3 16-1,0-2-13-15,-2 4 8 16,2 2 3-16,0 0-6 0,-2 3-1 16,0-1-10-16,0 4 24 15,-4 1-18 1,-1 0 9-16,-7 0-12 0,-2 0 18 16,-6 0-21-16,-3 0 19 15,-8 5-15-15,0 3 8 16,-10-2-1-16,-1 0-2 15,-5 4 5-15,-5 1-9 16,-3 0 8-16,-5 1-9 16,0 0 11-16,-5 0-12 15,1 0 15-15,-3-2-14 16,0-2 12-16,-3 0-21 16,-2 0 29-16,-2-1-11 15,-2 1-2-15,1 0 6 16,0 0-13-16,-2 2 23 15,0-2-21-15,0 1 12 16,0 0-14-16,-1-1 14 16,1-1-14-16,0-1 10 15,3 0-6-15,0-1 1 16,1 2 5-16,3-1-5 16,2-1 5-16,-2 3-6 15,3-1 10-15,1 3-15 16,0-2 17-16,5 0-18 15,0 0 18-15,6 0-16 16,2-1 10-16,4-2-15 16,4-1 22-16,-1 0-8 0,3 2-1 15,3-3 12-15,-2 1-16 16,-1 2 11-16,0-2-18 16,-1 1 19-16,-1 0-21 15,1 2 20-15,-1 1-17 16,1 0 8-16,0 0-1 15,2 1 2-15,1 1 1 16,0-1-5-16,3-2 8 16,1 0-11-16,3 0 15 15,3-2-17-15,4-1 18 16,7-3-17-16,6 1 18 16,5-2-8-16,6 0 13 15,5 0-8-15,5 0-2 16,1 0-3-16,3 0-4 15,2 0 4-15,-2 0-52 16,2 0-125-16,1 0-306 16</inkml:trace>
  <inkml:trace contextRef="#ctx0" brushRef="#br0" timeOffset="6045.05">18558 1287 460 0,'0'-6'61'0,"0"1"47"16,0 0 4-16,-7-2-65 16,-5 2-3-16,-1 2-7 15,-9 3-3-15,-1 0-10 16,-1 3-15-16,-5 14 1 16,0 6 1-16,3 4 0 15,0 2-17-15,6-1 16 0,7-4-17 16,3-4 17-16,7-5-19 15,3-4 17-15,0-5-5 16,10-4 3-16,7-2 1 16,5 0-2-1,1-15 4-15,0-5-13 0,2-3 13 16,-2-2-17-16,-3 2 16 16,-4 3-19-16,-3 2 13 15,-2 4-22-15,1 6 10 16,1 8 13-16,0 0-8 15,1 14 1-15,4 17 1 16,2 12 11-16,2 7-2 16,-1 8 41-16,1 0 10 15,-1-1 36-15,-2-4-32 16,-1-6 10-16,-5-10-32 16,1-5 4-16,-7-7-18 15,-1-5-9-15,-6-7-2 16,0-4-9-16,-4-2 20 15,-16-3-6-15,-8-4 7 16,-3 0-32-16,-6 0 25 16,0-11-33-16,1-7 12 15,2-2-38-15,7-3-25 16,4-2-34-16,4-2-95 16,12 0-144-16,4-5-350 15</inkml:trace>
  <inkml:trace contextRef="#ctx0" brushRef="#br0" timeOffset="6239.11">18821 1443 886 0,'0'0'39'15,"0"0"84"-15,17 90-32 16,-10-61-45-16,-1 0-45 15,-2-3 2-15,-1-6-16 16,0-5-67-16,-3-8-113 16,0-4-217-16</inkml:trace>
  <inkml:trace contextRef="#ctx0" brushRef="#br0" timeOffset="6388.93">18861 1187 749 0,'0'0'-18'15,"0"0"14"-15,0 0-153 16,0 0-226-16</inkml:trace>
  <inkml:trace contextRef="#ctx0" brushRef="#br0" timeOffset="7348.83">19039 1470 782 0,'0'0'123'0,"0"0"8"16,0 0-45-16,53 82-54 15,-41-69 2-15,-1-3-18 0,-2-6 8 16,1-4-32-1,0 0 32-15,-3-4-21 16,-1-14 7-16,-3-6-3 0,0-4-15 16,-3-3-4-16,0-1-16 15,0 1 3-15,0 5-16 16,0 4 16-16,0 7-8 16,0 6 31-16,0 5-13 15,0 4 18-15,0 0-13 16,6 1-2-16,4 11 11 15,3 3 6-15,4 0 16 16,4 1 0-16,0-2 6 16,4-1 18-16,-1-5 4 15,2-3-35 1,-3-2 14-16,-1-3-36 0,-2 0 38 16,-4 0-26-16,-3-10 1 15,-6-4 1-15,-1-1-4 16,-3-5 5-16,-3 1-12 15,0-4 10-15,0 1-16 16,-6 5 13-16,-4 1-24 16,0 7 23-16,-3 5-22 15,0 4 5-15,-3 6-14 16,-1 15 10-16,1 8 13 16,0 6 1-16,3 4 8 15,4 1-11-15,4-1 5 16,5-4 9-16,0-5 15 15,5-5-13-15,11-5 25 16,6-6-15-16,1-6 2 16,3-6-2-16,0-2-1 15,0 0-4-15,1-10-9 16,-2-8 7-16,-2-3-15 16,-7 1 16-16,1-2-20 15,-8 4 15-15,-2 5-24 0,-2 5 14 16,-1 4-23-16,0 4 10 15,0 0 6-15,2 0 3 16,0 10 8-16,1 3-5 16,2 0 19-16,-2 0-5 15,-3-2 15-15,2-2-3 16,0-3 20-16,-3-2-25 16,4-4 5-16,-4 0-11 15,3 0 7-15,1-11 3 16,0-8-9-16,5-3-5 15,-1-5-13-15,4-1 9 16,-2 2-32-16,2 5 6 16,2 3-13-16,1 7 37 15,-3 8-14-15,2 3 18 16,1 4-10-16,0 16 5 16,-3 3 6-16,2 3-4 15,-1 2 39-15,-2-1-39 16,-2-2 8-16,-1-6-21 15,-2-4-14-15,-5-7-102 16,-2-5-202-16,-2-3-417 16</inkml:trace>
  <inkml:trace contextRef="#ctx0" brushRef="#br0" timeOffset="9830.48">23399 1177 605 0,'0'28'16'0,"-5"2"31"16,1-1 47-16,2-6-51 15,-1-5 22-15,3-6-16 16,0-5-5-16,0-5-30 16,0-2-7-16,0 0 0 15,0-15 12-15,1-8-9 0,7-8-12 16,1-10 9 0,1-5-14-16,2-5 7 15,-1-5-23-15,0-1 19 16,-2 3-21-16,0 3 14 0,-3 12-6 15,-1 8 15 1,-3 13 4-16,-2 11-3 0,0 7 5 16,0 11-16-16,2 18 10 15,3 8 0-15,1 9 20 16,7 3 13-16,2 1 24 16,2-3-18-16,3-3 5 15,2-4-6-15,0-5 7 16,-1-3-6-16,-1-6-22 15,-4-7-6-15,0-6-13 16,-6 0 12-16,-4-8-17 16,-3-1 10-16,-3-3-47 15,0-1 3-15,-4 0-9 16,-14 0-15-16,-3-6 6 16,-5-2 29-16,-3 2 13 15,0-1-13-15,2 2 10 16,5 1 9-16,5 1 15 15,3 1-6-15,7 0 19 16,3 0-10-16,3 1 25 16,1-3 4-16,0 0-3 15,4-1-14-15,9-4 10 16,4 0 19-16,3-2-10 16,5-3 1-16,-1 0-24 15,-2 1 10-15,1-3-22 16,-3 3 16-16,-4-2-15 15,0 4 17-15,-4-2-17 16,0 1 3-16,-3 2-3 16,-4 2-2-16,-1 3 3 15,1 1-8-15,-5 4 14 0,0 0-16 16,3 0 15-16,-2 0-18 16,3 2 17-16,3 9-13 15,-1 3 21-15,1 0-1 16,2 4 18-16,0 1-5 15,-2-1-2-15,-1-2 3 16,1 1-11-16,-1-3 3 16,-4-2-17-16,-2 0 22 15,0-1-26-15,0-1 12 16,-1-1-15-16,-13-1 15 16,-1-3-15-16,-5 1-15 15,-1-6-35-15,1 0-60 16,0 0-80-16,2-6-125 15,5-6-279-15</inkml:trace>
  <inkml:trace contextRef="#ctx0" brushRef="#br0" timeOffset="10665.29">23805 852 666 0,'0'0'81'0,"0"0"44"16,31 91-8-16,-13-50-5 15,-1 1 5-15,3-1-59 16,-1-2 6-16,1-7-35 16,-2-3 11-16,-5-7-24 15,0-6-5-15,-2-4-6 16,-4-5-4-16,-1-2 3 15,0-5-6-15,1 0 9 16,-1-8-10-16,0-7 17 16,0-4-27-16,1-1 11 15,-2-2-22-15,1 3 17 16,-3 5-4-16,0 5 7 16,-1 4 3-16,-2 1 0 15,0 4 4-15,0 0-13 16,0 0 9-16,0 2-19 15,-3 10 27-15,-2 5-18 16,2 0 17-16,2 2-14 16,1-1 7-16,0-1-6 15,1-5 5-15,11 0 3 16,5-3-4-16,1-4 11 16,3-4-12-16,2-1 14 15,1 0-18-15,-1 0 20 16,0-6-22-16,-2-6 19 15,-2-1-16-15,0-2 7 16,-4-3-3-16,-3-1-1 16,-1 0-1-16,-3-1 0 0,-5 3 9 15,1 1-12-15,-4 2 17 16,0 3-17-16,0 1 18 16,0 7-19-16,-7 1 18 15,-1 2-13-15,-1 0 2 16,1 9 0-16,-1 8 0 15,3 4 3-15,3 0-6 16,3 0 12-16,0 1-14 16,0-2 14-16,15-2-17 15,2-3 15-15,7-3-40 16,5-4-50-16,3-3-80 16,5-5-97-16,3 0-143 15</inkml:trace>
  <inkml:trace contextRef="#ctx0" brushRef="#br0" timeOffset="11163.85">24730 1061 570 0,'0'0'65'0,"0"0"18"15,0 0-32-15,-93-16-43 16,67 16 11-16,-2 14-25 15,2 4 13-15,4 4-14 16,2 2 7-16,6 1 0 16,4-2-1-16,8-1 6 15,2-5 7-15,0-1 16 0,17-7 16 16,9-5 16 0,5-4-1-16,5 0 34 0,2-8-39 15,1-13 5-15,-3-4-40 16,-3-7-3-1,-5-4-9-15,-8-4-4 0,-7-7 1 16,-5-5-9-16,-8-6 1 16,0-4-32-16,-10 0 3 15,-6 3-20-15,-2 7 17 16,-1 12 1-16,-2 15 29 16,3 15-20-16,2 10-19 15,2 20 23-15,5 22 9 16,4 11 16-16,5 12-6 15,2 7 15-15,21 1-6 16,9 2 30-16,4-2-1 16,9-5-4-16,5-9-28 15,3-7 3-15,-2-11-22 16,1-9-78-16,-4-12-107 16,-6-10-263-16</inkml:trace>
  <inkml:trace contextRef="#ctx0" brushRef="#br0" timeOffset="11433.83">25556 810 933 0,'0'0'6'0,"11"103"82"16,3-40-2-16,1-2-53 15,-4-4 19-15,4-5-47 16,-2-7 8-16,-3-12-34 16,-5-5-47-16,-5-12-91 15,0-6-75-15,0-8-112 16</inkml:trace>
  <inkml:trace contextRef="#ctx0" brushRef="#br0" timeOffset="11800.84">25425 1059 652 0,'0'0'69'16,"0"0"60"-16,77 0-52 15,-46 0-22-15,0 0-13 16,-2 12-6-16,-3 2-39 16,-7 4 9-16,-2 0-6 15,-2 0 2-15,2-1-2 16,0-3 0-16,-1-3 5 16,2-5-7-16,3-4 38 15,0-2-6-15,1 0 1 16,-3-2-18-16,0-8 5 15,-4-2-17-15,-4-4 17 16,-6 0-1-16,-3-1 3 16,-2-1-4-16,-2 0-9 15,-12 1 0-15,-8 2-18 0,-5 6-3 16,-6 3-43 0,-7 6-24-16,-8 0-92 15,-1 11-182-15</inkml:trace>
  <inkml:trace contextRef="#ctx0" brushRef="#br0" timeOffset="12566.39">26620 958 704 0,'0'0'85'0,"0"0"29"16,43-71-47-16,-40 42-25 15,-3-6-18-15,0-1-10 16,0-4-18-16,-16 2 4 16,0 3-18-16,-4 4 2 15,1 8-24-15,2 7 18 0,0 7-1 16,3 9-2-16,4 5 3 15,2 19 15-15,8 12 7 16,0 10 0-16,0 9 6 16,18 5 2-16,7 6 26 15,1 3 18-15,3-1 28 16,-3-1-11-16,0-3 18 16,-2-6-26-16,-4-6 2 15,-6-8-14-15,-3-7-25 16,-8-10-8-16,-3-6-15 15,0-4 10-15,-7-9-3 16,-9-4 7-16,-1-4-18 16,-4-6 18-16,3-17-23 15,0-5 14-15,5-6-28 16,6-4 6-16,5 0 7 16,2-1-6-16,8 7-8 15,13 2-5-15,7 4 5 16,2 7-13-16,2 5 32 15,-2 8-7-15,-4 6 21 16,-3 0-17-16,-2 4 18 16,-5 13-12-16,-2 1 12 15,-5-2 13-15,-3 1-11 16,0-2-2-16,-3-5-13 16,-1 0 6-16,-2-5-21 15,0-5-41-15,-2 0-140 16,-9-2-177-16</inkml:trace>
  <inkml:trace contextRef="#ctx0" brushRef="#br0" timeOffset="13433.22">26882 874 1035 0,'0'0'28'0,"0"0"-2"0,0 0-19 16,0 0-6-16,0 0-16 15,5 92-77-15,4-63-16 16,5-4 31-16,2-1 40 16,2-1 1-16,0-2 36 15,2-2-1-15,0-3 49 16,-2-4 40-16,0-2 22 16,-2-4-17-16,-1-4-32 15,-2-2 5-15,-2 0-11 16,1 0-8-16,-3-8-23 15,2-7 1-15,-1-2-26 16,0 3 12-16,2-1-24 16,-2 2 9-16,-1 4-24 15,1 6 10-15,0 3-4 16,-1 0-1-16,-1 0 7 16,1 4-3-16,1 7 7 15,3 2-19-15,0-2-10 16,3-1-22-16,4-3 7 15,3-3-48-15,4-2 6 16,4-2 11-16,-2 0 2 16,-2 0 35-16,-1 0 37 15,-4-8 13-15,-3 2 0 16,-3-3 29-16,-5-2 41 16,-2-2 30-16,-3 1-16 15,-3-3 2-15,-3-2-40 16,0 2 5-16,0-1-34 0,-12 1-11 15,-5 5-11-15,-4 1-19 16,-2 6-7-16,-3 3-13 16,-1 0-11-16,1 16-13 15,4 4 19-15,3 3 4 16,8-1 32-16,8 1 1 16,3-5 13-16,1-2 0 15,20-4 14-15,5-3 10 16,7-7 16-16,4-2 21 15,4 0 16-15,-2-10 6 16,0-9-36-16,0-5 0 16,-6-4-17-16,-6-7 15 15,-6-4-28-15,-7-8-8 16,-10-3-10-16,-4-8-12 16,-4 0-25-16,-16-2-14 15,-6 4-8-15,-4 10-32 16,1 11 20-16,3 14 19 15,1 15 45-15,5 6-9 16,7 22 14-16,6 16-3 16,7 12 11-16,0 7 21 15,12 4 21-15,12 3 16 16,9-6-30-16,0-2-21 16,0-9-47-16,-5-7-129 15,-6-9-282-15</inkml:trace>
  <inkml:trace contextRef="#ctx0" brushRef="#br0" timeOffset="14100.66">28236 981 783 0,'0'0'62'15,"0"0"24"-15,0 0 2 16,-29-39-75-16,7 31 2 16,-1 3-18-16,0 5 4 15,-5 0-4-15,1 8 0 16,0 11 2-16,2 6-2 16,6 3 7-16,5-1-13 15,8-2 16-15,6-2-16 16,0-4 23-16,12-6-9 15,11-3 24-15,4-7-12 16,8-3 20-16,0 0 12 16,1-18-13-16,-3-5-11 15,-4-6-23-15,-9-7 4 16,-4-8-19-16,-11-6 6 16,-5-8-38-16,0-3 13 15,-15-2-11-15,-6 1 19 16,-2 7 12-16,-1 10 14 0,-1 9-5 15,1 13-14 1,5 13-9-16,-1 10 6 0,5 9 15 16,7 19-6-16,5 13 27 15,3 10 13-15,3 7 27 16,17 2 11-16,6 0 15 16,1-2-38-16,3-9-26 15,-1-5-12-15,-1-8-6 16,-1-7-5-16,-3-9-54 15,-3-5-82-15,-2-6-117 16,-6-5-106-16</inkml:trace>
  <inkml:trace contextRef="#ctx0" brushRef="#br0" timeOffset="14731.2">28464 1023 821 0,'0'0'146'15,"0"0"11"-15,0 0-60 16,88-54-45-16,-75 41-16 16,-6-2-22-16,-4 3-7 15,-3-1-2-15,0 1-8 16,0 2 4-16,-9 3-15 16,-4 3 16-16,-4 4-21 15,-3 0 16-15,-2 8-20 16,-1 13 7-16,3 2-18 15,1 4-18-15,9 1 7 0,4-3-5 16,6-4 10 0,0-2-10-16,9-5 3 0,12-5 26 15,4-2 27-15,6-2-11 16,3-3 14-16,-1-2-14 16,2 2 14-16,-5-2-8 15,-4 2 9-15,-4 2 11 16,-5 0 4-16,-5 0 6 15,-6 0 8-15,-1-1 3 16,-2-1-24-16,-3 0 20 16,0-2-14-16,0 0 14 15,0 0-7-15,0 0 19 16,0-6-24-16,0-5-17 16,0-4-5-16,0-2-4 15,4-4 3-15,4 2-16 16,2 0 6-16,3 3-22 15,1 0 8-15,4 2-31 16,-2 5-8-16,2 2-18 16,-1 6-22-16,-2 1 0 15,1 0 32-15,-3 8 46 16,0 5 14-16,0 5 10 16,-3 2 1-16,-1 1 56 15,-1 0 19-15,-2 0 23 16,0-3-43-16,-3 0-19 15,0-5-39-15,-2-3 2 16,-1-8-48-16,0-2-164 16,0 0-223-16</inkml:trace>
  <inkml:trace contextRef="#ctx0" brushRef="#br0" timeOffset="14888.1">28961 763 1212 0,'0'0'5'0,"0"0"-2"16,0 0-13-16,0 0-82 15,-41 2-56-15,37 10-190 16</inkml:trace>
  <inkml:trace contextRef="#ctx0" brushRef="#br0" timeOffset="15785.05">29137 1066 957 0,'0'0'168'0,"0"0"-11"16,0 0-81-16,83 44-31 16,-68-43-4-16,-2-1-25 15,-3 0 3-15,-1-5-21 16,-1-11 18-16,-2-4-23 15,-3-5 11-15,0-1-28 16,-3-2 0-16,0-2-28 16,0 6-17-16,0 2-10 15,0 4 7-15,0 8-3 16,7 4 0-16,5 3-4 16,1 3 34-16,4 0 54 15,2 0-13-15,4 3 22 16,3 3 7-16,0-2 27 15,-1-1 6-15,1-1 5 16,-3-2 1-16,-5 0-26 16,-3 0-20-16,-9 0-19 15,-5 0 17-15,-1 0-13 16,-1 0 32-16,-17 8-37 0,-5 4 5 16,-4 6-14-16,1 4-2 15,5-2-33-15,3 1-17 16,9-5 24-16,5-3 14 15,4-3 26-15,0-4-14 16,13-5 22-16,5-1-12 16,1 0 22-16,3-4-23 15,-2-9 19-15,-4 2-9 16,0-3 1-16,-6 1 0 16,-1 4-6-16,-6 1 2 15,-2 2-8-15,-1 3 3 16,0 3-23-16,0 0-1 15,0 0-43-15,0 2 21 16,3 8 27-16,7 0 31 16,2 3 2-16,2-4 21 15,2 2 22-15,4-4-6 16,-1-2-5-16,4-5-1 16,2 0-5-16,-1-1-34 15,2-17 12-15,-4-4-28 16,-2-6 3-16,-4-8-42 15,-2-5 12-15,-6-5-23 16,-5-7-54-16,-3-5-41 16,0-2-47-16,-12 4-25 15,-4 8 21-15,-1 11 162 0,-1 14 96 16,4 15 63 0,3 8-102-16,5 13 85 15,6 19 40-15,0 14-28 0,1 10-1 16,19 9 16-16,3 6 31 15,6 1 8-15,-1-4-29 16,-2-5-109-16,-3-11-9 16,-8-11-23-16,-6-12 14 15,-6-10-48-15,-3-14-58 16,-4-5-101-16,-19-9-145 16</inkml:trace>
  <inkml:trace contextRef="#ctx0" brushRef="#br0" timeOffset="16016.78">29675 790 884 0,'0'0'154'0,"0"0"36"16,122-7-108-16,-76 7-30 16,-2 2-30-16,0 15 4 15,-5 4-23-15,-4 2 17 16,-5 6-23-16,-4 2 16 15,-6 1-20-15,-5-2 14 16,-5-3-8-16,-9-3-3 16,-1-7-4-16,0-6-43 15,-4-7-83-15,-8-4-167 16,2-7-399-16</inkml:trace>
  <inkml:trace contextRef="#ctx0" brushRef="#br0" timeOffset="16160.33">30094 630 1030 0,'0'0'-35'0,"0"0"-43"16,0 0-24-16,0 0-75 16,0 0-215-16</inkml:trace>
  <inkml:trace contextRef="#ctx0" brushRef="#br0" timeOffset="16675.2">30252 902 691 0,'0'0'169'16,"0"0"1"-16,0 0-39 16,73 79-24-16,-57-69-47 15,3-4-30-15,-3-5-21 16,-2-1 22-16,1 0-27 15,-4-11 11-15,1-5-23 16,-5-3 12-16,-4-7-17 16,0 1-1-16,-3 1-12 15,0 2 2-15,0 4 13 16,0 4-4-16,0 7 16 16,0 6-12-16,0 1 6 15,0 0-31-15,4 8 37 16,2 4-9-16,3 2 24 15,4-1 0-15,1 2 12 16,6-9 11-16,-1 0-4 16,1-6 5-16,3 0-31 15,-2 0 6-15,-1-12-16 0,-4-4 17 16,0-3-24-16,-6 0 19 16,-4 0-21-16,-4 5 8 15,-2-1-1-15,0 10-2 16,-4 5 9-16,-7 0-11 15,-4 17 6-15,2 6-9 16,0 5 23-16,3 4-18 16,7-2 21-16,3-4-25 15,0 0 18-15,2-7-44 16,16-6-102-16,11-6-154 16,6-3-281-16</inkml:trace>
  <inkml:trace contextRef="#ctx0" brushRef="#br0" timeOffset="17402.78">31287 817 733 0,'0'0'97'15,"0"0"46"-15,0 0-26 0,0 0-82 16,-46-11-27-1,21 18 0-15,-1 13-7 16,3 0 5-16,5 1-10 0,6-1 11 16,5-4-14-16,5-3 20 15,2-3-20 1,0-6 14-16,9-4-14 0,8 0 11 16,5-2-1-16,3-16-2 15,2-8-3-15,-1-4-38 16,-3-10-34-16,-4-8-21 15,-5-6 5-15,-5-5 4 16,-6-4 27-16,1 0-55 16,-4 6 40-16,0 8-17 15,3 11 74-15,0 12 21 16,0 11 22-16,1 15 29 16,0 9-47-16,2 27 110 15,2 15-17-15,-1 20-4 16,4 15-2-16,2 11 31 15,9 6-28-15,4-3 40 16,1-3-44-16,4-8 12 16,-1-10-69-16,-1-13-3 15,-7-12 16-15,-7-11-15 16,-3-7 16-16,-6-11-50 16,-6-9 17-16,0-6-20 15,-10-8 25-15,-15-2-27 16,-5-2 16-16,-5-15-14 15,-1-3 2-15,3-4-7 16,5 3-11-16,10-1 8 16,9 2-31-16,9-2-11 15,0-4-44-15,10 1-13 16,13-6-108-16,0-2-119 0,2 0-205 16</inkml:trace>
  <inkml:trace contextRef="#ctx0" brushRef="#br0" timeOffset="18737.02">31936 499 522 0,'0'0'90'0,"0"0"66"15,6-25-48-15,-6 16-28 16,0-1-14-16,0-2-3 16,0 1-24-16,-9 0-9 15,-5 2 6-15,-4 2-30 16,-5 3 6-16,-1 4-22 16,-4 0 15-16,-2 4-11 15,3 14 11-15,4 4-14 16,6 8 15-16,7 7-6 15,6 4 8-15,4 3 8 16,0 4 8-16,14 0 24 16,6-2-3-16,3-2 8 15,-4-2-26-15,1-5 5 16,-5-1-31-16,-2-4 13 16,-6-4-21-16,-4-3 12 15,-3-3-7-15,0-4-7 16,0-4-2-16,0-4-26 0,-7-5-28 15,-2-2-44-15,-4-3-70 16,-1 0-185-16,-5-10-277 16</inkml:trace>
  <inkml:trace contextRef="#ctx0" brushRef="#br0" timeOffset="18914.79">31735 829 1033 0,'0'0'109'16,"0"0"20"-16,0 0-79 15,0 0-33-15,93-25-14 16,-69 19-23-16,-1-2-97 16,-3-2-190-16,-2 0-229 15</inkml:trace>
  <inkml:trace contextRef="#ctx0" brushRef="#br0" timeOffset="19166.72">32210 542 1078 0,'0'0'48'0,"0"0"27"15,0 0-49-15,0 0-32 16,0 0 0-16,0 0-104 16,13-9-167-16,-13 1-345 15</inkml:trace>
  <inkml:trace contextRef="#ctx0" brushRef="#br0" timeOffset="19355.29">32363 491 1051 0,'0'0'182'15,"0"0"-60"-15,7 82-72 16,-4-54-15-16,-3 1-41 15,3-2 16-15,0-1-60 16,-3-6-125-16,0-2-282 16</inkml:trace>
  <inkml:trace contextRef="#ctx0" brushRef="#br0" timeOffset="20587.91">32139 577 630 0,'0'0'101'16,"0"0"0"-16,0 0 15 15,0 0-16-15,3 4-17 16,10-4-21-16,3 0 19 15,0 2-38-15,3-2-16 16,-5 2-10-16,1-2-2 16,-7 0 0-16,1 0-7 15,-6 0 4-15,-1 0-16 16,-2 0 16-16,0 0-18 16,0 0 22-16,0 0-24 15,0 0 20-15,0 0-16 16,1 0 3-16,0 0 4 15,-1 0-4-15,0 0 4 16,0 0-8-16,0 0 12 16,0 0-16-16,0 0 20 15,0 0-22-15,-7 0 23 16,-2 0-23-16,-1 0 16 16,-4 0-10-16,1 0 6 0,-2 0-2 15,2 2-6-15,2 0 6 16,-1 0-8-16,2-2 15 15,0 2-22-15,4-1 26 16,1 0-24-16,2 1 20 16,1-2-15-16,2 0 12 15,0 0-14-15,0 0-13 16,0 0-16-16,0 0-5 16,0 0-17-16,0 0-38 15,0 0 37-15,0 0-4 16,0 0 20-16,3 0-57 15,-1-6-106-15,0 2-277 16</inkml:trace>
  <inkml:trace contextRef="#ctx0" brushRef="#br0" timeOffset="21180.73">32105 602 476 0,'0'0'123'0,"0"0"47"0,0 0-32 15,0 0-37-15,36-5-6 16,-25 3-38-16,1 1-5 16,1 0-24-16,-1-1-8 15,0 2-10-15,-3 0-11 16,-2-2 8-16,-4 2-8 16,2 0 8-16,-4 0-13 15,-1 0 16-15,0 0-19 16,0 0 20-16,0 0-20 15,0 0 8-15,0 0-2 16,0 0 6-16,-9 0-2 16,-2 0-4-16,-4 0 9 15,1 0-15-15,-2 0 8 16,0 0-33-16,0 2-11 16,3 1-56-16,0-2-38 15,6 2-70-15,1-1-94 16</inkml:trace>
  <inkml:trace contextRef="#ctx0" brushRef="#br0" timeOffset="21757.64">32665 695 728 0,'0'0'68'0,"0"0"37"15,0 0-26-15,0 0 2 16,-81 83-25-16,61-46-1 16,5 4-29-16,1 4 14 15,5-1-18-15,5 2 13 16,4-7-21-16,0-2 12 0,10-5-18 16,9-6 2-1,1-5 0-15,1-5-3 16,2-4-3-16,-2-5-17 0,-2-5-31 15,-3-2-85 1,-3 0-81-16,-2-6-122 0,-1-9-247 16</inkml:trace>
  <inkml:trace contextRef="#ctx0" brushRef="#br0" timeOffset="21963.78">32814 976 860 0,'0'0'158'16,"0"0"-11"-16,0 0-52 15,63 71-32-15,-41-53-12 16,-2-2-32-16,0-3 0 16,-4-1-25-16,-4-5 16 15,-1-3-45-15,-5 0-33 16,-1-4-74-16,-4 0-59 15,-1-5-82-15,2-9-302 16</inkml:trace>
  <inkml:trace contextRef="#ctx0" brushRef="#br0" timeOffset="22120.73">32913 1007 688 0,'0'0'84'16,"0"0"22"-16,-96 73 4 15,65-51-65-15,4-1-33 16,8-7-18-16,5-3-2 16,7-7-123-16,5-4-136 15,2 0-292-15</inkml:trace>
  <inkml:trace contextRef="#ctx0" brushRef="#br0" timeOffset="22406.98">33013 630 829 0,'0'0'67'0,"39"73"90"15,-11-18-6-15,0 3-44 16,0 7-15-16,-4-4-50 15,-8-1-4-15,-6-3-13 16,-7-5-16-16,-3-7-6 16,-8-7-2-16,-16-3 8 15,-7-5-21-15,-7-5-11 16,-4-4-70-16,-3-6-96 16,-4-5-240-16</inkml:trace>
  <inkml:trace contextRef="#ctx0" brushRef="#br0" timeOffset="24263.87">19000 4831 710 0,'0'0'63'0,"0"0"61"16,0 0-46-16,0 0-9 15,14 12 9-15,-5 5-1 16,1 2-32-16,-4 1-11 15,0-1-12-15,-1-1-22 16,-2-2 9-16,-3-2-25 16,0-6-4-16,0 0-76 15,-3-8-62-15,-10 0-168 16</inkml:trace>
  <inkml:trace contextRef="#ctx0" brushRef="#br0" timeOffset="24676.96">18591 5017 614 0,'0'0'43'0,"0"132"72"16,22-70-34-16,14-7 4 15,10-8-14-15,12-14 0 16,14-13-1-16,13-12-2 16,9-8-19-16,6-10-20 15,-1-18 1-15,-1-15-24 16,-8-6 7-16,-12-8-17 16,-13-6 14-16,-16-5-27 15,-17-3 12-15,-19-4-17 16,-13 0 3-16,-22 0 18 15,-25 4-4-15,-20 9 10 16,-18 11-6-16,-15 17 14 16,-11 20-16-16,-3 14 18 15,-3 13-21-15,3 25 14 16,7 17-39-16,6 13-28 16,17 4-74-16,12 3-31 15,20-4-65-15,23-9-117 16</inkml:trace>
  <inkml:trace contextRef="#ctx0" brushRef="#br0" timeOffset="28247.99">20284 4882 834 0,'0'36'33'0,"0"-1"33"15,1-2 25-15,0-5-42 16,1-5-5-16,-1-7-15 16,1-5 3-16,-2-5-31 15,0-6 13-15,0 0-17 16,-3-6 8-16,-10-12-30 16,0-5-4-16,-4-7 6 15,-1-6 1-15,1-1 3 16,0-4-4-16,-2-3 15 15,6 2-5-15,0 2 21 16,3 4-15-16,4 4 20 16,2 6-16-16,4 7 14 15,0 2 0-15,0 4 16 16,10-1 1-16,13 2-2 16,7-2 24-16,9 1-4 15,8-2-11-15,3 1-18 16,0 4 4-16,-2 1-24 0,-3 8 13 15,-5 1-23 1,-8 0-36-16,-4 0-85 0,-11 4-83 16,-6 4-154-16</inkml:trace>
  <inkml:trace contextRef="#ctx0" brushRef="#br0" timeOffset="28582.43">20292 4825 973 0,'0'0'87'15,"85"-19"8"-15,-40 12-62 16,0 1-29-16,-6 5-10 15,-7 1-9-15,-6 0-65 16,-9 8-7-16,-4 8 6 16,-7 7 51-16,-3 4 16 15,-3 3 26-15,0 2 15 16,0-1 24-16,0-1 9 16,3-2-5-16,0-7-18 15,0-3-22-15,-2-4-5 16,-1-6-20-16,0-5-66 15,-9-3-231-15</inkml:trace>
  <inkml:trace contextRef="#ctx0" brushRef="#br0" timeOffset="29265.8">20565 4727 865 0,'0'0'58'0,"0"0"-5"16,0 0-43-16,0 0-17 16,59 69-67-16,-41-49-27 15,6 3 20-15,1 2-28 16,2-1 75-16,-1 2 29 16,-4-1 19-16,1-1 47 15,-4-5 38-15,-6-3 31 16,-3-4-20-16,-3-5-3 15,-5-3-5-15,-2-4-13 16,0 0-23-16,0 0 1 16,0-10-44-16,0-5-1 15,-5-6-28-15,1-1 16 16,4-3-16-16,0 2 3 16,0-2-8-16,13 5-7 15,5 2-7-15,3 4-21 16,4 2-7-16,0 4-22 15,3 4 1-15,-2-1-22 16,3 1-28-16,-3-2-45 16,0 2 6-16,0 0 12 15,-3-4-11-15,-4-1 41 16,-2 1 77-16,-5 0 53 16,-5 1 71-16,-4 0 76 15,-3 4 26-15,-6 3 25 16,-13 0-102-16,-7 0-77 0,-1 7-15 15,-2 5 49 1,4 2 12-16,6-1-40 0,8-1-22 16,10-1-9-16,1 0-5 15,6-1 2-15,17 2 7 16,4 1-15-16,3 2 59 16,-1 1-21-16,-3 2 29 15,-4-2-9-15,-8 1 13 16,-9-1-29-16,-5-1 13 15,-2-1-12-15,-21-2-13 16,-2-4-15-16,-7-2-8 16,-2-4-15-16,5-2-74 15,4-2-68-15,7-15-185 16,6-8-240-16</inkml:trace>
  <inkml:trace contextRef="#ctx0" brushRef="#br0" timeOffset="29522.76">21331 4530 1003 0,'0'0'115'0,"14"90"41"16,-3-36-58-16,3 1-53 15,-1-3-2-15,1-5-39 16,-1-3 8-16,0-7-14 16,-3-8-4-16,-4-8-40 0,-3-7-64 15,-3-9-94-15,0-5-150 16,-15 0-328-16</inkml:trace>
  <inkml:trace contextRef="#ctx0" brushRef="#br0" timeOffset="29676.04">21192 4631 1105 0,'0'0'93'16,"0"0"-28"-16,127-63-53 16,-69 37-73-16,4-2-158 15,-1-1-337-15</inkml:trace>
  <inkml:trace contextRef="#ctx0" brushRef="#br0" timeOffset="30538.09">22466 4579 701 0,'0'0'16'0,"14"-82"23"16,-12 35 22-16,-2 3-40 16,0 1-26-16,-9 7 27 15,-8 7-18-15,-1 10 7 16,-5 9-16-16,0 10-1 16,0 3 5-16,1 26-1 15,5 13 6-15,5 13 4 16,6 10 8-16,6 7-3 15,6 3 17-15,16 0-22 16,10-4 44-16,5-7 14 16,3-5 21-16,-3-8 4 15,-6-10-27-15,-4-3-24 16,-10-9-21-16,-7-4 3 16,-8-6-9-16,-2-1 15 15,-5-6-8-15,-15-4 13 16,-3-4-49-16,-6-4 48 15,-1 0-42-15,2-12 14 16,5-11-16-16,5-12 0 16,10-6-10-16,8-9-1 0,0-2-4 15,23 1-6 1,12 3 8-16,4 6-19 0,7 8 35 16,-2 9-10-16,-1 12 25 15,-3 6-14-15,-8 7 12 16,-7 2-1-16,-6 15 7 15,-7 6 15-15,-4 1 4 16,-4 4 7-16,-2-1-21 16,-1-1 0-16,-1-3-22 15,0-4 10-15,0-4-70 16,0-8-49-16,-1-7-190 16,-7 0-317-16</inkml:trace>
  <inkml:trace contextRef="#ctx0" brushRef="#br0" timeOffset="30711.51">22730 4521 1033 0,'0'0'-1'0,"0"0"-8"15,0 0 10-15,0 0-87 16,25 78-43-16,-11-50-134 15,5 2-32-15,2-1 94 16</inkml:trace>
  <inkml:trace contextRef="#ctx0" brushRef="#br0" timeOffset="31418.39">22897 4792 304 0,'0'0'233'0,"0"0"-14"16,0 0-28-16,0 0-24 16,0 0-53-16,0 0-32 0,74 59-45 15,-68-63 13-15,2-12-40 16,0-6 4-16,-1-2-23 15,1-1-11-15,0 5-12 16,-1 1-7-16,1 9 8 16,0 5 1-16,1 5-8 15,1 0 9-15,0 4 25 16,2 11-26-16,1 1 9 16,1 0-16-16,3 1 20 15,5-3-19-15,1-2-16 16,5-6 12-16,2 0 15 15,0-6-4-15,2 0-32 16,-4 0 28-16,-2-3 17 16,-8-6 24-16,-2-2-7 15,-7 0 28-15,-2-3-3 16,-6 0 29-16,-1-2 0 16,0-1 14-16,0-2-14 15,0 3-23-15,-12-1-2 16,-2 2-11-16,-3 4-5 15,0 3-18-15,-5 7 10 16,1 1-32-16,-1 1 2 16,-3 16-9-16,5 5 5 15,3 6-9-15,5 1-29 16,8-1 27-16,4-2 24 16,0-3 7-16,19-6 3 15,4-3 20-15,7-8 0 0,4-6 51 16,1 0-16-1,1-8 12-15,-1-13-37 16,-2-9-11-16,-4-2 2 0,-6-8-5 16,-7-3-5-1,-10-6-8-15,-6-4 8 0,0-4-15 16,-16-5 1-16,-11-2-28 16,-5 5 23-16,-4 7-22 15,-2 11 24-15,1 15 5 16,2 15 4-16,6 11-1 15,2 12-1-15,8 22 9 16,5 14 1-16,12 8 25 16,2 7-2-16,9 0 29 15,16-4-13-15,8-4-4 16,7-7-46-16,0-13-46 16,0-6-175-16,-3-10-443 15</inkml:trace>
  <inkml:trace contextRef="#ctx0" brushRef="#br0" timeOffset="32636.72">24323 4359 520 0,'0'0'100'16,"0"0"26"-16,2-54-33 15,-2 37-17-15,0 4-8 16,-12 1 6-16,4 2-24 16,-4 4-12-16,-2 1-26 15,-3 2 7-15,-3 3-24 16,3 0 14-16,-3 0-19 15,0 10 21-15,4 6-8 16,0 6 6-16,4 5-6 16,5 5 6-16,5 7 13 15,2 5 9-15,0 2 4 16,8 2-15-16,6-2 18 16,3-1-19-16,0-6 16 15,0-3-30-15,-4-4 15 16,-2-3-19-16,-3-6 1 0,-3-4 1 15,-5-3-9-15,0-3-18 16,0-3-29-16,-5-2-37 16,-13-2-85-16,1-6-126 15,-6 0-305-15</inkml:trace>
  <inkml:trace contextRef="#ctx0" brushRef="#br0" timeOffset="32813.91">24083 4674 948 0,'0'0'118'16,"0"0"-57"-16,0 0-51 16,97-31-9-16,-72 26-35 15,-4-2-111-15,-5 0-113 16,-1-2-312-16</inkml:trace>
  <inkml:trace contextRef="#ctx0" brushRef="#br0" timeOffset="33066.09">24583 4347 1015 0,'0'0'177'15,"0"0"-64"-15,0 0-79 16,0 0-1-16,0 0-36 16,78-3 6-16,-75 3-63 15,-2 0-103-15,-1 0-129 16,0-2-178-16</inkml:trace>
  <inkml:trace contextRef="#ctx0" brushRef="#br0" timeOffset="33270.84">24758 4283 875 0,'0'0'195'16,"0"0"-5"-16,7 94-90 15,-7-57-29-15,0-1-46 16,2-5-6-16,-1-4-27 16,4-4-2-16,0-7-86 15,1-6-152-15,0-6-264 16</inkml:trace>
  <inkml:trace contextRef="#ctx0" brushRef="#br0" timeOffset="34740.46">25091 4398 696 0,'0'0'68'0,"0"0"70"16,-74 66-39-16,50-29-30 15,1 5-8-15,5 6-17 0,6 1 13 16,7 0-34-16,5-2 15 16,0-5-29-16,6-4 10 15,12-7-11-15,3-6-1 16,2-6-9-1,2-7-4-15,-3-5-29 0,-2-6-58 16,-3-1-73-16,-5 0-124 16,-3-12-189-16</inkml:trace>
  <inkml:trace contextRef="#ctx0" brushRef="#br0" timeOffset="34971.37">25250 4682 911 0,'0'0'144'16,"0"0"-7"-16,74 68-55 16,-49-48-24-16,-4-5-39 15,-3-4-9-15,-4-3-17 16,-2-3-1-16,-4-3-84 15,-1-2-60-15,-2 0-111 16,-2-9-108-16</inkml:trace>
  <inkml:trace contextRef="#ctx0" brushRef="#br0" timeOffset="35154.91">25385 4642 742 0,'0'0'59'0,"0"0"76"15,-75 91 3 1,52-60-79-16,2-3-42 16,8-6-11-16,6-5-22 0,5-7-61 15,2-8-119-15,0-2-91 16,9-6-253-16</inkml:trace>
  <inkml:trace contextRef="#ctx0" brushRef="#br0" timeOffset="35472.78">25441 4289 758 0,'0'0'114'16,"50"74"62"-16,-13-27-27 16,2 7-57-16,-3 3-16 15,3 5-17-15,-11-5-22 16,-4 1-10-16,-8-6 9 16,-11-3-8-16,-5-5-29 15,-3-4 18-15,-21-5-24 16,-8-3 8-16,-8-5-65 15,-6-5-65-15,-2-7-235 16,-6-6-550-16</inkml:trace>
  <inkml:trace contextRef="#ctx0" brushRef="#br0" timeOffset="36672.85">18744 6252 866 0,'0'0'110'0,"0"0"48"0,0 0-86 16,22-2-26-16,-2-3-18 16,2-2 3-16,-2 6-36 15,-1 1 17-15,-8 0-30 16,-4 5 27-16,-7 13-17 16,0 7 6-16,-5 1 7 15,-11 2-9-15,-3 0 17 16,3-4-17-16,2-5 12 15,5-7-16-15,6 0 20 16,3-8-25-16,0 2 22 16,6-3-16-16,11 0 11 15,1-3-3-15,3 0-5 16,2 0-6-16,-1-7-76 16,-3-4-94-16,-6-3-115 15,-5-1-253-15</inkml:trace>
  <inkml:trace contextRef="#ctx0" brushRef="#br0" timeOffset="37109.64">18402 6261 624 0,'0'0'15'0,"-57"117"69"15,42-49-13-15,13 1-19 16,2-3-19-16,22-8 11 16,20-13 3-16,16-11-11 15,10-14-4-15,11-15 23 16,9-5-10-16,4-8-18 15,2-20 20-15,0-11-24 16,-4-6 8 0,-14-9-30-16,-11-4 22 0,-17-2-13 15,-19-3 12-15,-22 2-5 16,-7-2-3-16,-26 1-6 16,-22 6-2-16,-14 2 3 15,-10 11-13-15,-8 10 19 16,-3 13-21-16,1 13 8 15,2 7-22-15,-1 11-36 16,3 21-104-16,5 9-122 16,5 5-186-16</inkml:trace>
  <inkml:trace contextRef="#ctx0" brushRef="#br0" timeOffset="37668.8">20278 6051 738 0,'0'0'64'0,"8"102"112"15,-3-49-35-15,-1 2-54 16,2-4-45-16,-4-7-29 16,-1-9-7-16,-1-4-9 15,2-10 5-15,-2-7-47 16,0-8-40-16,0-6-109 0,-5 0-99 16,-10-8-335-1</inkml:trace>
  <inkml:trace contextRef="#ctx0" brushRef="#br0" timeOffset="38665.87">20054 5988 765 0,'0'0'56'15,"98"-47"46"-15,-41 25-1 16,-3 0-87-16,0 7 26 16,-8 3-6-16,-3 9-8 15,-7 3-19-15,-4 11-4 16,-6 17 4-16,-8 11-4 16,-3 5 23-16,-3 5-5 15,-5 1 12-15,2 0-19 16,-2-6 14-16,2-5-20 15,5-6 15-15,-1-8-22 16,6-8 13-16,0-8-6 16,3-6-4-16,0-3 3 15,0 0-5-15,3-15 2 16,-2-5-16-16,1-1 10 16,-3 1-33-16,-1 1 26 15,-3 2-27-15,-4 7 22 16,-2 2-11-16,-3 5 12 15,-1 3 8-15,1 0 2 16,-1 14 5-16,1 3-5 16,2-2 10-16,2 4-13 15,2-3 15-15,3-3-18 16,3-5 19-16,0-4-19 0,0-4 17 16,3 0-11-16,-3 0 8 15,-1-8 2-15,-3-8-5 16,0 1 4-16,-5-2-5 15,-2-2 15-15,-6-1-18 16,-1 1 17 0,-2-1-21-16,0 4 20 0,-3 3-20 15,-8 5 21-15,-3 5-11 16,-1 3-5-16,1 3-1 16,1 14-2-16,0 3 6 15,6 4-10-15,4 1 13 16,3-2-15-16,0-1 20 15,7-6-20-15,9-3 19 16,4-5-18-16,2-4 16 16,3-4-7-16,2 0 1 15,0-1 1-15,1-10-4 16,-1 1 1-16,-5 4 1 16,0 2 7-16,-5 2-17 15,-5 2 21-15,-1 0-27 16,-4 4 29-16,-1 5-21 15,-2 3 19-15,-1 0-2 16,0-4-3-16,0 1-1 16,2-3-1-16,-1-5 9 15,4-1-3-15,1 0 21 16,0-3-27-16,2-10 16 16,2-3-28-16,2-2 17 0,-1 0-23 15,2 5 5 1,-1 2 4-16,0 4 1 0,-2 7 4 15,-1 0-7 1,1 0-1-16,-1 11 9 16,-2 1 9-16,3 3-17 0,-2-3 22 15,1-1-24-15,-1-1 17 16,-2-4-20-16,1 0-67 16,-6-6-87-16,-1 0-176 15</inkml:trace>
  <inkml:trace contextRef="#ctx0" brushRef="#br0" timeOffset="39524.41">22187 6124 683 0,'0'0'141'0,"0"0"-11"16,52-93-65-16,-32 48 6 15,-4-3-38-15,0-1-7 16,-6-2-28-16,-5 5 15 16,-5 5-20-16,0 8 15 15,-8 11-16-15,-13 8 4 16,-3 13 3-16,-4 1-18 16,0 19 20-16,5 16-12 15,6 10 15-15,11 9-14 16,6 9 17-16,3 1-17 15,23 3 18-15,7 1-14 16,2-5 17-16,5-1 0 16,-1-5 21-16,-7-6 30 15,-3-4-1-15,-8-8 5 16,-9-4-25-16,-6-7 3 16,-6-4-27-16,0-5 19 15,-12-5-28-15,-8-5 18 16,1-5-28-16,-4-4-11 15,3 0 29-15,3-23-15 16,4-5-5-16,5-6-21 16,8-11 2-16,0-1-11 15,8 1 7-15,15 0-24 0,7 5 29 16,3 8-18 0,4 8 41-16,0 8-9 15,-4 9 8-15,-4 7 4 16,-3 4 1-16,-4 15 10 15,-8 4 11-15,-2 2 12 0,-4 2-15 16,-5-3 3-16,-3-1-29 16,0-7 17-16,0-1-39 15,0-8-42-15,-8-7-112 16,-7 0-220-16</inkml:trace>
  <inkml:trace contextRef="#ctx0" brushRef="#br0" timeOffset="39689.21">22519 5978 1066 0,'0'0'1'0,"0"0"7"16,0 0 6-16,0 0-15 16,0 0 7-16,41 50-69 15,-31-31-92-15,2 1-108 16,2 0-84-16</inkml:trace>
  <inkml:trace contextRef="#ctx0" brushRef="#br0" timeOffset="40393.22">22723 6218 547 0,'0'0'187'0,"0"0"32"16,0 0-66-16,0 0-28 16,0 0-51-16,0 0-4 15,59 28-38-15,-52-36-6 16,-1-5-19-16,-1 2-4 15,2-4-3-15,-2 2-13 16,1 2-13-16,0 3-25 16,1 8 6-16,3 0-29 0,1 0 14 15,0 0-7-15,5 7 38 16,0 5-5-16,4-3 3 16,2-2 17-16,-2 4 5 15,5-6-17-15,-4 2-21 16,2-3 17-16,-4 1 8 15,0-2 26-15,-5-2-10 16,-1-1 19-16,-3 0-3 16,-2 0 42-16,-5 0 7 15,1-4 11-15,-4-5-13 16,0-1-14-16,0-3-7 16,0 0-29-16,-2-1 6 15,-6 2-18-15,-1 2 15 16,-1 3-21-16,-4 3 13 15,0 4-21-15,0 0 3 16,0 1-25-16,2 11 10 16,3 3 14-16,4 1 5 15,5 0 9-15,0 3-5 16,1-6 13-16,12 1-12 16,7-6 18-16,0-4-13 15,2-4 22-15,1 0-15 16,0-8 14-16,0-13-5 15,-4-4 0-15,0-7-6 16,-6-4-9-16,-2-3 5 16,-5-9-15-16,-6-3 15 15,0-4-14-15,-14-1 9 0,-6 1-26 16,-6 8 27 0,-2 7-10-16,1 16 13 15,0 13 2-15,1 11 0 16,5 11-5-16,2 22-5 0,3 12 11 15,7 7-4-15,6 4 25 16,3-1-7-16,1-3 15 16,18-4-30-16,5-9 1 15,4-4-111-15,-4-8-179 16,1-6-336-16</inkml:trace>
  <inkml:trace contextRef="#ctx0" brushRef="#br0" timeOffset="41293.66">23879 6099 667 0,'0'0'85'15,"0"0"-6"-15,0 0-57 16,-90-4 5-16,65 18-18 15,-2 8 9-15,2 2-7 16,7 3-2-16,6 1-3 16,8-2-5-16,4-5 4 15,0-4 9-15,7-6 35 16,13-7-16-16,3-4 11 16,3 0-19-16,2-8 5 15,-2-10-23-15,-2-7 5 16,-6-3-10-16,-3-7-1 15,-7-2-2-15,-5-2-8 16,-3-6-7-16,0-5-8 16,-2-2 9-16,-11 2-8 15,-3-1 27-15,2 10-17 16,-1 8 22-16,2 12-13 0,2 12 16 16,-1 9 0-16,5 12-5 15,4 20-6-15,3 9 7 16,0 9 38-1,7 5 7-15,13 1 18 0,4-4-39 16,3-6 9-16,2-5-35 16,1-6 7-16,1-11-19 15,-2-2-2-15,-1-10-43 16,-5-3-76-16,-3-5-102 16,-6-4-170-16</inkml:trace>
  <inkml:trace contextRef="#ctx0" brushRef="#br0" timeOffset="41846.39">24205 6134 793 0,'0'0'128'16,"0"0"43"-16,0 0-91 15,0 0-8-15,52-71-31 16,-52 55-1-16,0 0-27 15,-7 4 5-15,-8 2-10 16,-5 6-6-16,-1 4-1 16,-2 0-14-16,0 11 12 15,1 10-14-15,5 5 16 16,3 0-20-16,8 3 14 16,5-1-16-16,1-4 14 15,4-5-8-15,16-2 0 16,6-8 12-16,5-5 1 15,0-4 8-15,3 0-10 0,-3-5 14 16,0-9-19 0,-2 0 21-16,-6-1-21 0,-4 5 19 15,-4 3-19-15,-2 3 13 16,-2 4-6-16,-1 0-1 16,-2 0 3-16,3 9-4 15,-2 6 11-15,3 0-10 16,-2 5 17-16,2-6-6 15,-2 1 26-15,-1-1-17 16,-2-5 21-16,-2 0-24 16,-2-5 4-16,-1-1-6 15,-2-2-3-15,0-1 3 16,0 0-7-16,0 0 15 16,0-1-14-16,0-7 8 15,0-4-23-15,-8 1 14 16,-3-1-48-16,0-1-25 15,-1 2-66-15,-5 0-109 16,3 0-220-16</inkml:trace>
  <inkml:trace contextRef="#ctx0" brushRef="#br0" timeOffset="42173.77">24414 6153 910 0,'0'0'75'0,"0"0"92"16,0 0-67-16,0 0-36 16,72-51-27-16,-49 41-12 15,-4 2-19-15,-1 3-6 16,-4-1-14-16,-1 2-64 16,-3 2-86-16,-4-1-103 15,0-1-103-15</inkml:trace>
  <inkml:trace contextRef="#ctx0" brushRef="#br0" timeOffset="42363.76">24696 6088 847 0,'0'0'134'15,"0"0"63"-15,21 69-59 16,-13-44-84-16,-5-1-26 15,2-1-22-15,-5-2-6 16,0-7-29-16,0-1-96 16,0-9-135-16,-5-4-192 15</inkml:trace>
  <inkml:trace contextRef="#ctx0" brushRef="#br0" timeOffset="42529.29">24729 5851 1020 0,'0'0'2'0,"0"0"6"15,0 0-14-15,0 0-99 16,0 0-134-16,0 0-303 16</inkml:trace>
  <inkml:trace contextRef="#ctx0" brushRef="#br0" timeOffset="43412.31">24954 6175 908 0,'0'0'168'0,"0"0"12"16,0 0-84-16,0 0-53 15,83 46 8-15,-75-46-35 16,0 0 12-16,-3-4-20 15,-3-11 3-15,-2-5-8 16,0-3-16-16,0-4-17 16,0-2-34-16,0 1-24 15,0 0-32-15,3 5 27 16,5 5-3-16,7 7 12 16,1 4 25-16,2 7 49 15,0 0 6-15,0 0 8 16,2 1 4-16,0 6 13 15,-5 1 42-15,-2 0 2 16,2 0 15-16,-8-4-13 16,-1 3 8-16,-5 1-49 0,-1 0 4 15,0 5-21-15,-1 3 4 16,-9 3-14-16,0 0-1 16,2 5 0-16,3-5-3 15,5-3 8 1,0-3-11-16,0-4 15 0,8-5-14 15,8-4 22-15,0 0-20 16,0 0 15-16,0-13-24 16,-2-3 5-16,-4-4-11 15,-2-1-3-15,-5-1 5 16,-3 3-24-16,0 3-4 16,0 4-10-16,-6 3 27 15,-2 7-2-15,3 2 22 16,2 0-10-16,3 4 20 15,0 10-10-15,1 2 15 16,14 4 22-16,5 2 26 16,6-1 3-16,-3-2 3 15,3-2 8-15,0-6-35 16,-1-5 6-16,-1-6-28 16,-2 0 9-16,1-6-27 15,-2-13 14-15,-1-8-34 16,-3-6-14-16,-7-6-11 15,0-8-18-15,-7-6 16 16,-3-4 7-16,0 0 34 16,0 2-6-16,-12 5 26 15,4 12-13-15,-3 12 29 16,5 12-2-16,0 14 10 16,3 7-32-16,3 27 1 0,0 12 8 15,0 10 11 1,0 6 13-16,0 5-10 0,11-5 33 15,2-4 3 1,-1-4-11-16,4-5-31 0,-8-9 12 16,0-9-33-16,-4-8 12 15,-4-9-38-15,0-9-57 16,-15-5-102-16,-6-1-259 16</inkml:trace>
  <inkml:trace contextRef="#ctx0" brushRef="#br0" timeOffset="43695.86">25426 5897 1146 0,'0'0'152'16,"91"-2"-46"-16,-38 2-56 15,-1 0-40-15,-6 7 8 16,-2 6-23-16,-7 4 10 15,-6 1-10-15,-5 1-7 16,-6 1-1-16,-6 4-4 16,-7 2 19-16,-3 2-11 15,-4 0 25-15,0-2-16 16,0-1 34-16,0-4-30 16,0-6 12-16,0-8-22 15,-3-7-15-15,1 0-82 16,-4-15-189-16,1-13-613 15</inkml:trace>
  <inkml:trace contextRef="#ctx0" brushRef="#br0" timeOffset="43811.78">25733 5666 732 0,'0'0'-333'0,"0"0"18"16</inkml:trace>
  <inkml:trace contextRef="#ctx0" brushRef="#br0" timeOffset="44698.22">26049 6059 822 0,'0'0'170'0,"0"0"-32"0,0 0-55 15,0 0-13-15,0 0-17 16,87 75-35-16,-77-67 9 16,-1-4-21-16,-1-2 5 15,-2-2-19-15,1 0 18 16,-1 0-23-16,0-10 16 15,2-4-26-15,-2-3 12 16,-3-1-2-16,-3-1-17 16,0 2 9-16,0-1-1 15,0 4-3-15,-1 2-1 16,-5 4 21-16,3 4-6 16,3 3 22-16,0 1-24 15,0 0 13-15,10 0-8 16,8 9 15-16,0 2 3 15,4-2 13-15,-2-2 1 16,2 0 1-16,-1-5 0 16,-2-2-27-16,0 0 14 15,-2 0-20-15,-2-7 24 16,-5-4-30-16,0-3 20 16,-4 1-15-16,-3-1 7 15,-3 1 0-15,0 1 0 16,0 5 3-16,0-2-6 15,-6 8 12-15,-9 1-12 16,2 1 14-16,-2 15-20 16,-3 8 21-16,4 3-17 0,2 0 22 15,6 2 1 1,6-6 6-16,0-5-14 16,5-5-11-16,15-7-16 0,2-5-65 15,4-1-126-15,-3 0-315 16</inkml:trace>
  <inkml:trace contextRef="#ctx0" brushRef="#br0" timeOffset="45513.89">27217 5934 795 0,'0'0'65'0,"0"0"19"0,0 0 26 16,-92 79-93-16,72-51 2 15,10-1-15-15,7-4 16 16,3-4-26-16,0-7 26 16,14-3-12-16,8-9 2 15,1 0 0-15,-1-2-4 16,-2-16 3-16,-3-5-10 16,-4-5 9-16,-5-4-30 15,-4-7-4-15,-1-6-32 16,-3-6 25-16,0-4-10 15,0-3 23-15,0-2-20 16,0 1 3-16,-2 5 5 16,2 10-2-16,0 8-16 15,0 12-11-15,0 16 42 16,2 8 13-16,14 23 12 16,5 22 13-16,4 13 21 15,11 14 15-15,0 10 47 16,3 0 24-16,-1 5-29 15,-2-4-24-15,0-4-16 16,-6-7 4-16,-7-6-20 16,-7-6 38-16,-7-11-46 15,-9-6 4-15,0-8-20 16,-25-7 22-16,-9-8-25 16,-8-7 5-16,-4-10-8 15,2-3-8-15,1-6 2 16,4-20-8-16,7-6 12 15,12-11-22-15,4-4 10 0,12-5-40 16,4 0-3-16,10 1-44 16,20 3-70-1,8 2-159-15,5 5-230 0</inkml:trace>
  <inkml:trace contextRef="#ctx0" brushRef="#br0" timeOffset="45896.98">28147 5619 887 0,'0'0'91'15,"0"0"35"-15,-34-72-76 16,8 59-11-16,-3 6-5 16,-1 7-36-16,-2 0 11 15,4 20-18-15,4 11 19 16,8 9-21-16,2 6 20 16,11 3-11-16,3 5 31 15,0-6-2-15,10 0 19 16,6-2-13-16,2-5-12 15,-3-6-4-15,1-5-21 16,-3-4 11-16,-7-3-15 0,-5-5-6 16,-1-4-83-1,0-1-76-15,-13-4-116 0,-13-5-182 16</inkml:trace>
  <inkml:trace contextRef="#ctx0" brushRef="#br0" timeOffset="46056.89">27833 5996 1058 0,'0'0'175'15,"0"0"-58"-15,114-15-78 16,-77 11-36-16,-5-3 6 16,-6 0-41-16,-7-4-69 15,-9-4-188-15,0-4-360 16</inkml:trace>
  <inkml:trace contextRef="#ctx0" brushRef="#br0" timeOffset="46250.72">28335 5614 1047 0,'0'0'79'0,"0"0"-16"16,0 0-61-16,0 0 4 16,0 0-82-16,0 0-127 15,52 23-208-15</inkml:trace>
  <inkml:trace contextRef="#ctx0" brushRef="#br0" timeOffset="46416.86">28562 5557 976 0,'0'0'127'0,"0"0"65"0,10 97-82 15,-7-62-77-15,-3-1-30 16,1-4-6-16,-1-4-68 16,0-6-104-16,0-5-302 15</inkml:trace>
  <inkml:trace contextRef="#ctx0" brushRef="#br0" timeOffset="47363.91">28360 5602 424 0,'0'0'112'16,"0"0"48"-16,0 0-82 15,0 0-6-15,-17 8-24 16,17-8 10-16,0 1-2 16,0 1 12-16,8-1-14 0,5-1 3 15,4 1 8 1,1-1-13-16,-1 0-1 0,1 0-34 15,-1 0 6-15,-6 0-25 16,-2 0 14-16,-2 0-19 16,-4 0 10-16,-3 0 0 15,0 0-4-15,0 0 3 16,-4 0-2-16,-12 0 9 16,-2 0-15-16,-3 0 16 15,-2 3-20-15,1 0 22 16,5 1-30-16,4-2 8 15,4 0-27-15,8 0-33 16,1-2-69-16,0 0-119 16,10 0-126-16</inkml:trace>
  <inkml:trace contextRef="#ctx0" brushRef="#br0" timeOffset="48617.76">28994 5997 636 0,'0'0'25'0,"0"0"41"16,-3 71 34-16,3-44-5 15,0-4-21-15,14-3 9 16,2-7-34-16,4-1-15 16,2-8-11-16,-1-4-6 15,0 0-4-15,2-4-8 16,-4-13 3-16,1-1-13 16,-1-3 13-16,-3 1-24 15,-2 0 16-15,-4 0-33 16,-4 8 16-16,-1 1 1 15,-4 5 15-15,1 4 1 16,-2 2-5-16,0 0 5 16,1 12-6-16,1 5 11 15,1 5-11-15,2 0 17 16,2 2-15-16,-1-3 30 16,4-4-7-16,-1-1 17 15,1-6-14-15,4-5 5 16,-1-5-1-16,3 0 0 15,3 0-5-15,1-12-17 16,-2-5 4-16,-1-4-14 16,-1-4 11-16,-2 1-21 15,-4 1 10-15,0 2-22 16,-4 6 17-16,0 0 3 16,-3 7 8-16,-2 7 1 0,5 1-1 15,1 0 4 1,2 5-9-16,3 14 22 15,3 3-7-15,1 4 21 16,1 1-16-16,-2 2 32 0,-2-3-21 16,-4-3 11-1,-5-5-19-15,-4-3 5 0,0-4 1 16,-3-3-9 0,-16-4 4-16,-4-4-17 0,-6 0 10 15,-7 0-25-15,0 0 15 16,2-8-37-16,2 1 12 15,6-2-34-15,7-3-28 16,8 1-64-16,8-5-143 16,3-1-193-16</inkml:trace>
  <inkml:trace contextRef="#ctx0" brushRef="#br0" timeOffset="48790.39">29752 6018 847 0,'0'0'107'0,"0"0"93"16,3 88-103-16,-3-56-37 15,0 0-39-15,-3-5 0 16,0-3-32-16,-3-9-26 16,-1-9-147-16,-3-6-204 15</inkml:trace>
  <inkml:trace contextRef="#ctx0" brushRef="#br0" timeOffset="48924.62">29732 5791 680 0,'0'0'-65'0,"0"0"33"0,0 0 9 15,0 0-176-15</inkml:trace>
  <inkml:trace contextRef="#ctx0" brushRef="#br0" timeOffset="49534.75">29947 6070 714 0,'0'0'87'0,"0"0"70"15,0 0-83-15,0 0 4 16,0 0-22-16,0 0-15 15,71 14-33-15,-61-22-8 16,0 0-10-16,0 0-10 16,-1 4 2-16,0 1-11 15,0 3 11-15,3 0-16 16,0 4 33-16,5 7-8 16,3 3 16-16,-1-1-11 15,4-2 5-15,0-3 1 16,-4 0-3-16,4-3 3 15,-4-5-2-15,-2 0 6 16,-1 0-8-16,-3-5 17 16,0-7-15-16,-3 1 26 15,-1-6-18-15,-2-2 3 16,0-3-12-16,-4-3 3 16,0 1 2-16,-3-2-6 15,0 2-2-15,0 7-17 16,-13 6 12-16,-3 8-14 15,-4 3 16-15,1 7-14 16,-1 15 27-16,3 7-19 16,7 6 18-16,5 3-9 15,5 3 9-15,0 5 16 16,9 3 35-16,11 2 20 0,-1 1-15 16,1 2 26-16,3 0-24 15,-7 0-6-15,-2-2 5 16,-5-6 6-16,-7-5-65 15,-2-10 18-15,-3-5-2 16,-19-9-10-16,-7-9-2 16,-7-5-16-16,-9-3-27 15,-5-3-49-15,-5-12-16 16,-2-6-116-16,1-3-176 16</inkml:trace>
  <inkml:trace contextRef="#ctx0" brushRef="#br0" timeOffset="51535.98">30828 5945 496 0,'0'0'89'16,"0"-1"28"-16,0 1-35 0,0 0-14 15,0 0-32 1,0 0 2-16,0 10-26 15,0 9 33-15,0 3-18 16,-3 3 12-16,2 2-12 0,1-1-16 16,0-4-3-16,0-6-4 15,10-3 21-15,4-6 14 16,4-4-2-16,0-3-25 16,0 0 12-16,-1 0-17 15,-4-9 18-15,1-5-29 16,-5-1 15-16,-6-1-14 15,-3-1 2-15,0-1-4 16,0 0-13-16,-4 2 5 16,-8 1-10-16,-1 2 8 15,3 4-24-15,1 1 12 16,6 3-18-16,3 3 22 16,0 0-19-16,0 2-9 15,12 0 36-15,7 0 15 16,4 4 4-16,3 9 4 15,1 1 14-15,2 2 13 16,-4 0 17-16,-5 1-16 16,-6-3 40-16,-5 2-38 15,-3-4 11-15,-6-3-20 16,0-1 10-16,0-2-8 16,0-2-8-16,0-4-8 15,-6 0-4-15,2 0 6 16,-1-7-18-16,2-9 14 15,3-4-22-15,0-4 23 16,0 1-27-16,3-4 23 16,12 4-24-16,2 2-7 15,2 4-21-15,1 3-46 16,0 2-56-16,2 5-68 0,-3 4-89 16,-2 3-243-1</inkml:trace>
  <inkml:trace contextRef="#ctx0" brushRef="#br0" timeOffset="52225.6">31455 5914 658 0,'0'0'96'15,"0"0"52"-15,0 0-23 16,0 0-41-16,0 0-59 15,-42 1-6-15,19 13-8 16,1 7-15-16,-3 3 13 16,4 3-18-16,2 0 21 15,8-4-21-15,3-1 21 16,8-6-19-16,0-5 23 16,5-4 1-16,13-4 20 15,4-3-4-15,4 0-12 16,0-8-6-16,-1-8-18 15,-5-5 13-15,-3-1-18 16,-5-5 18-16,-4-1-26 16,-6-6 14-16,-2-5-28 15,0-2 6-15,-3-1 0 16,-10-1 11-16,3 5 10 16,1 5-4-16,-1 8 11 15,4 7-10-15,1 10 14 0,2 8-15 16,1 2 17-16,1 18-31 15,1 11 24 1,0 6-10-16,0 5 14 0,0 5 4 16,7-7 13-16,5-1 15 15,3-4-6-15,0-6 2 16,2-6-21-16,-1-6 4 16,4-3-24-16,-1-6 19 15,0-6-30-15,1-2 9 16,3 0-29-16,-4-8-7 15,0-6 0-15,-5-4 9 16,1 2 16-16,-7 4 12 16,-2 1 12-16,-3 6-9 15,4 5 28-15,-3 0-20 16,2 8 5-16,0 8 2 16,3 3 22-16,1 4-20 15,0-2-2-15,-3 1-5 16,2-5-6-16,-5-1 4 15,-1-5-30-15,-3-5-66 16,0-6-158-16,0 0-231 16</inkml:trace>
  <inkml:trace contextRef="#ctx0" brushRef="#br0" timeOffset="52397.66">31781 5795 1047 0,'0'0'13'0,"0"0"8"0,0 0-14 16,0 0-13-16,0 19-51 15,0-1-107-15,9 1-126 16,5 3-209-16</inkml:trace>
  <inkml:trace contextRef="#ctx0" brushRef="#br0" timeOffset="52663.27">31895 6000 443 0,'0'0'177'0,"0"0"-2"0,0 0-28 16,0 0-12-16,0 0-32 16,0 0-29-16,70 42-17 15,-62-45-33-15,1-8-3 16,1-5-22-16,-3 0 16 16,2 1-29-16,-1 0 8 15,-2 5-23-15,0 4 3 16,-1 6-1-16,0 0-7 15,1 0 17-15,1 11-3 16,2 5 19-16,1 2-7 16,3-4 16-16,3 0-44 15,3-5-36-15,2-2-87 16,1-5-18-16,1-1-76 16,0-1-70-16</inkml:trace>
  <inkml:trace contextRef="#ctx0" brushRef="#br0" timeOffset="53038.93">32303 6001 418 0,'0'0'156'16,"0"0"-2"-16,0 0-42 15,0 0-7-15,0 0-31 16,0 0-44-16,-15-60-22 16,5 60-3-16,-2 0-13 0,0 0 5 15,-2 4-16-15,4 8 6 16,0 4-14-1,4-1 13-15,5-3-13 0,1 0 16 16,0-4-6-16,1-3 5 16,11-2 8-16,4-3 4 15,-1 0 11-15,3 0-10 16,-5 0 9-16,2-4-31 16,-5 0 14-16,-3 0-15 15,-3 0 28-15,0 4-8 16,-1 0 13-16,2 0 0 15,-1 0-8-15,3 0 8 16,5 0-4-16,-2 8 11 16,0-3-16-16,3 1 10 15,-3 0-20-15,-1-2 15 16,-1-2-41-16,1 0-21 16,-3-2-78-16,0 0-164 15</inkml:trace>
  <inkml:trace contextRef="#ctx0" brushRef="#br0" timeOffset="53671.2">32572 6032 533 0,'0'0'85'0,"0"0"96"15,0 0-59-15,0 0-20 16,0 0-14-16,18 36-10 15,-18-36-30-15,0 0 25 0,-4-3-63 16,-4-9-3-16,2-3-19 16,1-3-24-16,2-3-29 15,3-1-42-15,0-1-69 16,3 2-15-16,10 5-25 16,1 5-50-16,2 2 123 15,-3 8 130-15,0 1 46 16,-4 0 58-16,-2 10-20 15,-4 5 29-15,-1-2 35 16,-1 3-25-16,0 0-25 16,-1-1-35-16,4-3-18 15,1-1 11-15,2-3-14 16,-1-1 14-16,3-3-41 16,4-4 8-16,1 0-20 15,0 0-11-15,1-8-29 16,1-6-7-16,-5 2 12 15,2 0-7-15,-5-1 20 16,-3 5 9-16,0 6 32 16,-1 2-15-16,-1 0 18 15,3 12 0-15,-4 11 61 16,4 12 34-16,3 8 16 16,4 5 51-16,0 8-7 15,2 6-24-15,0 1-77 16,-1-5-1-16,-5-2-6 15,-3-9 12-15,-6-8-46 16,0-10 15-16,-17-9-40 16,-15-8 16-16,-10-5-22 15,-13-6-13-15,-13-1-26 16,-5 0-3-16,-4 0-39 16,-1 0-66-16,-1 0-65 0,4 0-274 15</inkml:trace>
  <inkml:trace contextRef="#ctx0" brushRef="#br0" timeOffset="55807.76">20431 7371 597 0,'-19'-1'15'0,"-4"1"72"0,-3 0-35 16,-1 4-15-16,-2 12 15 15,4 7 11-15,-1 2-29 16,5 7-26-16,2 3 10 16,7 1-16-16,6-1 12 15,6-4-4-15,0-5 35 16,5-6-3-16,16-10 18 16,5-6-26-16,-1-4 2 15,4-6-11-15,-5-13-1 16,-1-10-13-16,-8-8-12 15,-4-4-4-15,-6-9-29 16,-5-6-19-16,0-6-19 16,-6-6 37-16,-10 0-3 15,0-2 37-15,-5 6-10 16,-1 7 13-16,3 13 2 16,-1 16-3-16,1 16 7 15,3 12 25-15,4 14-14 16,4 30-11-16,7 16 47 15,1 16-4-15,0 2-11 16,17 1-18-16,6-4 23 16,6-9-22-16,2-13-7 15,2-11-10-15,1-9-6 16,-5-6-14-16,0-12-65 16,-6-5-79-16,-4-6-118 15,-7-4-262-15</inkml:trace>
  <inkml:trace contextRef="#ctx0" brushRef="#br0" timeOffset="56460.54">20623 7555 818 0,'0'0'48'0,"0"0"94"16,0 0-53-16,0 0-37 15,0 0 15-15,55-54-32 16,-47 35-33-16,-3-3 11 16,-4-2-21-16,-1-1 21 15,0 0-20-15,-6 6 17 16,-8 5-15-16,-2 7 10 16,-5 7 0-16,-1 0-5 15,-1 24 0-15,0 8-5 16,4 3 10-16,6 6-12 15,7-3 15-15,6-3-17 16,0-7 19-16,21-7-21 16,7-7 17-16,7-6-13 15,5-8 6-15,1 0 0 16,-4 0 0-16,0-7-2 16,-7-1-16-16,-8 0 14 15,-4 4-4-15,-8 0 18 16,-2 4-16-16,-4-1 21 15,-1 1-16-15,1 0 27 16,0 0-15-16,1 0 1 16,-1 0 12-16,1 3 12 0,-1 7-4 15,0-3-14-15,0 5 8 16,-1-3-21 0,-3-2 14-16,3-3-24 0,-1 0 17 15,1-4-19-15,1 0 17 16,-1-13-3-16,1-7-1 15,-1-3-2-15,0-6-5 16,-3 0 7-16,0 1-11 16,0 3 13-16,4 3-15 15,0 3 19-15,5 6-20 16,3 1 20-16,5 4-20 16,3 0 11-16,-1 6-7 15,4 0-29-15,-3 2-59 16,-4 0-105-16,-3 0-144 15,-3 9-249-15</inkml:trace>
  <inkml:trace contextRef="#ctx0" brushRef="#br0" timeOffset="56623.43">21191 7531 967 0,'0'0'223'0,"0"0"-50"15,0 0-69-15,0 0-32 16,76 72-5-16,-63-62-58 15,-5-5 10-15,-4-1-37 16,-3-2-42-16,-1-2-88 16,0 0-189-16,0-15-407 15</inkml:trace>
  <inkml:trace contextRef="#ctx0" brushRef="#br0" timeOffset="56745.22">21268 7255 1302 0,'0'0'15'0,"0"0"35"16,0 0-49-16,0 0-53 16,0 0-152-16,0 0-295 15</inkml:trace>
  <inkml:trace contextRef="#ctx0" brushRef="#br0" timeOffset="57811.22">21422 7496 867 0,'0'0'87'0,"0"0"92"16,0 0-59-16,85 59-56 16,-62-46-4-16,0-2-29 15,-4-3-1-15,-5-3-26 16,-3-2 16-16,-3 1-28 15,-4-4 20-15,-1 0-17 16,-3-4 9-16,0-11-6 16,3-2-6-16,-3-7-2 0,3 0-11 15,0-2 10 1,1 0-12-16,5 3 16 0,1 1-14 16,6 6 27-16,4 0-22 15,2 8 15-15,1 3-13 16,0 2 4-16,2 3-16 15,-4 0 5-15,-5 0 22 16,-3 3-8-16,-3 2 15 16,-4-2-16-16,-6 0 20 15,0-1-18-15,0 2 24 16,-7 1-14-16,-10 5 5 16,-1 0-11-16,-5 6 1 15,0 2 2-15,6 1-6 16,2 0 2-16,7-1-14 15,3-3 19-15,5-6-16 16,0-2 18-16,10-4-17 16,8-3 23-16,4 0-16 15,2 0 10-15,3-11-4 16,-2-5 2-16,-2 1 1 16,-4 1-5-16,-5 1 10 15,-4 4-14-15,-7 2 21 16,-1 5-13-16,-2 0 33 15,0 2-25-15,0 0 7 16,0 0-26-16,4 6 7 16,7 6 2-16,1 1-1 15,8 1 4-15,2-1-7 16,3-2 11-16,2-3-15 16,-2-3 24-16,-1-5-19 15,-5 0 18-15,-2 0-25 16,-4-8 15-16,-3-8-12 15,-4-5-4-15,-2-5-13 0,-4-4-22 16,0-8-10-16,0-5-26 16,0-7 32-16,-4-3 9 15,-3-1 31-15,-2 6-13 16,3 9 11-16,2 11-1 16,1 15 21-16,0 13-8 15,2 9 8-15,1 27 10 16,0 11 11-16,0 12 2 15,3 4 24-15,8 3 15 16,7-5-14-16,-1-6 7 16,3-5-43-16,0-12 8 15,-4-8-33-15,0-9 12 16,-6-7-10-16,-4-6-28 16,-6-6-63-16,0-2-106 15,-12-2-169-15</inkml:trace>
  <inkml:trace contextRef="#ctx0" brushRef="#br0" timeOffset="58067.27">22092 7303 1094 0,'0'0'153'0,"92"-8"-62"16,-43 8-60-16,-8 4 17 15,-3 15-46-15,-6 5 1 16,-7 8-3-16,-5 4-3 0,-6 0 2 16,-2 1-1-16,-3-4 13 15,-3-6-3-15,-2-3 18 16,-1-8-28-16,-3-6 18 16,0-8-28-16,0-2-9 15,-6-4-85-15,-4-19-182 16,1-10-421-16</inkml:trace>
  <inkml:trace contextRef="#ctx0" brushRef="#br0" timeOffset="58184.91">22347 7182 775 0,'0'0'-77'0,"0"0"-246"16</inkml:trace>
  <inkml:trace contextRef="#ctx0" brushRef="#br0" timeOffset="59232.75">22704 7390 107 0,'0'0'60'0,"0"0"11"16,0 0 45-16,0 0 1 15,0 0 1-15,-1-29 29 16,-1 27-24-16,1 0 5 15,-1 2-9-15,1 0-2 16,0 0-42-16,-1 0-11 16,1 0-21-16,1 0-12 15,-2 4-15-15,2 10-13 16,0 4 11-16,0 4-12 16,0 3 27-16,7-1-30 15,5-3 15-15,2-2-23 16,0-4 19-16,1-6-17 15,1-2 10-15,-1-6-5 0,-1-1-6 16,0 0-2-16,-3-5-9 16,0-8 7-1,-1-5-16-15,-2-1 13 0,-4-5-12 16,-3 0 28-16,-1 1-16 16,0-1 22-16,0 3-11 15,0 5 6-15,0 3-1 16,-1 5 1-16,-1 4 5 15,2 4-11-15,0 0 11 16,2 0-18-16,11 7 21 16,4 2-16-16,8 2 20 15,2-1-18-15,3-1 21 16,-1-1-4-16,0-4-6 16,0 0 0-16,-6-4-3 15,-1 0 5-15,-5 0-12 16,-4-8 14-16,-1-5-17 15,-4-5 19-15,-3-2-21 16,-4-4 18-16,-1 0-22 16,0 2 15-16,0 4-7 15,-9 6 1-15,-3 8 2 16,-4 4 0-16,-2 12 7 16,2 16-16-16,1 4 21 15,6 6-17-15,4 0 27 16,5-3-23-16,0-5 22 15,17-9-25-15,3-3 4 16,1-7-46-16,-5-8-129 16,0-3-358-16</inkml:trace>
  <inkml:trace contextRef="#ctx0" brushRef="#br0" timeOffset="60744.8">23995 7449 885 0,'0'0'57'16,"0"0"142"-16,0 0-87 15,0 0-34-15,18 67-28 16,-18-64 5-16,0-3-22 16,0 0-8-16,-2-7-8 15,-5-10-16-15,4-7 8 16,3-6-15-16,0-2 14 0,0-7-21 16,17 2 16-1,6 3-23-15,6 2 9 0,-1 8-19 16,0 9 19-1,-1 7-13-15,-6 8-1 16,-2 0-5-16,-7 7-3 0,-5 9 18 16,-4 5-2-1,-2 4 20-15,-1 0-13 0,0 3 23 16,5-3-21-16,2-4 21 16,6-3-7-16,6-5 14 15,0-4 8-15,5-6 1 16,0-3-6-16,-1 0-15 15,-1-2 5-15,-3-10-17 16,-6-3 16-16,0-1-21 16,-6-3 18-16,-2 2-24 15,-2 2 14-15,-3 2-10 16,0 5 4-16,0 3 8 16,0 5-3-16,0 0 1 15,1 0-16-15,5 9 12 16,-2 5-7-16,3 1 20 15,6 3-18-15,2-5 20 16,2-1-18-16,3-3 16 16,0-5-5-16,1-4 3 15,2 0 5-15,-2-6-4 16,-2-13 6-16,0-4-17 16,0-5 13-16,-6-8-17 15,-1-4 17-15,-4-3-26 16,-2-6 14-16,-3-4-23 15,-3-3 13-15,0 1-7 16,-14 3 3-16,-6 9-6 16,-3 11 7-16,-2 14 20 15,-4 14-9-15,-2 4 11 16,6 24-17-16,-1 15 23 0,6 13-20 16,7 6 17-16,9 5-17 15,4 0 12-15,0-3 5 16,16-5 8-16,10-8 2 15,6-7-14-15,2-6 6 16,6-6-13-16,3-12 18 16,2-1-20-16,1-11 25 15,-3-4-27-15,-2 0 17 16,-4-7-17-16,-5-12 3 16,-7-3-2-16,-5-4 2 15,-3-2 5-15,-6-4-6 16,-6 1 11-16,-5 1-13 15,0 1 17-15,0 2-21 16,-13 7 22-16,-7 6-24 16,-2 7 16-16,0 7-18 15,1 2 3-15,-1 17 8 16,6 9-1-16,5 6 6 16,3 1-11-16,7 0 15 15,1-2-15-15,1-4 19 16,16-6-19-16,1 0 20 15,4-11-21-15,5 0 18 16,0-8-9-16,4-4 3 16,0 0 0-16,1-12-4 15,1-8 8-15,-4-7-14 16,-1-1 14-16,-5-4-21 16,-1 1 22-16,-7 4-22 15,-1 4 19-15,-7 6-15 0,0 9 18 16,-3 8-5-1,-1 0-3-15,0 16 7 16,1 10 21-16,1 5 7 0,1 7 0 16,1 0 20-16,-2-1-15 15,0-2 36-15,-5-4-27 16,0-4 19-16,0-9-21 16,-3-3 2-16,-11-8-18 15,-2-6-13-15,-7-1-5 16,0 0-17-16,1-14-17 15,-6-7-64-15,2-2-10 16,-1-1-79-16,4-1-136 16,5 1-501-16</inkml:trace>
  <inkml:trace contextRef="#ctx0" brushRef="#br0" timeOffset="60894.96">25266 7414 1392 0,'0'0'69'0,"0"0"-8"16,0 0-36-16,-20 11-18 15,-5-11-42-15,-5-8-116 16,-9-10-535-16</inkml:trace>
  <inkml:trace contextRef="#ctx0" brushRef="#br0" timeOffset="70238.99">1715 4671 640 0,'0'0'29'16,"0"0"68"-16,0 0 23 15,0 0-39-15,0 0-17 16,0 0-5-16,0 0-7 16,0 0-33-16,0 7 2 15,0 1 15-15,0 2 14 16,0 1-29-16,0 1 4 16,2 0-18-16,-2-1 1 15,0 3-5-15,0-4-3 0,0-2 4 16,0-1-7-1,0-3-4-15,0-4-45 16,0 0-26-16,-2 0-56 0,-1-8-150 16,-4-5-153-16</inkml:trace>
  <inkml:trace contextRef="#ctx0" brushRef="#br0" timeOffset="70780.03">1298 4835 587 0,'0'0'26'0,"0"99"1"16,7-51 54-16,19-3-57 16,10-9 24-16,10-7 2 15,9-12 6-15,9-8-14 16,4-9-7-16,1 0 3 15,4-22 2-15,-2-10 18 16,-8-7-12-16,-9-4-2 16,-9-7-36-16,-13 1 9 15,-15-3-21-15,-11-1 15 16,-6 0-13-16,-10-1 7 0,-22 1-6 16,-10 0-2-16,-4 8 5 15,-6 7-6-15,-4 11 9 16,-2 13-5-16,3 14 8 15,-3 0-17-15,-1 25 12 16,3 9-25-16,1 11-5 16,6 5-29-16,4 5-42 15,6 1-91-15,10-5-84 16,9-3-292-16</inkml:trace>
  <inkml:trace contextRef="#ctx0" brushRef="#br0" timeOffset="71910.59">2579 4667 602 0,'0'0'76'15,"0"0"22"-15,0 0 45 16,0 0-31-16,13-10-29 16,-10-1-10-16,0-3-10 15,-2-3-38-15,-1-2 12 16,0-1-20-16,0 0 4 16,-10-1-25-16,-5 2 6 15,-2 3-10-15,-4 5-2 16,0 7-7-16,-3 4-11 15,-2 0 1-15,0 23-5 16,1 4 15-16,6 6-12 16,4 2 13-16,6 2-7 15,9-3 21-15,0-6-7 16,9-1 9-16,12-8-1 16,8-3 2-16,6-5 4 0,5-1-4 15,6 1 9-15,1 2-7 16,0 6 18-16,-5 6-6 15,-4 7-1-15,-8 10-7 16,-7 1 37-16,-7 4-19 16,-9-4 23-16,-7 1 16 15,0-6-35-15,-7-4 5 16,-17-4 0-16,-4-5 0 16,-4-8-19-16,-1-4 12 15,-3-8-21-15,1-5 25 16,3 0-31-16,6-14 11 15,3-7-16-15,5-7 6 16,11-5-1-16,7-6-6 16,0-3-8-16,14-2-19 15,9 1-5-15,9 0-12 16,4 4 22-16,-2 3-25 16,0 7 17-16,-3 2-1 15,-5 8 25-15,-7 6-7 16,-3 5 12-16,-3 5 7 15,-5 3 0-15,-2 7 3 16,-1 10 4-16,-2 7 18 16,1 3-19-16,-2 0 11 15,1-3-17-15,-2-3 11 16,2-3-20-16,-3-9-20 16,0-5-108-16,0-4-267 15</inkml:trace>
  <inkml:trace contextRef="#ctx0" brushRef="#br0" timeOffset="72097.76">2843 4481 1202 0,'0'0'6'15,"0"0"12"-15,0 0-19 16,0 0 7-16,-26 19-36 15,23-1-72-15,1 2-159 16,0 2-122-16</inkml:trace>
  <inkml:trace contextRef="#ctx0" brushRef="#br0" timeOffset="73077.79">3011 4781 771 0,'0'0'76'15,"0"0"86"-15,8 79-47 16,-2-54-51-16,0 0-18 16,5-7 16-16,0-2-23 15,1-5-11-15,2-5-1 16,-1-4-9-16,0-2-5 15,-2 0-11-15,2-15 9 16,-6-3-13-16,-1-6 10 16,-3-5-22-16,-3-1 13 0,0 2-26 15,0 2 14-15,0 3-4 16,0 9 9 0,0 4 5-16,0 4 0 0,0 4 5 15,0 2-14 1,7 0 6-16,5 10-6 0,1 3 19 15,3 3-13-15,1 0 15 16,2-1-15-16,0-3 10 16,2-1-2-16,-1-5 2 15,-1-2 3-15,1-4-1 16,-4 0 10-16,-1 0-14 16,-3-8 11-16,-3-6-16 15,-3-1 16-15,-3-4-19 16,-3 0 10-16,0-1-21 15,0 1 3-15,-7 3-3 16,-4 3-8-16,-1 6-5 16,0 5-5-16,-2 2 15 15,2 2-8-15,3 16 23 16,1 4-9-16,2 6 18 16,6 2-13-16,0 1 14 15,0-2-6-15,3-3 7 16,11-6 10-16,1-5 15 15,2-5 3-15,-1-3-8 16,3-7 1-16,-2 0-22 16,2 0 10-16,0-16-15 15,-2 0 14-15,3-2-20 16,-4 1 12-16,0 0-12 16,-3 7 1-16,1 4-4 15,-2 4-6-15,-2 2 5 16,2 0-2-16,-2 10 15 0,0 4-7 15,0 1 16 1,-3 0-15-16,-1-3 18 0,-1-1-15 16,0-3 8-16,-4-3-7 15,1 0 2-15,1-2 0 16,-2-3-4-16,2 0 5 16,5-3-7-16,0-11 10 15,7-4-15-15,1-2 15 16,5-2-25-16,2 1 10 15,0 8-5-15,-1 2 12 16,1 10-2-16,-3 1-2 16,-4 0 3-16,0 16 3 15,-3 3 14-15,0 3-2 16,-3 0 12-16,-1-2-26 16,-2-4 13-16,0-1-20 15,-1-6 9-15,-3-6-61 16,-2-3-112-16,-1 0-192 15,0 0-379-15</inkml:trace>
  <inkml:trace contextRef="#ctx0" brushRef="#br0" timeOffset="75805.77">4802 4446 842 0,'0'-11'75'0,"0"-3"29"15,0 0-34-15,-2-4-46 16,-5 0-9-16,-3-1-14 15,0 1 5-15,-4-1-3 16,-1 6-3-16,-1 2 0 16,-3 7-5-16,-2 4 7 15,0 0-12-15,0 5 13 16,2 14-9-16,1 9 16 16,6 3-13-16,4 9 15 15,5 2-4-15,3 3 26 16,0 1 2-16,2 2-7 15,10-3 15-15,0-2-15 16,3-1 3-16,1-2-21 16,-5-4 10-16,0-5-22 15,-3-3 11-15,-4-9-17 16,-2-6 11-16,-2-2-23 16,0-5-56-16,-3-5-59 15,-11-1-147-15,-4 0-313 0</inkml:trace>
  <inkml:trace contextRef="#ctx0" brushRef="#br0" timeOffset="76003.87">4544 4674 1094 0,'0'0'99'0,"0"0"29"15,80-26-100-15,-53 18-22 16,-2 2-12-16,-2 0-56 16,-6 1-108-16,-1-3-168 15,-6 4-396-15</inkml:trace>
  <inkml:trace contextRef="#ctx0" brushRef="#br0" timeOffset="76270.07">5000 4435 997 0,'0'0'97'15,"0"0"69"-15,0 0-99 16,0 0-24-16,0 0-37 16,0 0 6-16,79-2-24 15,-73 2-47-15,-2 0-128 16,-1 0-175-16,-3-4-357 0</inkml:trace>
  <inkml:trace contextRef="#ctx0" brushRef="#br0" timeOffset="76465.11">5218 4386 1117 0,'0'0'101'0,"0"0"19"16,0 80-76-16,0-57-21 15,4 0-28-15,1-4 8 16,1-3-69-16,2-2-99 15,-7-2-190-15,1-2-388 16</inkml:trace>
  <inkml:trace contextRef="#ctx0" brushRef="#br0" timeOffset="76872.66">5568 4450 977 0,'0'0'135'0,"0"0"34"0,-30 87-76 15,13-48-45-15,2 6-19 16,1 0 1-16,7 0-20 16,2-1 8-16,5-3-22 15,0-6 17-15,15-5-19 16,9-6 17-16,2-4-17 15,5-7 3-15,-2-8-24 16,-2-5-38-16,-4 0-83 16,-8 0-148-16,-7-12-165 15</inkml:trace>
  <inkml:trace contextRef="#ctx0" brushRef="#br0" timeOffset="77158.24">5706 4707 963 0,'0'0'38'15,"0"0"114"-15,0 0-12 16,0 0-72-16,0 0-5 15,63 88-31-15,-50-71 4 16,2-1-28-16,-4-1 8 16,-1-7-22-16,-1 1 9 0,-3-8-40 15,2-1-61-15,-3 0-93 16,-1-8-131-16,-1-10-225 16</inkml:trace>
  <inkml:trace contextRef="#ctx0" brushRef="#br0" timeOffset="77329.48">5800 4714 1067 0,'0'0'85'16,"0"0"53"-16,-71 83-99 16,49-56-18-16,8-4-28 15,2-6 13-15,6-6-51 16,4-6-60-16,2-5-111 15,0 0-187-15</inkml:trace>
  <inkml:trace contextRef="#ctx0" brushRef="#br0" timeOffset="77625.03">5895 4411 976 0,'0'0'82'0,"52"78"88"16,-19-30-52-16,-3 2-37 0,-5 2-24 16,-5-2 2-1,-7 1-21-15,-8-2-1 16,-5-3-26-16,0-4 9 0,-12-4-25 15,-8-5 11-15,-6-6-46 16,-2-4-19-16,4-7-66 16,-7-9-172-16,2-7-356 15</inkml:trace>
  <inkml:trace contextRef="#ctx0" brushRef="#br0" timeOffset="78128.52">6315 4846 1067 0,'0'0'164'0,"0"0"-25"0,96-7-93 15,-71 5-23-15,-2 0-18 16,-6 0-5-16,-8-1-25 16,-7-3-82-16,-2 0-124 15,-7-1-276-15</inkml:trace>
  <inkml:trace contextRef="#ctx0" brushRef="#br0" timeOffset="78292.27">6292 4721 1099 0,'0'0'89'15,"0"0"26"-15,87-8-105 16,-48 1-2-16,1-1-72 16,-1-4-100-16,-3 0-286 15</inkml:trace>
  <inkml:trace contextRef="#ctx0" brushRef="#br0" timeOffset="80627.16">7148 4324 820 0,'-1'0'52'0,"1"0"49"0,0 0 0 16,0 0-36-16,0 0-19 15,0 0-22-15,10-1-5 16,7-2-6-16,3 3 18 16,4-2-23-16,0 2 13 15,-2 0-18-15,-3 0 12 16,-3 9-18-16,-6 3 2 15,-9 8 0-15,-1-1 13 16,0 5 3-16,-8 1-5 16,-6 0 4-16,-1-2-16 15,2-3 15-15,4-7-16 16,5-1 18-16,2-4-20 16,2-3 10-16,0 0-10 15,5-2 6-15,10-2 7 16,7-1-6-16,3 0 1 15,2 0-9-15,4-1 4 16,-1-5-59-16,-3-1-53 16,-4 3-85-16,-4 0-154 15</inkml:trace>
  <inkml:trace contextRef="#ctx0" brushRef="#br0" timeOffset="81913.08">6888 4698 555 0,'0'0'118'0,"0"0"5"16,0 0 18-16,0 0-17 15,14 0 7-15,6 0-32 16,11 0-20-16,13 0-35 16,11 0 9-16,13 0-18 15,11 0-3-15,4 0-6 16,6 0-10-16,2 4-2 15,-4 0-11-15,-4 0 8 16,-8-1-17-16,-8-2 16 16,-9-1-20-16,-12 0 16 15,-10 0-37-15,-10 0-2 16,-10 0-47-16,-8 0-76 16,-8 0-111-16,0-3-177 15</inkml:trace>
  <inkml:trace contextRef="#ctx0" brushRef="#br0" timeOffset="83215.48">6854 5073 955 0,'0'0'95'16,"0"0"81"-16,59 55-57 16,-30-27-50-16,4 3-1 15,2 0-30-15,-1 1 5 16,-2-4-25-16,-4-4-10 16,-7-5-5-16,-3-6-6 15,-5-3-19-15,-6-6-38 16,-6-2-25-16,-1-2-119 15,0 0-157-15,-7-12-346 16</inkml:trace>
  <inkml:trace contextRef="#ctx0" brushRef="#br0" timeOffset="83412.43">7102 5127 1082 0,'0'0'92'0,"-50"76"47"0,24-37-68 16,1-6-48-16,3-2-12 15,4-8-16-15,4-6-6 16,5-3-104-16,3-8-157 16,3-6-336-16</inkml:trace>
  <inkml:trace contextRef="#ctx0" brushRef="#br0" timeOffset="83624.87">7443 5183 1151 0,'0'0'21'0,"0"0"75"15,97-10-24-15,-74 10-50 16,-7 0-29-16,-7 0 5 16,-1 0-100-16,-8-1-121 15,0-3-239-15</inkml:trace>
  <inkml:trace contextRef="#ctx0" brushRef="#br0" timeOffset="83813.8">7697 5070 1203 0,'0'0'75'0,"0"69"45"16,0-32-58-16,2-3-31 16,6-2-32-16,2-7 13 15,-1-1-56-15,-3-8-93 0,-5-5-337 16</inkml:trace>
  <inkml:trace contextRef="#ctx0" brushRef="#br0" timeOffset="85331.81">9169 4559 834 0,'0'0'16'0,"0"0"36"15,26-107 38-15,-25 66-70 16,-1 1 0-16,0 3-15 15,-7 5 11-15,-6 9-21 16,-4 7 17-16,1 9-14 16,-3 7 2-16,5 13-7 15,-1 20 1-15,7 12 6 16,5 14-6-16,3 8 13 16,0 5-13-16,16 1 17 15,5 1-11-15,-1-6 43 16,-1-4 5-16,-4-9 26 0,-7-10-20 15,-5-6-7 1,-3-7-6-16,0-6-9 0,-14-7 3 16,-5-5-21-16,2-4 6 15,-4-4-20-15,6-6 15 16,3 0-20-16,5-17 18 16,7-11-21-16,0-8 9 15,9-7-14-15,18-4 2 16,8-2 2-16,5 4-8 15,6 6 8-15,-2 7-7 16,-1 12 16-16,-8 11-9 16,-5 9 17-16,-7 0-18 15,-6 12 18-15,-4 9-13 16,-6 5 19-16,-4 5-4 16,-3-2-4-16,0 0-3 15,0-3-6-15,-8-6-9 16,-5-5-83-16,0-8-126 15,-2-7-334-15</inkml:trace>
  <inkml:trace contextRef="#ctx0" brushRef="#br0" timeOffset="85505.48">9465 4534 1243 0,'0'0'32'0,"0"0"-29"16,0 0-6-16,0 0-9 0,0 0-79 16,8 67-86-16,4-44-106 15,5 3-137 1</inkml:trace>
  <inkml:trace contextRef="#ctx0" brushRef="#br0" timeOffset="86234.35">9653 4849 750 0,'0'0'158'0,"0"0"20"0,0 0-48 16,0 0-56-16,0 0-2 16,0 0-30-16,29 35 5 15,-21-47-36-15,1-4 7 16,1-5-25-16,4-2 4 16,0 0-25-16,0 4-5 15,-3 5-4-15,1 8-5 16,2 2-1-16,-2 4-15 15,-1 0 18-15,1 7 7 16,0 6 18-16,2 2-16 16,-1 1 8-16,3-2-33 15,2-4-22-15,3 0-28 16,2-6-9-16,3 0-25 16,-1-4 3-16,1 0-15 15,0 0 23-15,-2-4 87 16,-4-7 48-16,-2-4 80 15,-3 2 25-15,-3-5 17 16,-6 1 2-16,-3 2-19 16,-3-2 11-16,0 3-23 15,-7 1-42-15,-9 3-25 16,-5 1-18-16,-2 5-18 0,1 4 9 16,0 0-18-1,-1 10 10-15,1 11-28 16,4 3 2-16,3 3-22 15,6 1 9-15,6 1 9 0,3-5 16 16,0-5 1-16,9-3 1 16,9-6 18-16,6-9 11 15,6-1 43-15,3-5-9 16,5-17 12-16,-2-5-17 16,1-7-2-16,-5-6 2 15,-6-3 2-15,-10-8-31 16,-7-5-12-16,-9-7-5 15,0-5-10-15,-10-1 5 16,-9-1-23-16,-7 10 13 16,1 11-5-16,-1 18 27 15,3 14-10-15,1 17 12 16,5 17-11-16,7 28 0 16,4 15 12-16,6 12 12 15,0 7 22-15,12 2-15 16,9-4 20-16,5-8-26 15,5-6-2-15,-4-12-43 16,-2-9-152-16,-2-9-393 16</inkml:trace>
  <inkml:trace contextRef="#ctx0" brushRef="#br0" timeOffset="87469.87">11255 4473 772 0,'0'0'88'0,"0"0"64"16,0-59-65 0,-3 36-61-16,-9 2-14 0,-4 1 0 15,-1 4 9-15,-2 2-19 16,-1 7 13-16,-5 4-20 16,1 3 9-16,-2 1-10 15,3 19 4-15,2 4 2 16,6 6-2-16,7 6 4 15,5 3-4-15,3 1 12 16,2 3 8-16,11 1 23 16,4 3-19-16,-1-2 13 15,1 1-8-15,-2-2 6 16,-4-1-19-16,-3-6-2 16,-4-3-6-16,-1-6-6 15,-3-5 4-15,0-2-16 16,0-6-19-16,-10-3-70 15,-5-6-57-15,-5-5-164 16,-2-1-350-16</inkml:trace>
  <inkml:trace contextRef="#ctx0" brushRef="#br0" timeOffset="87656.93">11020 4727 1105 0,'0'0'51'0,"0"0"58"15,0 0-83-15,104-31-30 16,-75 24-9-16,-6 0-126 0,-5-1-196 16</inkml:trace>
  <inkml:trace contextRef="#ctx0" brushRef="#br0" timeOffset="88299.01">11543 4485 911 0,'0'0'140'16,"0"0"40"-16,0 0-99 16,0 0-10-16,0 0-50 15,75 0-7-15,-66 0-18 16,-3 0-11-16,-2 0-75 16,-3 0-99-16,1 0-159 15,1-8-293-15</inkml:trace>
  <inkml:trace contextRef="#ctx0" brushRef="#br0" timeOffset="88467.89">11734 4413 869 0,'0'0'184'16,"0"0"-16"-16,10 75-69 15,-8-49-34-15,-1-3-51 16,-1 0 0-16,0-3-24 15,0-4-53-15,0-2-142 16,-4-6-255-16</inkml:trace>
  <inkml:trace contextRef="#ctx0" brushRef="#br0" timeOffset="88946.05">12095 4611 964 0,'0'0'49'0,"0"0"109"16,-51 99-51-16,37-59-43 16,4 3-27-16,4-1-20 15,6-1 1-15,0-3-20 16,0-5 11-16,14-5-18 0,-2-2 4 16,3-9-65-16,0-6-44 15,1-6-106-15,3-5-55 16,1-3-155-1</inkml:trace>
  <inkml:trace contextRef="#ctx0" brushRef="#br0" timeOffset="89183.04">12205 4816 1004 0,'0'0'130'0,"0"0"4"16,0 0-81-16,72 75 7 16,-49-56-37-16,0-2 4 15,0-2-27-15,-3-5 2 16,-4-1-6-16,-4-4-26 16,-1-4-42-16,-2-1-83 15,-4 0-95-15,-3-1-167 16</inkml:trace>
  <inkml:trace contextRef="#ctx0" brushRef="#br0" timeOffset="89351.04">12291 4847 894 0,'0'0'112'0,"0"0"-3"16,-75 73-91-16,55-49-7 15,5-2-15-15,3-6-70 16,4-3-170-16,5-6-205 16</inkml:trace>
  <inkml:trace contextRef="#ctx0" brushRef="#br0" timeOffset="89658.28">12476 4509 879 0,'0'0'197'15,"49"86"-22"-15,-19-38-61 16,-1 0-47-16,-4-1 0 15,-2 0-27-15,-4-7 17 16,-6-1-29-16,-6-4 5 16,-7-3-28-16,0-4 0 15,-17 1-3-15,-14 0-29 16,-12-1-57-16,-9-4-117 16,-3-4-419-16</inkml:trace>
  <inkml:trace contextRef="#ctx0" brushRef="#br0" timeOffset="90618.91">12914 4210 775 0,'0'0'103'0,"0"0"-23"16,0 0-31-16,92-8-12 15,-72 20-5-15,-5 11-7 16,2 6 2-16,-4 11 7 15,0 7-13-15,0 5 6 16,0 3-19-16,-1 1 21 16,0 3-16-16,-1 0 20 15,2 0-19-15,0 0 5 16,-3-2-2-16,-1 0-5 16,2-5 3-16,-2-3-1 15,-2-2 13-15,0-8-16 16,0-3 11-16,-2-5-22 15,-4-4 19-15,-1-4-18 16,0-1 21-16,-3-1-10 16,-14-3 10-16,-2-1 2 15,-5-2-3-15,-5-4 3 16,0-3-16-16,-3-1 13 16,2-5-20-16,0-2 14 15,-1 0-23-15,2 0 23 16,3 0-29-16,3-2 2 15,6-4-41-15,4-2-16 16,7-4-61-16,6-5-151 16,0-9-241-16</inkml:trace>
  <inkml:trace contextRef="#ctx0" brushRef="#br0" timeOffset="90915.77">13487 4178 916 0,'0'0'114'16,"0"0"22"-16,0 0-10 16,0 0-44-16,-91 95-15 15,67-65-36-15,1-2-24 16,4-3-4-16,4-6-44 16,2-3-92-16,3-5-244 15</inkml:trace>
  <inkml:trace contextRef="#ctx0" brushRef="#br0" timeOffset="91971.29">10785 4106 630 0,'0'0'47'16,"0"0"47"-16,-78-15 13 16,50 15-49-16,3 0-29 15,0 4 3-15,5 18-21 16,5 11 13-16,7 12-19 15,6 12 32-15,2 14-19 16,0 8 15-16,13 4-3 16,3 4 20-16,-1 0-10 15,0 0-22-15,-3-3-4 16,1-4-7-16,-4-1 4 16,-1-4-14-16,-2-8 26 15,-1-6-20-15,-4-7 21 16,-1-8-24-16,0-5 20 15,0-10-15-15,0-6 8 16,0-10 11-16,0-3 15 16,0-8-30-16,0-4-14 15,7 0 22-15,9 0-12 16,7 0 13-16,6-5-23 16,4-1 18-16,5 1-23 15,1 1 17-15,4-3-26 16,0 2-53-16,1-2-73 15,-5-1-108-15,-2-4-348 16</inkml:trace>
  <inkml:trace contextRef="#ctx0" brushRef="#br0" timeOffset="98671.93">7021 4092 203 0,'-6'0'35'0,"1"-1"6"16,-4 1 4-16,3 0-35 15,1 0 0-15,-1 0 9 16,0 0-7-16,-3 0-7 16,4 0 2-16,0 0 16 15,-2 0-19-15,2 0 15 16,-1 1 15-16,0 2 9 16,-2 0-40-16,0 4 2 15,-2-1-5-15,-2 0 0 16,2 4 1-16,-6 0-1 15,2-1 0-15,-1 5-2 16,-1-1 5-16,1-1-7 16,0 1 9-16,1 1-8 15,1 1 7-15,-2 1-8 16,4 4 1-16,-4 1-3 16,2 1 0-16,1 3-14 15,-2 0 10-15,0 1 9 16,1 2-2-16,-2-1 5 0,2 2-7 15,0 0-2 1,2-3-41-16,-2 2-2 0,3-2 3 16,-3 0-12-16,0 0 5 15,-1 0 28-15,-1 3 27 16,0-2-3-16,-1 1 7 16,2 1 5-16,-2-2 16 15,3 0 0-15,2-4-1 16,-1 0-22-16,3-1-2 15,-2-1-34-15,4 0 3 16,-1-1 2-16,1 1-2 16,2 1 17-16,0-1 6 15,2-2 7-15,2 1-5 16,-1-3-17-16,1 1-9 16,1-2 34-16,0 0-45 15</inkml:trace>
  <inkml:trace contextRef="#ctx0" brushRef="#br0" timeOffset="99956.37">6366 5325 38 0,'0'0'11'0,"0"0"35"15,0 0-14-15,1 77 6 16,8-63-22-16,-2 1-9 16,3-1-3-16,-1 4 7 15,0-1 0-15,-1 2 1 16,2 3 3-16,-3-1-10 15,4 0 9-15,-2-2 1 16,0 0 35-16,2-2-41 16,1-1-3-16,0 0 0 0,4-2 13 15,0-1-5 1,1 2 8-16,1-3-9 0,5-1-6 16,-3-2 10-16,2 2-17 15,1-3 5-15,2 0-9 16,1-2 11-16,0 1-13 15,3-2 6-15,-2 1-2 16,3-1 2-16,0 2 0 16,1 1 0-16,-1-1 1 15,-1 1-6-15,0-3-13 16,-4 2-8-16,4-5 4 16,-1-1-15-16,-2-1 11 15,1 0-9-15,2 0 23 16,-4 0-8-16,2 0 19 15,1 0 6-15,2 0 1 16,-3-3-6-16,2-1-3 16,0 1 4-16,0 2-14 15,-3-3 5-15,-3 3 8 16,0-2 16-16,-1 2-2 16,-2-2 36-16,-3 0 6 15,1-1-4-15,-2 0 3 16,2-1-5-16,0-2-18 15,2-2-16-15,1 2 1 16,3-5-12-16,0 0 7 16,2 0-15-16,0-2 8 15,-1 1-8-15,1 2 6 16,-4-1-1-16,-2-1 5 16,-2 1 16-16,-2 1 24 0,-1-1-26 15,-1-3-16 1,-1 0 18-16,0-2-20 0,0-6 6 15,3-2-15-15,-3 0 13 16,0-4-12-16,-1 0 7 16,-1 2-1-16,-2-4-1 15,1-1 2-15,-4 0-4 16,-2-2 6-16,3-4-7 16,-1-1 8-16,-3 0-11 15,1-1 13-15,-1 1-13 16,2 0 11-16,-4 5-9 15,1 0 5-15,-2 4 1 16,0-1 1-16,0 2 10 16,0 1-2-16,0-2 8 15,0 1-9-15,0-2 17 16,0-1-13-16,-6 0 7 16,3 2-18-16,-2 0 7 15,-1 1-11-15,0 2 5 16,0-1 9-16,0 1-1 15,-1 1-1-15,-2-2-9 16,-1 1 9-16,-3-2-13 16,-4 0 12-16,1 0-7 15,-6 0 16-15,0 4-13 16,-1-2 10-16,0 2-11 16,2 1-4-16,-1 2 1 15,4 0-3-15,0 3 5 16,0 1-8-16,0 0 11 15,-1 2-14-15,-2 0 18 16,-4 2-11-16,-3 0 7 16,-5-1-14-16,-3 4 10 15,-2 3-6-15,-2-1 0 0,1 2 5 16,3 3-5-16,1 1 5 16,2 1-8-16,1 0 12 15,3 0-13 1,2-1 16-16,1-1-16 0,-2-1 15 15,4 1-13-15,2 0 3 16,-1-1-5-16,0 3 6 16,-3 2 0-16,2 0-4 15,-1 0 6-15,-4 3-7 16,-3 8 11-16,2 2-14 16,-2-1 15-16,3-1-18 15,2 2-11-15,2-5-21 16,7-3-48-16,4-1-104 15,4-2-156-15</inkml:trace>
  <inkml:trace contextRef="#ctx0" brushRef="#br0" timeOffset="103697.18">9367 6068 563 0,'0'0'89'0,"0"0"27"16,0 0 14-16,0 0-19 15,0 0-29-15,0 0-6 16,0 0-21-16,0 0-9 15,0 0-17-15,0 0-7 16,0 0-1-16,0 0-16 16,-3 0 11-16,-3 0-15 15,-1 0 11-15,0 0-20 16,-2 0 17-16,-1 0-18 16,-3 2 13-16,1 8-10 15,1 5 3-15,-1 4 2 16,4 1-2-16,3 0 5 15,4-4-10-15,1 0 13 16,0-6-17-16,1-4 15 16,11-2-17-16,2-4 20 15,1 0-12-15,3 0 12 16,-3-9-5-16,1-2-1 16,-5-1 3-16,-2 1-4 15,-1-1 6-15,-3 4-11 16,-2-1 14-16,-3 6-15 0,1 0 18 15,1 3-18 1,-2 0 15-16,0 0-16 16,3 0 8-16,1 0-4 15,2 3-1-15,2 4 8 16,3 2-6-16,-1 1 10 0,1 0-12 16,-1-3 11-16,-2 1-25 15,0-4-21-15,-4-1-100 16,1-3-119-16,-2 0-181 15</inkml:trace>
  <inkml:trace contextRef="#ctx0" brushRef="#br0" timeOffset="104007.5">9511 5899 844 0,'0'0'87'16,"0"0"66"-16,75 86-31 15,-50-55-54-15,-8 2 0 16,-7 1-28-16,-7 1-10 15,-3-3-28-15,-12 0 14 16,-18 0-26-16,-11-4-7 16,-9 1-75-16,-10-4-70 15,-6-9-152-15,-4-4-271 16</inkml:trace>
  <inkml:trace contextRef="#ctx0" brushRef="#br0" timeOffset="104254.39">8958 6027 1029 0,'0'0'6'15,"-47"87"68"-15,29-34-13 16,4 1-16-16,11-4-30 15,3-1-1-15,0-8-10 16,21-7-8-16,10-7 6 16,5-7-73-16,6-11-98 15,4-9-149-15</inkml:trace>
  <inkml:trace contextRef="#ctx0" brushRef="#br0" timeOffset="105887.89">6920 6502 1030 0,'0'0'21'0,"0"75"53"16,0-39-34-16,2 0-2 15,1-6-26-15,2-4-6 16,-2-7-4-16,0-5-5 16,-3-3-14-16,0-6-71 15,0-4-88-15,-10-1-144 16</inkml:trace>
  <inkml:trace contextRef="#ctx0" brushRef="#br0" timeOffset="106086.68">6782 6424 991 0,'0'0'16'15,"0"0"22"-15,114-57-12 16,-72 43-31-16,-2 7-75 15,-3 4-77-15,-3 3-136 16</inkml:trace>
  <inkml:trace contextRef="#ctx0" brushRef="#br0" timeOffset="106363.75">7089 6664 587 0,'0'0'30'0,"0"0"73"16,0 0-24-16,0 0-4 0,0 0 7 16,93 47 0-16,-64-47-38 15,-3-2-38-15,-3-8 4 16,-7-6-13-16,-5 1 2 16,-10-2 11-16,-1 1 4 15,-3-1-23-15,-15-1 9 16,-7 1-11-16,-1 1 1 15,-2 3-6-15,4 3-34 16,0 1-42-16,2 3-96 16,5 2-166-16</inkml:trace>
  <inkml:trace contextRef="#ctx0" brushRef="#br0" timeOffset="107842.42">7092 6565 580 0,'0'0'90'16,"0"0"42"-16,0 0-39 16,-4 0 1-16,4 0-20 15,0 0-19-15,0 0-20 16,0 10-11-16,3 4 3 16,7 5 11-16,-2 1-13 15,6 1-4-15,0 0 5 16,2-4-26-16,2-5 26 15,-1-4-25-15,3-2 26 16,-2-5-23-16,-2-1 2 16,0 0-2-16,-3-4-2 15,-2-7 1-15,-2-1-8 16,-3-5 12-16,-3 3-15 0,-1-4 15 16,-2 2-17-16,0 2 19 15,0 2-23-15,0 5 20 16,0 3-10-16,0 1 4 15,0 3-2-15,0 0 0 16,0 0-12-16,0 7 16 16,5 5 5-16,1 0-14 15,4 2 18-15,0-4-14 16,3-4 18-16,2 0-18 16,3-5 21-16,1-1 4 15,4 0-1-15,-1-1-1 16,-3-9-9-16,-3-1 5 15,-3-2-16-15,-6-1 16 16,-3-2-14-16,-4 0 20 16,0-3-25-16,0 0 16 15,-7-2-20-15,-6 3 12 16,-3 1-10-16,2 5-2 16,-2 3-6-16,1 2-17 15,2 6-18-15,-1 1-42 16,5 0-33-16,2 0-92 15,0 1-109-15,6 9-257 16</inkml:trace>
  <inkml:trace contextRef="#ctx0" brushRef="#br0" timeOffset="108210.79">7591 6461 725 0,'0'0'56'15,"0"0"-11"-15,0 0 23 16,0 0-9-16,0 0 8 16,12 58-19-16,-4-42-10 15,6-1-23-15,2-6 19 16,7-4 12-16,1-5-4 15,5 0 6-15,-2 0-27 16,3-12-1-16,-7-3-14 16,-4-1 17-16,-5 4-18 15,-9-4 19-15,-5 1-14 16,0 0 13-16,-12 0-13 16,-13 2-18-16,-6-1 14 15,-4 4-32-15,-1 5-13 16,-2 5-40-16,1 0-41 15,1 3-140-15,0 13-196 16</inkml:trace>
  <inkml:trace contextRef="#ctx0" brushRef="#br0" timeOffset="109116.45">6917 7607 754 0,'0'0'79'0,"12"70"60"16,-6-38-22-16,3-5-40 0,-1-6 2 15,-2-1-43-15,0-8-2 16,-1-4-19-1,-2-4-2-15,-1-1-7 0,-2-3-4 16,0 0 6-16,0-7-1 16,0-9 3-16,-12-9-17 15,-1-6 10-15,-3-4-20 16,2-4 15-16,1-1-42 16,4 1 34-16,6 2-5 15,3 6 19-15,0 4-4 16,3 4 2-16,9 6 3 15,5 5-4-15,1 8 11 16,2 1-12-16,0 3 13 16,0 0-3-16,-1 3 26 15,-4 9-19-15,-4 3 16 16,-5 1-13-16,-5 1 1 16,-1 2 0-16,0 0-10 15,0-2-1-15,-9-2-13 16,-2-2 9-16,1-5-24 15,-1-1 0-15,0-4-35 16,4-2-18-16,0-1-102 16,4 0-139-16,3-13-241 15</inkml:trace>
  <inkml:trace contextRef="#ctx0" brushRef="#br0" timeOffset="109458.75">7166 7406 616 0,'0'0'45'0,"0"0"38"0,0 0 35 15,0 0-59-15,7 76-1 16,3-65-9-16,6-3 0 16,3-4-3-16,4-4 27 15,3 0-22-15,0-1-14 16,-2-10-14-16,-3-3 2 15,-4-1-11-15,-5 3-9 16,-5-3 8-16,-7 3-8 16,0 1 15-16,-4 2-15 15,-11-1 12-15,-8 3-26 16,-2 3 13-16,-3 2-23 16,-1 2-4-16,0 0-24 15,4 8-42-15,5 4-75 16,1-4-80-16,10 0-92 15</inkml:trace>
  <inkml:trace contextRef="#ctx0" brushRef="#br0" timeOffset="109845.72">7541 7215 830 0,'0'0'22'0,"0"0"61"16,0 0-57-16,0 0-5 0,0 0-17 15,-37 73 1-15,37-62-5 16,0-7 4-16,7 0 1 15,13 0 14-15,2 0 6 16,5 3 3-16,-1-1 3 16,-3 1-15-16,-5 4 32 15,-7 0 8-15,-5 3 14 16,-6 1-15-16,0 1 8 16,-9-3-23-16,-5 1-12 15,-6-3-18-15,2-2-7 16,0-2-13-16,2-6-54 15,3-1-63-15,3 0-132 16,4-3-166-16</inkml:trace>
  <inkml:trace contextRef="#ctx0" brushRef="#br0" timeOffset="110348.7">7742 7165 852 0,'0'0'47'16,"0"0"41"-16,0 0-17 15,0 0-35-15,-74 72-19 16,71-64-7-16,3-3-15 16,6-4 10-16,19-1-22 15,4 0 38-15,5 0-26 16,4 0 22-16,-5 4 16 15,-4 4 29-15,-7 3-17 16,-11 4 7-16,-8 3 3 0,-3 2-3 16,-4 2-5-16,-15-2-23 15,-4-1 5 1,-3-2-29-16,1-5 15 0,2-5-22 16,4-6 2-16,5-1-48 15,7-4-2-15,7-18-67 16,0-7-86-16,9-3-10 15,14-3-4-15,7 1-78 16,-3 6 101-16,1 7 147 16,-4 9 75-16,-3 7 166 15,-6 5 28-15,-4 0-49 16,0 15-10-16,-7 2-25 16,1 3 2-16,-1-3-27 15,-1-1-38-15,0-5-50 16,-2-3-11-16,2-4-17 15,-3-4-31-15,0 0-157 16,0 0-170-16</inkml:trace>
  <inkml:trace contextRef="#ctx0" brushRef="#br0" timeOffset="110859.81">7829 6837 882 0,'0'0'39'16,"0"0"44"-16,0 0-38 16,0 0-47-16,0 0-41 15,-13-24-56-15,13 36-19 0,0 8 6 16,0 3 33 0,7 2 66-16,5 5 8 0,5 3 23 15,1 3 41 1,1 4 49-16,3-1 13 0,-1 3 16 15,0-7-2-15,-1-4-30 16,2-6-34-16,-6-5-11 16,-1-6-8-16,-3-5-29 15,0-5 10-15,-1-2-26 16,-1-2 14-16,1 0-20 16,3-15 5-16,-2-4-10 15,0-3-10-15,1-1-11 16,-1 3-6-16,1 2 3 15,-1 4-9-15,-3 9 24 16,0 2-2-16,0 3 22 16,-5 0-19-16,3 5 25 15,-4 9-4-15,-1 3 12 16,-2-2 1-16,0 3-1 16,0-1 1-16,0-1-5 15,-2-3-8-15,-8 0 3 16,0-4-1-16,-2-2-27 15,0-7-20-15,0 0-75 16,-4-7-87-16,5-16-193 16,-1-9-363-16</inkml:trace>
  <inkml:trace contextRef="#ctx0" brushRef="#br0" timeOffset="111243.7">8181 6778 925 0,'0'0'121'0,"10"92"18"15,2-42-56-15,2-2-37 16,4-7-33-16,5-7 5 16,1-7-18-16,5-8 7 15,3-6-8-15,1-9 1 16,-3-4 1-16,1 0-5 15,-1-6 1-15,-6-8-8 16,-6-3 8-16,-4-1-12 16,-5-1 18-16,-9 1-12 15,0 0 20-15,0 2-18 16,-9 5 18-16,-2 5 4 16,-2 4-4-16,1 2 14 15,2 7-12-15,3 9 1 16,1 6-16-16,2 1 8 15,4-1-10-15,0-2 13 16,4-3-37-16,9-6-49 16,3-5-234-16,1-5-434 15</inkml:trace>
  <inkml:trace contextRef="#ctx0" brushRef="#br0" timeOffset="112047.76">6962 8203 734 0,'0'0'126'16,"0"0"40"-16,0 0-70 16,0 0-14-16,-7-10-59 15,-4 16-7-15,-1 13-25 16,-1 4 15-16,1 3-10 15,4 0 5-15,3-1 0 16,4-6-2-16,1-4 4 0,0-8-5 16,13-6 13-16,6-1-13 15,3-2 14-15,0-15-17 16,6-3 19-16,-5-4-22 16,0 1 13-1,-8 4-22-15,-1 6 17 0,-7 4-2 16,-3 7 0-16,-2 2 4 15,-2 2-9-15,0 11 15 16,0 2-12-16,0-2 21 16,4 3 1-16,4-5 5 15,6-3-27-15,0-4 11 16,7-4-13-16,2 0-23 16,1-3-61-16,1-10-114 15,-2-3-146-15</inkml:trace>
  <inkml:trace contextRef="#ctx0" brushRef="#br0" timeOffset="112453.4">7413 8313 751 0,'0'0'140'16,"49"70"22"-16,-22-34-36 15,2-4-32-15,-1 1-10 16,-5-6-65-16,-7-3 5 0,-5-6-18 15,-8-6 7 1,-3-6-7-16,0-6-5 0,-20 0 2 16,-5-6-9-16,-3-17 2 15,-3-9-23-15,-2-7 10 16,1-8-22-16,5-3 24 16,6-1-17-16,7 2 29 15,11 3-29-15,3 5 51 16,9 5-38-16,15 9 12 15,4 7 17-15,1 8 27 16,-2 7-5-16,-1 5-26 16,-10 2 24-16,-3 15-7 15,-10 5 23-15,-3 4-27 16,-3 2 7-16,-17-1-21 16,-5-3-2-16,-2-2-2 15,2-4-24-15,1-9-48 16,5-3-70-16,6-6-99 15,10 0-193-15</inkml:trace>
  <inkml:trace contextRef="#ctx0" brushRef="#br0" timeOffset="112862.54">7761 8317 919 0,'0'0'168'0,"0"0"-7"15,32 87-42-15,-28-66-58 16,-4-3-15-16,0-3-19 16,0-6-8-16,-4-8-3 15,-10-1-13-15,-1-1 10 16,-5-19-17-16,1-10 9 16,-4-6-35-16,0-10 16 0,1-7-31 15,5 2-1 1,5-1-8-16,9 4 10 15,3 6 7-15,6 9 23 16,14 6 10-16,8 15-1 0,-1 5 13 16,2 7-1-16,-3 0 26 15,-3 19 5-15,-6 6 27 16,-5 4-29-16,-8 1 12 16,-4 0-23-16,0-1-3 15,-16-2-13-15,-7-7-9 16,-7-1-12-16,-1-8-45 15,-1-7-49-15,2-4-122 16,4-6-152-16,6-16-307 16</inkml:trace>
  <inkml:trace contextRef="#ctx0" brushRef="#br0" timeOffset="113362.72">7892 8054 857 0,'0'0'149'0,"0"0"64"16,0 0-90-16,61 69-32 16,-58-56-47-16,-2-2-21 15,-1-1-6-15,0-4-8 16,0-5 2-16,0-1-15 16,-4 0 13-16,-3-10-27 15,1-9 13-15,1-8-39 16,5 0 11-16,0-4-34 15,2 3 11-15,14 3 12 16,4 5 16-16,2 4 20 16,-5 6 3-16,0 5 10 15,-2 5-11-15,-8 0 14 16,-1 1-9-16,-2 13 25 0,-1 3-18 16,-3 2 11-16,3 2-19 15,0-3 7-15,3 0-4 16,5-4-1-16,1-3 2 15,5-5-5-15,-1-2 12 16,0-4-2-16,0 0 21 16,-2 0-22-16,-5-12 24 15,-3-2-25-15,-2-3 12 16,-4 0-15-16,0-2 5 16,0-1-5-16,-7 3 0 15,-8 1 0-15,-2 1-9 16,-3 8 12-16,-2 3-19 15,-1 4 5-15,1 0-44 16,5 4-26-16,0 11-115 16,5 0-161-16</inkml:trace>
  <inkml:trace contextRef="#ctx0" brushRef="#br0" timeOffset="113830.78">8343 7871 574 0,'0'0'52'0,"0"0"70"15,0 0-65-15,-79 74 0 16,65-44-24-16,7 1-13 15,7-4-2-15,0-4 14 16,1-9 8-16,17-5 4 16,1-7 5-16,7-2-6 15,0-4 14-15,-3-14-45 16,1-4 8-16,-4-1-22 16,-6-1 7-16,-3 3-4 15,-7 3-3-15,-2 5-3 16,-2 4-8-16,0 5-5 15,0 4-5-15,-3 0 13 16,0 3-28-16,-1 11 28 16,4 1-1-16,0 3 16 15,0 0-10-15,8-2 6 16,7-4 3-16,1-1 0 16,1-6 2-16,5-1-9 15,-2-4-9-15,2 0-107 16,-1-12-129-16,2-4-206 15</inkml:trace>
  <inkml:trace contextRef="#ctx0" brushRef="#br0" timeOffset="114966.34">8658 7697 649 0,'0'0'18'15,"0"0"37"-15,0 0 16 16,-48 82-47-16,44-50-15 16,4-1 3-16,0-1-12 0,7-3 12 15,7-8-5-15,6-4 16 16,1-10-8-16,3-5 36 16,1 0 16-16,2-11-9 15,1-13-23-15,1-7-11 16,-4-5-6-16,-3-3-17 15,-3-6 4-15,-7-5-14 16,-9-2 9-16,-3-7-17 16,-3-4 16-16,-16-1-34 15,-9-1 2-15,-3 4-3 16,-3 11-9-16,0 11 10 16,-1 17 32-16,2 18 31 15,4 5-6-15,6 33-19 16,0 15-8-16,9 14 31 15,6 8-22-15,8 7 11 16,3-4 1-16,22-2 38 16,6-12 12-16,7-8 31 15,1-14 1-15,0-10-26 16,-3-10-18-16,-3-7-20 16,-1-9 11-16,-5-2-23 15,-2-4 0-15,-4-16-28 16,-2-3 23-16,-3-4-38 15,-6 0 6-15,-2 2-17 16,-4 2 3-16,-4 9 10 16,0 3-11-16,0 6 21 15,0 5-12-15,0 0 3 16,0 0-15-16,4 7 29 16,2 5-5-16,0 3 21 15,4 0-22-15,1-2 17 0,0-2-10 16,-1 0 3-16,3-3 2 15,-2-2-5-15,1-2 7 16,1-1-9-16,-2-3 21 16,5 0-15-16,-3 0 23 15,2-7-19-15,-1-5 23 16,2-6-21-16,-3-3 5 16,0-3-11-16,-1-2-1 15,-4-3 3-15,-3 1-12 16,-2 3 23-16,-3 2-21 15,0 4 16-15,0 6-21 16,-12 9 22-16,0 4-33 16,-1 0 10-16,2 12-17 15,3 5 23-15,2 6-4 16,4-1-2-16,2 0 8 16,0-2-1-16,0-1 11 15,11-5-15-15,3-1 21 16,0-4-21-16,2-6 24 15,2-3-20-15,1 0 23 16,3 0-20-16,0-12 6 16,1-6-3-16,-1-3-4 15,-2 1 1-15,-3-5-10 16,-3 2 14-16,-2 0-26 16,-5 1 19-16,0 6-37 15,-1 3 28-15,-3 5 0 16,0 7 20-16,1 1-12 15,-1 1 12-15,2 14 35 16,3 4 7-16,-4 3 19 16,2 1-21-16,-1-2 13 0,-4-3-22 15,-1 1 18-15,0-2-19 16,0-5 16-16,-4-2-30 16,-5-4 8-16,-5-1-34 15,2-3 18-15,-5-2-32 16,-1 0-49-16,-5 0-50 15,-4 0-86-15,-5 0-267 16</inkml:trace>
  <inkml:trace contextRef="#ctx0" brushRef="#br0" timeOffset="119620.74">10372 6032 369 0,'0'14'72'0,"0"4"56"0,0 5 0 16,0 1-34-16,1 3 11 15,1-2-11-15,-1-5-33 16,1-1 2-16,-1-4-28 15,-1-7 8-15,2 0-30 16,-2-7 7-16,0-1-22 16,0 0 11-16,0-1-3 15,0-17-7-15,0-5-24 16,0-6-13-16,0-7 26 16,0-5-1-16,0-4-7 15,0 0-21-15,3-1 38 16,8-2-12-16,-1 9 27 15,3 7-18-15,1 7 8 16,3 10-2-16,-2 11 1 16,1 4 2-16,2 12-5 15,-2 20 14-15,-2 4 7 16,1 11 30-16,-3 0-25 16,-1 3 11-16,-3-4-18 15,4-3 13-15,-2-5-13 16,-1-2 3-16,2-8-11 15,-4-5-7-15,-1-6 0 0,-2-3-7 16,-4-6-6 0,0-3-84-16,0-4-73 15,-5-1-185-15</inkml:trace>
  <inkml:trace contextRef="#ctx0" brushRef="#br0" timeOffset="120216.27">10410 6086 807 0,'0'0'17'16,"0"0"44"-16,109-40-52 16,-62 29-11-16,1 3-51 15,-1 5-51-15,-1 3-57 16,-8 5 8-16,-8 17-21 15,-10 9 133-15,-10 5 42 16,-5 9 69-16,-5 2 69 16,0-1 28-16,0-1-9 15,0-3-33-15,5-5 0 16,7-6-22-16,-1-2-20 16,4-4-32-16,-1-7-8 15,-1-2-41-15,-3-5 10 16,-1-6-17-16,-6-3 8 15,-3-2-3-15,0-7-4 16,-1-14-1-16,-14-5-34 16,-4-9 7-16,-1-6-4 15,3-3-6-15,-2-3 8 0,3-4 14 16,8 5-18-16,5 2 9 16,3 7 4-16,0 7 20 15,20 9 1-15,4 5-2 16,5 12 6-16,0 4 6 15,4 2 34-15,-5 17 14 16,-2 4 22-16,-3 1-9 16,-7 3 12-16,-11-2-35 15,-5-4 3-15,0 0-21 16,-12-5 3-16,-10-3-8 16,-6-1-16-16,-5-5-1 15,3-4-16-15,-2-3-24 16,6 0-68-16,4-4-62 15,6-11-162-15,8-5-259 16</inkml:trace>
  <inkml:trace contextRef="#ctx0" brushRef="#br0" timeOffset="120650.83">11117 6281 776 0,'0'0'151'0,"23"75"17"16,-16-40-51-16,-1-4-36 16,-3-2-24-16,-1-6-17 15,-2-7-28-15,0-4 7 16,1-4-22-16,-1-5 12 16,0-3-10-16,0 0 17 15,0-17-13-15,0-8 2 0,-3-8-18 16,-4-6-12-1,3-9-12-15,-1 2-13 16,4-2 16-16,1 6-14 16,0 5 26-16,3 7 4 0,11 9 25 15,3 7-16-15,2 8 17 16,3 6-10-16,1 0 9 16,-3 15 17-16,-5 5 20 15,-5 1 11-15,-2 2-31 16,-8-3 38-16,0-1-40 15,-5-3 12-15,-10-1-23 16,-6-5 0-16,-4-2-5 16,0-3 0-16,-2-3-32 15,0-2-31-15,2 0-46 16,2-14-103-16,6-5-193 16</inkml:trace>
  <inkml:trace contextRef="#ctx0" brushRef="#br0" timeOffset="121217.74">11292 5819 823 0,'0'0'57'15,"1"72"93"-15,4-29-33 16,-1 1-25-16,-1-3-46 15,3-4-25-15,2-7-14 16,1-5-7-16,4-5 3 16,3-8-9-16,0-5 11 15,4-7-24-15,2 0 18 0,-3 0-20 16,-1-10-15-16,-2-2-27 16,-3-1 23-16,-3 4 2 15,-4-1-6-15,-1 5 14 16,-2 0 25-16,-1 2 6 15,-1 3-15-15,2 0 25 16,0 0-22-16,3 0 20 16,3 4-16-16,4 4 13 15,1 0-12-15,2 0 7 16,0 3 4-16,3 3 6 16,-3 0 13-16,-2 3 5 15,1 4 27-15,-4 2-11 16,1 2 13-16,-2 0-9 15,1 3 18-15,2 1-25 16,0-2 15-16,0 0-16 16,-2 0 2-16,-2-1 0 15,-3-1-8-15,-6-1-4 16,0 1-16-16,0-3 13 16,-17 1-27-16,-5-3 23 15,-4-5-31-15,-3-2 19 16,-1-9-40-16,0-4-28 15,-2 0-61-15,0-13-69 16,0-13-246-16</inkml:trace>
  <inkml:trace contextRef="#ctx0" brushRef="#br0" timeOffset="122176.9">11661 6031 457 0,'0'0'69'16,"0"0"51"-16,0 0-21 15,0-8-29-15,0 8 16 16,0 0-23-16,0 1 12 16,-2 10-13-16,-5 4-4 15,1 2-39-15,-2-1 9 16,1 0-25-16,0-1 8 16,0-2-52-16,3-2-78 15,-2-3-140-15,1-3-320 0</inkml:trace>
  <inkml:trace contextRef="#ctx0" brushRef="#br0" timeOffset="123134.96">12226 6086 690 0,'0'0'10'0,"0"0"46"15,0 0 0-15,0 0-18 0,-30 87 14 16,26-69-17 0,2-3-36-16,2-2 10 0,0-7-14 15,13 0 16-15,7-6-11 16,3 0 19-16,-1-6-14 16,-2-9-2-16,-2-2 2 15,-5-2 0-15,-7 2 9 16,-6-2-6-16,0 3 20 15,0 0-16-15,-12 2 18 16,-5 4-33-16,2 0 15 16,1 5-20-16,2 1 12 15,6 1-10-15,3 3 0 16,3 0-1-16,0 0-32 16,12 0-15-16,11 0 43 15,6 0 16-15,4 3-11 16,3 4 23-16,-1 3-10 15,-2 1 27-15,-5 4 12 16,-5-3 14-16,-7 1-2 16,-5-1 9-16,-8-2-13 15,-3-2-15-15,0-2 5 16,0-3-15-16,-6-3 4 16,-4 0-28-16,2 0 15 15,0-7-26-15,5-13 14 16,3-2-29-16,0-4 3 15,0 1-10-15,18 2-37 16,5 0-28-16,4 4-59 16,5 7-63-16,3 1-28 15,-2 6-16-15,0 2 72 16,-4 3 177-16,-4 0 34 16,-7 7 130-16,-3 7 38 0,-5 3 11 15,-1 3-26 1,-2 4-5-16,2-1-40 15,-3-3-52-15,2 0-29 0,-1-1-43 16,-2-7 7 0,-2-3-23-16,-3-5 3 0,0-4-124 15,-8 0-200-15</inkml:trace>
  <inkml:trace contextRef="#ctx0" brushRef="#br0" timeOffset="123301.07">12791 5886 719 0,'0'0'-74'0,"0"0"62"0,0 0-56 15,0 0-172-15</inkml:trace>
  <inkml:trace contextRef="#ctx0" brushRef="#br0" timeOffset="124318.6">12908 6002 473 0,'0'0'74'0,"0"0"62"15,0 0-46-15,0 0-12 0,0 0-17 16,-65-1-9 0,46 1-36-16,0 0-7 0,-2 0 8 15,-4 11-2-15,3 1-7 16,1 5-5-16,2 2 12 15,6 0-16-15,7-2 11 16,6 1-14-16,0-4 24 16,2-4-16-16,12-2 15 15,3-4 3-15,-2-3 12 16,1-1-1-16,-2 0 0 16,-2-1-11-16,-5-7-18 15,0-5 11-15,-2-2-14 16,-2 0 11-16,-3-4-19 15,1-1 17-15,1-5-17 16,-2-2 13-16,1-2-8 16,-1 2 2-16,0 0 1 15,0 8-2-15,0 5 5 16,0 4-9-16,0 6 12 16,0 4-17-16,0 0 19 15,0 0-19-15,0 8 17 16,0 5-17-16,0 5 20 15,0 2-2-15,0 3 15 16,11 2 15-16,1-2-22 16,2-2-1-16,0-1-17 15,-3-4 10-15,2-5-16 16,-4-4 19-16,-2-3-38 16,1-4-32-16,-2 0-73 15,0-4-93-15,-1-11-107 0,0-6-159 16</inkml:trace>
  <inkml:trace contextRef="#ctx0" brushRef="#br0" timeOffset="124451.93">12937 5784 408 0,'0'0'59'0,"0"0"34"15,0 0-56-15,0 0-29 16,0 0-79-16,-25 34-161 15</inkml:trace>
  <inkml:trace contextRef="#ctx0" brushRef="#br0" timeOffset="125086.87">12769 5727 860 0,'0'0'90'15,"0"0"52"-15,0 0-47 16,0 0-37-16,6 91 10 16,0-46-3-16,1 5-27 15,3-3-13-15,0-5-15 16,1-3 4-16,1-8-18 16,0-4 15-16,-2-11-19 15,0-2 7-15,-1-5-62 16,-2-4-32-16,-1-4-107 15,5-1-143-15,-3 0-321 16</inkml:trace>
  <inkml:trace contextRef="#ctx0" brushRef="#br0" timeOffset="125364.05">13071 5983 959 0,'0'0'131'0,"0"0"25"15,0 81-77-15,0-57-46 16,0-2-11-16,0-3-27 15,0-4 17-15,0-4-41 16,0-3-66-16,0-8-130 16,0 0-230-16</inkml:trace>
  <inkml:trace contextRef="#ctx0" brushRef="#br0" timeOffset="125536.99">13052 5783 1183 0,'0'0'102'0,"0"0"-44"15,0 0-43-15,0 0-31 16,0 0-57-16,0 0-145 16,-11 19-133-16</inkml:trace>
  <inkml:trace contextRef="#ctx0" brushRef="#br0" timeOffset="126553.85">13285 6143 904 0,'0'0'177'0,"0"0"-46"15,0 0-63-15,0 0-20 16,0 0-28-16,22 39-2 15,-16-39-4-15,-1-3-7 16,2-9-1-16,2-9-14 16,0-3-3-16,2-2-28 15,-4-1 6-15,2 3-23 16,-3 2 19-16,-2 7 15 16,2 7 27-16,-2 8-11 15,2 0 0-15,0 6 10 16,0 13 14-16,5 3 2 0,-1 1 4 15,6-2 12-15,2-3-27 16,5-3 9-16,4-5-23 16,3-1 17-16,4-5-27 15,2-4-25-15,3 0-47 16,0 0-49-16,-3-4-29 16,-2-8 43-16,-5-1-14 15,-7-2 85-15,-5-1 47 16,-8 1 6-16,-6-1 53 15,-3 1 0-15,0-1 14 16,-3 2-5-16,-8 0 17 16,-7 2-43-16,2 4-3 15,-2 4-9-15,0 1-10 16,-1 3-5-16,-1 0-19 16,1 15 6-16,1 4-20 15,5 0 23-15,1 3-24 16,6-2 9-16,6-1 1 15,0-4 9-15,0-4 1 16,6-3 0-16,9-4 5 16,-1-4-7-16,6 0 11 15,0-1-11-15,-1-13 9 16,3 2-20-16,-4-4-6 16,-6 4-22-16,0 1 36 15,-2 2 4-15,-4 7 10 16,-1 2 4-16,0 0 1 15,2 6 24-15,4 7-25 16,-2-1 0-16,5 0 4 16,-2-1 17-16,4-3-24 0,0-4 7 15,0 0-22 1,0-1 14-16,-3-3-31 0,1 0-29 16,-4 0-40-16,0 0-152 15,-2 0-111-15</inkml:trace>
  <inkml:trace contextRef="#ctx0" brushRef="#br0" timeOffset="127190.05">14053 6110 388 0,'0'0'101'0,"0"0"91"16,0 0-68-16,0 0 16 16,9 26-40-16,-9-26-20 15,0 0-10-15,0 0-1 16,0-2-54-16,0-14 10 15,0-3-27-15,9-5 5 16,1-2-16-16,5-2-20 16,-3 4-22-16,2 4-2 15,0 7 13-15,-4 5-14 16,3 6-18-16,-6 2 37 16,0 0 20-16,3 6-7 15,-3 5 36-15,-1 0-4 16,2 3 12-16,-3-2-3 15,4 3 14-15,-3-1-13 16,1 0-6-16,-1-1 7 16,4-2-20-16,-2-6 9 15,6-2-41-15,0-3-41 16,0 0-23-16,2-8-59 16,-1-7-43-16,-2-3 63 0,-5 0 80 15,-2-1 52 1,-1 3 70-16,-2 1 63 0,-2 0-39 15,0 2-61 1,3 4-7-16,-2 1 12 0,1 7 54 16,1 1-34-16,1 0-21 15,0 10 24-15,3 9 40 16,5 10-4-16,-2 8 16 16,5 8 31-16,0 9-29 15,3 6-4-15,1 6-33 16,-4-5 21-16,-3-3-23 15,-2-10 33-15,-5-4-71 16,-6-10-1-16,0-6-18 16,-13-7 0-16,-10-3-3 15,-7-5-9-15,-7-3 2 16,-4-4-33-16,-1-2-10 16,-2-4-64-16,-3 0 2 15,-2 0-51-15,2-4-124 16,-1-12-442-16</inkml:trace>
  <inkml:trace contextRef="#ctx0" brushRef="#br0" timeOffset="128907.01">15119 5893 693 0,'0'0'61'15,"0"0"65"-15,0 0-3 16,0 0-19-16,0 0-51 16,-4 0-7-16,-9 0-31 15,-2 0 13-15,-3 4-24 16,-4 14 0-16,-6 5-4 15,2 6-2-15,2 1 5 16,2 0-7-16,9-4 11 16,4-4-15-16,8-8 18 15,1-4-24-15,0-6 26 16,10-4-22-16,5 0 23 16,3-3-17-16,3-14 7 15,-1-3-1-15,2-8-3 0,-4-3 4 16,-3-6-10-16,-2-5 16 15,-8-1-17 1,-2-5 20-16,-3-3-25 0,0 2 23 16,0 4-28-16,0 9 20 15,-1 8-7-15,-3 13 5 16,2 11 2-16,-3 4-1 16,2 19 3-16,-2 12-12 15,5 9 21-15,0 7-13 16,0 2 23-16,0 1-25 15,13-9 22-15,5-3-26 16,0-5 16-16,1-6-12 16,1-7 1-16,2-8-11 15,-3-4-48-15,-2-8-75 16,-5 0-141-16,-1-1-251 16</inkml:trace>
  <inkml:trace contextRef="#ctx0" brushRef="#br0" timeOffset="129490.33">15349 5889 812 0,'0'0'158'16,"0"0"-6"-16,0 0-86 15,0 0 1-15,0 0-26 16,70-51-21-16,-64 37-9 15,-1-1-12-15,-5-2 9 16,0 4-15-16,0-1 18 0,0 5-24 16,-5 4 22-1,-7 5-28-15,-3 0 23 16,-2 13-17-16,1 7 9 0,0 7 1 16,4 5-3-16,5-1 6 15,5-3-8-15,2-5 14 16,2-3-16-16,14-5 20 15,4-6-23-15,5-9 26 16,2 0-24-16,2 0 18 16,-1-9-17-16,-1-1 1 15,-1-3-8-15,-5 1-2 16,-4 8 10-16,-3 1-5 16,-5 3 20-16,-2 0-21 15,0 1 28-15,-3 11-17 16,-1-1 29-16,2 1-7 15,-1-2 20-15,-1 0-16 16,0-3-4-16,-2-3 2 16,1-3-7-16,-1-1 20 15,2 0-6-15,-2 0 9 16,2-13-26-16,1-6 9 16,1-2-27-16,2-6 21 15,0 0-23-15,3 1 12 16,1 4-21-16,3 1-13 15,0 6-27-15,2 0-46 16,-1 7-50-16,-5 4-107 16,0 4-78-16,-4 0-173 15</inkml:trace>
  <inkml:trace contextRef="#ctx0" brushRef="#br0" timeOffset="129646.23">15775 5902 584 0,'0'0'148'16,"0"0"61"-16,32 68-13 0,-17-50-79 15,-1-6-14-15,0-4-58 16,-5-3-8-16,-4-2-42 16,-5-3 17-16,0 0-48 15,0-5-68-15,-11-13-212 16,-4-6-532-16</inkml:trace>
  <inkml:trace contextRef="#ctx0" brushRef="#br0" timeOffset="129801.43">15859 5565 1244 0,'0'0'27'15,"0"0"59"-15,0 0-70 16,0 0-8-16,0 0-59 16,0 0-67-16,0 13-154 15,0 5-291-15</inkml:trace>
  <inkml:trace contextRef="#ctx0" brushRef="#br0" timeOffset="130674.71">16043 5873 951 0,'0'0'151'15,"0"0"-26"-15,0 0-64 16,44 75-7-16,-30-62-33 0,-2-1 8 16,2-7-35-16,-2-2 21 15,1-3-16 1,0 0 12-16,-2-12-3 0,1-7-6 16,-5-6 2-16,0-1-8 15,-2 0 2-15,-2 0-23 16,0 4 18-16,1 4-27 15,1 6 14-15,3 1-44 16,1 6 11-16,3 2-14 16,1 3 4-16,5 0 9 15,-2 0 19-15,1 0 29 16,-1 0 2-16,0 0 10 16,-3 0-10-16,-2 0 29 15,-4 1 1-15,-4 1 33 16,-1 2-33-16,-2 1 13 15,0 6-17-15,-5-1-16 16,-3 3-4-16,-2 3-5 16,1 1 4-16,3-2-12 15,2 1 9-15,4-7-12 16,0-2 24-16,0-3-22 16,0-1 22-16,7-3-25 15,6 0 20-15,1-7-9 16,3-6 2-16,-2 2-9 15,-3 0-7-15,-3 3 14 16,-1 6-5-16,-3 2 15 16,-4 0-18-16,-1 4 34 15,1 8-24-15,1 1 15 16,2 3-21-16,2-3-1 16,4-3-22-16,2 2 4 0,-1-7 23 15,5-1 1 1,0-4 5-16,0 0-12 0,0-2 19 15,0-13-22-15,-3-8-13 16,0-1-40-16,0-8-5 16,0-4-41-16,-3-3-25 15,-4-5 71-15,-2 1-14 16,-4 1 62-16,0 6 19 16,0 8 8-16,0 9 37 15,-3 13 56-15,-3 6-27 16,-1 13-23-16,1 19-44 15,1 7 54-15,2 13-26 16,1 2-3-16,2 1-24 16,0-4-4-16,2-2 46 15,8-6 2-15,0-10-26 16,-1-7-31-16,-5-10 16 16,-3-8-93-16,-1-7-81 15,0-1-140-15</inkml:trace>
  <inkml:trace contextRef="#ctx0" brushRef="#br0" timeOffset="130917.48">16494 5696 913 0,'0'0'146'0,"0"0"-17"16,116-3-60-16,-73 6 10 15,-4 10-39-15,-6 7 0 0,-4 5-26 16,-6 4 21-16,-8-1-29 16,-8 4 15-16,-2-5-30 15,-5-1 12-15,0-5-28 16,0-9-45-16,-6-7-81 16,-3-5-171-16,1-1-420 15</inkml:trace>
  <inkml:trace contextRef="#ctx0" brushRef="#br0" timeOffset="131056.91">16796 5546 986 0,'0'0'-2'16,"0"0"9"-16,0 0-96 15,0 0-91-15,0 0-250 16</inkml:trace>
  <inkml:trace contextRef="#ctx0" brushRef="#br0" timeOffset="131562.43">16945 5865 746 0,'0'0'149'0,"0"0"29"15,0 0-64-15,0 0-24 16,89 30-33-16,-72-30-21 15,-2-13-10-15,-1-2-25 0,-2-8 13 16,-3-3-24 0,-5-1 18-16,-2 3-35 0,-2 0 10 15,0 5-31 1,0 4 29-16,-2 10-1 16,-4 2-16-16,2 3 12 15,1 0 6-15,1 3 9 0,2 6-3 16,0 2 21-16,3 0-17 15,9-3 33-15,5-1-8 16,2-3 39-16,-2-2-19 16,2-2 10-16,-1 0-17 15,-1 0-5-15,-3-11 1 16,-1-3-10-16,-4-1 0 16,-2-1-22-1,-5-1 18-15,-2 3-26 0,0 1 26 16,-3 3-37-16,-12 9 30 15,-2 1-17-15,-1 8 4 16,0 12 3-16,2 3 2 16,2 5 4-16,8-1-6 15,6 1 14-15,0-1-15 16,4-5 22-16,19-3-26 16,6-3 24-16,7-6-51 15,2-6-43-15,-2-4-155 16,-3 0-222-16</inkml:trace>
  <inkml:trace contextRef="#ctx0" brushRef="#br0" timeOffset="132877.74">17586 5838 980 0,'0'0'114'0,"0"0"4"15,0 0-44-15,0 0-34 16,26 40 13-16,-26-36-38 16,0-3 9-16,0-1-26 15,0 0 10-15,0 0-1 16,0-5-9-16,0-6-4 15,0-6-14-15,0-2 18 16,0-1-13-16,1 1 11 16,5 2-20-16,3 3 19 15,1 3-18-15,0 4 24 0,3 2-10 16,0 4 5-16,0 1 0 16,0 0-1-1,-3 1 6-15,-1 10-11 0,-1 4 16 16,-3 1-13-16,-1 3 22 15,0-4-21-15,1 0 19 16,-1-2-23-16,3-4 17 16,2-3-9-1,-2-6 3-15,5 0 4 0,-1 0 4 16,-1-7 5-16,-1-9-18 16,1 0 16-16,-3 0-20 15,-1-3 23-15,0 3-25 16,-3-1 20-16,4 2-27 15,-4 4 4-15,-2 5-16 16,-1 1 0-16,2 5-5 16,-1 0 6-16,1 0-2 15,1 11 8-15,1 0 30 16,2 1-17-16,2 1 22 16,1-3-22-16,1 0 28 15,4-3-9-15,0-3 18 16,3-4 10-16,2 0 8 15,1-7-11-15,3-9-19 16,-5-7 2-16,-1-4-21 16,-4-3 16-16,-2-5-20 15,-2 0 23-15,-5-1-26 16,-1-4 21-16,-3 0-17 16,0 2 7-16,0 6-4 15,0 7-10-15,-6 7-1 16,-7 15-13-16,-5 3 4 15,-7 21-2-15,-1 13 28 0,1 9-15 16,2 11 24 0,5-1-25-16,10-2 31 0,8 0-5 15,0-9 20-15,15-7 4 16,11-6-4-16,3-10 2 16,3-6-14-16,4-10 12 15,2-3-21-15,-1-3 18 16,0-15-31-16,-2-7 19 15,-5 0-30-15,-4-6 18 16,-7 1-12-16,-6 3 2 16,-9 5-2-16,-4 6-3 15,0 8 13-15,-16 6-16 16,-5 2 12-16,-5 10-16 16,0 10 28-16,4 4-22 15,3 2 26-15,8-2-20 16,5 1 18-16,6-2-6 15,0-3 2-15,13-4-5 16,7 1-7-16,5-3-3 16,1-7-56-16,-2-3-77 15,-4-2-252-15</inkml:trace>
  <inkml:trace contextRef="#ctx0" brushRef="#br0" timeOffset="133947.23">10614 6722 833 0,'0'0'123'16,"-44"20"26"-16,21 11-56 15,-2 11-37-15,2 11 11 0,1 6-40 16,8 5 19 0,11-1-34-16,3-2 13 0,7-3-19 15,24-11 6 1,9-4-8-16,12-13 0 0,6-9-6 16,5-11-20-16,-2-10-47 15,-6 0-160-15,-10-10-243 16</inkml:trace>
  <inkml:trace contextRef="#ctx0" brushRef="#br0" timeOffset="134378.34">10890 7070 778 0,'0'0'66'15,"0"0"48"-15,-4 84-44 16,27-61-12-16,5-11-17 15,6-4 11-15,7-5-8 16,-2-3 12-16,-2-1-26 16,-2-15 10-16,-8-2-33 15,-5-3 20-15,-10-4-22 16,-5-1 16-16,-7 0-9 0,0-3 0 16,-9-2-4-1,-11 0-8-15,-6 2 5 0,-7 4-11 16,-3 3 10-1,-2 8-32-15,-1 9 5 0,1 5-48 16,3 6-36-16,0 16-81 16,8 10-73-16,5 1-174 15</inkml:trace>
  <inkml:trace contextRef="#ctx0" brushRef="#br0" timeOffset="134687.35">11058 7071 892 0,'0'0'155'0,"0"0"19"16,0 0-54-16,79 93-24 15,-51-68-51-15,-2-2-1 16,0-4-44-16,-3-3 12 16,-3-3-26-16,-5-5-34 15,-5-6-56-15,-3-2-115 16,-4 0-175-16</inkml:trace>
  <inkml:trace contextRef="#ctx0" brushRef="#br0" timeOffset="135428.81">11392 7086 1007 0,'0'0'87'0,"0"0"38"0,0 0-92 16,0 79-10-16,1-63-14 16,6-5-8-16,2-7 2 15,1-4-10-15,3 0 1 16,1 0-21-16,-2-15 15 16,-2-3-26-16,2-1 11 15,-4 0-26-15,-3 3 20 16,-2 3 9-16,0 5 22 15,-2 6 4-15,1 2 4 16,0 0 10-16,-1 0-9 16,4 11 22-16,-1 2-17 15,1 1 7-15,-1-1-23 16,3-2 16-16,2-2-20 16,-2-1 15-16,3 0-11 15,0-6-6-15,2 0-12 16,-2-2-1-16,1 0 6 15,0-3-23-15,-4-7-61 16,0-2-56-16,-1 0-46 16,-5 1-41-16,-1 1 91 15,0 4 86-15,0-1 85 16,0 6 52-16,0-2 21 16,2 3 5-16,-1 0-5 15,1 0 31-15,-1 0-11 16,2 4-12-16,-3 7-27 15,4 1 3-15,-2 1-15 0,1 2-22 16,1 1-32-16,4-3 9 16,3 0 4-16,0-4 9 15,4-1 5-15,1-5-19 16,1-3-3-16,-2 0-1 16,0 0 17-16,-2-4-18 15,0-7 21-15,-5 0-20 16,-4-1 21-16,-3-1-13 15,-1-1 3-15,0 1-13 16,0-3-1-16,0 1-1 16,0 1-9-16,-7 0 9 15,0 5-14-15,-6-1 13 16,0 4-40-16,-7 4 0 16,-3 1-91-16,-2 1-88 15,-6 0-163-15</inkml:trace>
  <inkml:trace contextRef="#ctx0" brushRef="#br0" timeOffset="135837.87">11904 6777 883 0,'0'0'67'15,"10"84"96"-15,-4-33-42 16,-1-2-32-16,-1-1-51 16,0-4-8-16,2-7-36 15,-2-3 17-15,2-10-46 16,-3-8-46-16,-3-6-92 15,0-7-138-15,0-3-274 16</inkml:trace>
  <inkml:trace contextRef="#ctx0" brushRef="#br0" timeOffset="136068.49">11774 7015 980 0,'0'0'83'15,"0"0"72"-15,111-22-81 16,-56 17-17-16,-1 4-33 16,2 1 9-16,-5 0-36 15,-12 13 16-15,-7 5-20 16,-11 6 11-16,-6-1 1 16,-8 1-7-16,-7 0-6 15,0-5-19-15,-2-6-29 0,-11-6-134 16,-1-7-177-16</inkml:trace>
  <inkml:trace contextRef="#ctx0" brushRef="#br0" timeOffset="136222.02">12181 6806 1008 0,'0'0'-31'0,"0"0"26"15,0 0-120-15,0 0-67 16,0 0-184-16</inkml:trace>
  <inkml:trace contextRef="#ctx0" brushRef="#br0" timeOffset="136896.78">12378 7046 818 0,'0'0'156'16,"0"0"8"-16,0 0-54 16,0 0-57-16,0 0-2 15,0 0-42-15,55-50 11 16,-55 33-25-16,0 1 7 16,0-2-13-16,0 1-12 15,-5 5-13-15,-2 1-9 16,-3 10 26-16,-2 1-29 15,0 1 19-15,0 18 3 0,-1 2 33 16,4 3-22-16,5 0 18 16,4-3-12-1,0-1 10-15,0-8-1 0,13-3 0 16,4-3 18-16,3-6-5 16,2 0 11-16,3 0-18 15,-1-8 11-15,1-7-23 16,-3 1 18-16,-1 0-27 15,-5 3 15-15,-6 1-11 16,-2 8 7-16,-7 2 2 16,-1 0-7-16,0 9 23 15,0 6-9-15,-1 5 13 16,-5-4-11-16,1 0 20 16,2-5-25-16,3-3 20 15,0-4-24-15,0-4 11 16,0 0-8-16,9 0 5 15,3-13-1-15,1-3-9 16,1-3-4-16,-1-1-22 16,-1 1 15-16,-3 4-17 15,0 5 27-15,-4 4-8 16,1 6 21-16,-2 0-20 16,3 0 12-16,2 8 7 15,-1 5 4-15,1 1 0 16,3 1-11-16,1-4 9 15,2-2-16-15,-1-4 18 16,3-4-21-16,-1-1 8 16,2 0-69-16,-3-10-38 15,1-9-105-15,-4-1-84 0,-2-5-82 16</inkml:trace>
  <inkml:trace contextRef="#ctx0" brushRef="#br0" timeOffset="137104.39">12852 6634 605 0,'0'0'116'0,"0"0"12"15,0 71 1-15,3-27-43 16,8 3 7-16,1 1-34 16,2 0-2-16,-2-5-25 15,1-4 10-15,-2-6-43 16,-1-6 9-16,-4-10-48 15,-4-7-38-15,-2-4-72 16,-3-6-159-16,-13 0-310 16</inkml:trace>
  <inkml:trace contextRef="#ctx0" brushRef="#br0" timeOffset="137256.56">12664 6805 1102 0,'0'0'54'16,"0"0"87"-16,108-54-99 16,-58 31-21-16,-6 0-48 15,-5 0-136-15,-6 1-393 16</inkml:trace>
  <inkml:trace contextRef="#ctx0" brushRef="#br0" timeOffset="138750.05">13356 6976 766 0,'0'0'87'0,"0"0"82"16,13 78-71-16,-13-62-20 15,0-4-30-15,0-5 7 16,0-3-35-16,-6-4 13 16,-3 0-20-16,1-7-8 15,2-14 0-15,2-6-7 16,2-9 7-16,2-6-14 0,0-9 11 15,2-1-17 1,9 0 22-16,8 0-31 16,4 6 24-16,3 8-18 15,0 10 13-15,2 10-2 16,-5 10 3-16,-3 8-3 0,-10 5-5 16,-4 17 19-16,-6 8 4 15,0 7 15-15,-8 1-28 16,-10 1 20-16,0-3-28 15,0-2 21-15,4-4-22 16,6-4 13-16,5-3-2 16,3-7-1-16,3 0 3 15,14-5-7-15,11-6 11 16,6-4-10-16,5-1 20 16,4 0-19-16,0-6 23 15,-6-5-29-15,-4 0 21 16,-8 1-29-16,-9 3 14 15,-8 0-7-15,-6 3-3 16,-2 0 8-16,0 2-20 16,0-1-2-16,-3 0-4 15,-2 0 25-15,3 2-16 16,-3 1 24-16,5 0-21 16,0 0 16-16,0 0-9 15,0 0 12-15,5 4 1 16,2 3 4-16,2-2 12 15,0 2-13-15,0-3 16 16,0 2-19-16,-2-2 14 16,2 0-22-16,-3-1 21 15,-1 0-21-15,1-3 17 16,0 0-10-16,3 0 5 0,-2-3 0 16,2-8-7-1,0-2 2-15,0 1-21 0,-1 0 15 16,-3 1-18-16,-2 6 27 15,-1 0-16 1,-2 5 24-16,0 0-20 0,0 0 20 16,0 10-12-16,0 1 0 15,5 1 3-15,3-3-5 16,0-1 10-16,7-3-4 16,-1-4 21-16,5-1-6 15,-2 0 15-15,2 0-30 16,-1-8 18-16,2-5-23 15,-5-5 12-15,1-5-7 16,2-2-1-16,-7-6 2 16,0-1-8-16,-3-4 3 15,-4-3-19-15,-2-5 23 16,-2-5-22-16,0 1 23 16,-2 2-24-16,-10 1 22 15,0 12-15-15,0 7 13 16,-4 10 0-16,-2 15-1 15,-4 2 4-15,-1 30-12 16,-2 13 12-16,2 8-11 16,7 9 22-16,7 1-19 15,9-1 23-15,0-6-12 16,11-8 18-16,13-10-17 16,7-5 8-16,2-6-3 15,4-10-4-15,1-8 3 16,-2-6-13-16,1-2 15 15,-3 0-19-15,-4-13 19 16,-4-6-26-16,-6-1 21 16,-2 1-20-16,-8 2 19 0,-4 4-10 15,-3 4 3 1,-3 6 2-16,0 3 3 0,-8 1 3 16,-3 11-16-16,-2 7 21 15,3 2-18-15,1 0 22 16,4-3-26-16,5-3 21 15,0-3-35-15,9-7-12 16,10-5-43-16,1 0-82 16,3-5-180-16,0-14-398 15</inkml:trace>
  <inkml:trace contextRef="#ctx0" brushRef="#br0" timeOffset="139050.83">14431 6347 736 0,'0'0'58'15,"0"0"108"-15,89 110-44 16,-53-49 14-16,-3 7-22 15,-4 6-27-15,-6 4-24 16,-6-1 15-16,-5-3-38 16,-9-6 20-16,-3-7-30 15,-4-6 7-15,-17-10-38 16,-9-9 5-16,-7-5-26 0,-13-8-49 16,-6-4-53-1,-10-5-147-15,-9-1-474 16</inkml:trace>
  <inkml:trace contextRef="#ctx0" brushRef="#br0" timeOffset="141173.87">10765 7561 574 0,'0'0'124'16,"-12"3"27"-16,-5 19-60 15,-6 10 15-15,-6 17-33 16,0 9 7-16,-1 17-30 16,1 7-1-16,4 7-19 15,9 0-8-15,4 5 4 16,12-6-7-16,0-5 2 15,15-7-17-15,13-7 15 16,6-13-16-16,4-9 23 16,3-10-22-16,-3-10 15 15,-6-9-27-15,-3-8 19 16,-10-4-24-16,-6-6-32 16,-9 0-49-16,-4-7-95 15,0-8-199-15</inkml:trace>
  <inkml:trace contextRef="#ctx0" brushRef="#br0" timeOffset="142475.24">11049 7740 446 0,'0'0'76'0,"0"0"93"0,0 0-19 16,-3-3-90-16,-5 8 15 15,4 9-27-15,-2 3 13 16,1 2-24-16,5 1 12 15,0 0-22-15,0-1-1 16,0 1-6-16,12-5-7 16,2-2 8-16,-2-7-12 15,5-2 17-15,-1-3-25 16,1-1 17-16,-1 0-25 16,2-11 18-16,-2-5-24 15,-1-2 7-15,-4-4-3 16,-2 2 5-16,-3-3 4 15,-3 2-5-15,-1 2 10 16,-2 4-13-16,0 3 17 16,0 4-18-16,0 5 21 15,0 3-20-15,0 0 17 16,0 13-18-16,1 6 10 16,5 6 10-16,1 4 3 15,3 2 2-15,-1-2-11 16,1-1 4-16,0-2-15 15,-3-6-6-15,-1-3-106 16,-4-5-200-16,-2-2-447 16</inkml:trace>
  <inkml:trace contextRef="#ctx0" brushRef="#br0" timeOffset="142990.01">10890 8174 798 0,'0'0'102'16,"0"0"102"-16,115-10-85 16,-53 7-27-16,8-3-42 15,4 4-9-15,-2-2-28 0,-3 0 9 16,-9-2-29-16,-14 2 19 15,-13 1-56-15,-10 0-27 16,-12 2-109-16,-11 1-101 16,0 0-152-16</inkml:trace>
  <inkml:trace contextRef="#ctx0" brushRef="#br0" timeOffset="143427.59">11123 8364 814 0,'0'0'136'0,"0"0"37"16,0 0-97-16,3 74 18 15,3-51-29-15,2 0-38 16,-1-1 7-16,5-3-14 16,-1-6-2-16,3-1 1 15,1-7-3-15,0-5 14 16,5 0-10-16,-1-4 16 0,0-12-26 15,-1-5 21 1,-3-2-27-16,-3-4 21 16,-3-2-28-16,-4-1 11 15,-5 3-6-15,0 1-3 16,0 3-13-16,-2 3-75 0,-3 3 59 16,-2 3-116-16,2 5-137 15,2-1-251-15</inkml:trace>
  <inkml:trace contextRef="#ctx0" brushRef="#br0" timeOffset="143908.03">11451 7541 771 0,'0'0'137'0,"0"0"36"15,68 110-44-15,-22-55-37 16,3 9-9-16,4 5-29 16,-3 5-14-16,-3 1 5 15,-5 0-24-15,-7-2 42 16,-11-2-25-16,-5-4 24 15,-9-5-47-15,-8-5 7 0,-2-4-25 16,-13-4 12-16,-18-6-9 16,-6-3-17-16,-8-5-29 15,0-8-48-15,2-7-29 16,5-9-96-16,8-11-198 16</inkml:trace>
  <inkml:trace contextRef="#ctx0" brushRef="#br0" timeOffset="144855.36">12001 7411 850 0,'0'0'135'16,"0"0"24"-16,-52 79-98 15,35-45-6-15,2-1-41 16,0 0-3-16,3-5-13 15,2 0-43-15,4-5-78 16,0-2-166-16,5-5-263 16</inkml:trace>
  <inkml:trace contextRef="#ctx0" brushRef="#br0" timeOffset="145269.78">12543 8154 1147 0,'0'0'120'0,"0"0"-17"0,0 0-70 16,0 0-23-16,0 0-7 16,65 0-9-16,-65-3-62 15,0-1-75-15,-9-4-207 16,-7 0-416-16</inkml:trace>
  <inkml:trace contextRef="#ctx0" brushRef="#br0" timeOffset="145414.18">12446 7997 1037 0,'0'0'9'0,"0"0"112"16,0 0-100-16,98 0-38 16,-62-11-123-16,0-4-312 15</inkml:trace>
  <inkml:trace contextRef="#ctx0" brushRef="#br0" timeOffset="146160.09">13097 7582 892 0,'0'0'127'15,"0"0"5"-15,0 0-37 16,0 96-36-16,0-65-24 16,0-2-14-16,0-3-9 0,5-5 3 15,6-5-18 1,1-6 17-16,2-8-23 15,-1-2 19-15,3-1-28 0,-2-14 20 16,2-5-18-16,0-7 10 16,1-1-7-1,-1-1 3-15,-1 3 3 0,-2 1 1 16,-3 5 13-16,-2 8-15 16,-2 5-2-16,-1 7 43 15,1 0 1-15,1 3-30 16,3 13 35-16,-1 7-14 15,2 1 5-15,1 0 10 16,-5 1-13-16,0-2-9 16,-1-7-21-16,-1-3 9 15,-2-5-52-15,0-5-15 16,0-3-98-16,0 0-134 16,-3-17-327-16</inkml:trace>
  <inkml:trace contextRef="#ctx0" brushRef="#br0" timeOffset="146351.19">13580 7367 1260 0,'0'0'65'0,"0"0"9"16,-40 74-70-16,22-41 7 15,2-2-44-15,-3-1-64 16,1-2-217-16,0-5-515 16</inkml:trace>
  <inkml:trace contextRef="#ctx0" brushRef="#br0" timeOffset="147003.58">13727 7686 673 0,'0'0'184'0,"0"0"23"0,0 0-112 15,0 0-91-15,77-23 41 16,-73 17-39-16,-3 3-55 16,-1-4-80-16,0 2-181 15,0 1-324-15</inkml:trace>
  <inkml:trace contextRef="#ctx0" brushRef="#br0" timeOffset="147590.65">13991 7554 846 0,'0'0'88'0,"0"0"96"16,0 0-72-16,48 93-27 16,-27-66-35-16,1-2 14 15,4-3-39-15,2-3 5 16,-5-7-11-16,-1-3-2 15,-5-5-3-15,-3-4-7 16,-2 0 8-16,-4-4-12 16,0-13 19-16,-3-6-25 15,-3-8 21-15,-2-2-28 16,0-5 23-16,0-1-23 16,0 2 6-16,0 3-18 15,0 6-14-15,0 4-29 16,0 8 7-16,0 6-63 15,0 7-121-15,0 3-98 16,0 0-261-16</inkml:trace>
  <inkml:trace contextRef="#ctx0" brushRef="#br0" timeOffset="148206.17">13847 7686 589 0,'0'0'115'0,"0"0"19"15,0 0-3-15,0 0-49 16,0 0-13-16,-2-5-2 16,2 4-6-16,0-1-18 15,2 2-23-15,-2 0 5 16,0 0-14-16,0 0 18 15,0 0-21-15,0 0 22 16,0 0-31-16,0 0 19 16,0 0-23-16,0 2-7 0,-2-1 31 15,2-1-20 1,0 0 6-16,-1 0-8 0,-2 0-9 16,2 0-24-16,-4 0-16 15,-1-1-66-15,-4-1-17 16,0 2-86-16,2 0-41 15,0-1-194-15</inkml:trace>
  <inkml:trace contextRef="#ctx0" brushRef="#br0" timeOffset="149811.47">13804 7711 326 0,'0'0'100'0,"0"0"45"15,0 0-18-15,0 10-16 16,0-7-17-16,0-2 16 16,0 2-40-16,-3-2-11 15,-2-1-25-15,4 0-3 0,-2 0-1 16,1 0-38 0,2 0 61-16,-1 0-43 0,1-4 13 15,0 1-21-15,0-1-8 16,0 0 22-16,3 0-3 15,3 4-21-15,0-1 21 16,-2 1-8-16,-1 0 1 16,-2 0 5-16,-1 4 3 15,0 4 9-15,0 0-17 16,-7 3 12-16,-2-3-25 16,2-2 22-16,2-3-23 15,2-3 20-15,1 0-18 16,2 0 20-16,0-3-10 15,0-10-4-15,7-3 2 16,5 1-39-16,2 2 74 16,2 2-46-16,-3 3 17 15,0 4-19-15,-4 4 24 16,-3 0-24-16,-3 0 25 16,-3 8-12-16,0 5 14 15,0-2-6-15,-9 2-1 16,-2-3 2-16,-3-1-10 15,5-3 8-15,-1-5-15 16,0-1 20-16,3 0-21 16,-2 0 25-16,3-9-33 15,0-3 14-15,1-2-31 16,2 1-5-16,3 4-20 16,0-1-32-16,0 2-51 0,0 5-92 15,5-3-62 1,4 4-344-16</inkml:trace>
  <inkml:trace contextRef="#ctx0" brushRef="#br0" timeOffset="150561.72">14485 7657 1095 0,'0'0'65'16,"0"0"95"-16,100 0-96 15,-61 0-11-15,1 0-39 16,3 0 5-16,-4 0-33 16,-2-6-28-16,-4-3-73 15,-7 2-129-15,-5-4-265 16</inkml:trace>
  <inkml:trace contextRef="#ctx0" brushRef="#br0" timeOffset="151524.44">15119 7492 798 0,'0'0'100'0,"0"0"17"0,0 0-16 16,-1 80-47-16,1-57-19 16,7-4-4-16,6-2-12 15,1-6 10-15,1-3-19 16,4-4 13-16,-1-4-24 16,0 0 23-16,2 0-33 15,-3-12 21-15,4-5-24 16,-1-3-7-16,-4-3 28 15,-2-1-19-15,-4 1 0 16,-4 1-8-16,-3 5 23 16,-3 2-13-16,0 4 19 15,0 4-19-15,0 4 32 16,0 3-6-16,0 0 5 16,0 4-21-16,0 13 4 15,1 6 9-15,11 4 5 16,-4 5 20-16,7-4-13 15,-4 0 3-15,3 0-26 16,-3-6 12-16,1-5-49 16,-2-3 59-16,1-4-77 15,-1-6-30-15,5-4-115 16,-2 0-128-16,0-3-292 16</inkml:trace>
  <inkml:trace contextRef="#ctx0" brushRef="#br0" timeOffset="151859.78">15640 7535 1353 0,'0'0'75'15,"0"0"20"-15,0 0-53 16,0 0-32-16,0 0-1 15,0 1-27-15,0-1-39 16,0 0-74-16,0-4-155 16,0-4-314-16</inkml:trace>
  <inkml:trace contextRef="#ctx0" brushRef="#br0" timeOffset="153372.78">15818 7464 735 0,'0'0'64'0,"0"0"116"15,22 37-36-15,-8-19-63 16,-2-2-11-16,2 2-36 15,-1-1 20-15,-2-4-34 16,0-1 17-16,-4-2-23 16,-1-4 18-16,-2-2-24 15,1-1-56-15,-1-3 116 16,-1 0-58-16,0 0 17 16,1-11-4-16,0-5-4 0,7-7-22 15,-3-6 17-15,1-2-24 16,0-2 25-16,2 2-33 15,-2 1 13-15,-2 6-34 16,2 3-9-16,-2 3-45 16,0 5-122-16,-1-1-207 15</inkml:trace>
  <inkml:trace contextRef="#ctx0" brushRef="#br0" timeOffset="153603.71">16327 7081 940 0,'0'0'95'0,"0"0"63"15,-23 71-61-15,4-31-37 16,-7 3-42-16,-3 5-11 15,-3-4-33-15,-1-2-89 16,-2-5-199-16,2-3-371 16</inkml:trace>
  <inkml:trace contextRef="#ctx0" brushRef="#br0" timeOffset="154623.78">13114 8174 748 0,'0'0'41'16,"0"0"82"-16,103 0-5 16,-39 0-53-16,16 0-12 15,17 0-16-15,17 0-12 16,16-2-7-16,18-2-10 15,12 0 5-15,6-2-23 16,6-2 21-16,0-3-22 16,0-4 25-16,-9-4-24 15,-8 0 23-15,-11 0-19 16,-8 1 26-16,-15 4-5 16,-17 1 0-16,-22 5 6 15,-14 0-11-15,-22 7 12 16,-15-2-26-16,-19 0 18 15,-12 3-25-15,0 0 11 0,-18 0-46 16,-13 0-56-16,-3 0-139 16,-5 1-97-1,0 2-262-15</inkml:trace>
  <inkml:trace contextRef="#ctx0" brushRef="#br0" timeOffset="155243.71">14073 8488 777 0,'0'0'84'0,"0"0"87"0,0 0-47 16,43 98-27-16,-28-70-39 15,1-1 1-15,3 0-19 16,1-4 12-16,-2-4-35 15,2-5 17-15,-7-6-16 16,2-1 12-16,-3-7-6 16,-2 0-7-16,-3-3 5 15,-1-9-1-15,2-8 11 16,-4-5-25-16,-1-6 14 16,-2-4-28-16,-1-2 25 15,0-1-28-15,0 6 20 16,0 0-28-16,0 9-25 15,4 3-32-15,4 5-32 16,3 2-68-16,4 3-190 16,-4 2-322-16</inkml:trace>
  <inkml:trace contextRef="#ctx0" brushRef="#br0" timeOffset="155607.93">14531 8341 929 0,'0'0'79'16,"0"0"53"-16,0 0-39 0,0 0-13 15,0 0-26 1,65 7 0-16,-50 3-36 15,-4 3 12-15,-6 3-30 0,-2 2 21 16,-3 1-22-16,0-1 12 16,0-2-8-16,0-2 0 15,0-3 3-15,0-3-5 16,0-4 6-16,11-3-10 16,11-1 19-16,2 0-23 15,7 0 22-15,-1-5-32 16,0-6 2-16,-2 3-41 15,-6 0-42-15,-4 1-117 16,-8 0-184-16</inkml:trace>
  <inkml:trace contextRef="#ctx0" brushRef="#br0" timeOffset="158064.41">12440 9803 1003 0,'15'0'36'0,"3"0"36"16,7 0 45-16,4-4-61 15,-1-1-7-15,1-1-41 16,-7 0 12-16,-3 1-29 16,-7 0 11-16,-8-2-61 15,-4 3-81-15,0-3-151 16,-16 3-251-16</inkml:trace>
  <inkml:trace contextRef="#ctx0" brushRef="#br0" timeOffset="158233.66">12467 9661 1008 0,'0'0'16'0,"0"0"98"16,0 0-53-1,93 0-38-15,-57 0-36 16,3 0-36-16,0-6-124 0,-6-6-253 16</inkml:trace>
  <inkml:trace contextRef="#ctx0" brushRef="#br0" timeOffset="160564.88">12577 9553 711 0,'-8'5'67'0,"3"-3"51"15,5 2-4-15,0 1-31 0,0 3-53 16,13 2 50-16,5 4-10 16,5 0-11-16,4-2-23 15,2 0-7-15,3 0 2 16,-5-4-8-16,-1 1 6 16,-6-3-15-16,-5 2 12 15,-4 0-28-15,-11 3 31 16,0 5-19-16,-4 4 27 15,-18 4-29-15,-5 9 8 16,-5 1-12-16,-4-1-2 16,4-1 2-16,3-1-7 15,6-6 11-15,7-6-26 16,5-5-3-16,8-5-48 16,3-3 5-16,0-6-82 15,16 0-86-15,6-3-213 16</inkml:trace>
  <inkml:trace contextRef="#ctx0" brushRef="#br0" timeOffset="161164.77">13361 9579 875 0,'0'0'92'0,"0"0"12"15,0 0-5-15,0 0-49 16,0 79 10-16,0-50-18 16,0-3-15-16,0-2-8 15,0-2-7-15,0-4-2 16,8-3-14-16,6-6 18 16,4 0-20-16,0-6 21 15,3-3-23-15,2 0 24 16,1-6-24-16,-1-9 12 15,-2-5-10-15,-1-2-1 16,-6-6 2-16,-1 1-4 16,-6 1 11-16,-2 2-12 15,-4 5 20-15,-1 3-21 16,0 7 26-16,0 7-23 16,0 2 37-16,0 2-20 15,0 14-2-15,0 9-6 16,0 1 11-16,0 3 9 15,10 2-7-15,3-4 10 16,3-4-26-16,-1-4 16 16,2-6-24-16,-3-2 25 15,4-6-47-15,-7-5-5 16,2 0-64-16,-1 0-72 16,-4 0-137-16,0-8-244 15</inkml:trace>
  <inkml:trace contextRef="#ctx0" brushRef="#br0" timeOffset="161378.88">14017 9703 1075 0,'0'0'80'0,"0"0"49"16,99-12-37-16,-74 9-71 15,-4 3 12-15,-8 0-30 16,-5-1-7-16,-8 1-50 16,0 0-78-16,-19 0-139 15,-6 0-378-15</inkml:trace>
  <inkml:trace contextRef="#ctx0" brushRef="#br0" timeOffset="161532.69">14017 9703 1164 0,'-55'-88'19'15,"76"88"61"-15,6 0-85 16,2-7-14-16,1-4-140 16,-3-1-229-16</inkml:trace>
  <inkml:trace contextRef="#ctx0" brushRef="#br0" timeOffset="162434.68">14400 9607 867 0,'0'0'111'0,"0"0"19"16,0 0-44-16,0 0-15 15,62 0 2-15,-33 0-36 16,-6 0 2-16,-1 10-40 16,-9 9 23-16,-8 4-25 15,-5 5 25-15,0 2-20 16,-5-1 7-16,-8-1-1 15,2-2-2-15,3-4 4 16,5-4-10-16,3-5 9 16,0-2-18-16,14-3 20 15,7-3-21-15,6-5 24 16,5 0-36-16,5-6 3 16,-2-9-64-16,0 0-104 15,-5-1-224-15</inkml:trace>
  <inkml:trace contextRef="#ctx0" brushRef="#br0" timeOffset="163016.3">15290 9801 730 0,'0'0'151'15,"0"0"45"-15,0 0-27 16,0 0-65-16,95 86-21 16,-81-69-20-16,-3 1-18 15,-8-1-4-15,-3-1-27 16,-5 3 6-16,-18 0-24 0,-13-1 21 15,0-1-38-15,-5-3 8 16,2-7-42-16,7-6 15 16,6-1-38-16,12-11-72 15,8-14-134-15,6-6-199 16</inkml:trace>
  <inkml:trace contextRef="#ctx0" brushRef="#br0" timeOffset="163534.65">15632 9545 941 0,'0'0'127'0,"0"0"33"15,0 0-16-15,0 0-73 16,0 0 11-16,3 59-33 16,-1-41 1-16,4 1-18 15,0-1-5-15,3 1 3 16,1 2-13-16,0-1 12 15,0 0-19-15,2-2 19 16,-5-4-29-16,2-3 28 16,-1 1-33-16,-2-9 26 0,0 1-26 15,1-4 16-15,0 0 0 16,2-5 15-16,0-14 3 16,-1-4-20-16,4-9 6 15,-5 0-24-15,-1-7 26 16,0 5-32-16,-3 0 23 15,0 4-44-15,0 5 22 16,0 3-42-16,0 6-10 16,2 4-12-16,1 7-26 15,-2 3-15-15,3 2-69 16,2 0-98-16,-5 0-107 16</inkml:trace>
  <inkml:trace contextRef="#ctx0" brushRef="#br0" timeOffset="163797.48">16192 9667 1244 0,'0'0'88'16,"0"0"44"-16,87-14-83 16,-65 8-3-16,-5 2-40 15,-4 0 15-15,-7 0-37 16,-4-3-18-16,-2 2-54 16,-7 1-114-16,-12-2-219 0,-8 3-403 15</inkml:trace>
  <inkml:trace contextRef="#ctx0" brushRef="#br0" timeOffset="163971.39">16065 9517 1264 0,'0'0'69'0,"0"0"36"15,0 0-92-15,80-16 8 16,-52 12-37-16,0 0-18 15,-2 1-101-15,-5-5-201 16,-6 2-544-16</inkml:trace>
  <inkml:trace contextRef="#ctx0" brushRef="#br0" timeOffset="165001.37">16614 9465 829 0,'0'0'118'16,"0"0"46"-16,0 0-31 15,37 84-42-15,-6-56-2 16,2-5-31-16,3-3 18 16,2-1-42-16,-6-7 7 15,-4 1-37-15,-6-5 8 16,-6-2-11-16,-3-1-1 15,-7-2-12-15,-3-2-31 16,-3-1-15-16,0 0-36 16,0 0-35-16,0-3-121 15,-2-7-129-15</inkml:trace>
  <inkml:trace contextRef="#ctx0" brushRef="#br0" timeOffset="165208.41">16897 9465 917 0,'0'0'66'0,"0"0"116"0,-91 91-64 15,56-51-54-15,1-4-35 16,5-1-16-16,3-5-7 16,6-5-14-16,2-6-12 15,10-6-57-15,3-6-46 16,4-3-106-16,1-4-78 15,0 0-210-15</inkml:trace>
  <inkml:trace contextRef="#ctx0" brushRef="#br0" timeOffset="165392.7">17147 9521 1079 0,'0'0'162'0,"0"0"-41"16,0 0-90-16,0 0-20 16,78 0-17-16,-68 0-12 15,-7-3-77-15,-2-4-91 16,-1-3-261-16</inkml:trace>
  <inkml:trace contextRef="#ctx0" brushRef="#br0" timeOffset="165584.84">17410 9395 1114 0,'0'0'162'0,"13"87"-36"16,-6-41-55-16,2-6-42 0,2-4-28 15,1-5 6-15,-2-8-45 16,-2-7-52-1,-6-4-152-15,-2-4-257 0</inkml:trace>
  <inkml:trace contextRef="#ctx0" brushRef="#br0" timeOffset="167352.69">13262 10812 823 0,'0'0'74'0,"0"0"85"16,45-7-61-16,-34-1-35 15,1 0-38-15,-4-2 10 16,-5-1-32-16,-1 1 53 16,-2-3-101-16,0 1 80 15,0-2-14-15,-9 5-20 16,-4 0 1-16,-4 4-7 15,0 5 8-15,0 0-36 16,0 8 62-16,3 10-43 0,3 5 15 16,6 3-3-16,5 2-17 15,0-4 38 1,8-4-27-16,13-1 19 0,5-6-13 16,4-6 4-16,3-6-7 15,-1-1 13-15,3-1-28 16,-3-14-10-16,-3-5-64 15,-4 0-36-15,-7-6-127 16,-5-3-185-16</inkml:trace>
  <inkml:trace contextRef="#ctx0" brushRef="#br0" timeOffset="167579.58">13581 10381 937 0,'0'0'33'16,"-4"81"65"-16,4-29 22 16,8 1-31-16,12-1-33 15,5-2-3-15,0-5-37 16,2-7 7-16,-2-5-27 16,-5-9 17-16,-6-6-43 15,-5-6-14-15,-6-8-79 16,-3-4-53-16,-6 0-94 15,-16-4-237-15</inkml:trace>
  <inkml:trace contextRef="#ctx0" brushRef="#br0" timeOffset="167871.67">13393 10622 1089 0,'0'0'30'0,"0"0"53"0,103-29 5 15,-45 14-58-15,5 5-6 16,2 1 2-16,-4 5-9 16,-11 4-24-16,-14 0 8 15,-13 9-2-15,-15 14-1 16,-8 4 5-16,-2 5-1 16,-16 6 15-16,-3-1-15 15,6-5 18-15,3-2-24 16,12-8 27-16,0-7-38 15,14-8 26-15,20-7-23 16,6 0-14-16,0-4-54 16,0-11-172-16,-9-2-322 15</inkml:trace>
  <inkml:trace contextRef="#ctx0" brushRef="#br0" timeOffset="168028.08">14110 10823 1376 0,'0'0'26'0,"0"0"80"16,0 0-67-16,83-9-52 15,-67-1-7-15,-7-1-100 16,-9 3-193-16,-7 0-632 16</inkml:trace>
  <inkml:trace contextRef="#ctx0" brushRef="#br0" timeOffset="171309.1">9946 11649 781 0,'0'-1'37'0,"0"1"103"16,-7 3-19-16,-6 17-52 0,0 10-10 16,-4 12-9-16,0 12 0 15,2 7-42-15,3 4 60 16,3 1-47-16,2-2 16 15,7-6-31-15,0-7 20 16,0-8-35-16,16-7 21 16,2-10-19-16,5-8-1 15,2-10-23-15,3-7-48 16,2-1-70-16,-2-3-138 16,-5-12-87-16</inkml:trace>
  <inkml:trace contextRef="#ctx0" brushRef="#br0" timeOffset="171806.85">10119 11965 895 0,'0'0'74'0,"0"0"82"16,9 85-22-16,-5-54-58 16,1-5-17-16,-2-3-15 0,1-3-18 15,-1-5-9-15,4-7-14 16,-3-3 5-16,1-2-17 15,-1-3 21 1,2 0-24-16,2 0 24 0,1-5-27 16,1-6 23-16,1 1-27 15,0 1 12-15,-1 4-1 16,1 3 6-16,-3 2 2 16,-1 0-7-16,2 0 15 15,-1 11-10-15,-2 1 31 16,1 2-25-16,-2-1 36 15,-4 2-22-15,-1-2 26 16,0 2-30-16,0-3 5 16,-6 1-9-16,-7-2-6 15,-1-3 2-15,-1 1-15 16,-2-7-8-16,1-2-46 16,2 0-2-16,-1-6-86 15,-1-11-148-15,3-4-334 16</inkml:trace>
  <inkml:trace contextRef="#ctx0" brushRef="#br0" timeOffset="172107.28">10268 11775 954 0,'0'0'110'16,"0"0"50"-16,88 88-63 0,-48-44-8 16,4 5-38-16,-2 3 7 15,1 2-23-15,-8-1 13 16,-9 1-24-16,-9-4-1 16,-12-4-17-16,-5-4 0 15,-8-6 0-15,-19-6-36 16,-8-2-7-16,-8-3-56 15,-6-7-22-15,-6-1-166 16,3-6-154-16</inkml:trace>
  <inkml:trace contextRef="#ctx0" brushRef="#br0" timeOffset="179198.65">7274 12387 865 0,'0'-1'87'0,"0"1"11"16,0 0 12-16,0 17-80 15,0 10 2-15,0 12-8 16,8 6 27-16,1 5-36 15,2-2 1-15,3-2-6 16,2-5-3-16,7-7 5 16,1-10-13-16,3-9 10 15,3-8-16-15,4-7 19 16,0 0-20-16,-3-17 24 16,0-6-25-16,-4-5 20 15,-5-2-18-15,-3-4 6 16,-8 3-3-16,-5 0 1 15,-6 3 3-15,0 6-8 16,0 4 17-16,-7 2-19 16,-5 9 22-16,-2 5-21 0,-2 2 27 15,0 2-29-15,0 14 18 16,3 5-14 0,5 4 4-16,2 0 1 0,6 1-1 15,0-6 6-15,4-2-12 16,13-6 16-16,2-4-18 15,6-5 23-15,4-3-22 16,2 0 22-16,0-3-21 16,0-11 16-16,-2 0-9 15,-6-1 2-15,-7 0 1 16,-1-2-6-16,-7-1 3 16,-3 2-15-16,-2-4 14 15,0-3-22-15,-2-5 22 16,5 1-24-16,-2 1 17 15,-1 3-11-15,3 5 24 16,-3 5-4-16,4 7 0 16,-1 6 5-16,2 0-6 15,4 0 17-15,-2 10-5 16,6 7 15-16,1 2-18 16,-2 3 25-16,-2 0-19 15,0 1 22-15,-3-4-14 16,-4 0 15-16,-3-2-10 15,-3-4-7-15,0-1 0 16,-3-1-7-16,-8-2 5 16,-3-3-22-16,-3-2 18 15,-2-2-28-15,4-2 15 0,0 0-31 16,4 0 16 0,4-3-19-16,7-8 3 15,0-4-9-15,13-4 6 16,12-5 27-16,7-5 1 15,2-2 13-15,1 2-16 0,-2-2 18 16,-5 2-19-16,-8 2 23 16,-7 4-24-16,-8 1 19 15,-5 5-12-15,0 5 6 16,-4 2 1-16,-6 5 13 16,1 2 10-16,2 3-3 15,2 0 4-15,2 5-24 16,3 11 15-16,0 6-21 15,0 5 30-15,12 4-17 16,2 1 24-16,3-4-9 16,-3 0 3-16,-2-5 0 15,-4-1-15-15,-5-8 0 16,-3 2-14-16,-3-4 14 16,-17 0-36-16,-7-1-3 15,-9 1-67-15,-6 2-34 16,-7 1-182-16,1 2-318 15</inkml:trace>
  <inkml:trace contextRef="#ctx0" brushRef="#br0" timeOffset="179831.17">7628 13472 988 0,'0'0'75'0,"36"71"64"16,-24-38-25-16,0-4-56 16,-3 0 5-16,-4-6-33 15,-2-4 5-15,1-6-35 16,-4-4 24-16,0-6-31 15,0-3 21-15,0 0-8 16,-10-15 2-16,-2-10-12 16,-5-11-2-16,1-7 3 15,-1-2-21-15,5-5 12 16,2 4-11-16,6 1 31 16,4 7-23-16,0 5 28 15,0 6-25-15,7 10 19 16,4 5-14-16,4 9 4 15,2 3 7-15,1 0 2 16,-1 15 13-16,-3 5-3 16,-1 1 19-16,-7 6-24 15,-5-1 24-15,-1-2-37 16,0-1 23-16,-13-4-30 0,-4-3 8 16,-1-4-29-16,1-2-23 15,2-8-30-15,2-2-72 16,2 0-101-1,6-9-219-15</inkml:trace>
  <inkml:trace contextRef="#ctx0" brushRef="#br0" timeOffset="180449.07">7870 13325 907 0,'0'0'152'0,"0"0"28"15,0 0-81-15,0 0-24 16,0 0-34-16,8 44-9 16,-8-41-11-16,0-3-7 15,0 0 8-15,0-6-6 16,-3-11-1-16,1-7-25 16,2-6 10-16,0-3-27 15,5-2 23-15,9 2-32 16,5 3 20-16,1 7-9 15,-1 5 6-15,1 7-14 16,-4 6-11-16,0 3-7 16,-4 2-3-16,-4 0 37 15,-1 3 4-15,-2 7 20 16,-4-1-16-16,-1 1 23 16,0 3-12-16,0 1 27 15,-3 3-8-15,-7 0 0 16,2 3 2-16,2-1-15 0,0-1 3 15,3-2-15 1,3-6 13-16,0-5-19 0,0-4 23 16,9-1-16-16,4 0 19 15,-2-2-22-15,1-10 16 16,1-2-10-16,-3-2 0 16,-3 0 1-16,-2 1-5 15,2 1 3-15,-5 3-11 16,0 3 17-16,-1 5-14 15,1 2 23-15,-1 1-25 16,4 0 17-16,1 0-25 16,2 6 26-16,4 2-6 15,2-2-1-15,2 0 3 16,0-2-7-16,1-2-11 16,-1-2-57-16,0 0-33 15,-1 0-83-15,-1-6-59 16,-1-6-194-16</inkml:trace>
  <inkml:trace contextRef="#ctx0" brushRef="#br0" timeOffset="180888.65">8317 12973 817 0,'0'0'23'16,"0"0"44"-16,-35 78 35 0,31-45-50 15,4-3-19 1,0-4-15-16,0-3 10 16,11-7-19-16,10-4 8 15,2-8-22-15,1-4 22 16,5 0-24-16,3-13 16 0,-2-9-22 16,-1-5-9-16,-4-6-14 15,-5-2-20-15,-6-5-15 16,-6-3-37-16,-4 0 25 15,-4-5-1-15,0 1 15 16,-13 1 19-16,-2 2 41 16,0 8-14-16,1 9 26 15,3 12 17-15,4 14 45 16,2 1 42-16,5 20-77 16,0 11 12-16,0 11 22 15,0 5 12-15,11 2-7 16,0 3 21-16,-1-2-46 15,0-4 13-15,0-4-42 16,-2-7-3-16,-3-5-12 16,-2-8-16-16,-3-6-54 15,0-6-72-15,0-8-82 16,-8-2-149-16</inkml:trace>
  <inkml:trace contextRef="#ctx0" brushRef="#br0" timeOffset="181136.79">8388 12927 764 0,'0'0'50'15,"0"0"114"-15,0 0-43 16,102-32-28-16,-66 32-44 0,0 0 1 16,-1 0-23-1,-5 16 4-15,-2 3 1 16,-7 2-3-16,-5 1 0 0,-3 2-19 15,-4-1 8 1,-5-4-21-16,-2-3 15 0,-2-6-38 16,0-6-13-16,0-4-93 15,0 0-83-15,-8-14-272 16</inkml:trace>
  <inkml:trace contextRef="#ctx0" brushRef="#br0" timeOffset="181254.42">8688 12758 615 0,'0'0'-3'0,"0"0"-30"15,0 0-263-15</inkml:trace>
  <inkml:trace contextRef="#ctx0" brushRef="#br0" timeOffset="181666.15">8905 12768 814 0,'0'0'112'0,"0"0"63"16,0 0-98-16,0 0-1 15,-23 91-45-15,17-68-1 16,3-2-22-16,3-2-3 15,0-6-4-15,0-5-4 16,6-6 4-16,11-2-19 16,-1 0 15-16,4-14-28 15,-1-3 8-15,-3-3-33 16,-3 2 30-16,-5 2-9 0,-2 2 31 16,-3 5 7-1,-3 2-4-15,0 4 9 0,0 3 9 16,0 0 22-16,0 0-24 15,0 0 3-15,0 0-29 16,0 6 23-16,0 2-25 16,0 1 23-16,6-2-22 15,4 2-6-15,0-6-4 16,-1 0-8-16,1-3-58 16,-5 0-148-16,0 0-123 15</inkml:trace>
  <inkml:trace contextRef="#ctx0" brushRef="#br0" timeOffset="182419.34">9050 12686 723 0,'0'0'58'0,"0"0"80"15,0 0-59 1,-70 76-24-16,61-56-21 0,8-1 3 15,1-1-15 1,0-6 12-16,11-4-23 0,5-4 25 16,3-4-30-16,0 0 19 15,-1-6-16-15,1-8 7 16,-3-1-14-16,-4-2-1 16,-1-1 3-16,-5 0-12 15,-5 2 10-15,-1 3-11 16,0 3 18-16,0 1-19 15,0 5 24-15,0 2-26 16,0 2 24-16,0 0-16 16,0 0 4-16,0 0-3 15,5 6 1-15,6 0 4 16,1 1-6-16,1-5 12 16,4 1-15-16,-2-3 30 15,5 0-10-15,-2-3 29 16,0-12-39-16,-1-5 16 15,-2-4-15-15,-2-6 5 16,-6 0-4-16,-4-8-3 16,-3 0 4-16,0-4-11 15,-6-3 13-15,-11-1-14 16,-5-2 15-16,-3 3-29 16,-1 7 14-16,3 8-20 15,3 11 29-15,1 15-10 16,5 4 9-16,4 23 0 15,5 16 0-15,5 11 11 16,0 6-2-16,6 6 15 16,16-4-6-16,5-4 27 0,5-9-29 15,0-7 15-15,3-10-41 16,-5-6 15-16,-4-6-53 16,-9-6-79-16,-10-3-233 15</inkml:trace>
  <inkml:trace contextRef="#ctx0" brushRef="#br0" timeOffset="193075.44">11267 11849 556 0,'-6'0'63'0,"4"0"44"15,-4 0-13-15,5 13-7 16,-1 10-29-16,1 10 13 0,1 8 17 15,0 5-27-15,0 4-1 16,0 0-21-16,0-2-2 16,0-7-22-1,0-6 11-15,0-8-25 0,0-7 15 16,0-6-20-16,0-6 13 16,0-6-10-16,0-2 3 15,0-6 7-15,0-13-7 16,0-11 2-16,0-4-19 15,0-8 20-15,0-3-27 16,0-1 22-16,0-1-26 16,-3 3 19-16,-3 5-14 15,2 6 15-15,-1 10 5 16,2 7-1-16,-1 5 4 16,4 11-8-16,0 0 7 15,0 4-14-15,7 15 15 16,9 10-13-16,4 4 38 15,6 7-13-15,2 1 25 16,-1-1-20-16,6-4 7 16,-1-4-1-16,1-6-7 15,-1-2 1-15,-3-5-16 16,0-5 9-16,-6-3-19 16,-4-3 18-16,-6-1-35 15,-2-6-4-15,-6-1-73 16,-5 0-50-16,0-8-105 15,-2-7-166-15</inkml:trace>
  <inkml:trace contextRef="#ctx0" brushRef="#br0" timeOffset="193325.25">11481 11714 941 0,'0'0'60'16,"0"0"78"-16,0 108-17 16,9-57-58-16,1 1-6 15,4-1-40-15,-3-1 4 16,1-5-18-16,-3-5-2 16,0-2 0-16,-3-7-32 15,1-6-48-15,-3-3-104 16,0-6-98-16,2-7-189 15</inkml:trace>
  <inkml:trace contextRef="#ctx0" brushRef="#br0" timeOffset="194000.38">11777 12169 893 0,'0'0'60'15,"0"0"62"-15,0 0-32 16,0 0-20-16,81-14-27 16,-68 9-22-16,-1-4-12 15,-4-2 14-15,-2 1-16 16,-1-5 17-16,-3-1-27 16,0-2 20-16,-2-2-24 15,0 5 16-15,-2 1-13 0,-11 3 5 16,-1 4 2-1,-3 4 0-15,0 3 5 0,-3 2-12 16,0 14 12-16,3 5-17 16,1 5 19-16,7 3-20 15,3 0 23-15,6 0-24 16,0-5 18 0,0-1-10-16,15-2 3 0,8-5 3 15,1-5-3-15,5-3 8 16,3-8-14-16,1 0 17 15,2 0-16-15,0-12 17 16,-3-3-22-16,-2-3 17 16,-4 1-30-16,-5 0 10 15,-3-2-5-15,-4 2-2 16,-4 2 2-16,-4-4 6 16,-4 3 12-16,-2 3-11 15,0 0 20-15,0 3-20 16,-12 2 26-16,-1 4-17 15,0 4 28-15,-3 0-26 16,2 0 11-16,1 4-3 16,-2 11 1-16,5 1 9 15,3 4-9-15,3-1 16 16,4 1-16-16,0 1 15 16,5-4-27-16,11-3 23 15,6-3-29-15,5-1 22 16,5-6-21-16,3-4-2 15,-2 0-33-15,3 0-30 16,-4-3-68-16,-2-8-82 16,-2-1-40-16,-2-7-142 15</inkml:trace>
  <inkml:trace contextRef="#ctx0" brushRef="#br0" timeOffset="194434.67">12465 12033 561 0,'0'0'68'15,"0"0"82"-15,0 0 4 0,0 0-58 16,-55-21-13-16,32 21-58 16,0 6-9-16,1 11-23 15,-3 3 19-15,5 7-14 16,4 2 2-16,2 0 3 16,7-1-6-16,4-2 8 15,3-6-12-15,1-5 13 16,18-7-16-16,8-8 39 15,6 0-2-15,5-7 34 16,4-15-29-16,1-6 8 16,-2-6-22-16,-5-5-4 15,-6-5-6-15,-7-1-7 16,-10-5 6-16,-8 0-14 16,-5-6 15-16,-5 1-27 15,-18-2 20-15,-2 4-27 16,-3 8 7-16,-1 11-10 15,0 16 27-15,2 18-3 16,4 4-3-16,5 33 3 16,2 16-3-16,9 11 13 15,4 8-13-15,3 2 24 16,6 1-19-16,12-7 25 16,4-4-24-16,3-7 14 15,-1-10-63-15,1-7-157 16,-3-9-210-16</inkml:trace>
  <inkml:trace contextRef="#ctx0" brushRef="#br0" timeOffset="194765.85">13136 11679 967 0,'0'0'71'0,"0"0"107"15,16 102-92-15,-9-46-11 16,3 7-38-16,-4 4 3 15,1-2-41-15,-2-4 14 16,-2-8-17-16,-2-5-16 16,-1-10-39-16,0-11-60 15,0-10-67-15,0-6-105 16,-7-7-165-16</inkml:trace>
  <inkml:trace contextRef="#ctx0" brushRef="#br0" timeOffset="195123.1">13005 12065 935 0,'0'0'86'0,"0"0"38"16,0 0-39-16,0 0-45 16,101-11-11-16,-67 11-18 15,1 5-7-15,1 5-1 16,-2-1-6-16,0 2 11 15,0-2-16-15,-6-2 20 16,-2-1-23-16,-1-4 28 16,-6-1-30-16,-4-1 25 15,-1 0-18-15,-5 0 10 16,-1-7-1-16,-4-5-2 16,-2-2 6-16,-2-4-10 15,0 0 12-15,-2-1-17 16,-10 0 22-16,-5 2-26 15,-2 3 25-15,-4 9-47 16,-4 2-21-16,-5 3-115 16,-4 1-135-16,-9 16-389 15</inkml:trace>
  <inkml:trace contextRef="#ctx0" brushRef="#br0" timeOffset="195986.72">14013 11976 801 0,'0'0'73'0,"0"0"44"16,0-100-7-16,0 54-72 15,0-3 0-15,0-4-32 16,0 0 14-16,0 5-28 15,0 9 18-15,0 8-15 16,0 11 8-16,0 18 2 16,0 2-6-16,0 30 1 15,3 13-1-15,1 16 19 16,6 13-19-16,-1 7 31 16,0 4-10-16,1 1 24 15,0-3-17-15,-5-6 18 16,-2-6-21-16,0-11 7 15,-3-10-3-15,0-10-7 0,0-10-3 16,0-5-19 0,-11-11 21-16,-5-7-21 0,-2-5 26 15,-3 0-33 1,-1-17 24-16,2-13-35 0,1-10 9 16,7-5-16-16,6-5-1 15,6-5 4-15,1 5-9 16,22 2 7-16,7 6-2 15,11 7 22-15,1 6-16 16,3 8 33-16,1 6-26 16,-6 10 27-16,-4 5-18 15,-2 0 26-15,-9 15 1 16,-4 6 2-16,-10 7 3 16,-2 0-14-16,-6 2 3 15,-3-5-21-15,0-1 19 16,0-7-28-16,-3-5 10 15,-6-6-77-15,2-6-40 16,-2 0-165-16,-1-16-182 16</inkml:trace>
  <inkml:trace contextRef="#ctx0" brushRef="#br0" timeOffset="196853.3">14280 11789 883 0,'0'0'46'15,"0"0"72"-15,0 0-72 16,0 0-42-16,0 0 1 16,40 2-12-16,-19 14-34 15,-2 7-91-15,4 0-5 16,0 1 2-16,1 0 95 16,-1 2 29-16,-1-4 21 0,0 0 61 15,-5-3 55 1,-1-2 41-16,-4-4-17 0,-5-3-40 15,1-1-35-15,-3-5-4 16,-2-4-39-16,-1 0 2 16,3 0-31-16,-1-4 29 15,1-11-34-15,2 2 12 16,-2-4-16-16,1 4-9 16,0 0-7-16,0 7-15 15,2 3 7-15,0 3-26 16,0 0 31-16,4 1-4 15,-1 10 32-15,7-1-24 16,-2 2 14-16,2-4-46 16,6-1-4-16,0-1-27 15,2-1-19-15,0-4 19 16,-2-1 34-16,1 0 43 16,-2 0-1-16,-1-4 17 15,-3-7-17-15,-3 0 35 16,-5-2 11-16,1-3 57 15,-7-1-29-15,0-1-10 16,-4-1-24-16,-1 2-23 16,0 1-3-16,0 3-10 15,-8 6 10-15,-7 6-18 16,-2 1 8-16,-3 0-23 16,-2 16 33-16,-3 6-18 15,2 4 18-15,2 2-27 16,5-1 0-16,6 2 8 15,10-6 7-15,0-5 6 0,13-5-9 16,11-6 18 0,9-4 2-16,5-3 44 0,4-6-12 15,2-14 23-15,0-5-19 16,-1-8 12-16,-8-4-36 16,-6-6-16-16,-10 0-1 15,-10-4-7-15,-7-3 7 16,-2-3-12-16,-11-4 15 15,-11-1-24-15,-6 3 18 16,-2 7-27-16,0 9 25 16,2 15-18-16,4 13 18 15,2 11-8-15,8 16-4 16,5 21 5-16,5 10 9 16,4 8 15-16,4 6 1 15,15 1 17-15,5-2-19 16,4-4 21-16,-2-5-44 15,1-3 9-15,-5-9-99 16,-6-6-133-16,-6-10-278 16</inkml:trace>
  <inkml:trace contextRef="#ctx0" brushRef="#br0" timeOffset="197588.19">15971 11711 692 0,'0'0'194'0,"0"0"13"16,0 0-52-16,6-52-71 15,-6 33-17-15,0-4-23 16,-10-2-25-16,-3-2 1 16,-4-1-13-16,-2 4 4 15,-4 2-16-15,0 9 16 16,1 4-23-16,0 9 28 16,1 0-32-16,5 22 28 15,1 13-25-15,8 4 15 16,4 10-2-16,3 2 1 15,0 4 9-15,10 3 2 16,10-6 21-16,0 3-15 16,1-4 21-16,1-4-30 15,-4-4 24-15,-3-7-36 0,-3-7 19 16,-3-6-22-16,-4-7 8 16,-2-5-22-16,-3-6-20 15,0-1-19-15,-6-4-24 16,-11 0-67-16,-6-1-150 15,-4-9-115-15</inkml:trace>
  <inkml:trace contextRef="#ctx0" brushRef="#br0" timeOffset="197752.65">15694 11981 1102 0,'0'0'194'16,"0"0"-65"-16,105-17-61 15,-63 9-50-15,1-3 4 16,1 3-24-16,-5-3-29 16,-3 0-73-16,-13-3-178 15,-6 2-374-15</inkml:trace>
  <inkml:trace contextRef="#ctx0" brushRef="#br0" timeOffset="198744.36">16345 11230 846 0,'0'0'158'15,"0"0"29"-15,0 0-39 16,0 0-79-16,15 13 16 16,-24 15-31-16,-10 6 18 15,-4 10-45-15,-7 2 5 16,-2-2-30-16,3-5-1 15,2-3-10-15,5-8-43 16,7-6-38-16,9-6-69 16,4-7-198-16,2-3-485 15</inkml:trace>
  <inkml:trace contextRef="#ctx0" brushRef="#br0" timeOffset="204056.88">17174 11505 820 0,'0'0'84'0,"0"0"17"16,0 13-1-16,6 14 11 15,3 9-26-15,-3 12-3 16,-2 6-46-16,-2 3 6 16,-2-2-41-16,0 0 13 15,0-8-13-15,0-7-3 16,0-6-12-16,0-11-46 16,-5-6-46-16,1-10-112 15,-5-6-117-15,-1-1-287 16</inkml:trace>
  <inkml:trace contextRef="#ctx0" brushRef="#br0" timeOffset="204465.27">17034 11839 995 0,'0'0'54'16,"0"0"60"-16,96-32-56 15,-52 19-42-15,0 1-2 16,-1 6-6-16,-4 2-11 16,-6 4 13-16,-7 0-19 15,-8 0 20-15,-4 6-30 16,-7 10 8-16,-1-1 12 16,-3-2 6-16,3 0-12 15,4-5 5-15,7-6-1 16,8-2-3-16,5-4 7 15,3-11-12-15,2-4 12 16,-8-2-13-16,-5 3 20 16,-13 3-18-16,-8 2 34 0,-1 5-3 15,-9 2 19 1,-11-1-13-16,-2 2-14 0,-4 3-12 16,-1 1-3-16,-3 1 6 15,4 0-19-15,0 0-15 16,3 9-87-16,2 3-75 15,6-1-150-15,3 1-343 16</inkml:trace>
  <inkml:trace contextRef="#ctx0" brushRef="#br0" timeOffset="205298.57">18145 11667 735 0,'0'0'133'15,"0"0"56"-15,0 0-74 16,0 0-40-16,6-15-10 16,-6 14-21-16,-2 1-22 15,-8 0-2-15,-3 14-24 16,-6 12 12-16,1 6-46 16,1 4 73-16,3 2-49 15,4-5 24-15,9-4-21 16,1-8 10-16,0-7-5 15,10-8-4-15,7-6 5 16,6 0-5-16,-1-11 13 16,4-9-15-16,-3-4 21 15,0-3-27-15,-7 3 23 16,-2 2-26-16,-6 5 29 16,-4 8-16-16,-4 6 9 15,0 3 1-15,0 0-1 16,0 8-33-16,0 12 60 15,0 0-20-15,4 2-16 16,9-2 33-16,-3-2-54 16,5-4 71-16,1-4-53 0,1-5 18 15,0-5-33 1,2 0-39-16,0-3-65 0,1-12-134 16,-1-1-177-16</inkml:trace>
  <inkml:trace contextRef="#ctx0" brushRef="#br0" timeOffset="205683.65">18623 11897 663 0,'0'0'69'16,"39"88"128"-16,-19-41-27 16,-3-1-68-16,-1-3 8 15,-3-6-57-15,-4-3-1 16,-2-11-40-16,-7-6 17 15,0-9-10-15,0-8-9 16,-14-4 4-16,-4-21-15 16,-2-10 7-16,2-11-21 15,0-9 18-15,5-4-26 16,6 2 23-16,7 3-30 16,0 7 29-16,6 10-18 15,12 9 10-15,5 8 0 16,-1 10 4-16,1 9 7 15,-3 1-6-15,-5 6-2 16,-8 13 44-16,-7 5 1 16,0 4-28-16,-7 2 24 15,-12-2-38-15,-7-2 19 0,0-4-22 16,0-3 1 0,2-8-18-16,3-7-26 15,4-4-29-15,4 0-127 16,2-17-174-16</inkml:trace>
  <inkml:trace contextRef="#ctx0" brushRef="#br0" timeOffset="206099.34">18942 11978 991 0,'0'0'121'16,"6"91"61"-16,-5-49-97 15,-1-7-19-15,0-6-27 16,0-6-5-16,0-10-9 16,0-6-14-16,-1-7 4 15,-5 0-13-15,-1-17 22 16,-2-9-35-16,-4-13 26 16,1-6-34-16,1-7 18 15,7 0-35-15,2 1 10 16,2 4 2-16,2 8-56 15,15 9 153-15,-1 9-78 16,7 8 10-16,-1 9-13 16,-2 4 24-16,0 0-17 15,-4 15 38-15,-6 6-28 16,-7 7 31-16,-3 2-23 16,0-1 6-16,-20-1-13 15,-5-4-9-15,-2-6-4 16,-2-10-30-16,1-8-21 15,4 0-40-15,1-15-58 0,4-13-143 16,3-12-203 0</inkml:trace>
  <inkml:trace contextRef="#ctx0" brushRef="#br0" timeOffset="206682.64">19062 11424 1179 0,'0'0'48'0,"20"109"81"16,-13-43-52-16,2-1-30 15,-3-2-1-15,2-8-33 16,4-11 6-16,-2-7-28 16,6-11 25-16,1-11-26 15,2-9 24-15,4-6-32 16,-2 0 21-16,0-18-14 15,2-5-2-15,-7 0-7 16,0 3-43-16,-6 1 75 16,-3 7-32-16,-3 4 21 15,-4 7-24-15,0 1 27 16,0 0-39-16,0 1 32 16,-1 9-13-16,-2 0 17 15,3 1-4-15,0 1 2 16,3-5 4-16,4-1-9 15,5-3 13-15,-2-3-18 16,3 0 20-16,3 0-20 16,1 0 27-16,3 0-30 15,1 0 26-15,2 5-56 16,3 12 92-16,0 7-30 16,-3 10 15-16,3 8 9 15,-1 13-18-15,-5 4 67 0,-6 5-18 16,-4 1 45-16,-7-4-70 15,-3-3 29-15,-7-12-45 16,-12-9 8-16,-7-13-32 16,-7-8 4-16,-2-12-7 15,-5-4-13-15,-5-4-13 16,-2-14-44-16,-3-1-26 16,-3 0-62-16,-2 0-10 15,0 0-180-15,0-1-418 16</inkml:trace>
  <inkml:trace contextRef="#ctx0" brushRef="#br0" timeOffset="207178.65">19882 11478 848 0,'0'0'216'0,"19"106"-76"16,-9-42-41-16,0 0-41 16,-3-4 23-16,1-6-54 15,0-7-26-15,-5-7 9 16,-3-12-27-16,0-6-9 16,0-10-81-16,-3-11-88 15,-15-1-197-15</inkml:trace>
  <inkml:trace contextRef="#ctx0" brushRef="#br0" timeOffset="207801.15">19697 11565 968 0,'0'0'117'0,"78"-33"54"16,-29 14-81-1,-1-4-76-15,-2 1 3 16,-1 1-26-16,-7 6 25 0,-4 6-28 16,-9 9 22-1,-5 0-24-15,-7 20 12 16,-3 15-8-16,-6 9 7 16,1 3 5-16,-1 5-3 0,5-5 17 15,1-3-16-15,4-11 23 16,5-6-24-1,3-9 25-15,1-9-34 0,0-7 3 16,0-2 21-16,-1-2-8 16,-3-15-9-16,-1 0-7 15,-5-2 3-15,0 1-10 16,-4 4 10-16,-3 4-12 16,-2 6 28-16,-1 4-23 15,-3 0 23-15,2 10-30 16,3 6 32-16,-1 4-14 15,8 1 3-15,4-6 3 16,4 0-1-16,8-7 11 16,4-6-6-16,2-2 20 15,2 0-67-15,0-8 116 16,-6-9-72-16,-3 0 22 16,-7-3-28-16,-4-2-5 15,-9-3 33-15,-6 2-23 16,-1-1 1-16,-4 5-6 15,-18 6 8-15,-3 7-15 16,-6 6 18-16,-1 2-22 16,5 16 26-16,5 7-26 15,3 2 17-15,12 2-50 16,7-3 2-16,0-1-55 16,2-4-75-16,11-6-132 15,2-3-444-15</inkml:trace>
  <inkml:trace contextRef="#ctx0" brushRef="#br0" timeOffset="208157.81">21072 11627 1176 0,'0'0'156'0,"0"84"-37"16,0-44-71-16,0-2-15 16,-6-6-39-16,2-8 20 15,0-7-53-15,-1-6-15 16,-2-8-116-16,2-3-172 16,2-7-435-16</inkml:trace>
  <inkml:trace contextRef="#ctx0" brushRef="#br0" timeOffset="208296.25">21069 11424 1082 0,'0'0'11'16,"0"0"45"-16,0 0-56 0,0 0-79 16,0 0-71-1,0 0-217-15</inkml:trace>
  <inkml:trace contextRef="#ctx0" brushRef="#br0" timeOffset="208634.01">21267 11755 1149 0,'0'0'161'16,"0"0"-70"-16,0 0-28 15,0 0-60-15,77 20 66 16,-65-36-61-16,-3 0-1 15,0-7-6-15,-5 0-18 16,-2 1-15-16,-1 3-15 16,2 4 8-16,-3 7-4 15,6 8 31-15,-2 0-33 16,2 7 49-16,1 9-14 16,2 4 22-16,4 1-6 15,-1-2 4-15,0 0 7 16,2-3-5-16,-3-4-3 15,2-2-16-15,-4-2-35 16,-2-7 46-16,0-1-80 16,-1 0-117-16,-2-4-93 15,1-11-279-15</inkml:trace>
  <inkml:trace contextRef="#ctx0" brushRef="#br0" timeOffset="209652.08">21605 11607 732 0,'0'0'91'0,"0"0"43"16,0 0-40-16,29 74-19 15,-16-58-11-15,0-2-19 16,4-5 2-16,-1-3-22 16,2-5-5-16,0-1 8 15,-2 0-6-15,1-4-32 16,-2-7 24-16,-1-4-24 15,-3-1 10-15,-4-3-6 16,-1-6-1-16,-5 2 1 16,2-5-7-16,-3 4 7 15,0 5-22-15,0 2 27 16,0 9-17-16,0 7 29 16,-1 1-28-16,-1 5 16 15,2 15-14-15,0 0 16 16,0 6 3-16,0-4 0 15,9 0 5-15,5-6-2 16,5-4 17-16,1-4-9 16,6-4 20-16,5-4-27 15,0 0 37-15,1 0-38 16,-2-9 11-16,-4-5-19 16,-3-2 4-16,-8-2 1 15,-4 0 3-15,-9-1 7 16,-2-1-17-16,0 4 14 15,-16 0-24-15,-2 4 11 16,-3 5-37-16,-2 7 5 16,2 0-58-16,4 0 10 0,3 15-12 15,5 5 32 1,6 0 19-16,3 3 28 0,0-3 18 16,0 4-9-16,9-4 23 15,5-1-3 1,0-2 37-16,3-1-24 0,0-3 25 15,6-3-27-15,-3-3 12 16,-1-2-3-16,-1-1-4 16,-8-1-1-16,-3-1-16 15,-6-1-2-15,-1-1-5 16,0 0 26-16,0 0-34 16,-3 0 22-16,-1-3-31 15,1-7 25-15,3-4-26 16,0-5 12-16,0-5-2 15,12-1 1-15,4-5-1 16,2-1-5-16,1 3 14 16,4 5-18-16,-3 2 23 15,-1 4-26-15,0 6 28 16,-3 3-32-16,-5 4 24 16,-2 2-18-16,-4 2 12 15,-4 0-3-15,-1 0-2 16,0 0 7-16,-3 10-11 15,-6-1 17-15,-2 3-28 16,2-1 3-16,3 1-10 16,6 1 31-16,0 1-19 15,6-2 23-15,13 7-10 16,1-2 14-16,-1 3 18 16,1 1 14-16,-4 4 10 0,-4-1-8 15,-7 1 27 1,-2-2-14-16,-3-3 22 0,0-1-40 15,-3-6 14-15,-10-3-44 16,-2-4 8-16,-2-3-26 16,-3-3-33-16,0 0-32 15,3 0-52-15,-2 0-51 16,6-3-227-16,2-7-449 16</inkml:trace>
  <inkml:trace contextRef="#ctx0" brushRef="#br0" timeOffset="210018.69">22540 11622 1005 0,'0'0'107'0,"0"0"69"15,0 0-83-15,90-53-17 16,-75 39-30-16,-4-1-2 16,-8 1-38-16,-3-2 23 15,0 3-41-15,-20 3 27 16,-6 5-35-16,-7 5 9 16,-5 0 3-16,2 19-1 15,2 6 3-15,6 4-4 16,10 2 18-16,12 1-19 15,6-4 33-15,8 1-23 16,21-7 32-16,5-5-36 16,6-4 22-16,3-9-24 0,1-4-10 15,-3 0-62-15,-4-11-160 16,-9-8-479-16</inkml:trace>
  <inkml:trace contextRef="#ctx0" brushRef="#br0" timeOffset="211777.93">23322 11613 27 0,'0'0'33'16,"0"0"8"-16,0-5 19 0,0 0-8 15,0-1 15-15,3 1 33 16,0-3 23-16,1 1-27 15,-2-1 5-15,-2 4-21 16,0-3 17-16,0 4-5 16,0-1-11-16,0-1-17 15,-12 4-28-15,-1 1 3 16,-8 0-25-16,-2 0 6 16,-1 4-28-16,-2 11 22 15,-2 2-27-15,5 5 20 16,2 1-12-16,5 0 4 15,9-3 2-15,7-4-3 16,0-4 5-16,7-6-14 16,16-6 23-16,5 0-2 15,4-2 28-15,1-14-17 16,-1-6 25-16,-7-5-41 16,-3-5 5-16,-4-3-11 15,-10-4 0-15,-5-1-4 16,-3-7-7-16,0-5 2 15,-6 1-9-15,-11-1 23 16,0 4-17-16,-3 5 26 16,1 11-23-16,-3 10 22 15,4 8-20-15,1 13 15 16,2 1 7-16,4 23-3 16,7 16-6-16,4 8-5 15,0 10 29-15,7 2-14 0,12 2 20 16,2-4-26-1,3-7 26-15,0-6-32 0,2-8 18 16,-4-5-27-16,-2-8 9 16,0-7-7-16,-5-5-22 15,-1-3-43-15,-2-5-77 16,-5-3-124-16,2 0-167 16</inkml:trace>
  <inkml:trace contextRef="#ctx0" brushRef="#br0" timeOffset="212461.85">23592 11562 763 0,'0'0'68'15,"0"0"86"-15,0 0 8 16,0 0-82-16,67-84-4 16,-66 68-46-16,-1 1 4 15,0 3-24-15,-10 1-4 16,-11 5-2-16,-1 4-5 15,-6 2 5-15,-1 3-13 16,3 17 17-16,2 3-25 16,5 2 23-16,11 5-23 15,6-4 24-15,2-4-21 16,10-2 17-16,16-5-5 16,6-5 0-16,5-5 4 15,0-3-5-15,-1-2 10 16,-2 0-15-16,-5 0 18 15,-4-9-20-15,-8 0 24 16,-1-1-25-16,-6-1 23 0,-2 2-22 16,-2 2 11-1,2 3-7-15,1 1-13 16,3 3 5-16,1 0-1 16,5 0 17-16,-2 9-12 15,2 3 21-15,0 0-21 0,-2 0 33 16,-5-1-10-16,-3-1 29 15,-1-5-20-15,-5-1 10 16,-2-4-7-16,0 0-8 16,0 0 7-16,0-1-6 15,0-14-2-15,0-5-23 16,3-9 16-16,3 0-40 16,4-2 17-16,3 1-60 15,0 2-38-15,5 7-78 16,-4 5-22-16,3 10 65 15,-3 5 67-15,1 1 78 16,-2 5 44-16,2 14 82 16,-4 4 29-16,3 3-7 15,0 3-47-15,-3-1 1 16,4-3-41-16,-7-1 1 16,1-5-33-16,0-3-19 15,-7-6-3-15,-2-4-25 16,0-6-62-16,-14 0-173 15,-3-10-441-15</inkml:trace>
  <inkml:trace contextRef="#ctx0" brushRef="#br0" timeOffset="212599.51">24106 11219 1150 0,'0'0'1'0,"0"0"51"0,0 0-51 15,0 0-12-15,-1-14-142 16,-3 18-244-16</inkml:trace>
  <inkml:trace contextRef="#ctx0" brushRef="#br0" timeOffset="212891.62">24364 11557 1142 0,'0'0'145'16,"0"0"-13"-16,0 0-86 15,99 48 7-15,-76-43-34 16,-3-5 12-16,-3 0-38 16,-6-2 21-16,-4-12-16 15,-4-3 1-15,-3-5-3 16,0-3-16-16,-1 0-9 15,-8-2-21-15,1 3 1 16,2 2-44-16,6 4-9 16,0 4-73-16,3 3-71 15,17 3-61-15,4 5 10 16,4 1 118-16</inkml:trace>
  <inkml:trace contextRef="#ctx0" brushRef="#br0" timeOffset="213518.91">24717 11383 329 0,'0'0'194'0,"0"0"5"15,0 0 2-15,0 0-73 16,0 0-9-16,0 0-41 16,-1 25-56-16,-21-17-17 0,-1 6-3 15,2 2-1 1,2 2-6-16,2 3-5 0,5 1-27 16,7-3 26-16,5-3-26 15,0-3 37-15,8-3-21 16,12-6 30-16,5-4-13 15,2 0 7-15,1 0-4 16,-3-12-1-16,-2-3 3 16,-5-1-17-16,-7 0 9 15,-3 1-21-15,-7 6 7 16,-1 1-20-16,0 2 31 16,0 6-24-16,-4 0 24 15,-2 0-6-15,3 8 12 16,3 9 2-16,0 1 4 15,1 0 30-15,14 2-12 16,7-4 12-16,3-3 1 16,2-3 29-16,2-7-43 15,3-3 8-15,-2 0-34 16,-1-13 15-16,1-8-38 16,-1-10-33-16,-3-5-60 15,-2-8 9-15,-5-5-63 16,-6-7-13-16,-9-5 157 15,-4-2 13-15,-1 1 28 16,-19 6 5-16,-2 5 59 16,-5 13 47-16,1 13-17 15,0 17-30-15,3 8-47 16,7 19 5-16,3 22 16 16,8 15 40-16,5 9-26 15,0 8 38-15,6 0-23 16,11-2 11-16,1-4-44 0,2-10 0 15,0-9-26 1,-2-10 10-16,-1-8-12 0,-1-12-16 16,-11-9-19-16,-5-9-50 15,0 0-71-15,-8-13-127 16,-18-15-135-16</inkml:trace>
  <inkml:trace contextRef="#ctx0" brushRef="#br0" timeOffset="213766.63">24764 11230 1054 0,'0'0'140'0,"125"-2"36"16,-48 4-111-16,-2 14-10 16,-6 6-18-16,-9 6-3 15,-11 5-20-15,-15 5-9 16,-9 2 3-16,-9 0-9 15,-5 3 21-15,-6-5-26 16,-5-4 23-16,0-7-35 16,0-6 19-16,-3-12-71 15,-3-9-38-15,-4-1-196 16,4-23-454-16</inkml:trace>
  <inkml:trace contextRef="#ctx0" brushRef="#br0" timeOffset="213913.58">25301 11104 1217 0,'0'0'0'0,"0"0"19"15,0 0-20 1,0 0 0-16,0 0-103 0,0 0-162 16,32 47-309-16</inkml:trace>
  <inkml:trace contextRef="#ctx0" brushRef="#br0" timeOffset="214447.17">25479 11476 990 0,'0'0'170'0,"0"0"-39"15,0 0-56-15,0 0-18 16,0 0-26-16,88 67-14 15,-74-67-12-15,-1 0 13 16,-1-1-21-16,-2-13 28 16,-3-3-31-16,-4-4 25 15,-3-4-31-15,0-1 20 16,-2-3-32-16,-9 4-2 16,-1 2 0-16,4 6 5 15,5 5 14-15,3 5-6 16,0 7 15-16,6 0-17 15,11 0 29-15,5 10-20 16,5 3 35-16,2 2-21 16,-2 0 31-16,4-3-15 15,-5-3 1-15,0-5 4 16,-3-4-5-16,-3 0-1 16,2 0-18-16,-5-15 17 0,2-5-32 15,-6-1 29 1,0-4-31-16,-10 2 27 15,-3 3-36-15,0 5 26 0,-14 9-13 16,-7 6-4-16,-5 5 7 16,2 16-3-16,2 8 13 15,1 2-17-15,7-1 23 16,5-1-27-16,8-3 34 16,1-5-35-16,0-1-11 15,1-9-78-15,4 0-105 16,-5-5-260-16</inkml:trace>
  <inkml:trace contextRef="#ctx0" brushRef="#br0" timeOffset="-214656.92">26455 11178 1218 0,'0'0'126'0,"16"116"-31"16,-3-55-34-16,-2-6-47 16,1-3 20-16,-2-7-42 15,-1-10 22-15,-2-8-58 16,-6-8-20-16,-1-10-87 15,0-9-130-15,-8 0-269 16</inkml:trace>
  <inkml:trace contextRef="#ctx0" brushRef="#br0" timeOffset="-213697.1">26235 11159 1120 0,'0'0'60'16,"99"-45"102"-16,-37 26-104 16,3 3-13-16,-3 5-45 15,-4 8 31-15,-10 3-32 16,-8 12 4-16,-14 19-2 16,-12 8-3-16,-8 9 5 15,-3 3-8-15,-3 3 13 16,0-5-16-16,1-5 21 15,8-7-22-15,1-9 30 0,9-8-32 16,4-11 24 0,3-7-15-16,6-2 5 15,2-9 2-15,1-12-5 16,-3-5 2-16,-4 1-21 16,-6 0 12-16,-4 5-26 15,-8 5 27-15,-4 6-11 16,-2 7 29-16,-4 2-28 0,0 4-1 15,0 14 2-15,0 2 13 16,4 2 2-16,6-1-1 16,6-3 12-16,3-4-6 15,2-4 28-15,5-5-22 16,-2-5 25-16,-1 0-34 16,-3 0 20-16,-5-14-29 15,-3-1 16-15,-4-5-7 16,-2-2-3-16,-5-4 0 15,2-1-8-15,-3 1 8 16,1 1-19-16,1 4 16 16,2 6-25-16,-1 6 38 15,3 9-29-15,1 0 25 16,-3 9-21-16,1 10 18 16,-2 5 8-16,1 2 3 15,-2-1 7-15,3-2-8 16,-2-7 14-16,1 0-16 15,2-7 23-15,0-3-31 16,4-5 27-16,-1-1-33 16,1 0 25-16,3-5-24 15,0-9 6-15,-1-1-6 16,-1-5-10-16,-1 2-2 16,-2 0-8-16,0 2 14 15,-4 3-19-15,-1 5 36 16,0 4-21-16,-3 4 27 15,3 0-33-15,0 0 22 16,-2 5-1-16,1 3 10 0,2-2 4 16,-1-2-3-16,1-2 7 15,5-2-13-15,1 0 20 16,6-12-26 0,4-3 19-16,-1 0-32 0,2-2 24 15,-3 2-31-15,-1 5 24 16,-1 3-10-16,-7 7 4 15,-2 0 2-15,-1 0-1 16,-3 13 15-16,1 2-12 16,0 2 20-16,-3 0-34 15,1-1 28-15,1 1-55 16,0-2-2-16,-2-2-55 16,1-2-72-16,2-3-261 15</inkml:trace>
  <inkml:trace contextRef="#ctx0" brushRef="#br0" timeOffset="-213558.68">27893 11394 1225 0,'0'0'117'0,"0"0"16"16,0 0-66-16,0 0-59 15,2 1-8-15,-22-1-88 16,-9-10-281-16</inkml:trace>
  <inkml:trace contextRef="#ctx0" brushRef="#br0" timeOffset="-211088.73">11341 13011 702 0,'0'0'114'15,"0"3"3"-15,2 15 18 16,1 7-43-16,2 9 2 15,4 5-31-15,-2 3-9 16,2 0-44-16,1-5 6 16,-3-3-25-16,0-7 14 15,-2-9-32-15,-4-4-28 16,-1-8-76-16,0-6-102 16,-6 0-100-16</inkml:trace>
  <inkml:trace contextRef="#ctx0" brushRef="#br0" timeOffset="-210858.1">11175 12883 1103 0,'0'0'82'0,"120"-46"12"16,-54 23-75-16,-4 5-18 16,-7 6 3-16,-8 7-46 0,-14 5-125 15,-13 0-180-15,-16 12-335 16</inkml:trace>
  <inkml:trace contextRef="#ctx0" brushRef="#br0" timeOffset="-210378.08">11292 13354 1077 0,'0'0'59'16,"78"0"81"-16,-29-10-66 15,0-6-48-15,-1-1-6 16,-5 0-15-16,-3 1 6 15,-8 1-19-15,-10 6 15 16,-5 6-29-16,-9 3 18 16,-8 0-18-16,0 11 20 15,0 6 1-15,0 3 5 16,0-1 9-16,-2 0 1 16,2-3 2-16,0-7-15 15,2-2 16-15,10-7-41 16,6 0 60-16,2-4-47 15,7-14 18-15,2-8-32 16,0-2 6-16,1-2-13 16,-6 4-6-16,-4 7 4 15,-7 4 6-15,-3 7 25 16,-6 8-5-16,-4 0 23 16,0 9-11-16,2 7 36 15,-1 3-26-15,4 0 23 0,2-2-29 16,6-2 4-16,1-4-11 15,4-1-8-15,2-5-23 16,3-4-59-16,0-1-143 16,-3 0-280-16</inkml:trace>
  <inkml:trace contextRef="#ctx0" brushRef="#br0" timeOffset="-208657.87">12495 13133 745 0,'0'0'59'0,"0"0"84"0,0 0-49 15,0 0-21-15,-69 75-21 16,59-51-13-16,2-2-17 15,7-1-15-15,1-5 8 16,0-4-11-16,14-3 19 16,7-5-21-16,4-4 27 15,1 0-34-15,-2 0 18 16,-1-11-24-16,-5-3-1 16,-7-2-8-16,-7-2-11 15,-4-2 0-15,0 1-6 16,-9-1 9-16,-9-2-3 15,0 5 21-15,4 1-20 16,2 3 11-16,5 5-22 16,7 7 31-16,0 1-9 15,10 0 9-15,13 12 15 16,4 7 15-16,4 1 28 16,-1 3-6-16,2 0 28 15,-3-2-7-15,-3-3 14 16,-1-3-29-16,-5-5 3 15,-6-3-33-15,-1-5 17 16,-6-2-17-16,-1 0-7 16,-1-9 8-16,-4-11-9 15,3-3-3-15,0-4-15 0,1-2 4 16,1 2-21 0,3 1 14-16,5 4-35 0,3 6-1 15,5 5-42 1,2 3-12-16,2 4-14 0,2 4 5 15,-2 0 2-15,-2 0 72 16,-1 0 39-16,-3 0-7 16,-5 6 46-16,-2-4 6 15,-4 0 6-15,-5-1-15 16,-4-1 28-16,0 1-13 16,-3 0 22-16,-14 5-57 15,-5 2-35-15,-7 5 37 16,0 7-27-16,-1 3 6 15,1 6-35-15,8-1 28 16,7 2-6-16,6-3 25 16,8-6-25-16,0-3 24 15,23-5-5-15,6-7 21 16,6-6 19-16,4 0-5 16,1-10-9-16,0-11-23 15,-2-9 20-15,-3-3-20 16,-6-6 16-16,-6-3-27 15,-8-6 20-15,-7-2-28 16,-8-4 21-16,0 0-17 16,-15-2-10-16,-7 6 1 15,-3 8-23-15,-1 10 25 16,1 12-7-16,2 13 14 16,4 7-27-16,5 14 1 15,2 17 8-15,5 11 33 0,5 7-21 16,2 6 18-1,0 0-9-15,11-5 2 0,10-2 2 16,7-7-3 0,5-9 16-16,6-6-6 0,2-10 21 15,3-6-17-15,-2-7 18 16,0-3-31-16,0 0 22 16,-8-15-6-16,-3-3-1 15,-7-5-10-15,-6 0-4 16,-5-1 3-16,-8 4-11 15,-5 3 22-15,0 2-19 16,0 6 32-16,-5 6-24 16,-10 3 28-16,2 0-40 15,-2 14 22-15,-2 8-23 16,3 2 12-16,4 5-4 16,6-2-3-16,2-1 4 15,2-2-6-15,3-8 13 16,16-4-16-16,6-6 21 15,3-6-22-15,4 0 30 16,3 0-29-16,-1-9 24 16,-2-1-46-16,-2 0 58 15,-3 2-23-15,-1 2-5 16,-6 6 4-16,-3 0-17 16,2 0 31-16,-5 11-27 15,-4 4 25-15,-2 0-27 16,-3-3 30-16,-5-1-22 15,0-5 31-15,0-3 0 16,-2-3-1-16,-10 0-2 16,1-9 4-16,0-6 2 15,2-6-22-15,2-4 15 16,7-5-29-16,0-1 25 0,0 0-30 16,7 3 27-16,5 4-35 15,7 3 10-15,-2 6-63 16,3 6 24-16,-2 0-103 15,-4 3-163 1,-2 2-280-16</inkml:trace>
  <inkml:trace contextRef="#ctx0" brushRef="#br0" timeOffset="-208201.38">14451 12746 1046 0,'0'0'37'15,"7"87"96"-15,6-30-23 0,1 4-33 16,3 2-24 0,0-5-42-16,1-8 5 0,-1-6-26 15,-2-11 16-15,-3-6-63 16,-4-10-30-16,-5-9-128 16,-3-5-126-16,0-3-224 15</inkml:trace>
  <inkml:trace contextRef="#ctx0" brushRef="#br0" timeOffset="-207810.56">14383 13089 833 0,'0'0'51'0,"0"0"129"16,92-31-40-16,-40 19-70 15,3 0-9-15,3 4-41 16,0 3-4-16,-8 5-25 15,-10 0 15-15,-6 0-41 16,-8 12 3-16,-11 1-20 16,-4 2 21-16,-7-1 26 15,0-2 2-15,-1-1 7 16,4-4-10-16,1 0 15 16,3-5-17-16,5-2 31 15,1 0-14-15,5-5 26 16,1-8-33-16,-2-4-2 15,-1-4 18-15,-3 0 1 16,-8 1 4-16,-7 2-10 16,-2 5 5-16,0 2-7 15,-11 5 13-15,-9 5-32 0,-6 1 16 16,-2 0-34 0,-2 5 4-16,-5 9-64 0,-1 0-59 15,-4 3-215-15</inkml:trace>
  <inkml:trace contextRef="#ctx0" brushRef="#br0" timeOffset="-207042.56">15529 12972 856 0,'0'0'82'0,"0"0"63"16,22-108-122-16,-22 66-1 15,0-3-22-15,-9-2 21 0,-5-1-19 16,2 2 1-16,-1 8 0 15,5 9-5-15,5 10 3 16,3 15-12-16,0 4-1 16,0 25-54-16,18 16 73 15,4 18-21-15,9 14 30 16,2 10-25-16,4 6 40 16,-1-2 10-16,-2-3 2 15,-6-11 26-15,-5-11 5 16,-6-12-5-16,-9-10-23 15,-8-11-1-15,0-8-25 16,-10-6 18-16,-11-10-35 16,-4-5 23-16,-3 0-33 15,-1-10 16-15,5-13-14 16,7-9-6-16,8-3-5 16,9-8-12-16,0-2 13 15,21 0-18-15,13 0 21 16,5 3-24-16,10 2 36 15,-1 11-26-15,1 5 47 16,-3 10-31-16,-4 13 17 16,-6 1 0-16,-7 14 4 15,-6 9 3-15,-7 6-5 16,-9 2 7-16,-4-1-22 16,-3-3 18-16,0-5-37 15,-7-4-16-15,-11-7-125 16,0-10-206-16,-1-1-476 15</inkml:trace>
  <inkml:trace contextRef="#ctx0" brushRef="#br0" timeOffset="-206208.48">15973 12766 1041 0,'0'0'62'0,"0"0"85"0,0 0-105 16,0 0-39-16,0 0-1 15,30 57-43-15,-16-30-50 16,8 4-98-16,1-3-6 16,2 2 5-16,2-3 90 15,1-2 66-15,-4-3 37 16,1-5 44-16,-2-4 106 16,0-5 15-16,0-8-17 15,-1 0-2-15,-3 0-58 16,-1-10-30-16,-5-7-16 15,2-2-8-15,-7-1-41 16,1 1 19-16,0 0-27 16,-4 7 10-16,3 4-14 15,-5 7-5-15,1 1-3 16,-1 0-9-16,0 15 12 16,1 2 9-16,-1 4 20 15,3-2-19-15,1 0 25 16,6-6-27-16,1-3 20 15,6-7-21-15,2-3 3 16,1 0-17-16,3-4-4 16,-3-9 19-16,-5 0 4 15,-2-1 12-15,-6 1-12 16,-3 0 15-16,-1-1-6 16,-5 2 28-16,-1 2-23 0,0-3 28 15,0 1-23 1,-8 3 1-16,-4-1-10 0,-5 3-3 15,1 3-4-15,-4 4-13 16,-1 0 11-16,0 16-14 16,-1 6 15-16,5 5-22 15,4 2 22-15,5-4-12 16,8-2 23-16,0-4-11 16,21-7 15-16,9-6 15 15,3-6-13-15,5 0 46 16,4-7-14-16,-5-14 7 15,4-5-21-15,-7-6 4 16,-6-4-22-16,-9-6 7 16,-7-2-27-16,-6-8 19 15,-6-3-18-15,-3-4-1 16,-18-1-7-16,-7 4-21 16,-3 6 2-16,-4 13 0 15,2 14 40-15,2 17-12 16,4 6 29-16,6 31-19 15,6 16 31-15,5 14-20 16,8 7 15-16,2 0-20 16,6-2-7-16,13-6 4 15,7-8-29-15,1-10 16 16,1-10-154-16,-5-5-181 16,-4-8-451-16</inkml:trace>
  <inkml:trace contextRef="#ctx0" brushRef="#br0" timeOffset="-205640.84">17593 12583 1000 0,'0'0'21'16,"0"0"151"-16,-48-82-90 15,19 58-11-15,-2 5-40 16,-3 4 4-16,1 9-34 15,3 6 13-15,4 9-12 16,6 18-3-16,10 11 1 16,8 8-6-16,2 8 14 15,2 3-6-15,14 1 26 16,2 1-28-16,0-4 25 16,-1-4-34-16,0-5 25 0,-4-8-25 15,-2-8 12-15,-3-5-33 16,-4-9 3-16,-4-3-58 15,0-4-81-15,-6-8-98 16,-12-1-183-16</inkml:trace>
  <inkml:trace contextRef="#ctx0" brushRef="#br0" timeOffset="-205486.89">17291 12923 1057 0,'0'0'168'15,"0"0"-26"-15,91-15-115 16,-55 8 2-16,0-4-41 16,-1-3-9-16,-5-2-101 15,-2-7-194-15,-2-3-514 16</inkml:trace>
  <inkml:trace contextRef="#ctx0" brushRef="#br0" timeOffset="-205317.07">17912 12479 1208 0,'0'0'121'0,"0"0"-95"16,-56 103-6-16,26-59-45 15,-4-1-53-15,-2-1-268 16</inkml:trace>
  <inkml:trace contextRef="#ctx0" brushRef="#br0" timeOffset="-204640.55">18272 13077 1151 0,'0'0'131'15,"0"0"19"-15,55 95-82 16,-51-59-13-16,-4-1 5 16,0-2-35-16,-13-2-12 15,-10-5-15-15,-1-5 9 16,-2-7-40-16,4-7-5 15,3-7-54-15,6 0-13 16,3-22-159-16,9-10-158 16</inkml:trace>
  <inkml:trace contextRef="#ctx0" brushRef="#br0" timeOffset="-203789.95">18562 12937 999 0,'0'0'91'15,"0"0"27"-15,29 96-47 16,-19-67-47-16,2-6 16 16,2-5-41-16,2-6 18 15,3-6-27-15,1-6 18 0,2 0-14 16,-1-10 0-16,2-10 0 15,-2-6-12-15,-1-3 14 16,-6 2-7-16,-2 3 17 16,-6 5-20-1,-5 4 29-15,-1 9-35 0,0 6 42 16,0 0-29-16,0 9 7 16,8 8 0-16,4 2-1 15,4 2 7-15,6-6-6 16,1 0 20-1,1-3-11-15,-2-7 24 0,0-2-29 16,-7-3 39-16,-3 0-29 16,-3-8 16-16,-6-9-27 15,0-1 5-15,-3-3-5 16,0-4-3-16,0 0 2 16,-6 4-18-16,-3-1 8 15,2 4-28-15,2 4 17 16,3 6-17-16,2 4 28 15,0 4-21-15,0 0 36 16,13 0-16-16,3 11 9 16,3 1 3-16,4 2 0 15,0 0 10-15,3-5-6 16,0-2 17-16,0-4-23 16,1-3 28-16,-1 0-24 15,-1-4 21-15,-6-11-34 16,-2-1 19-16,-6-3-15 15,-5 0 5-15,-3-1-1 16,-3-2-5-16,0 2 6 16,-9 2-15-16,-5 7 21 15,-5 7-22-15,-1 4 24 16,-2 7-28-16,2 19 27 0,3 4-32 16,2 5 39-16,8-1-18 15,4-2 2-15,3-3 2 16,4-2-3-16,17-6 13 15,6-3-10-15,7-3 25 16,4-5-26-16,4-5 28 16,2-5-32-16,2 0 23 15,-1-5-26-15,1-11 13 16,-6-7-6-16,-3-2 1 16,-9 1 1-16,-8-2-9 15,-8 2 12-15,-12 2-32 16,0 3-33-16,-4 2-82 15,-14 4-279-15</inkml:trace>
  <inkml:trace contextRef="#ctx0" brushRef="#br0" timeOffset="-202603.78">20259 12879 1062 0,'0'0'169'0,"32"70"-56"15,-16-37-31-15,-2-8-36 16,-7-2-7-16,1-9-13 16,-4-4-6-16,0-6 2 15,-1-4-35-15,0 0 42 16,1-4-34-16,2-16 21 16,3-3-31-16,4-10 10 15,-1-2-26-15,0-3 12 16,1 2-20-16,-1 8 8 15,-2 5 5-15,0 9 5 16,-1 9 10-16,-1 5-6 16,1 4 17-16,0 14-13 15,4 5 27-15,0 1-25 16,5-1 31-16,2-2-21 16,4-3 22-16,5-5-7 0,4-9 4 15,3-1-6-15,0-3-5 16,2 0 9-16,-5-7-27 15,-3-9 36-15,-6 1-36 16,-6-3 29-16,-7 0-30 16,-5-1 28-16,-6-1-27 15,0 0 17-15,0-2-9 16,-11 0-1-16,-4 4 2 16,-3 3-9-16,0 5 15 15,-2 6-16-15,0 4 22 16,3 6-30-16,-1 13 30 15,7 5-25-15,1 2 27 16,7 4-23-16,3-1 15 16,0-2-1-16,14-2-2 15,9-4 10-15,2-3-7 16,7-3 15-16,2-6-20 16,2-6 37-16,1-3-37 15,0 0 29-15,-4-15-34 16,-1-2 24-16,-1-6-25 15,-6-3 8-15,-2 0-5 16,-5-2-5-16,-7 0 2 16,-5 1-12-16,-6 4 22 15,0 4-21-15,-3 5 30 16,-11 8-27-16,-4 6 30 16,3 4-29-16,2 16 25 15,1 3-14-15,6 2 7 16,5 3 3-16,1-2-1 0,0-3 1 15,10-4-16-15,4-1 14 16,4-4-52-16,-4-3 1 16,-2-3-123-16,-4-3-201 15,-8-4-502-15</inkml:trace>
  <inkml:trace contextRef="#ctx0" brushRef="#br0" timeOffset="-202072.09">21277 12730 833 0,'0'0'131'0,"0"0"25"16,0 0-93-16,0 0-22 16,-43-33-10-16,18 37-32 15,-5 20 10-15,1 6-19 16,2 4 24-16,5 4-25 16,9-2 26-16,10-4-27 15,3-4 27-15,13-8-3 16,16-6 21-16,9-8 15 15,6-6-2-15,4 0-21 16,3-9 6-16,-3-15-16 16,-3-6-73-16,-4-10 139 15,-8-3-89-15,-7-6 26 0,-9-8-32 16,-8-3 23 0,-7-6-26-16,-2-1 0 0,-9-1-2 15,-13 9-10-15,-2 11 13 16,-5 19 1-16,0 22 22 15,3 7-17-15,-3 30 26 16,0 23-24-16,3 15 29 16,6 10-37-16,8 0 23 15,11-1-15-15,1-5-8 16,30-8-56-16,23-12-51 16,18-15-8-16,12-7 25 15,13-10-215-15</inkml:trace>
  <inkml:trace contextRef="#ctx0" brushRef="#br0" timeOffset="-201678.56">22406 12358 852 0,'0'0'108'0,"21"128"47"16,-2-52-17-16,1-2-94 15,0-1 4-15,-6-7-36 16,-2-11-7-16,-5-9-2 16,-4-8-20-16,-3-11-49 15,0-10-92-15,-5-7-128 16,-12-9-234-16</inkml:trace>
  <inkml:trace contextRef="#ctx0" brushRef="#br0" timeOffset="-201304.05">22262 12722 959 0,'0'0'135'0,"117"-15"-4"15,-50 9-54-15,-2 2-40 16,-8 2-12-16,-9 2-8 16,-8 0-19-16,-15 8 10 15,-6 7-18-15,-10 3 12 16,-4 0-25-16,-3 0 24 16,1-2-27-16,2-4 27 0,6-3-17 15,7-3 17 1,8-6 0-16,7 0-1 0,4 0 4 15,-3-12-9 1,-2-3 14-16,-7-1-18 16,-14-1 25-16,-11 1-15 0,0-1 23 15,-19 4-33-15,-16-1 26 16,-5 4-25 0,-2 1 5-16,-5 2-17 0,0 4-39 15,1 3-72-15,3 0-180 16,2 0-272-16</inkml:trace>
  <inkml:trace contextRef="#ctx0" brushRef="#br0" timeOffset="-200604.1">23626 12437 731 0,'0'0'3'0,"8"-80"73"16,-8 35-60-16,-8-3 18 15,-18 3-10-15,-7 6 5 16,-4 9-39-16,-5 10 20 16,2 16-17-16,7 4-4 0,8 28-2 15,12 19 8-15,13 14 2 16,3 12-1-16,28 13 25 15,9 4-15-15,6 0 38 16,1-4 30-16,-6-7 19 16,-8-8-16-16,-11-11 15 15,-15-11-32-15,-7-10-8 16,-9-11-7-16,-19-8-16 16,-10-7-3-16,-7-6-17 15,-1-7 10-15,1 0-29 16,3-16 27-16,11-10-33 15,6-9 24-15,15-6-34 16,10-5 15-16,6-3-19 16,24 0 5-16,11 2 3 15,10 4 3-15,9 8 13 16,0 8-12-16,0 10 27 16,-4 9-23-16,-7 8 34 15,-8 0-22-15,-10 16 39 16,-8 8-21-16,-5 4 20 15,-13 6-17-15,-2-4-4 16,-3 3-7-16,0-5-9 16,-3-6 2-16,-6-7-42 15,-2-7-41-15,1-8-144 16,-1 0-259-16</inkml:trace>
  <inkml:trace contextRef="#ctx0" brushRef="#br0" timeOffset="-199736.21">23728 12407 1116 0,'0'0'7'0,"0"0"49"0,0 0-30 16,0 0-26-16,0 0-43 16,10 10-39-16,15 9-51 15,5 7-1-15,5 3 66 16,2 3 5-16,2 2 49 15,-4 2 8-15,-2-1 61 16,-2-4 37-16,-5-4 73 16,-3-6-9-16,-6-6-34 15,-3-5-35-15,-3-5-32 16,0-5-11-16,-2 0-31 16,-2-7 21-16,0-12-33 15,2-3 16-15,0-5-29 16,1-2 17-16,3 3-35 15,0 2 7-15,4 6-31 16,0 9 5-16,1 8 5 16,-1 1-10-16,-1 7 29 15,-1 10-12-15,2 5 3 16,0-1-16-16,2 0 41 16,5-6-27-16,4-1 37 15,3-5-13-15,3-5 19 16,-1-3-6-16,-3-1 1 15,-2 0 10-15,-11 0 10 16,-1-4 33-16,-9-6-3 16,-5-3 13-16,-2-1-50 15,0-3 13-15,-11-3-40 0,-9-1 18 16,-6 2-38 0,-1 3-15-16,-8 5-16 0,4 6 15 15,-1 5 22-15,3 0-12 16,7 9 18-1,3 9-27-15,11 2 29 0,5 1 1 16,3 1 30-16,0-3-16 16,13-2 51-16,7-4 2 15,3-6-1-15,2 1 5 16,4-8-3-16,2 0 5 16,4-5-19-16,-1-14 5 15,0-4-38-15,-3-9 15 16,-5-4-26-16,-5-4 23 15,-8-6-29-15,-8-7 18 16,-5-5-18-16,-1-6 0 16,-18-1-5-16,-8 1-4 15,-3 5 1-15,-1 11-22 16,1 17 34-16,0 17-6 16,5 14 29-16,5 18-24 15,7 26 29-15,6 15 3 16,7 8 34-16,0 3-17 15,10 1-9-15,6-3-11 16,2-9-22-16,0-7 5 16,-3-6-73-16,-1-9-97 15,-6-8-208-15</inkml:trace>
  <inkml:trace contextRef="#ctx0" brushRef="#br0" timeOffset="-199080.62">25603 12378 783 0,'0'0'141'15,"0"0"24"-15,-13-78-50 0,-1 42-75 16,-4-2 13 0,-1 4-36-16,-3 3 20 15,-1 6-33-15,0 9 28 0,-3 11-34 16,3 5 9-16,-1 15-5 16,3 18 0-16,4 12 7 15,9 10 0-15,8 9 16 16,0 2-14-16,12-1 20 15,15-1-21-15,4-5 34 16,4-7-34-16,-1-7 16 16,-3-9-30-16,-9-7 7 15,-7-9-3-15,-7-4-22 16,-8-6-40-16,0-1-67 16,-16-7-112-16,-13-2-271 15</inkml:trace>
  <inkml:trace contextRef="#ctx0" brushRef="#br0" timeOffset="-198917.79">25314 12651 1299 0,'0'0'101'16,"121"-20"-12"-16,-47 9-25 15,4 2-70-15,-3 1 13 16,-2-1-56-16,-7 4-76 15,-10 1-268-15</inkml:trace>
  <inkml:trace contextRef="#ctx0" brushRef="#br0" timeOffset="-196222.63">26884 11985 869 0,'0'-4'90'16,"0"4"55"-16,-9 0-35 16,-10 10-40-16,-7 21-47 15,-4 13 26-15,-6 18-28 16,0 11 27-16,-3 12-30 16,7 4 17-16,6 1-22 15,6-6-10-15,13-6 0 16,7-8-7-16,0-12 9 15,13-10-16-15,11-10 8 16,7-11-43-16,3-9-13 0,0-11-104 16,-1-7-137-1,-4 0-231-15</inkml:trace>
  <inkml:trace contextRef="#ctx0" brushRef="#br0" timeOffset="-195871.22">27316 12158 886 0,'0'0'19'0,"0"0"99"15,0 0 22-15,-94-51-82 16,58 51-29-16,-1 2-8 16,2 19-19-16,8 12 11 15,6 12-18-15,12 7 27 16,6 10-24-16,3 2 33 16,7 0-22-16,14 1 26 15,0-5-23-15,2-8-2 16,-2-7-4-16,-4-6-7 15,-5-9 5-15,-5-5-25 16,-7-5-16-16,0-6-87 16,-13-6-63-16,-13-5-131 15,-4-3-292-15</inkml:trace>
  <inkml:trace contextRef="#ctx0" brushRef="#br0" timeOffset="-194870.02">26961 12643 894 0,'0'0'57'0,"89"-8"111"15,-34 6-87-15,0 2-61 16,-2 0-8-16,-8 0 9 16,-6 10-26-16,-7-2 15 15,-9 4-21-15,-6 3 28 16,-8-3-30-16,-6 3 35 15,-3-2-13-15,0 2 11 16,0-2 1-16,-9-2-3 16,3-2-4-16,-1-3-12 15,6-6 11-15,1 0-15 16,0-3 28-16,0-12-11 16,3-6 3-16,11-3-32 15,-1-3 25-15,4 4-21 16,1 3 12-16,-1 4-4 15,0 4-8-15,-2 2 5 16,-2 6-16-16,1 2 13 16,-2 2-15-16,-4 0 20 15,-2 6-23-15,0 9 33 16,-6 1-25-16,0 2 23 16,1 0-12-16,4-4 5 15,-1 2 1-15,6-5-3 16,0-4 5-16,5-5-12 15,-1 0 18-15,-2-2-18 16,2 0 24-16,-7 0-24 16,-2-6 23-16,-5-3-27 15,0-5 12-15,0 1-19 16,-5-3-5-16,-5-3-25 16,-3 2 17-16,3 2 4 0,3 1-6 15,4 4 33-15,3 5-14 16,0 4 22-16,3 1-26 15,10 0 32-15,3 0-19 16,1 10 20-16,3 4 4 16,-1 0 12-16,0 0 6 15,-2 0 2-15,-4 1 12 16,-1-6-16-16,-4-1 14 16,-3-5-27-16,-2 1 21 15,-2-4-42-15,2 0 21 16,0 0-23-16,3-4 16 15,1-9-1-15,3-5-11 16,-1-1-8-16,1-1-24 16,0 1 10-16,-4 5-13 15,-2 3 22-15,-1 6-14 16,0 4 38-16,1 1-26 16,0 0 17-16,1 2-15 15,0 9 24-15,3 0 2 16,-4 0-2-16,3-3 5 15,-1-1-11-15,1-3 11 16,2-4-23-16,1 0 24 16,0 0-25-16,3-4 25 15,3-5-36-15,0-4 14 16,1 2-22-16,-2 3 3 16,-1 2 9-16,-1 4 8 15,0 2 10-15,-3 0-12 16,-1 9 20-16,4 8-11 0,-4 2 32 15,1 1-24-15,-2 1 12 16,4-2-30 0,0-1 7-16,-1-7-83 0,-1-5-200 15,-1-4-467-15</inkml:trace>
  <inkml:trace contextRef="#ctx0" brushRef="#br0" timeOffset="-194283.89">28838 12253 898 0,'0'0'81'0,"-15"-80"52"0,-2 42-73 16,-3 2-10-16,-6 10-5 16,-6 8-40-16,-1 10 11 15,-3 8-18-15,0 15 18 16,7 18-26-16,7 12 25 15,8 11-24-15,11 5 21 16,3 4 0-16,1 0 11 16,15-2 8-16,0-2-6 15,3-5 15-15,-3-5-30 16,1-7 8-16,-5-8-28 16,-1-8 28-16,-5-5-32 15,-5-7 9-15,-1-6-70 16,0-8-59-16,-15-2-150 15,-7 0-320-15</inkml:trace>
  <inkml:trace contextRef="#ctx0" brushRef="#br0" timeOffset="-194119.34">28558 12586 1163 0,'0'0'112'0,"79"-14"-55"16,-37 7-38-16,-7-1-47 16,-5-3-46-16,-4-2-175 0,-3-5-373 15</inkml:trace>
  <inkml:trace contextRef="#ctx0" brushRef="#br0" timeOffset="-193496.08">29117 12126 1070 0,'0'0'25'0,"0"0"152"0,82 0-91 16,-46 0-37-16,-3 0-44 15,-2 0 10-15,-4 0-25 16,-4-2-57-16,-6-4-93 16,-2 1-131-16,-5-5-204 15</inkml:trace>
  <inkml:trace contextRef="#ctx0" brushRef="#br0" timeOffset="-193301.44">29521 12047 990 0,'0'0'138'0,"0"0"-35"16,10 75-55-16,-4-51-53 16,0-1 9-16,2-3-12 15,1-4-63-15,1-3-99 16,-1-6-197-16</inkml:trace>
  <inkml:trace contextRef="#ctx0" brushRef="#br0" timeOffset="-192868.64">29714 11768 853 0,'0'0'12'0,"0"0"141"0,126 120 1 16,-61-56-56-16,3 11 13 15,-1 11-43-15,-7 2 11 16,-9 4-35-16,-20 2 30 16,-15-2-43-16,-16-8 16 15,-16-8-29-15,-24-4-6 16,-15-11-4-16,-10-8-9 15,-8-9 1-15,-7-5-58 16,-4-4-35-16,2-10-83 16,7-6-171-16,4-7-399 15</inkml:trace>
  <inkml:trace contextRef="#ctx0" brushRef="#br0" timeOffset="-177789.2">20333 13586 827 0,'0'0'42'0,"0"0"101"15,0 0-30-15,0 0-32 16,-71 25-41-16,39-4 11 15,-1 5-42-15,1 1 13 16,2 0-19-16,7-2 13 16,8-4-10-16,10-6-7 0,5-3 2 15,14-7-15 1,19-2 26-16,9-3-20 0,10 0 26 16,1 0-29-16,0 0 26 15,-7 0-22-15,-12 0 29 16,-9 6-10-16,-16 11 2 15,-9 4 16-15,-12 4 7 16,-17 2-1-16,-9 2-29 16,0-3 9-16,2-3-26 15,7-6 27-15,10-6-36 16,9-7 8-16,10-4-41 16,1-1-19-16,24-18-36 15,8-6-50-15,6-5-69 16,4-1-70-16,-1-3-53 15</inkml:trace>
  <inkml:trace contextRef="#ctx0" brushRef="#br0" timeOffset="-177539.22">20548 13752 626 0,'0'0'188'16,"0"0"-75"-16,0 0-26 16,0 0-25-16,-32 76-12 15,32-57 1-15,0 0-30 16,23-9 29-16,9-4-33 15,4-6 31-15,0 0-22 16,3 0 9-16,-9-6-28 16,-8-4 8-16,-7-1-3 0,-12 1 16 15,-3-1 8 1,-6-3-24-16,-19-1 2 16,-7 0-22-16,-4-2 21 15,-4 3-45-15,1 2-5 16,3-1-84-16,4 4-84 0,6-2-222 15</inkml:trace>
  <inkml:trace contextRef="#ctx0" brushRef="#br0" timeOffset="-177260.51">20668 13440 1042 0,'0'0'96'15,"13"82"86"-15,-2-31-93 16,4 2-22-16,5 0-22 16,3-7-11-16,3-4-19 15,-3-8-12-15,0-8 2 16,-4-8-42-16,-3-6-8 15,-6-7-50-15,-3-5-29 16,-7 0-115-16,0-19-104 16,0-4-243-16</inkml:trace>
  <inkml:trace contextRef="#ctx0" brushRef="#br0" timeOffset="-176722">20961 13653 870 0,'0'0'119'0,"0"0"50"0,12 80-51 16,-5-50-51 0,0-3-14-16,5-3-15 0,1-5-22 15,4-7 5-15,0-7-21 16,2-5 28-16,1 0-24 16,-4-5 27-16,1-12-34 15,-6-2 17-15,-3-3-14 16,-2-1 5-16,-5 2-3 15,-1-3-3-15,0 4 4 16,0 2-13-16,0 5 1 16,0 2-25-16,0 4 26 15,0 4-21-15,0 3 26 16,9 0-34-16,7 0 42 16,3 0-11-16,4 0 5 15,0 3 2-15,3 0-2 16,-3-1 5-16,0-2-12 15,-4 0 18-15,-2 0-21 16,-6-1 25-16,-5-10-24 16,-1-2 27-16,-5-4-28 15,0 1 18-15,0 0-9 16,-3 1 1-16,-7 6 2 16,-2 6-3-16,2 3 8 15,-6 3-8-15,3 17 14 16,-2 11-23-16,3 5 28 15,2 5-25-15,7 0 36 16,3-1-29-16,0-5 13 16,25-6-16-16,9-9-3 0,12-8-29 15,5-8-37 1,7-4-135-16,1 0-350 16</inkml:trace>
  <inkml:trace contextRef="#ctx0" brushRef="#br0" timeOffset="-176271.76">22262 13305 712 0,'0'0'84'0,"-26"-82"50"15,0 45-66-15,-8 7-39 16,-3 10 6-16,0 11-14 15,0 9 16-15,3 16-22 16,9 17 13-16,8 14-13 16,10 9 16-16,7 6-17 15,0 4 14-15,21-1 4 16,3 0-12-16,2-7 3 16,-2-6-23-16,1-8 12 15,-6-8-23-15,-5-7 16 16,-4-6-50-16,-10-4-3 15,0-9-52-15,-1-2-33 0,-18-4-100 16,-3-4-137-16</inkml:trace>
  <inkml:trace contextRef="#ctx0" brushRef="#br0" timeOffset="-175736.74">21921 13696 733 0,'0'0'113'15,"88"-42"64"-15,-37 20-81 16,4 4-27-16,-5 3-21 16,-8 9-5-16,-10 4-45 15,-12 2 18-15,-9 7-34 16,-10 12 28-16,-1 5-23 16,0 4 11-16,-12-1-9 15,0-2-7-15,4-5 8 16,2-5 3-16,6-7 11 15,0-5-32-15,0-3 12 16,12 0-2-16,4-11 35 16,-2-6-27-16,1-4 20 15,-7-1-19-15,-5 2 5 16,-3 1 1-16,0 2-26 16,-10 2-5-16,-3 4-2 15,3 5 17-15,4 1 15 16,6 3 15-16,0 2-18 15,5 0 28-15,16 4-2 0,9 9 36 16,5 1 7 0,4 4 8-16,3 0 4 15,-2-1-15-15,-3-2 1 16,-8-1-20-16,-6-5 12 16,-9-3-34-16,-5-4 20 15,-4-2-33-15,-5 0 30 0,0-10-30 16,0-13 15-16,0-6-25 15,0-4-8-15,-7-4-32 16,5 4-27 0,-3 1-15-16,4 2-99 0,1 5-153 15,0 2-350-15</inkml:trace>
  <inkml:trace contextRef="#ctx0" brushRef="#br0" timeOffset="-175089.19">23259 13511 782 0,'0'0'68'0,"0"0"153"16,0 0-63-16,102 43-37 15,-55-24-29-15,1 2-24 16,0-1-3-16,-3 0-29 15,-7-1 1-15,-8-4-40 16,-9-2 24-16,-6-5-33 16,-8-1 12-16,-4-4-66 15,-3-2-15-15,0-1-27 16,-8 0-74-16,-7-7-190 16,-2-10-231-16</inkml:trace>
  <inkml:trace contextRef="#ctx0" brushRef="#br0" timeOffset="-174935.11">23436 13612 1012 0,'0'0'149'0,"-79"84"-19"0,44-43-63 16,5-6-53-16,8-8 4 16,11-8-37-16,9-10-57 15,2-9-203-15,13 0-292 16</inkml:trace>
  <inkml:trace contextRef="#ctx0" brushRef="#br0" timeOffset="-174107.25">23592 13415 541 0,'0'0'131'16,"0"0"24"-16,0 0-35 15,0 0-1-15,-8 22-59 16,-7-3 11-16,-2 7-19 15,-6 1 15-15,-3 5-46 16,-1-1-1-16,-2 0-24 0,5-4-14 16,3-3-41-1,9-6-74-15,7-6-119 0,5-8-194 16</inkml:trace>
  <inkml:trace contextRef="#ctx0" brushRef="#br0" timeOffset="-173777.1">24188 13727 1060 0,'0'0'113'16,"0"0"52"-16,28 72-95 15,-21-44 4-15,-5 2-38 16,-2-1-4-16,0-2-18 16,-7 0-10-16,-8-2 1 15,-3-4-23-15,-3-2-10 16,0-6-47-16,-4-5-12 15,2-7-102-15,3-1-167 16,3-9-405-16</inkml:trace>
  <inkml:trace contextRef="#ctx0" brushRef="#br0" timeOffset="-173500.01">24546 13399 996 0,'0'0'77'0,"13"73"63"15,-3-29-18-15,0-2-77 16,0-1-25-16,0-6-13 15,-4-4-7-15,-3-5-9 16,-3-9-72-16,0-4-88 16,-6-8-196-16,-14-5-343 15</inkml:trace>
  <inkml:trace contextRef="#ctx0" brushRef="#br0" timeOffset="-172835.15">24322 13415 967 0,'0'0'131'15,"81"-38"5"-15,-32 26-79 16,0 4-27-16,-1 8-13 16,-6 0-17-16,-4 8 9 15,-7 12-18-15,-4 4 26 16,-7 4-29-16,-4-1 31 15,-3-1-30-15,-1-2 24 16,-4-5-21-16,0-5 10 16,1-7-2-16,-1-3-3 0,1-4 4 15,-1 0-16-15,0-8 15 16,2-5-32-16,-2-2 12 16,0 1-33-16,-4 4 31 15,0 5-9-15,-3 3 32 16,1 2-11-16,-1 0-13 15,-1 8 13-15,6 5 11 16,2 1 1-16,6-1-9 16,3-1 14-16,8-1-17 15,4-4 21-15,0-1-21 16,2-4 29-16,0-2-18 16,-5 0 29-16,-3 0-6 15,-4 0-4-15,-4-5 5 16,-4-5-1-16,-6-1 8 15,-3-3-23-15,-1-1 11 16,-1-5-26-16,0 0 24 16,0-3-29-16,0 1 24 15,0 3-25-15,0 4 19 16,-3 5-9-16,-5 9 2 16,-4 1 0-16,1 11-3 15,-4 12 2-15,-1 6-3 16,8 2 15-16,2-1-17 15,6-1 34-15,0-3-28 16,17-4 36-16,9-6-23 16,5-4 11-16,-1-5-16 15,2-5-6-15,-5-2-5 16,-3 0-47-16,-9-2-78 16,-4-8-197-16,-8 0-339 15</inkml:trace>
  <inkml:trace contextRef="#ctx0" brushRef="#br0" timeOffset="-172433.97">25352 13533 1018 0,'0'0'90'0,"0"0"54"16,0 0-40-16,0 0-57 16,3 53 8-16,-1-44-47 15,1-5 19-15,0-2-36 16,1-2 22-16,1 0-18 16,2-11 6-16,2-10-2 15,1-3-15-15,1-5-8 16,0 0-24-16,0 5 17 15,-1 5 6-15,-1 6 35 16,1 11-23-16,-2 2 24 16,0 4-20-16,2 13 38 15,-2 4-12-15,4 2 6 16,-1 1-13-16,3-3-10 16,-1-3-7-16,5-4-65 15,-1-6-97-15,3-5-274 16</inkml:trace>
  <inkml:trace contextRef="#ctx0" brushRef="#br0" timeOffset="-171684.19">26269 13326 696 0,'0'0'126'0,"0"0"22"0,0 0-42 15,0 0-32-15,-86 58-21 16,66-43-13-16,3-2-30 16,8-2 0-16,8-1-19 15,1-4 20-15,7-1-23 16,19-1 29-16,7 1-24 16,5 1 22-16,-1 2-11 15,0 0 40-15,-10 2-9 16,-6 3 0-16,-10-3 1 15,-11 5-9-15,0-1 7 16,-18 0-19-16,-6-2 12 16,-5 1-35-16,-2-3 27 15,4-2-32-15,1-5 18 16,6-2-50-16,3-1-9 16,8 0-43-16,9-5-88 15,0-9-93-15,9-3-84 16,15-2-115-16</inkml:trace>
  <inkml:trace contextRef="#ctx0" brushRef="#br0" timeOffset="-171249.52">26516 13415 704 0,'0'0'117'0,"0"0"72"16,0 0-60-16,0 0-25 15,7 76-40-15,-13-59-1 16,3-2-48-16,2-4 9 0,1-2-35 15,0-7 22-15,4-2-17 16,12 0 7-16,0-2 1 16,4-10-3-16,-1-1 3 15,-1 2-14-15,1 2 16 16,-7 1-17 0,-2 4 26-16,1 4-25 0,0 0 23 15,-1 0-25-15,3 4 26 16,3 5-13-16,1 1 7 15,2-1 4-15,-1-3 3 16,3 0 15-16,-5-2-11 16,1-4 15-16,-4 0-23 15,1 0 29-15,-2 0-25 16,-3-4 22-16,1-6-30 16,-3-2 17-16,-4-5-17 15,-3 1-2-15,0-4 0 16,0-2-20-16,-6 1-27 15,-8 4-42-15,-2 1-16 16,-3 2-99-16,3 3-170 16,2 1-429-16</inkml:trace>
  <inkml:trace contextRef="#ctx0" brushRef="#br0" timeOffset="-170805.83">27054 13368 875 0,'0'0'146'0,"0"0"57"16,38 89-69-16,-25-63-72 15,2-2 5-15,-3-7-52 16,-3-4 5-16,-3-3-22 16,-6-7 3-16,0-2-24 15,-7-1-39-15,-14 0-84 16,-5-4-292-16</inkml:trace>
  <inkml:trace contextRef="#ctx0" brushRef="#br0" timeOffset="-170650.11">26985 13176 1154 0,'0'0'82'0,"0"0"-5"16,0 0-38-16,0 0-56 15,0 0-45-15,0 0-140 0,1-27-299 16</inkml:trace>
  <inkml:trace contextRef="#ctx0" brushRef="#br0" timeOffset="-170392.31">27264 13061 1042 0,'0'0'167'0,"41"80"-19"15,-17-34-69-15,0 4 7 16,1-1-49-16,-2-1 6 16,-4-3-33-16,-2-5-1 15,-4-6-5-15,-3-8-19 16,-7-6-29-16,-3-7-41 15,0-7-27-15,-3-6-114 16,-14 0-144-16,-2-10-403 16</inkml:trace>
  <inkml:trace contextRef="#ctx0" brushRef="#br0" timeOffset="-169712.77">27248 13312 975 0,'0'0'81'0,"0"0"112"0,111-26-113 16,-62 18-48-1,0-1-9-15,-7 2-17 16,-4 3 2-16,-12 1-16 16,-9 2 16-16,-10 1-25 0,-7 0 22 15,0 3-39-15,-4 8 44 16,-12 3-23-16,0 7 18 15,2 0-8-15,5 2-2 16,4-1-15-16,5 0 2 16,0-4 20-16,15-1-11 15,11-6 19-15,4-3-20 16,5-5 28-16,1-3-20 16,0 0 25-16,-1-11-28 15,-5-8 12-15,-4-7-6 16,-4-7-1-16,-5-4 3 15,-5-6-12-15,-6-8 13 16,-3-8-24-16,-3-3 12 16,0-2-27-16,0 3 31 15,-3 10-33-15,-8 11 15 16,0 17-15-16,-5 19 32 16,1 6-1-16,0 30 0 15,-1 15 8-15,3 9 8 16,3 11 21-16,8 2 4 15,2-5 47-15,0-3-22 16,18-7 35-16,6-9-42 16,4-11 9-16,3-10-29 15,1-10 13-15,0-10-26 16,0-4-19-16,-5-11 11 16,2-14-24-16,-3-4 5 15,-3 0-22-15,-4 3 23 16,-5 7-22-16,1 7 41 15,-5 11-30-15,-3 1 22 0,-1 8-19 16,0 11 16 0,-2 3 6-16,-1 3-8 0,0 0 6 15,4-2-18-15,-3-1-29 16,2-4-84-16,0-5-106 16,0-5-289-16</inkml:trace>
  <inkml:trace contextRef="#ctx0" brushRef="#br0" timeOffset="-169073.13">28623 13205 915 0,'0'0'135'0,"0"0"94"15,82 34-104-15,-40-14-38 16,4 3-5-16,-1 4-23 15,1-2-7-15,-7 0-23 16,-7-3 1-16,-9-5-36 16,-7-4 24-16,-6-5-43 15,-6-4 0-15,-4-2-61 16,0-2 8-16,-1 0-32 16,-9-4-96-16,-3-13-169 15,3-6-144-15</inkml:trace>
  <inkml:trace contextRef="#ctx0" brushRef="#br0" timeOffset="-168920.29">28887 13214 861 0,'0'0'114'16,"0"0"80"-16,-97 108-51 0,64-69-70 16,5-7-56-1,7-6 0-15,6-8-39 0,8-6-49 16,7-12-179-16,0 0-215 15</inkml:trace>
  <inkml:trace contextRef="#ctx0" brushRef="#br0" timeOffset="-168536.79">29283 13150 1116 0,'0'0'-3'0,"0"0"92"16,0 0-2-16,0 0-37 16,-84 21-43-16,74-13-3 15,7-1-2-15,3 0-7 16,0 1 7-16,0-1-12 15,7 3 17-15,5-1-17 16,-1 1 26-16,-2 0-19 16,-2 5 28-16,-1-5-20 15,-3 0 26-15,1 3-8 16,-4-5 0-16,1 0-5 16,1-5-12-16,2-3 0 15,2 0-15-15,3 0-1 16,1-13-57-16,0-6-104 15,-1-4-250-15,-2 1-301 16</inkml:trace>
  <inkml:trace contextRef="#ctx0" brushRef="#br0" timeOffset="-168362.19">29283 13150 999 0,'13'-56'92'0,"-13"84"114"16,0 6-81-16,0 3-33 15,3 0-40-15,5-5-34 16,-2 0-11-16,-2-4-35 16,2-6-62-16,2-4-135 15,0-7-294-15</inkml:trace>
  <inkml:trace contextRef="#ctx0" brushRef="#br0" timeOffset="-167891.88">29567 13204 1199 0,'0'0'23'0,"0"0"49"16,0 0-25-16,0 0-39 15,35 74 20-15,-16-63-34 16,0-3 24-16,1-6-29 16,1-2 20-16,-2 0-30 15,3-2-7-15,-4-13 5 16,-3 2 4-16,1-2 12 0,-6 4-2 16,-3 5 18-1,-4 4-17-15,0 2 27 0,0 14-14 16,-2 16 47-16,5 12-20 15,4 13 52 1,4 12 18-16,4 8-29 0,6 6 12 16,8 0-7-16,7-1 8 15,6-5-19-15,4-9-7 16,3-12-58-16,-8-11 19 16,-10-15-29-16,-15-14 16 15,-16-14-13-15,-6 0-3 16,-32-19-40-16,-17-7-52 15,-7-2-68-15,-7 0-33 16,-1 0-107-16,8-4-351 16</inkml:trace>
  <inkml:trace contextRef="#ctx0" brushRef="#br0" timeOffset="-154224.67">10420 15077 960 0,'-9'8'13'15,"-3"0"40"-15,-3 4 26 16,3 4-23-16,-1 0-38 16,3 2 19-16,4-1-8 15,5-1 10-15,1 0-1 16,0-4-12-16,4 1-4 15,11-2-9-15,5-1 12 16,3-2-19-16,1-6 16 16,0 0-29-16,-3-2 12 15,-2 0-66-15,-8-12-70 0,-2-3-208 16,-7-1-354 0</inkml:trace>
  <inkml:trace contextRef="#ctx0" brushRef="#br0" timeOffset="-153949.8">10605 14907 956 0,'0'0'67'16,"65"78"95"-16,-31-36-52 15,-1 1-27-15,-4-2-19 16,-8-4-30-16,-9-1-17 16,-9-2-17-16,-3-2 2 15,-23-3-38-15,-19 0-19 16,-16-3-97-16,-15-7-206 16,-10-10-479-16</inkml:trace>
  <inkml:trace contextRef="#ctx0" brushRef="#br0" timeOffset="-153732.88">9972 15013 1181 0,'-31'77'85'0,"3"9"16"15,6-2-62-15,9-5-2 0,11-9-38 16,2-7 16 0,28-17-29-16,17-13-19 0,17-13-62 15,6-12-96 1,11-8-275-16</inkml:trace>
  <inkml:trace contextRef="#ctx0" brushRef="#br0" timeOffset="-151699.09">11491 15016 806 0,'0'0'63'0,"5"52"103"15,-1-16-24-15,3 1-55 16,2 3-26-16,0-2-20 16,-1-5-33-16,1-2 6 15,-3-7-20-15,-2-6 20 16,-4-6-30-16,0-2-8 16,0-7-67-16,-3-3-80 15,-13 0-198-15</inkml:trace>
  <inkml:trace contextRef="#ctx0" brushRef="#br0" timeOffset="-151413.12">11357 14891 886 0,'0'0'51'16,"0"0"122"-16,107-86-98 15,-64 67-30-15,-1 9-17 16,-1 9 15-16,-4 1-19 16,-8 11-3-16,-9 16-6 15,-14 7-7-15,-6 3 7 16,0 4-12-16,-16-2 18 16,-10-1-25-16,-1-5 18 15,-1-4-41-15,2-8-15 16,0-9-104-16,6-8-161 15,0-4-352-15</inkml:trace>
  <inkml:trace contextRef="#ctx0" brushRef="#br0" timeOffset="-150795.59">11734 14843 815 0,'0'0'59'15,"13"87"116"-15,-2-34-25 16,3-3-68-16,3-3-24 0,0-2-22 16,3-7-17-16,-3-5-9 15,0-10-15 1,-2-8 12-16,0-5-19 0,-1-10-1 15,-2 0-49-15,-2-13 12 16,1-9-45-16,-2-6-9 16,0-3-58-16,-3-1 41 15,-1 4 32-15,0 6 44 16,-2 4 40-16,-1 9 4 16,1 9 66-16,0 0 5 15,0 6 42-15,2 11 9 16,-1 5-21-16,4 3-39 15,-3-2 14-15,2-2-45 16,0-1-18-16,2-6-10 16,-2-3-3-16,3-6 5 15,-1-3-20-15,2-2 4 16,0-5-25-16,-3-12 20 16,4-5-35-16,-3-1-4 15,-1 1-8-15,-1 3 29 16,-1 6 21-16,-2 3 9 15,2 7 10-15,-3 3 1 16,3 0 32-16,0 9-4 16,1 7 0-16,0 4-27 15,3 3 33-15,2 2-39 16,-1-2 11-16,4-3-22 16,-2-2 12-16,0-5-18 15,3-6-25-15,-2-7-56 16,-1 0-69-16,0-4-64 15,-1-13-291-15</inkml:trace>
  <inkml:trace contextRef="#ctx0" brushRef="#br0" timeOffset="-150437.53">12352 15047 606 0,'0'0'66'0,"0"0"21"15,0 0-52-15,0 0 28 16,-4 77 5-16,12-48 21 16,5 4 18-16,5 7-19 15,3 7 7-15,4 7 13 16,2 5-6-16,2 6-15 16,-3 3-14-16,-1-2-38 15,-4-2 22-15,-9-5-44 16,-6-8 12-16,-6-7-27 15,0-9 8-15,-16-9-1 16,-12-7-3-16,-8-11 1 16,-7-8-19-16,-6 0 9 15,-2-12-47-15,1-13 14 16,4-6-40-16,6-6 15 16,13-1-48-16,15-2-47 15,10-2-115-15,2-2-147 16</inkml:trace>
  <inkml:trace contextRef="#ctx0" brushRef="#br0" timeOffset="-149110.08">12410 15047 403 0,'0'0'87'0,"0"0"15"16,-19-14 33-16,13 10-30 16,3 1-4-16,-1 2-4 15,0 1-33-15,1 0 3 16,-2 0-32-16,0 0 10 16,0 5-36-16,1 6 10 15,1 1-25-15,2 3 18 16,1 2-9-16,0-4-2 15,0 0 1-15,0-3-4 16,11-3-10-16,5-7-50 16,7 0-6-16,0 0-106 15,3-10-106-15,2-3-306 16</inkml:trace>
  <inkml:trace contextRef="#ctx0" brushRef="#br0" timeOffset="-148886.22">12785 15012 910 0,'0'0'89'0,"0"0"90"16,38 74-83-16,-30-49-49 15,-3-6-52-15,-2-4 19 16,-3-3-74-16,0-7-92 16,-8-5-220-16</inkml:trace>
  <inkml:trace contextRef="#ctx0" brushRef="#br0" timeOffset="-148736.42">12788 14766 919 0,'0'0'-39'0,"0"0"34"15,0 0-117-15,0 0-189 16</inkml:trace>
  <inkml:trace contextRef="#ctx0" brushRef="#br0" timeOffset="-148459.41">13058 15111 986 0,'0'0'139'0,"0"0"33"15,0 0-107-15,0 0-16 16,0 0-27-16,0 0-19 16,70-98-1-16,-61 70-11 15,-1 5-8-15,-1 5-20 16,3 7 20-16,0 11-18 15,0 0 17-15,2 12-8 16,5 10 40-16,-2 6-13 16,4 2 26-16,-2-4-8 15,0-2-13-15,5-6-3 16,-2-6-39-16,-1-8-96 16,-2-4-235-16</inkml:trace>
  <inkml:trace contextRef="#ctx0" brushRef="#br0" timeOffset="-147842.22">14417 14687 705 0,'0'0'55'0,"0"0"16"15,-8-99 35-15,-7 64-46 16,1 3-25-16,-6 6-4 16,1 7 1-16,-2 9-2 15,0 10-9-15,2 6 10 16,0 20-27-16,8 12 12 16,1 10-13-16,10 4 36 15,0 5-15-15,1 1 27 16,16-1-22-16,3-3 4 15,-1-5-9-15,2-4-3 16,-5-6-7-16,-1-5-16 16,-4-9 11-16,-3-6-16 15,-5-6-3-15,-3-2-64 16,0-6-35-16,-10-2-89 16,-10-3-141-16</inkml:trace>
  <inkml:trace contextRef="#ctx0" brushRef="#br0" timeOffset="-147678.96">14117 14954 880 0,'0'0'84'0,"0"0"92"16,102-24-101-16,-57 15-60 16,6-1-13-16,-3-1-37 15,-2-1-112-15,-7 0-141 16,-9-2-443-16</inkml:trace>
  <inkml:trace contextRef="#ctx0" brushRef="#br0" timeOffset="-147485.15">14765 14631 1123 0,'0'0'17'0,"0"0"46"16,0 0-59-16,0 0-18 15,0 0-133-15,0 0-209 16</inkml:trace>
  <inkml:trace contextRef="#ctx0" brushRef="#br0" timeOffset="-147291.06">14946 14525 1120 0,'0'0'74'16,"0"0"49"-16,13 77-88 16,-9-52-26-16,2 0-8 15,1-2-36-15,2-5-79 16,-4-3-155-16,0-5-308 0</inkml:trace>
  <inkml:trace contextRef="#ctx0" brushRef="#br0" timeOffset="-146911.39">15236 14558 879 0,'0'0'148'16,"0"0"34"-16,-52 108-78 16,40-60-48-16,7 2-5 15,5 1-27-15,0-1 19 16,17-4-22-16,9-5 22 16,9-7-37-16,2-9 10 15,5-7-15-15,-3-10-13 16,-4-4-30-16,-6-4-69 0,-9 0-123 15,-11-4-260 1</inkml:trace>
  <inkml:trace contextRef="#ctx0" brushRef="#br0" timeOffset="-146449.18">14721 14639 846 0,'0'0'179'16,"0"0"35"-16,0 0-75 15,0 0-89-15,93-13-14 16,-74 12-41-16,-4-2 5 0,-4 0-82 16,1 1-162-16,-5-6-382 15</inkml:trace>
  <inkml:trace contextRef="#ctx0" brushRef="#br0" timeOffset="-145899">15596 14791 1016 0,'0'0'158'0,"0"0"15"0,88 56-83 16,-53-40-30-16,-4 0-21 16,-2-6-15-16,-4-3-15 15,-7-3-13-15,-4-1-1 16,-9-3-50-16,-3 0-10 15,-2-3-76-15,0-8-118 16,-9-5-239-16</inkml:trace>
  <inkml:trace contextRef="#ctx0" brushRef="#br0" timeOffset="-145738.85">15713 14786 862 0,'0'0'185'0,"0"0"-41"15,-35 81-59-15,23-57-64 16,1-3-17-16,2-4-7 16,-1-3-70-16,-1-5-84 15,1-5-144-15,1-4-366 16</inkml:trace>
  <inkml:trace contextRef="#ctx0" brushRef="#br0" timeOffset="-145460.09">15825 14395 942 0,'0'0'168'0,"76"96"-18"16,-33-42-51-16,-6 3-28 15,-3-1-9-15,-6 0-39 16,-8-4 19-16,-8-6-41 16,-9-4 20-16,-3-4-25 15,0-3-1-15,-16-4-33 16,-7-4-48-16,-7-4-111 16,-5-6-303-16</inkml:trace>
  <inkml:trace contextRef="#ctx0" brushRef="#br0" timeOffset="-144963">16798 14991 1014 0,'0'0'66'16,"0"0"110"-16,0 0-77 16,0 0-59-16,53 85-17 15,-53-70-19-15,0-1-7 16,-16-3-60-16,-6-6-99 16,-1-5-249-16</inkml:trace>
  <inkml:trace contextRef="#ctx0" brushRef="#br0" timeOffset="-144794.15">16792 14707 1081 0,'0'0'31'0,"0"0"3"15,0 0-27-15,0 0-63 16,0 0-63-16,0 0-171 15,33 75-236-15</inkml:trace>
  <inkml:trace contextRef="#ctx0" brushRef="#br0" timeOffset="-144524.08">17085 15064 818 0,'0'0'145'0,"0"0"-3"16,0 0-87-16,59-74 3 15,-50 42-33-15,-1-3 0 16,1 4-34-16,-5 6 23 16,1 9-23-16,-1 10 15 15,2 6-11-15,0 6-1 16,2 16 18-16,2 5-10 16,3 2 16-16,3 1-8 15,0-3 4-15,7-2-24 16,0-6 11-16,3-2-73 15,0-7-34-15,-1-3-128 16,-2-5-192-16</inkml:trace>
  <inkml:trace contextRef="#ctx0" brushRef="#br0" timeOffset="-143950.36">17488 14567 964 0,'0'0'121'0,"30"97"58"16,-11-43-58-16,-2 1-59 16,-2-3-36-16,-1-5-7 15,-8-4-23-15,-5-6 11 16,-1-6-54-16,0-6-37 16,0-8-124-16,-11-9-148 15,-2-7-340-15</inkml:trace>
  <inkml:trace contextRef="#ctx0" brushRef="#br0" timeOffset="-143604.12">17377 14889 899 0,'0'0'165'0,"0"0"-26"0,115-20-95 16,-71 16-15-16,0 4-19 15,-3 0 6-15,-8 4-24 16,-6 10 21-16,-4 1-30 16,-4-1 16-16,0-1-11 15,-3-7 8-15,3-3 4 16,1-3 0-16,0 0 4 16,-1-1-9-16,-2-11 12 15,-4-2-8-15,-4-2 34 16,-5-2-14-16,-4 0 22 15,0 0-30-15,-19 1 1 16,-2 1-16-16,-5 3 2 16,-6 5-20-16,0 7-47 15,-5 1-66-15,-1 3-153 16,-3 13-320-16</inkml:trace>
  <inkml:trace contextRef="#ctx0" brushRef="#br0" timeOffset="-142989.5">18803 14592 738 0,'0'0'95'0,"0"0"46"16,-46-79-50-16,16 55-11 15,-3 4-36-15,-4 5-2 16,1 10-23-16,-1 5 14 15,5 4-26-15,6 23 0 16,6 13 0-16,10 9-5 16,7 8 10-16,3 7-1 15,14 1 17-15,14 0-28 16,5-6 25-16,-3-7-28 16,2-7 24-16,-6-6-29 15,-10-7 18-15,-2-9-16 16,-9 0-8-16,-5-8-38 15,0-5-56-15,-9-6-94 16,-10-4-170-16</inkml:trace>
  <inkml:trace contextRef="#ctx0" brushRef="#br0" timeOffset="-142850.37">18435 14889 1002 0,'0'0'94'15,"0"0"69"-15,95-38-33 16,-50 23-114-16,4-3 6 16,2-1-32-16,-2 0-17 15,-7-3-90-15,-3 1-197 16,-9-1-522-16</inkml:trace>
  <inkml:trace contextRef="#ctx0" brushRef="#br0" timeOffset="-142659.19">19089 14368 1135 0,'0'0'38'15,"0"0"40"-15,-30 102-49 16,8-60-60-16,-2 1-75 15,-6 1-188-15,-5 0-555 16</inkml:trace>
  <inkml:trace contextRef="#ctx0" brushRef="#br0" timeOffset="-138840.15">12205 2885 154 0,'-16'0'66'0,"-1"0"26"16,2 0-52-16,-2 3 8 16,1 0 20-16,-3 0 19 15,4 1-7-15,-3-2-20 16,-1 1-11-16,0 1-10 15,-1 2-9-15,0 0-32 16,-2 2 15-16,-1 2-17 16,-1 1 11-16,-2 1-11 15,-2 2 4-15,3 1-2 16,-5 1-6-16,4 2-8 16,2 0-3-16,-1 1 12 15,3 1-21-15,2 2 19 16,2 0-21-16,0 2 24 15,2-1-16-15,2 2-35 16,-2 0 20-16,3 0 11 16,-4 3-26-16,1 2 5 15,1-3 18-15,1 2 25 16,1-2 3-16,6 1-4 16,1-1 16-16,3-2-12 15,0 3 10-15,1 2 1 16,1-3 5-16,1 0 4 15,0 0-1-15,0 0-12 16,3 0-5-16,6-3 6 16,1 1-11-16,6-2 12 15,0-2-13-15,5 4 16 16,4-5-3-16,1 3 43 16,4-3-49-16,0-1 1 0,4-1-2 15,-1 0-3 1,0 2 4-16,2-1-6 15,-2-1 9-15,5 2-10 0,0-2 11 16,0-2-14-16,1 1 13 16,3-3-20-16,1-1 21 15,-1-1-13-15,3-4-2 16,-2 3 4-16,-1-4-1 16,4-3 1-16,-1 1-16 15,1-1-7-15,1 0 11 16,0 1 14-16,0 1-15 15,0 0 22-15,1 2-15 16,-1-2 14-16,2 3-18 16,2-5 5-16,3-2-1 15,0 1 9-15,4-3 4 16,0 0-6-16,1 0 8 16,1 0-8-16,-1-2 12 15,0-3-12-15,-1-1 17 16,-1 2-6-16,2 0 9 15,-1-1-4-15,1 1 0 16,1 0-9-16,0-3-3 16,1 0 3-16,1-2-8 15,2 2 10-15,-2-2-11 16,0 1 15-16,3 0-17 16,0 1 16-16,1-1-15 15,1 0 11-15,2-3-6 16,-1 2 2-16,-2-4 1 15,1 2-3-15,-2-1 6 16,-3 1-9-16,-1 0 12 16,-5 2-15-16,-1 0 18 0,-2-1-15 15,-2 0 16-15,1 0-18 16,-7 1 12-16,1-2-6 16,-7-1 1-1,0 4 1-15,-4-3-3 0,-4 1 5 16,4 0-10-16,-8-1 10 15,4 1-19-15,-2-2 12 16,-3-3-21-16,-2 1 15 16,-1-3-5-16,-4 0 19 15,-2-1-4-15,-4 0 5 16,-1 0 10-16,-7 1 16 16,0-2-4-16,-5 0-22 15,0-1 7-15,0-1 1 16,0-2 30-16,-3-4-36 15,-4-2 4-15,-2-3-15 16,2-4 5-16,0 2-1 16,1-2 1-16,-2-2 0 15,2 3-5-15,-5 2 9 16,1-2-10-16,-4 6 15 16,-2 0-5-16,-7 4 19 15,-5-2-16-15,0 2 1 16,-4 1-16-16,-4 1 0 15,-4-2-1-15,-1 2 1 16,-3 0 5-16,-3 0-11 16,-1-1 11-16,-2 1-9 15,-4 2 9-15,-1-2-6 0,-3 4 18 16,-1 1-14-16,-7 4 18 16,-3 0 0-16,-8 5-7 15,-2-1-9-15,-5 2-11 16,-3 1 8-1,-1-1-10-15,-2 0 16 0,1 1-21 16,-4-1 1-16,1 1-7 16,-3 2 38-16,-1-1-12 15,0 2 7-15,-3 1-11 16,-2 2 4-16,-1 1 1 16,-5 0-3-16,-3 0 7 15,-2 10 7-15,0 2 19 16,0-1-34-16,-1 2 21 15,6 1-14-15,0-1 18 16,2 2-25-16,1 1 24 16,1 0-13-16,7 0-8 15,3-1 0-15,11-3-43 16,7-3-129-16,10-4-201 16</inkml:trace>
  <inkml:trace contextRef="#ctx0" brushRef="#br0" timeOffset="-137271.43">10500 16525 797 0,'0'-3'34'15,"-1"2"62"-15,-8 1 27 16,-2 0-81-16,-4 5-7 0,0 14-11 15,-3 4-6 1,1 6-6-16,-1 3 0 0,3 2 18 16,4-1-18-16,7-3 25 15,4-2-24 1,0-3 14-16,7-6-30 0,15-4 16 16,6-7-14-16,2-8 8 15,4 0 9-15,0-19-8 16,-8-8-20-16,-3-3-69 15,-9 0-91-15,-12-2-132 16,-2 1-191-16</inkml:trace>
  <inkml:trace contextRef="#ctx0" brushRef="#br0" timeOffset="-136913.5">10399 16199 893 0,'0'0'83'16,"-4"106"52"-16,4-42-8 15,15 0-59-15,5-3-6 16,2-4-38-16,3-6 9 0,-2-8-39 16,-1-8 18-16,-4-7-27 15,-6-9-19-15,-3-3-54 16,-3-10-100-16,-5-4-167 15,-1-2-342-15</inkml:trace>
  <inkml:trace contextRef="#ctx0" brushRef="#br0" timeOffset="-136588.5">10690 16268 900 0,'0'0'96'15,"75"117"72"-15,-36-55-50 16,-3-1-56-16,-3-4 19 15,-7-2-33-15,-8-6 3 16,-11-2-39-16,-7-5-8 16,-12-2-4-16,-21-1-21 15,-15-4-19-15,-11-5-62 16,-13-5-89-16,-8-11-181 16,-5-11-250-16</inkml:trace>
  <inkml:trace contextRef="#ctx0" brushRef="#br0" timeOffset="-136337.59">10009 16109 1176 0,'0'0'8'0,"-118"161"23"15,60-48 63-15,10 7-26 16,14 1-63-16,18-8 15 16,16-16-32-16,20-16 14 15,30-22-67-15,19-18-64 16,13-22-139-16,9-14-321 16</inkml:trace>
  <inkml:trace contextRef="#ctx0" brushRef="#br0" timeOffset="-135868.98">11481 16454 937 0,'0'0'44'0,"19"118"99"15,-11-55-31-15,0-8-45 16,-2-5-55-16,-2-13 3 15,2-6-26-15,-2-12 18 16,-3-8-66-16,-1-8-29 16,0-3-81-16,-10 0-91 15,-9-12-320-15</inkml:trace>
  <inkml:trace contextRef="#ctx0" brushRef="#br0" timeOffset="-134949.15">11175 16433 766 0,'0'0'10'0,"85"-60"127"16,-26 32-37-16,5 7-31 16,-1 6-28-16,-2 15 24 15,-7 0-35-15,-10 25 16 16,-9 11-31-16,-9 9 5 15,-11 6 2-15,-6-2-4 0,-3-3 5 16,-1-8-10 0,-1-9 9-16,3-8-30 0,3-9 20 15,5-10-23-15,3-2 26 16,3-2-24-16,3-16 26 16,2-5-23-16,2-3 2 15,-2 0-6-15,-4 3-10 16,-2 7-10-16,-3 5-14 15,-4 8 33-15,-3 3-11 16,2 3-7-16,-2 14 5 16,0 5 35-16,4 1-21 15,2 2 20-15,0-2-8 16,4-4 7-16,2-4-8 16,4-7-1-16,1-5 5 15,1-3-8-15,-4 0 19 16,1-14-15-16,-6-4 20 15,-2-2-28-15,-5-3 22 16,-5-2-23-16,-3-1 15 16,-4 1-8-16,0 2 2 15,-1 1 4-15,-14 5 3 16,-2 5 3-16,1 5-13 16,-3 7 13-16,3 0-22 15,3 10 18-15,8 11-29 16,2 5 27-16,3 3-18 15,0 0 6-15,1-2-2 16,13-4 7-16,0-5 4 16,3-6-10-16,-1-4 14 15,2-5-14-15,1-3 24 16,0 0-21-16,3-6 27 16,-2-6-30-16,0-1 21 0,0-1-21 15,-4 2 9-15,-4 2-5 16,1 3 1-16,-4 4 4 15,-1 3-6-15,-1 0 9 16,1 7-12-16,-3 7 23 16,1 1-9-16,-1-1 19 15,2-2-27-15,-3-4 23 16,2-3-20-16,1-3 8 16,3-2-3-16,0 0-1 15,6-4 8-15,1-8-17 16,0-2 9-16,1 0-16 15,-1 5 19-15,-1 5-21 16,-3 4 23-16,0 0-23 16,-4 4 23-16,2 11-12 15,-3 4 8-15,-2-2-1 16,0 1-4-16,-4-1 1 16,-2-2-33-16,0-6-107 15,0-5-264-15</inkml:trace>
  <inkml:trace contextRef="#ctx0" brushRef="#br0" timeOffset="-134169.01">13503 16258 794 0,'0'0'82'0,"-7"-94"62"16,-6 42-62-16,-6 2-36 15,3 5 11-15,-3 7-32 16,-1 10-3-16,4 15-27 15,1 13 31-15,1 11-32 16,7 30 9-16,4 16-14 16,3 14 12-16,5 13 0 15,15 0 1-15,7 3 1 16,2-4-9-16,3-8 16 16,-5-7-9-16,-2-6 31 15,-6-8-22-15,-12-6 21 16,-6-8-26-16,-1-5 11 15,-6-7-19-15,-15-4-3 16,-5-9-11-16,-4-7-21 16,-1-8-6-16,1 0-23 15,1-12 3-15,3-16 0 16,10-7 37-16,7-6-15 0,9-5 36 16,0-2-4-16,24 3 23 15,10 3 12-15,10 5 18 16,3 9-19-16,1 8 17 15,-2 8 6-15,-4 6-16 16,-6 6 23-16,-6 0-28 16,-7 14 20-16,-6 4-18 15,-3 5 11-15,-4 0-34 16,-3-1 18-16,-1-1-15 16,-2-4-6-16,-4-3 1 15,0-8-34-15,0-4-71 16,0-2-112-16,-5-6-132 15</inkml:trace>
  <inkml:trace contextRef="#ctx0" brushRef="#br0" timeOffset="-133768.37">13588 16039 1049 0,'0'0'132'0,"0"104"23"15,5-42-81-15,10 3 2 16,7-3-42-16,-2-2 12 16,1-7-34-16,-1-8-2 15,-1-8-6-15,-1-7-3 16,0-10-7-16,0-4-39 15,1-10-15-15,-3-6-71 16,-4 0-146-16,1-10-286 16</inkml:trace>
  <inkml:trace contextRef="#ctx0" brushRef="#br0" timeOffset="-133573.62">13949 16491 1185 0,'0'0'126'0,"0"0"-18"15,20 99-74-15,-14-74-28 16,0-5 1-16,-2-6-37 16,1-5-36-16,-5-6-115 15,0-3-183-15</inkml:trace>
  <inkml:trace contextRef="#ctx0" brushRef="#br0" timeOffset="-133428.11">13985 16190 1042 0,'0'0'-55'0,"0"0"50"0,0 0-164 16,0 0-192-16</inkml:trace>
  <inkml:trace contextRef="#ctx0" brushRef="#br0" timeOffset="-133050.64">14250 16830 1078 0,'0'0'135'0,"0"0"-13"16,0 0-46-16,0 0-51 16,0 0-2-16,0 0-11 15,-41 22-5-15,33-52-5 16,0-9-6-16,4-10-3 16,4-5-37-16,0-2 12 15,0 2-41-15,12 6 9 16,9 9 15-16,5 12 58 15,0 14-21-15,2 10 38 16,-5 3 8-16,-6 9 15 16,-7 13 6-16,-10 5 3 15,0 1 0-15,-4 0-26 16,-16 1 2-16,-8-4-40 16,0-2 12-16,-7-7-66 15,2-5-49-15,-2-7-230 16,5-4-466-16</inkml:trace>
  <inkml:trace contextRef="#ctx0" brushRef="#br0" timeOffset="-132615.95">13486 16928 1061 0,'0'0'109'0,"99"6"78"16,-26-5-50-16,13-1-33 15,11 0-56-15,4-11-29 16,-1-8-12-16,-5-3-18 16,-8-3-47-16,-19 4-85 15,-19 3-188-15,-22 8-559 16</inkml:trace>
  <inkml:trace contextRef="#ctx0" brushRef="#br0" timeOffset="-132399.83">13699 17109 1188 0,'0'0'42'0,"102"-26"114"15,-28 9-62-15,9-4-49 16,4 1-41-16,2-1 10 15,-4-2-53-15,-9 1-63 16,-14 1-288-16</inkml:trace>
  <inkml:trace contextRef="#ctx0" brushRef="#br0" timeOffset="-131794.16">15307 16268 1009 0,'0'0'101'16,"20"97"71"-16,-11-39-81 16,-3 0-41-16,-2-4-47 15,-4-6 17-15,0-9-58 16,0-9-38-16,-1-9-133 0,-13-10-227 15</inkml:trace>
  <inkml:trace contextRef="#ctx0" brushRef="#br0" timeOffset="-131194.68">15115 16326 1027 0,'0'0'59'16,"78"-51"71"-16,-26 23-85 16,4 6-51-16,-1 5 24 15,-1 11-27-15,-8 6 17 16,-7 13-15-16,-9 19 12 16,-8 10-1-16,-9 5 7 15,-3 2 15-15,-5-3-1 16,3-5 12-16,-1-8-26 15,6-9 9-15,0-12-27 16,7-8 21-16,1-4-24 16,3-14 23-16,0-11-16 15,1-4-2-15,-5 1-5 16,-4 5-10-16,-6 5-3 16,-1 10-1-16,-3 8 18 15,-2 0-17-15,-1 15 26 16,3 7-10-16,3 4 23 15,2 2-18-15,5 0 19 16,4-6-16-16,7-5 3 16,4-9 7-16,3-4 1 15,3-4 17-15,-3-6-21 16,-2-11 12-16,-4-5-23 16,-7-4 27-16,-6 0-29 0,-8 0 21 15,-6 0-25-15,-1 0 17 16,-1 2-10-16,-17 6 3 15,-2 5 0-15,1 8-3 16,-2 5 7-16,1 4-15 16,4 16 14-16,10 5-17 15,6 3 25-15,0-2-26 16,13-4-3-16,17-6-68 16,5-5-62-16,4-7-152 15,-2-2-318-15</inkml:trace>
  <inkml:trace contextRef="#ctx0" brushRef="#br0" timeOffset="-130682.35">16705 16380 829 0,'0'0'96'0,"0"0"64"15,0 0-110-15,0 0-8 16,-62 13-36-16,41 10 9 15,1 6-5-15,3 1 9 0,1 0-3 16,9-5 1-16,4-6-7 16,3-7-15-16,1-8 13 15,20-4-23-15,6-3 25 16,7-14-25-16,4-6 22 16,0-1-34-16,-5 3-1 15,-7 4-3-15,-7 6 29 16,-8 7 1-16,-6 4-3 15,-5 0 19-15,0 14 5 16,0 3 36-16,-3 2-36 16,3 1 29-16,0-2-25 15,0-4 0-15,0-4-33 16,10-5 17-16,6-5-14 16,0 0-9-16,2-2-41 15,-3-13-80-15,-2-3-156 16,-3-4-229-16</inkml:trace>
  <inkml:trace contextRef="#ctx0" brushRef="#br0" timeOffset="-130115.4">17011 16471 728 0,'0'0'189'0,"0"0"25"15,0 0-63-15,40 70-74 16,-35-58-6-16,-2-5-51 15,-2-7 7-15,1 0-32 16,-1-7 14-16,2-12-9 0,3-6-29 16,1-5-24-1,-3-1-54-15,5 4 2 0,-3 3-31 16,0 7 29-16,-1 8 50 16,1 9 66-16,-3 0-22 15,-2 12 46-15,2 7 44 16,2 4 12-16,1 0-27 15,-1-1-12-15,4-6-1 16,1-3-27-16,3-7-8 16,0-6-21-16,0 0 18 15,3-7-23-15,-2-12 9 16,2-2-62-16,-1-2 9 16,-4 3 6-16,-1 0 8 15,-2 5 18-15,-3 4 18 16,1 5 9-16,-3 4-8 15,1 2 20-15,4 0 8 16,2 0 37-16,3 9-19 16,1 4 19-16,6 0-24 15,5 3 20-15,-1 2-6 16,0 0 8-16,-1-2 0 16,-6 3-9-16,-4-4 0 15,-10 2-19-15,-3-3 21 16,0-2-19-16,-19 1 16 15,-10-5-42-15,-3-4 16 16,-5-4-32-16,-2 0 6 16,1 0-56-16,5-12-49 15,1-1-53-15,6-2-255 16</inkml:trace>
  <inkml:trace contextRef="#ctx0" brushRef="#br0" timeOffset="-128810.36">17797 16365 805 0,'0'0'139'0,"0"0"13"16,-26 82-54-16,23-54-45 16,3-1-29-16,0-7 1 15,13-7-24-15,7-7 34 16,9-6-31-16,0 0 17 15,1-10-27-15,0-10 17 16,-2-2-13-16,-9-1 4 16,-3 1-1-16,-8 4-5 0,-6 1 6 15,-2 8-13-15,0 2 19 16,0 4-19-16,0 3 24 16,-2 0-22-16,2 0 20 15,0 10-25-15,0 2 20 16,12 1-9-16,4-1 2 15,7-2 5-15,-3-3-2 16,5-2 8-16,-2-5-15 16,-2 0 24-16,-3 0-19 15,0 0 27-15,-1-11-26 16,-2-4 23-16,0 1-24 16,-4-6 9-16,-1 2-8 15,-2 0-1-15,-5-1 2 16,-3 3-7-16,0-3 4 15,0 4-24-15,0 0 18 16,0 4-29-16,-3 1 34 16,1 5-13-16,-1 3 26 15,3 2-19-15,0 0 10 16,0 0-2-16,0 0-3 16,0 3 5-16,0 4-7 15,5 0 15-15,6-2-16 16,-1-1 20-16,6-2-16 15,0-1 29-15,0-1-29 16,0 0 19-16,-1 0-21 16,-3 0 9-16,-2-3 2 15,0-2-3-15,-1-1 3 16,-2-4-4-16,2-1 12 16,1-3-22-16,-1-1 20 15,0-4-23-15,-1-1 25 16,-5-1-28-16,0-1 24 0,-3 0-16 15,0 2 5 1,0 5 2-16,-6 3-4 0,-8 9 6 16,-1 3-14-16,-4 7 8 15,1 16-14-15,-1 6 26 16,2 8-26-16,6-1 15 16,7 1-27-16,4-2 26 15,0-4-11-15,4-6 7 16,16-4-1-16,5-3 1 15,6-4 7-15,6-4-9 16,-1 0 18-16,0-2-19 16,-4 0 25-16,-3 0-24 15,-9 0 26-15,-7 0-26 16,-6 1 29-16,-4 1-11 16,-3-5 2-16,0 0 4 15,-7-2-11-15,-6-3 2 16,-3 0-12-16,5-4 19 15,-2-12-25-15,5-5 27 16,4-3-29-16,4-3 27 16,0-1-28-16,6 0 18 15,14 3-6-15,3 1 1 16,2 1 2-16,4 5-6 16,1 0 12-16,-1 1-25 15,-3 2-29-15,-5 2-129 16,-5-2-220-16</inkml:trace>
  <inkml:trace contextRef="#ctx0" brushRef="#br0" timeOffset="-128130.14">19010 16344 806 0,'0'0'151'0,"0"0"9"15,4 86-78-15,5-54-21 16,4-4-8-16,7-6-14 16,1-5-15-16,4-9 3 15,4-7-26-15,2-1 14 16,-1-8-24-16,-3-11 22 15,-1-6-32-15,-4-1 18 16,-9 3-27-16,-4 1 17 16,-8 7-13-16,-1 4 14 0,0 6 12 15,0 5-8 1,-4 0 12-16,-4 19-12 0,3 8 30 16,2 10-13-1,3 7 33-15,0 6-7 16,0 4 32-16,0 0-36 0,4-1 14 15,0-3-3-15,-1-1-5 16,0-6-1-16,-3-4-8 16,0-4-11-16,0-4-17 15,-10-4 27-15,-7-4-32 16,-2-4 28-16,-8-8-34 16,-5-4 28-16,-4-5-27 15,-5-2 11-15,-1 0-16 16,0-6-16-16,1-8-12 15,6-3-30-15,8-7-12 16,5-4-61-16,10-9-127 16,8-5-239-16</inkml:trace>
  <inkml:trace contextRef="#ctx0" brushRef="#br0" timeOffset="-127776.53">19369 16317 839 0,'0'0'138'16,"0"0"13"-16,0 0-72 16,0 0-46-16,38 85 7 15,-22-71-28-15,1-4 13 16,3-3-28-16,2-5 20 15,0-2-26-15,-2 0 21 16,-4 0-9-16,-2-10 8 16,-5-4 2-16,-4-2-8 0,-5-2 5 15,0 2-3-15,-9 0 22 16,-10 5-23-16,-3 2 14 16,-4 5-30-16,2 4 21 15,-4 0-47-15,-2 3-16 16,-2 12-92-16,0 1-167 15,2 0-357-15</inkml:trace>
  <inkml:trace contextRef="#ctx0" brushRef="#br0" timeOffset="-127229.88">19950 16222 870 0,'0'0'63'0,"0"0"159"16,3 79-100-16,3-49-40 0,3-4-47 15,3-4-12-15,4-8-15 16,4-5-2-16,2-8 2 16,-1-1-14-16,-1 0 12 15,-3-11-23-15,-3-2 18 16,-2-4-36-16,-4 2 22 16,0 0-30-16,-4 3 29 15,-1 1 7-15,0 7 7 16,1 1 7-16,3 3 10 15,2 0 10-15,1 0-4 16,3 10 8-16,2 2-40 16,2 0 22-16,0 2-57 15,2-2-44-15,0-1-184 16,4-5-286-16</inkml:trace>
  <inkml:trace contextRef="#ctx0" brushRef="#br0" timeOffset="-126428.83">21038 16059 713 0,'0'0'37'0,"0"0"110"16,0 0-82-16,-100-57-44 15,59 57-16-15,3 16-4 16,4 17-8-16,11 9 11 16,15 12-13-16,8 2 17 15,15 7-16-15,23-5 37 16,10 1-3-16,5-7 23 16,-1-2 13-16,-7-6 2 15,-8-7 19-15,-16-4-11 16,-15-4-10-16,-6-8-21 15,-8-3 5-15,-21-6-33 16,-7-10 18-16,-3-2-31 16,-3-1 19-16,3-20-30 15,6-9 20-15,7-6-23 16,14-10 3-16,11-3-3 16,1-2-9-16,20-1 9 15,18 4-16-15,5 4 16 16,6 9-21-16,-1 8 26 15,-2 8-15-15,-5 9 32 16,-8 7-22-16,-9 3 11 16,-4 3-32-16,-8 10 25 15,-5-1 6-15,2 2-1 0,-2-4 11 16,3-1-15 0,1-2 19-16,4-4-20 15,3-2 30-15,2-1-26 0,1 0 29 16,2-4-21-16,-2-7 12 15,-4-2 8-15,-4-2 1 16,-7 2 7-16,-6-3-8 16,0 0 0-16,-6 0-29 15,-13 1 22-15,-5 1-27 16,-5 1 21-16,-4 5-45 16,-4 3 1-16,0 5-60 15,0 0-63-15,2 0-131 16,6 3-280-16</inkml:trace>
  <inkml:trace contextRef="#ctx0" brushRef="#br0" timeOffset="-126198.74">21469 15894 1000 0,'0'0'165'0,"29"142"24"16,-12-69-76-16,-2-3-68 15,1-8-19-15,-6-10-17 16,-3-10-14-16,-2-12-32 16,-4-14-89-16,-1-9-138 15,0-7-280-15</inkml:trace>
  <inkml:trace contextRef="#ctx0" brushRef="#br0" timeOffset="-126038.7">21293 15945 1113 0,'0'0'70'15,"0"0"17"-15,127-8-70 16,-76 5-62-16,-1 2-161 15,-5 1-338-15</inkml:trace>
  <inkml:trace contextRef="#ctx0" brushRef="#br0" timeOffset="-125718.52">21924 16341 1058 0,'0'0'129'16,"0"0"41"-16,6 96-113 16,-6-75-23-16,0-7-22 15,0-7-37-15,-6-7-68 16,-4 0-133-16,0-16-339 0</inkml:trace>
  <inkml:trace contextRef="#ctx0" brushRef="#br0" timeOffset="-125569.34">21944 16016 1187 0,'0'0'103'0,"0"0"-23"16,0 0-102-16,0 0-19 16,0 0-97-16,0 0-197 15,2 65-395-15</inkml:trace>
  <inkml:trace contextRef="#ctx0" brushRef="#br0" timeOffset="-125309.42">22135 16347 1064 0,'0'0'195'0,"0"0"-52"16,0 0-73-16,0 0-18 15,0 0-11-15,0 0-17 16,72-61-29-16,-53 37 18 15,-1 5-31-15,-1 10 20 16,-3 9-28-16,2 0 21 16,-4 22-18-16,-1 6 18 15,-1 7 0-15,1-1 3 16,4-3 5-16,4-4-8 16,9-7-26-16,9-8-46 15,11-12-194-15,5 0-79 16</inkml:trace>
  <inkml:trace contextRef="#ctx0" brushRef="#br0" timeOffset="-124738.82">23243 15843 896 0,'0'0'125'0,"0"0"82"15,-97 108-72-15,63-51-43 16,10 1-43-16,4 2 7 16,14-1-28-16,6-6 13 15,11-5-43-15,20-8 21 16,12-7-27-16,5-9 15 15,7-8-23-15,0-8-29 16,-4-8-44-16,-7 0-94 16,-8-3-198-16,-13-12-480 15</inkml:trace>
  <inkml:trace contextRef="#ctx0" brushRef="#br0" timeOffset="-124460">23569 16134 1055 0,'0'0'34'0,"0"0"101"15,0 0-10-15,-91 52-87 16,75-29-7-16,5 1-27 15,10 0 17-15,1-1-29 16,11-1 23-16,16-4-27 16,8-6 21-16,9-6-19 15,4-6-1-15,3 0-21 16,0-18-57-16,-9-9-125 16,-7-6-236-16</inkml:trace>
  <inkml:trace contextRef="#ctx0" brushRef="#br0" timeOffset="-124190.8">23839 15843 1060 0,'0'0'192'0,"96"136"-58"15,-56-67-31-15,-12-1-21 16,-13 1-10-16,-15-7-34 16,0-1 18-16,-26-10-48 15,-13-3 19-15,-10-10-38 16,-7-6 12-16,0-6-72 16,-4-7-39-16,1-8-86 15,-1-7-321-15</inkml:trace>
  <inkml:trace contextRef="#ctx0" brushRef="#br0" timeOffset="-118492.89">6764 11528 672 0,'0'0'14'0,"0"0"43"0,0 0-2 15,48-7-26-15,-26 1-13 16,6 0-7-16,3-4-8 16,2 1 5-16,3-1-12 15,3 2 16-15,3 1-15 16,0 0 17-16,4 0-20 16,-1 3 18-16,2 0-17 15,1 1 10-15,3 2-7 16,-2 1-9-16,3 0 10 15,3 0 0-15,1 0 7 16,1 0-10-16,3 0 11 16,5 0-14-16,3-8 18 15,4-3-24-15,6-1 21 16,-1-1-33-16,0 0-11 16,2-1-10-16,-2 5 19 15,-1 1 17-15,-1 5 4 16,-4 1 15-16,-1 2-14 15,1 0 17-15,3 2-15 16,1 2 14-16,3 0-16 16,3-2 14-16,4-2-12 15,3 0 4-15,0 0-11 16,3-9-7-16,-1 1 7 16,-1 0 5-16,1 2 13 15,-5 2-13-15,-3 2 16 0,-1 0-17 16,-4 1 18-16,2 0-17 15,-5-3 12 1,2-1-8-16,1 0 3 0,2-1-6 16,-2 1-7-16,4-2-10 15,-3 0-17-15,1 2 31 16,-2-3-12-16,-1 4 6 16,-1-3-10-16,2 4 10 15,-2-2-8-15,0 5 26 16,-3 0-2-16,-1 0 5 15,1 0-1-15,-2 3-5 16,-1 2 3-16,3 2-8 16,-1-3 10-16,1-4-10 15,3 3 12-15,5-3-12 16,0 0 11-16,4 0-10 16,0 0 14-16,1 3-1 15,0-1 1-15,0 1-3 16,1-1-1-16,2 0 7 15,4-2-10-15,5 0 6 16,4 0-14-16,3 0 14 16,3-7-15-16,3-1 15 15,1 1-15-15,0-1 10 16,2 1-4-16,1-1 0 16,0 1 2-16,0 0-1 15,0 0 16-15,1 0-10 16,-1 1 7-16,-2-1-18 0,0 0 24 15,-3 2-20-15,-5 1 9 16,0-1-12 0,-9 0-23-16,-5-4-146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5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2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8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72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7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5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2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4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7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9033BC0-9892-4A5D-9694-19B4670EC8F9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221DFB1-F52C-4987-842B-0C41E45411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1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E42E8-D720-4440-A05C-245D8E1EC4E5}"/>
              </a:ext>
            </a:extLst>
          </p:cNvPr>
          <p:cNvSpPr txBox="1"/>
          <p:nvPr/>
        </p:nvSpPr>
        <p:spPr>
          <a:xfrm>
            <a:off x="1252603" y="1891430"/>
            <a:ext cx="6501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Hello to our MATH 181 Class-Zoom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B53EA-6587-44BD-A45E-9EF9C07D770A}"/>
              </a:ext>
            </a:extLst>
          </p:cNvPr>
          <p:cNvSpPr txBox="1"/>
          <p:nvPr/>
        </p:nvSpPr>
        <p:spPr>
          <a:xfrm>
            <a:off x="1252603" y="2395141"/>
            <a:ext cx="65010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cover </a:t>
            </a:r>
            <a:r>
              <a:rPr lang="en-US" b="1" dirty="0">
                <a:highlight>
                  <a:srgbClr val="FFFF00"/>
                </a:highlight>
              </a:rPr>
              <a:t>Lessons 3.7 &amp; 3.8</a:t>
            </a:r>
            <a:r>
              <a:rPr lang="en-US" b="1" dirty="0"/>
              <a:t> </a:t>
            </a:r>
            <a:r>
              <a:rPr lang="en-US" dirty="0"/>
              <a:t>today </a:t>
            </a:r>
            <a:r>
              <a:rPr lang="en-US" b="1" dirty="0"/>
              <a:t>October 25, </a:t>
            </a:r>
            <a:r>
              <a:rPr lang="en-US" dirty="0"/>
              <a:t>which will bring us up to date in time for Quiz 4. (Note: Lesson 3.8 is very short.)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Quiz 3</a:t>
            </a:r>
            <a:r>
              <a:rPr lang="en-US" dirty="0">
                <a:highlight>
                  <a:srgbClr val="FFFF00"/>
                </a:highlight>
              </a:rPr>
              <a:t> (due Oct 29)</a:t>
            </a:r>
            <a:r>
              <a:rPr lang="en-US" dirty="0"/>
              <a:t> covers </a:t>
            </a:r>
            <a:r>
              <a:rPr lang="en-US" b="1" dirty="0"/>
              <a:t>Lessons 3.1-3.5 </a:t>
            </a:r>
            <a:r>
              <a:rPr lang="en-US" dirty="0"/>
              <a:t>which we have already gone over.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Quiz 4</a:t>
            </a:r>
            <a:r>
              <a:rPr lang="en-US" dirty="0">
                <a:highlight>
                  <a:srgbClr val="FFFF00"/>
                </a:highlight>
              </a:rPr>
              <a:t> (due Nov 12)</a:t>
            </a:r>
            <a:r>
              <a:rPr lang="en-US" dirty="0"/>
              <a:t> covers </a:t>
            </a:r>
            <a:r>
              <a:rPr lang="en-US" b="1" dirty="0">
                <a:highlight>
                  <a:srgbClr val="FFFF00"/>
                </a:highlight>
              </a:rPr>
              <a:t>Lessons 3.6-3.9 </a:t>
            </a:r>
            <a:r>
              <a:rPr lang="en-US" dirty="0"/>
              <a:t>so we have plenty of time to cover those sections prior to the Quiz 4 due date.</a:t>
            </a:r>
          </a:p>
          <a:p>
            <a:endParaRPr lang="en-US" dirty="0"/>
          </a:p>
          <a:p>
            <a:r>
              <a:rPr lang="en-US" dirty="0"/>
              <a:t>Thank you for your patience &amp; support. </a:t>
            </a:r>
          </a:p>
          <a:p>
            <a:endParaRPr lang="en-US" dirty="0"/>
          </a:p>
          <a:p>
            <a:r>
              <a:rPr lang="en-US" dirty="0"/>
              <a:t>All my best ~Dr. Beyers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BA514C77-977A-4344-ABA1-A40323B4C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9248" y="1896519"/>
            <a:ext cx="2476500" cy="1847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7FFB6-A267-455C-B761-8416DA5C0669}"/>
              </a:ext>
            </a:extLst>
          </p:cNvPr>
          <p:cNvSpPr txBox="1"/>
          <p:nvPr/>
        </p:nvSpPr>
        <p:spPr>
          <a:xfrm>
            <a:off x="457199" y="325219"/>
            <a:ext cx="1078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Lesson 3.7</a:t>
            </a:r>
          </a:p>
        </p:txBody>
      </p:sp>
    </p:spTree>
    <p:extLst>
      <p:ext uri="{BB962C8B-B14F-4D97-AF65-F5344CB8AC3E}">
        <p14:creationId xmlns:p14="http://schemas.microsoft.com/office/powerpoint/2010/main" val="185611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262B6B-B75C-4708-8D99-EB2997300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52462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217D800-A74E-4300-B750-D0A6106C82A5}"/>
                  </a:ext>
                </a:extLst>
              </p14:cNvPr>
              <p14:cNvContentPartPr/>
              <p14:nvPr/>
            </p14:nvContentPartPr>
            <p14:xfrm>
              <a:off x="711720" y="289440"/>
              <a:ext cx="10319040" cy="6116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217D800-A74E-4300-B750-D0A6106C82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360" y="280080"/>
                <a:ext cx="10337760" cy="613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561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A316D6-912E-4CAA-892E-A8D876F0D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30762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863AE5-16FD-4ECE-8B2B-FFA835D3DE7F}"/>
                  </a:ext>
                </a:extLst>
              </p14:cNvPr>
              <p14:cNvContentPartPr/>
              <p14:nvPr/>
            </p14:nvContentPartPr>
            <p14:xfrm>
              <a:off x="59760" y="2160"/>
              <a:ext cx="12133440" cy="669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863AE5-16FD-4ECE-8B2B-FFA835D3DE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400" y="-7200"/>
                <a:ext cx="12152160" cy="671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327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D29F0C-76BD-4449-A5CC-D23646660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343191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0B5D29-B237-48FC-9C32-E1265B3B4106}"/>
                  </a:ext>
                </a:extLst>
              </p14:cNvPr>
              <p14:cNvContentPartPr/>
              <p14:nvPr/>
            </p14:nvContentPartPr>
            <p14:xfrm>
              <a:off x="65880" y="128880"/>
              <a:ext cx="12059280" cy="579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0B5D29-B237-48FC-9C32-E1265B3B41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520" y="119520"/>
                <a:ext cx="12078000" cy="581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0812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FF6B8C-35A8-417C-90D7-71B163B14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7290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4ADE512-630B-4367-BBB6-FEA686EA8FE8}"/>
                  </a:ext>
                </a:extLst>
              </p14:cNvPr>
              <p14:cNvContentPartPr/>
              <p14:nvPr/>
            </p14:nvContentPartPr>
            <p14:xfrm>
              <a:off x="573840" y="1756800"/>
              <a:ext cx="10110240" cy="190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4ADE512-630B-4367-BBB6-FEA686EA8F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480" y="1747440"/>
                <a:ext cx="10128960" cy="192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672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7BF30D-B03A-49AA-A797-D4EA138C0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38900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5295D0-998C-4BB2-B8B1-168924B15A5B}"/>
                  </a:ext>
                </a:extLst>
              </p14:cNvPr>
              <p14:cNvContentPartPr/>
              <p14:nvPr/>
            </p14:nvContentPartPr>
            <p14:xfrm>
              <a:off x="2745360" y="1074600"/>
              <a:ext cx="9374400" cy="3264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5295D0-998C-4BB2-B8B1-168924B15A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6000" y="1065240"/>
                <a:ext cx="9393120" cy="32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9047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770B0A-97A3-48D8-A062-A2F552884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37944" cy="686154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04A4C4B-42D7-4FBF-9BE3-F6A48F329F2A}"/>
                  </a:ext>
                </a:extLst>
              </p14:cNvPr>
              <p14:cNvContentPartPr/>
              <p14:nvPr/>
            </p14:nvContentPartPr>
            <p14:xfrm>
              <a:off x="129240" y="62280"/>
              <a:ext cx="11621520" cy="669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04A4C4B-42D7-4FBF-9BE3-F6A48F329F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80" y="52920"/>
                <a:ext cx="11640240" cy="671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248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F5DDB-7231-448C-A89E-A07A46B84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87877" cy="2419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9E47DC-63AC-4A8F-87C3-1E520CC1E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19109"/>
            <a:ext cx="12187877" cy="37430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C89E21-543B-4860-9509-C202004CF220}"/>
                  </a:ext>
                </a:extLst>
              </p14:cNvPr>
              <p14:cNvContentPartPr/>
              <p14:nvPr/>
            </p14:nvContentPartPr>
            <p14:xfrm>
              <a:off x="1633320" y="122760"/>
              <a:ext cx="10334520" cy="6011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C89E21-543B-4860-9509-C202004CF2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3960" y="113400"/>
                <a:ext cx="10353240" cy="603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524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2DAA5-366D-45A8-A4D0-536A6F36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6377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707B85-3478-48BD-9CA6-9E57BB860FA8}"/>
                  </a:ext>
                </a:extLst>
              </p14:cNvPr>
              <p14:cNvContentPartPr/>
              <p14:nvPr/>
            </p14:nvContentPartPr>
            <p14:xfrm>
              <a:off x="225000" y="442800"/>
              <a:ext cx="11366280" cy="600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707B85-3478-48BD-9CA6-9E57BB860F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640" y="433440"/>
                <a:ext cx="11385000" cy="602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959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0A5E2-C5B1-454E-BAE1-05209139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34307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78A881-E324-4D57-A512-3A264896E630}"/>
                  </a:ext>
                </a:extLst>
              </p14:cNvPr>
              <p14:cNvContentPartPr/>
              <p14:nvPr/>
            </p14:nvContentPartPr>
            <p14:xfrm>
              <a:off x="5553000" y="1617480"/>
              <a:ext cx="5799600" cy="258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78A881-E324-4D57-A512-3A264896E6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3640" y="1608120"/>
                <a:ext cx="5818320" cy="260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97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E165C5-32F4-4CC5-B1E7-35C51DADD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227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6C880B-90EC-4A1C-A8CC-D4CB89D1CDD8}"/>
                  </a:ext>
                </a:extLst>
              </p14:cNvPr>
              <p14:cNvContentPartPr/>
              <p14:nvPr/>
            </p14:nvContentPartPr>
            <p14:xfrm>
              <a:off x="3854880" y="1551960"/>
              <a:ext cx="6825960" cy="306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6C880B-90EC-4A1C-A8CC-D4CB89D1CD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5520" y="1542600"/>
                <a:ext cx="6844680" cy="308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3589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85349B-6DD3-41C7-A813-E6781000195B}"/>
              </a:ext>
            </a:extLst>
          </p:cNvPr>
          <p:cNvSpPr txBox="1"/>
          <p:nvPr/>
        </p:nvSpPr>
        <p:spPr>
          <a:xfrm>
            <a:off x="5668639" y="297712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Q&amp;A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4DF41B-6488-4197-8245-0E3B7684C565}"/>
                  </a:ext>
                </a:extLst>
              </p14:cNvPr>
              <p14:cNvContentPartPr/>
              <p14:nvPr/>
            </p14:nvContentPartPr>
            <p14:xfrm>
              <a:off x="272160" y="125640"/>
              <a:ext cx="11676240" cy="6033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4DF41B-6488-4197-8245-0E3B7684C5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800" y="116280"/>
                <a:ext cx="11694960" cy="605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2433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91FBF5-3D82-40E9-A873-E4F60446F462}"/>
              </a:ext>
            </a:extLst>
          </p:cNvPr>
          <p:cNvSpPr txBox="1"/>
          <p:nvPr/>
        </p:nvSpPr>
        <p:spPr>
          <a:xfrm>
            <a:off x="318977" y="2893430"/>
            <a:ext cx="10781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34097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34383</TotalTime>
  <Words>107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Beyers</dc:creator>
  <cp:lastModifiedBy>John Beyers</cp:lastModifiedBy>
  <cp:revision>50</cp:revision>
  <dcterms:created xsi:type="dcterms:W3CDTF">2020-04-10T13:44:12Z</dcterms:created>
  <dcterms:modified xsi:type="dcterms:W3CDTF">2021-10-25T17:43:45Z</dcterms:modified>
</cp:coreProperties>
</file>
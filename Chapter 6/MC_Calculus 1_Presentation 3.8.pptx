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60" r:id="rId5"/>
    <p:sldId id="271" r:id="rId6"/>
    <p:sldId id="283" r:id="rId7"/>
    <p:sldId id="28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5T17:14:39.33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10090 2633 537 0,'0'0'106'0,"0"0"-11"0,0-2 5 16,0 2-30-16,0-1 4 15,0 1 9-15,0 0-25 16,0 0 1-16,0 0-7 16,0 0 6-16,0 1-28 15,0 17 7-15,-11 8-21 16,-4 11 20-16,-5 12-14 15,-4 9 6-15,-1 7-11 16,-1 4 3-16,1 2 1 16,5-3-3-16,7-1 9 15,6-9-18-15,5-2 17 16,2-10-23-16,0-5 22 16,14-6-27-16,3-7 22 15,-1-8-25-15,1-4 13 16,-4-5-7-16,-3-3-3 15,-1-4-15-15,-5-2-25 16,-1-1-16-16,-3-1-43 16,0 0-61-16,0 0-161 15,0 0-257-15</inkml:trace>
  <inkml:trace contextRef="#ctx0" brushRef="#br0" timeOffset="1059.74">10259 2907 530 0,'0'0'159'0,"0"0"-13"16,0 0-33-16,0 0-32 15,0 31 0-15,0-7-12 16,0 3-5-16,0 5 0 16,0 3-24-16,0 0 4 15,2 1-32-15,2-3 24 16,3 1-27-16,0-5 13 15,-1 0-17-15,2-4-3 16,-1-6 2-16,0-5-6 16,0-4 5-16,-1-3-9 15,0-4 16-15,2-3-19 16,0 0 17-16,-1-6-18 16,3-10 24-16,0-7-30 15,2-5 17-15,-2-2-27 16,3-3 0-16,-3 1 0 15,0 0 6-15,-2 5 3 16,-2 4-3-16,0 4 20 16,-3 5-11-16,-3 5 25 15,2 2-22-15,-2 4 27 16,0 3-10-16,0 0 20 16,0 0-17-16,0 0-2 15,0 7-2-15,0 10-16 16,0 2 16-16,0 7-9 15,0 4 24-15,0-1-22 16,8 2 22-16,-1-1-21 16,4-1 19-16,-1-1-23 15,0-4 12-15,-2-3-10 16,1-6-3-16,0-2-1 16,-5-4-39-16,2-5-24 0,-2-4-68 15,-4 0-99-15,0 0-185 16</inkml:trace>
  <inkml:trace contextRef="#ctx0" brushRef="#br0" timeOffset="2261.6">10711 3140 837 0,'0'0'94'0,"0"0"43"15,0 0-90-15,0 0-54 16,0 0 21-16,-57 26-22 16,41-14 18-16,6 1-15 15,2-2 5-15,4-2 1 16,4-1-6-16,0 2 2 15,6-2-5-15,10 1 17 16,4 0-9-16,0 1 29 16,1-1 3-16,-4-1 36 15,-4 2-16-15,-3-2-1 16,-4 2-35-16,-5-4 9 16,-1 2 0-16,0 1-4 15,0-3-6-15,-7 2-19 16,-6-2 17-16,4 1-23 15,0-2 24-15,1 1-27 16,2-4 21-16,3 0-31 0,3-1 17 16,0-1-10-16,0 0-2 15,3 0 0-15,11-4 5 16,7-7 21-16,3-3-17 16,4-2 18-16,-1 1-23 15,0-1 28-15,-1 0-26 16,-5 1 23-16,-1 1-19 15,-7 0 11-15,-3 3-1 16,-3 0-3-16,-4 2 5 16,-3 2-4-16,0 2 17 15,0 1-8-15,0 1 19 16,0 3-25-16,-10 0 25 16,0 0-36-16,-2 11 17 15,2 1-19-15,-1 5 11 16,4 1 1-16,2-1-7 15,5-2 7-15,0 0-10 16,0-1 0-16,8-4-35 16,9 1 13-16,3-4-25 15,6-2 5-15,3-5-48 16,3 0-25-16,1 0-50 16,0 0 37-16,-1-6-53 15,-3-4 86-15,-2 2 64 16,-4-3 26-16,-8 0 22 15,2-1 6-15,-7 1 34 16,0-1 11-16,-5-1 38 16,-3 1-9-16,0 2-2 15,-2 0-5-15,0 3-7 0,0 0 15 16,-6 2-30-16,-4 3-19 16,-4 2-22-16,-4 0-9 15,-1 0-21-15,-2 11 18 16,-2 3-18-16,1 6 18 15,3-1-16-15,5 2 12 16,2-4-10-16,8 1-2 16,4-3 6-16,0-1-2 15,3-3 9-15,10-4-11 16,4-5 19-16,6-2-3 16,3 0 32-16,3-16-2 15,4-8 27-15,-1-5-49 16,0-7-4-16,-5-3-10 15,-3-8-2-15,-6-2 1 16,-9-5-6-16,-6-3 5 16,-3 0-30-16,0 6 12 15,-4 7-7-15,-7 11 36 16,1 10-20-16,0 15 20 16,1 8 4-16,2 11 2 15,1 22-25-15,-1 10 5 16,6 10 6-16,1 9 3 15,0 0 18-15,13-1-23 16,11-6 12-16,5-6-23 16,9-7 17-16,-1-9-81 15,0-8-132-15,-6-5-334 16</inkml:trace>
  <inkml:trace contextRef="#ctx0" brushRef="#br0" timeOffset="4224.06">11930 3237 778 0,'0'0'71'0,"0"0"25"15,2 19 21-15,-2 0-49 16,0 2-3-16,0 0-40 16,0-1 1-16,0-4-22 15,0-3 13-15,0-3-25 16,8-3 25-16,3-6-25 15,0-1 19-15,2 0-13 16,2-4 7-16,-1-5-1 16,-2-2-5-16,0-2-1 15,-4 4-23-15,-4 2 22 16,0 3-19-16,-4 1 29 16,0 3-17-16,0 0 13 15,0 0-32-15,0 1 16 16,3 8 6-16,0 0 4 15,6 1 5-15,2-2-5 16,1 0 15-16,7-2 5 16,-2-3 25-16,3-2-23 15,-1-1 14-15,-3 0-21 16,3 0 21-16,-5-10-19 16,-1 1 14-16,-1-5-9 15,-5 1 0-15,0-3-7 16,-6 3-8-16,-1 0 7 15,0 1-16-15,0 3 12 16,0 1-30-16,0 3 14 16,0 3-35-16,-1 0 29 15,1-1-31-15,0 2-3 16,0-2 7-16,3-4 22 16,7 1 19-16,3-4-3 15,4 0 13-15,-1-5-15 0,3-1 26 16,0-4-13-16,-2-2 25 15,-1-2-21 1,-3-5 14-16,-3-2-17 0,-7-4-3 16,-3-2-1-16,0-5-4 15,-10 2-2-15,-6 0-25 16,-3 5 9-16,-1 3-9 16,-2 9 9-16,4 11-18 15,2 8 18-15,1 4-22 16,1 10 33-16,1 19-3 15,7 10 7-15,3 11 5 16,3 7 9-16,0 2 43 16,8 1-10-16,9-1 13 15,0-4-13-15,-1-6 24 16,-1-6-31-16,-1-8 8 16,-4-6-33-16,0-7 14 15,-4-9-9-15,0-3-2 16,-2-6-5-16,3-4-9 15,3 0 7-15,0-8-5 16,2-11 13-16,2-6-32 16,2-2 9-16,-3 2-38 15,-3 2 20-15,-1 5-26 16,-2 7 13-16,-4 5 2 16,1 3 24-16,-1 3 6 15,0 0-19-15,2 7 18 16,1 5-4-16,3 4 20 15,0 1-20-15,1-1 24 16,2 2-23-16,-1-2 21 16,1-2-19-16,2-1 10 0,-2-4-2 15,2-4-1-15,2-2 6 16,0-3-1-16,2 0 20 16,0-4-20-16,1-9 14 15,-2-2-22-15,1 1 26 16,-4-4-30-16,-1 1 22 15,-6 3-22-15,-1-2 12 16,-4 1-1-16,-2 2-1 16,0 2 2-16,0 3-9 15,-8 1 7-15,-2 4-31 16,2 3 21-16,-3 0-30 16,3 6 20-16,-2 10-14 15,2 3 28-15,4 0-2 16,1 3 3-16,3-1 5 15,0-2 3-15,0-2 11 16,10-1-6-16,5-3 18 16,-1-4-8-16,3-2 16 15,1-3-16-15,-1-2 7 16,-1-2-33-16,1 0 26 16,-5 0-16-16,2-9 0 15,-2-1-1-15,-3 0-6 16,-1 2 1-16,-2 1-20 15,-2 2 11-15,-1 2-19 16,-3 1 29-16,2 2-15 16,1 0 22-16,-2 0-19 15,2 0 20-15,0 6 0 16,-1 2 5-16,1-1 2 16,0-3-5-16,0 0 10 0,-1-1-19 15,2-3 15-15,2 0-24 16,3 0 23-16,4-7-18 15,1-3 19-15,3-3-30 16,0 0 6-16,-3 4-14 16,-3 2 7-16,-3 4 13 15,-1 3-4-15,-1 0 10 16,-4 0-14-16,3 10 28 16,1 3-18-16,-2 3 28 15,4 0-34-15,-2-1 22 16,2-1-25-16,0-4 12 15,-2-1-20-15,0-5-66 16,-5-2-208-16,-1-2-377 16</inkml:trace>
  <inkml:trace contextRef="#ctx0" brushRef="#br0" timeOffset="5281.96">13304 3274 875 0,'0'0'128'15,"4"34"-44"-15,1-17-45 16,0 0-38-16,2-3 19 16,-1-4-24-16,3-1 22 15,0-5-20-15,1-3 6 16,-3-1-16-16,2 0-9 15,0-1 7-15,-1-10 0 16,-2 0-5-16,-1 1-22 16,0 0 32-16,-2 3-6 15,-1 1 22-15,-2 3-17 16,2 3 17-16,-2 0-13 16,0 0-5-16,0 0-20 15,3 10 27-15,0 2 11 16,2 1-8-16,3-1 8 15,3 0-11-15,-1-4 16 16,2-1 5-16,2-3 26 16,-2-4-18-16,2 0 17 15,-2 0-8-15,-2-4 0 16,3-6-6-16,-3-3-14 16,-3-2 1-16,-1-1-15 15,0-2 9-15,-5 0-19 0,-1 1 13 16,0 3-38-16,0 2 22 15,0 5-9-15,0 2 19 16,-1 4-19-16,-1 1 18 16,2 0 3-16,0 0-13 15,0 0 6-15,0 8-3 16,3 4 21-16,9-4-19 16,2 0 20-16,2 2-6 15,4-5 25-15,1-1-14 16,2-3 18-16,0-1-10 15,-2 0-3-15,-2 0-6 16,0-5-11-16,-6-4 10 16,-2-1-12-16,-2-2 26 15,-6-2-27-15,0 1 26 16,-3 1-29-16,0-1 20 16,0 5-23-16,-10 1 11 15,-6 5-7-15,0 2-3 16,-4 0 2-16,-1 11-8 15,1 7 14-15,2 2-15 16,5 4 23-16,4-1-26 16,8 1 28-16,1-3-27 15,1-1 25-15,18-2-45 16,4-5-57-16,1 0-95 16,-2-7-266-16</inkml:trace>
  <inkml:trace contextRef="#ctx0" brushRef="#br0" timeOffset="6878.67">14101 3233 572 0,'0'0'138'16,"0"0"-5"-16,17 48 51 16,-7-29-77-16,-2-2-7 15,-1 0-33-15,-1-4-7 16,-1-3-19-16,-3-4-11 16,1-3-7-16,-3 0-12 0,1-3 2 15,1 0-14 1,-1 0 18-16,2-6-21 15,1-10 17-15,2-4-37 0,3-2 15 16,1 2-31-16,0 0 7 16,0 3-1-16,0 6 0 15,-1 7 12-15,2 4 2 16,-2 0 8-16,0 4-15 16,0 11 20-16,0 3-6 15,2 1 28-15,-1 0-24 16,3-2 22-16,-2-1-12 15,5-5 15-15,-1-3-5 16,0-3-3-16,1-2 2 16,2-3-1-16,-2 0 14 15,2 0-23-15,0-8 17 16,0-3-23-16,3-4 25 16,-5-2-27-16,1 0 17 15,-4-2-13-15,-2 3 7 16,-3-1 0-16,-5 2 1 15,-3 3 5-15,0 2-11 16,0 1 15-16,-2 3-19 16,-8 4 24-16,-3 2-29 15,-2 0 19-15,0 0-25 16,2 12 18-16,-2 3-12 16,4 5 6-16,3 1 3 15,3 1-3-15,5-2 8 16,0 0-11-16,0 1 15 15,16-5-18-15,2 1 26 16,6-4-22-16,2-6 29 16,2-3-22-16,6-4 17 15,-3 0-14-15,3 0-1 0,-4-10 1 16,-1-3-6 0,-5 0 7-16,-2 0-11 0,-8-1 15 15,-5 2-18-15,-3 1 25 16,-6-1-23-16,0-1 22 15,0 3-23-15,0-1 13 16,-9 1-5-16,2 5 1 16,0 2 3-16,-2 3-7 15,-1 0 8-15,0 0-17 16,1 13 19-16,1 3-18 16,3 1 26-16,2 1-27 15,3 1 24-15,0-2-20 16,6 0 11-16,10-3 0 15,4-2-8-15,2-4-11 16,5-4-21-16,1-4-34 16,4 0-88-16,-4 0-47 15,3-5-77-15,-1-6-57 16</inkml:trace>
  <inkml:trace contextRef="#ctx0" brushRef="#br0" timeOffset="7327.56">15083 3293 419 0,'0'0'96'15,"0"0"-7"-15,0 0-23 16,0 0 22-16,-23-38-47 16,4 38-16-16,2 0-36 15,-6 0 16-15,-2 10-8 16,3 3 1-16,-1 4 3 16,5 0-2-16,3-1 3 15,8 2-8-15,1-4 12 0,6-3-15 16,0-3 29-1,15-3 27-15,5-4 59 0,6-1-31 16,1 0-4-16,4-10-16 16,-4-5-10-1,0-7-12-15,-4-2-11 0,-3-5-7 16,-5-3-17-16,-5-6 14 16,-4-6-23-16,-6-7 2 15,0-3-58-15,0-2-1 16,-11 5-8-16,-7 6 46 15,2 13 23-15,1 10 15 16,-1 17 23-16,1 5 1 16,5 19-26-16,3 17-15 15,1 9 32-15,3 8 5 16,3 3 37-16,0 1-25 16,9 0 3-16,5-5-45 15,6-1 4-15,2-7-26 16,1-1-72-16,0-8-177 15,-1-6-136-15</inkml:trace>
  <inkml:trace contextRef="#ctx0" brushRef="#br0" timeOffset="8138.98">15629 3057 625 0,'0'0'136'0,"0"0"7"15,8 90-38-15,-6-55-32 16,1 0-14-16,-2-3-36 15,4-4-11-15,-5-4-4 16,0-5-10-16,0-2 6 16,0-7-33-16,0-4-49 15,-3-3-75-15,-6-3-56 16,-2 0-225-16</inkml:trace>
  <inkml:trace contextRef="#ctx0" brushRef="#br0" timeOffset="8842.95">15487 3043 629 0,'0'0'58'0,"0"0"28"16,79-58-61-16,-56 46-2 15,-3 4-16-15,-4 5 21 16,-1 3-27-16,-1 0 19 16,-2 19-2-16,-1 4 18 0,-3 6-1 15,4 4 14-15,-5 4-5 16,2 2-4-16,-2-3-1 16,1-3-25-16,0-3 14 15,-2-6-28-15,1-4 16 16,3-5-24-16,0-7 19 15,2-4-16-15,3-4 9 16,2 0 1-16,0-4-4 16,1-8-5-16,-2-2-13 15,-1 2 4-15,-4 1-15 16,-3 2 27-16,-2 5-11 16,-4 0 24-16,-2 3-19 15,0 1 13-15,3 0-12 16,0 0-5-16,3 8 11 15,1 3-2-15,5 2 6 16,2-4-10-16,1 1 13 16,5-2-14-16,0-3 18 15,-3-2-16-15,2-1 31 16,-4-2-22-16,2 0 17 16,-7 0-14-16,3-5 9 15,-4-4 9-15,-2-2-4 16,0-3-2-16,0-2-18 15,-4-2 12-15,-2-2-18 16,-1 1 20-16,0 3-23 16,0 3 21-16,0 4-23 15,-1 8 19-15,-6 1-8 16,-3 7-5-16,-2 11-2 16,1 7 3-16,2 0 9 0,6 3-16 15,3-1 3-15,0-4-56 16,10-5-10-16,10-5-108 15,2-4-88-15,-3-8-389 16</inkml:trace>
  <inkml:trace contextRef="#ctx0" brushRef="#br0" timeOffset="9627.53">16613 3230 550 0,'0'0'106'16,"0"0"-9"-16,0 0-44 16,0 0-33-16,-48-23-6 15,25 23-10-15,-2 7-5 16,-1 9 4-16,1 6-10 16,2 3 14-16,5-1-14 15,5 0 19-15,5-2 13 16,7-5 40-16,1-2-33 15,0-6 18-15,17-2 18 16,8-7-5-16,7 0-2 16,1-8-28-16,3-10-8 15,-1-4-19-15,1-5 13 16,-9-5-24-16,-2-4 21 16,-8-3-27-16,-7-5 21 15,-7-2-16-15,-3-1-3 16,0 4-13-16,-10 3 3 15,-6 7 12-15,2 10-7 16,-2 9 16-16,3 8-27 16,0 6 23-16,1 4-12 15,4 17 16-15,0 10-19 16,5 4 30-16,3 6-11 16,0 1 21-16,0 1 5 15,6-3-8-15,6-1-9 16,-2-3-14-16,3-4 11 15,-3-7-16-15,3-1 12 16,-1-7-58-16,-2-4-27 16,0-4-90-16,-3-3-29 0,-1-2-145 15</inkml:trace>
  <inkml:trace contextRef="#ctx0" brushRef="#br0" timeOffset="10327.62">16789 3342 692 0,'0'0'155'16,"0"0"-10"-16,0 0-84 15,0 0-4-15,86-34-26 16,-77 27 4-16,-2-2-28 16,-1 1 25-16,-6-3-26 15,0 0 11-15,0-2-22 16,0 1 15-16,-10 2-10 15,-3 2-2-15,-3 4-1 16,-3 4-18-16,-1 0-15 16,0 4-17-16,4 11 20 15,-1 1-18-15,6 4 29 16,9-2-12-16,2-2 32 16,0 0-20-16,2-3 16 15,16-3 1-15,1-1 9 16,7-4 4-16,1-1 4 15,3-1 13-15,1-1-14 16,-4 1 13-16,-1-1-27 16,-8 0 25-16,-4 1-22 15,-7 0 18-15,-3 1-11 16,-4 0 29-16,0 0 2 16,0-3 5-16,0 2 1 15,-4-1-22-15,-2-2 29 16,2 0-10-16,-3 0-8 15,4-13-31-15,0 0 19 0,3-5-35 16,0-1 25-16,0 1-22 16,2-1 8-16,9 3 0 15,2 1 0-15,0 2 3 16,4 4-9-16,0 2 11 16,0 3-30-16,-2 4-10 15,0 0-63-15,-1 0-28 16,-4 0-66-16,-1 2 54 15,-2 7-18-15,0 2 59 16,-2 0 79-16,-4 4 32 16,1 2 110-16,1 1 15 15,-2 0 10-15,1 0-25 16,2-2-17-16,-1-1-41 16,0-3-12-16,1-4-53 15,-1-4 12-15,-2-4-23 16,-1 0-97-16,0-6-155 15,0-12-414-15</inkml:trace>
  <inkml:trace contextRef="#ctx0" brushRef="#br0" timeOffset="10472.28">17235 3037 1049 0,'0'0'5'0,"0"0"-9"15,0 0-16-15,0 0-71 16,3 20-104-16,-3-5-191 16</inkml:trace>
  <inkml:trace contextRef="#ctx0" brushRef="#br0" timeOffset="11446.57">17368 3316 889 0,'0'0'152'0,"0"0"-13"16,0 0-71-16,0 0-9 15,0 0-18-15,57 71 0 16,-52-67-27-16,-2-3 16 16,-2 2-33-16,1-3 24 15,1 0-29-15,-2 0 34 16,2-12-20-16,-1-5-5 15,3-2-9-15,-2-1-11 16,1-2-5-16,-1 2-16 16,3 1 5-16,0 5-16 15,4 3 13-15,3 3-30 16,1 4 35-16,4 2-10 16,2 2 33-16,-1 0 0 15,2 0 8-15,-1 0 1 16,-3 0 0-16,-3 4 4 15,-4 0-4-15,0-1 28 16,-3-2-10-16,-1 1 22 16,-3-2-25-16,0 0 23 15,-3 0-19-15,0 1 22 16,0 3-12-16,-5-1-18 16,-7 3-15-16,0 1-10 15,-1 4 2-15,0 1-14 16,4-1 20-16,3 1-10 15,3 0 27-15,2-4-33 16,1 1 21-16,0-3-20 0,1 0 20 16,8-3 3-16,3-3 5 15,2 0 6-15,-1 0-9 16,3 0 5-16,-3-7-14 16,0-3 17-16,-4 0-21 15,-2 4 24-15,-1 1-26 16,-6 1 18-16,1 4-21 15,-1 0-6-15,0 0-4 16,2 4 10-16,2 6 16 16,3 1-5-16,3 0 10 15,4-1-11-15,1-2 40 16,4-3-13-16,0-2 22 16,1-3-29-16,-1 0 10 15,1 0-24-15,-3-7-1 16,1-6 3-16,-4-6-18 15,-1-4-17-15,0-2-27 16,-4-8 5-16,-3-2-6 16,-2-9 9-16,-1-4-76 15,-2-1 21-15,-1 1-46 16,0 5-9-16,0 10 128 16,0 10 52-16,0 11 39 15,-3 12 29-15,-1 0-39 16,1 18-21-16,2 12 70 15,1 9-2-15,0 6 23 16,0 5-33-16,0 2 22 0,0 0-43 16,0-3-10-1,4-4-28-15,2-7-2 0,-2-7-18 16,2-6-6-16,-2-9 7 16,-1-4-35-1,-3-7-18-15,0-5-84 0,0 0-39 16,-14-5-164-16,-7-13-169 15</inkml:trace>
  <inkml:trace contextRef="#ctx0" brushRef="#br0" timeOffset="11686.3">17713 3088 874 0,'0'0'57'0,"0"0"101"16,94-9-34-16,-55 9-63 15,4 5-7-15,-4 12-14 16,-1 5-21-16,-8 2 2 16,-7 4-24-16,-7 4 26 15,-9 3-27-15,-5-2 24 16,-2-2-33-16,0-3 13 16,0-6-53-16,-6-6-16 15,-1-8-66-15,1-6-140 16,3-2-217-16</inkml:trace>
  <inkml:trace contextRef="#ctx0" brushRef="#br0" timeOffset="11830.67">18068 3012 1209 0,'0'0'-13'0,"0"0"20"0,0 0-18 16,0 0-104-16,0 0-204 15,0 0-247-15</inkml:trace>
  <inkml:trace contextRef="#ctx0" brushRef="#br0" timeOffset="12613.5">18210 3270 767 0,'0'0'118'0,"0"0"44"15,0 0-89-15,0 0 7 16,0 77-33-16,1-67-12 16,1-3-13-16,5-2-13 15,0-2 10-15,2-2-4 16,5-1 11-16,-1 0-22 15,3 0 16-15,-3-8-29 16,-1-4 29-16,-1-2-30 0,-5-4 25 16,-3-1-22-16,-3-1 10 15,0-2-2 1,0 3-4-16,0 1-2 0,-3 5-12 16,0 5 9-16,0 1-8 15,3 6 15-15,0 1-12 16,0 0 16-16,0 4-24 15,10 5 30-15,6 3-14 16,3 2 11-16,3-3 14 16,2-3 1-16,-2-1 2 15,4-1-10-15,-2-6 20 16,1 0-21-16,-1 0 18 16,-3-3-31-16,-1-7 27 15,-4-4-27-15,-3 1 18 16,-6-2-16-16,-4-1 2 15,-3-3 2-15,0 4-8 16,0 3 9-16,-10 4-21 16,-7 7 20-16,-2 1-21 15,-1 8 22-15,-1 14-21 16,4 4 28-16,4 0-27 16,6 3 22-16,7-2-12 15,0-3 4-15,0-2 4 16,10-6-5-16,6-2 1 15,1-4-36-15,-1-5-15 16,-4-5-101-16,-1 0-162 16,-5-2-479-16</inkml:trace>
  <inkml:trace contextRef="#ctx0" brushRef="#br0" timeOffset="14131.58">19321 3174 333 0,'0'0'126'15,"0"0"22"-15,2-5-13 16,1 3-39-16,-3 2-13 16,0-1 4-16,0 1-30 15,0 0 4-15,0 0-22 16,0 0 20-16,0 0-29 16,0 0 12-16,0 0-23 15,0 0 3-15,0 0-6 16,0 0-4-16,-7 0 3 15,-5 0-16-15,-2 0 8 16,-2 4-15-16,-1 0 19 16,2 1-23-16,4 3 26 15,1-1-26-15,4-3 21 16,3 5-19-16,3-2 8 16,0 0 1-16,0-1-5 15,1 0 5-15,5-1-6 16,0-1 15-16,-3 0-17 0,1-1 20 15,-1 1-22-15,-3 0 25 16,0 1-23 0,0 2 19-16,0 1-9 0,0-4 2 15,0 0 3 1,0 2-7-16,0-2 5 0,0-2-12 16,0 1 15-16,7-2-17 15,5 0 28-15,5-1-19 16,-4 0 23-16,3 0-31 15,-6 0 21-15,-1 0-20 16,-5-1-11-16,-3-4-38 16,-1-3-107-16,0-2-101 15,-8-2-142-15</inkml:trace>
  <inkml:trace contextRef="#ctx0" brushRef="#br0" timeOffset="14377.7">19342 2966 894 0,'0'0'154'0,"0"0"16"16,0 100-57-16,0-57-40 15,0-3-19-15,0 0-20 16,-3-4-19-16,-1-5 0 15,2-2-21-15,1-6 16 0,1-6-32 16,0-3-2 0,0-4-74-16,7-6-38 15,5-1-131-15,2-3-203 0</inkml:trace>
  <inkml:trace contextRef="#ctx0" brushRef="#br0" timeOffset="14953.69">19986 3020 761 0,'0'0'131'0,"0"71"38"0,0-30-69 16,0 0-22-16,0-1-28 15,2-4-26-15,-1 0-11 16,-1-7-13-16,0-5 5 16,0-6-9-16,0-6-16 15,0-5-64-15,0-7-30 16,0 0-70-16,-3-7-80 15,-10-12-270-15</inkml:trace>
  <inkml:trace contextRef="#ctx0" brushRef="#br0" timeOffset="16118.63">19827 2993 800 0,'0'0'110'0,"0"0"12"16,112-24-87-16,-72 11-7 15,-3 0-18-15,-2 3 19 16,-6 0-35-16,-4 6 15 16,-8 4-15-16,0 0 5 15,-8 10 0-15,-2 10 9 16,-1 8 19-16,-5 5 2 15,-1 4 12-15,0 0-27 16,0 2 22-16,0-6-25 16,0 0 22-16,0-7-23 15,8-3 20-15,2-5-16 0,4-4-9 16,1-6 0-16,2-5-2 16,2-3 11-16,1 0-19 15,0-4 17-15,-1-11-29 16,-2-1 20-16,-4 0-31 15,-3 3 15-15,-3 2-21 16,-2 3 21-16,-4 4 4 16,-1 2 5-16,0 2 2 15,0 0-15-15,2 0 13 16,1 2-24-16,1 6 33 16,4 5-16-16,3 1 24 15,-1-1-23-15,4 0 19 16,-1-2-16-16,5-4 9 15,-4-2-1-15,3-2 0 16,-2-3 10-16,2 0-6 16,-2 0 10-16,-1-10-11 15,-1-2 17-15,0-1-21 16,-3-4 22-16,0 1-30 16,-2 1 20-16,-3-1-16 15,-5 3 8-15,0-1-1 16,0 6-3-16,-10 1-1 15,-3 6-10-15,-5 1-1 16,-2 0-13-16,3 10 20 16,4 4-14-16,2 2 19 15,5 3-18-15,6-4 23 16,0-1-12-16,0 0 6 16,9-5 3-16,11 0-8 15,3-3 17-15,6-6-9 0,1 0 14 16,0 0-22-1,1 0 19-15,-4 0-21 0,-5-9 21 16,-2 2-23-16,-4-1 14 16,0 0-14-16,-1 0-3 15,0 0 1-15,-3 2-6 16,-1 2 3-16,0 3-2 16,-3 1 23-16,-1 0-19 15,-4 0 24-15,-1 11-9 16,-1 2 24-16,2 3-25 15,-2-3 16-15,5 1-4 16,-1-2 6-16,2 0-3 16,4-1-4-16,0-3 5 15,1-3-15-15,4-1 21 16,2-2-24-16,-1-2 24 16,2 0-26-16,-2 0 20 15,3-3-22-15,-1-5 10 16,-3-4-4-16,-2-3-1 15,-2-1 2-15,-3-2-4 16,-5-3 10-16,0 2-16 16,-2 0 20-16,-2 1-22 15,0 5 25-15,0 3-25 16,-4 6 27-16,-5 4-23 16,0 0 7-16,0 8-5 15,-1 8 0-15,5 4 5 16,2 2-7-16,3 2 17 15,0-3-20-15,1 1 21 16,12-5-26-16,7-1 6 16,3-5-89-16,0-4-106 15,2-5-269-15</inkml:trace>
  <inkml:trace contextRef="#ctx0" brushRef="#br0" timeOffset="16833.27">21839 3143 641 0,'0'0'110'0,"0"0"-13"15,2-13 9-15,-2 13-46 16,-8 0 9-16,-9 0-48 0,-5 16-23 16,-2 1 4-1,-4 5-7-15,2 3 14 0,3-5-13 16,4 0 25-16,7-1-15 15,4-7 20-15,5-1-21 16,3-3 14-16,5-3-5 16,13-5 19-16,8 0-10 15,3 0-11-15,1-5 2 16,1-10-19-16,-5-1 15 16,-3 2-18-16,-7 1 18 15,-7 4-24-15,-3 3 27 16,-5 2-24-16,-1 2 18 15,0 2-13-15,0 0 9 16,0 0-1-16,0 9-7 16,0 5 11-16,0 2 0 15,0 3 27-15,7 0-4 16,7 0 14-16,1-1-30 16,4-1 9-16,-1-6-25 15,-3-2 13-15,2-2-26 16,-4-6-32-16,-4-1-54 15,-1 0-96-15,-5 0-185 16</inkml:trace>
  <inkml:trace contextRef="#ctx0" brushRef="#br0" timeOffset="17735.88">22119 3314 582 0,'0'0'132'0,"0"0"43"16,0 0-31-16,0 0-64 15,38 25 13-15,-35-25-34 16,-3 0 4-16,0 0-33 16,0 0 15-16,0 0-27 15,-3-4-13-15,-3-7-1 16,0-5-7-16,0-1-1 15,4-3-15-15,-1-1 15 16,3 2-25-16,0 2 34 16,0 1-23-16,0 6 28 15,7 1-22-15,3 4 13 16,4 1-5-16,0 4 0 16,1 0 4-16,1 0-5 0,2 9 11 15,-1 6-14 1,0-3 20-16,-1-1-22 15,1 1 26-15,-2-4-27 0,-1 1 24 16,-2-6-23-16,-1 0 17 16,1-2-4-16,-2-1 4 15,2 0 2-15,-4 0-3 16,4-3 6-16,-1-6-16 16,-3-2 17-16,-1-2-24 15,-3-2 33-15,-1-2-33 16,0-1 24-16,-3 2-23 15,0 3 11-15,0 2-8 16,-3 3-4-16,-8 5 10 16,-6 3-3-16,0 1 7 15,0 14-15-15,-2 5 24 16,4 3-18-16,4 5 27 16,7-2-27-16,4 1 18 15,0-2-19-15,1-4 8 16,14-2-5-16,2-2-7 15,3-3-22-15,-1-6-73 16,3-2-88-16,-1-3-209 16</inkml:trace>
  <inkml:trace contextRef="#ctx0" brushRef="#br0" timeOffset="18401.91">23029 3187 717 0,'0'0'116'16,"0"0"-10"-16,0 0-66 15,0 0 15-15,22-49-4 16,-17 41-23-16,1 2-1 15,2 2 2-15,0 4-28 16,2 0 21-16,-2 0-4 16,2 12 25-16,0 4-21 15,-2 5 22-15,3 1-14 16,1 2-7-16,-1-1-3 0,0 1-11 16,4-2 3-16,1-4-9 15,2-1 12-15,-2-5-19 16,3-2 20-1,0-4-25-15,-3-4 23 0,-1-2-33 16,-3 0 13-16,0 0-30 16,-1-2-14-16,-4-4-32 15,2-4-61-15,-4 0-44 16,2-1-30-16,-7-2-109 16</inkml:trace>
  <inkml:trace contextRef="#ctx0" brushRef="#br0" timeOffset="18651.05">23257 3088 776 0,'0'0'96'0,"0"0"66"16,-68 90-36-16,45-59-67 15,3-3-46-15,1-3 0 16,2-2-19-16,5-4 16 16,2-3-22-16,3-3-11 15,2-3-58-15,0-4-1 16,2-3-68-16,0-3-32 16,3 0-177-16</inkml:trace>
  <inkml:trace contextRef="#ctx0" brushRef="#br0" timeOffset="18929.38">23383 2806 1081 0,'0'0'35'16,"0"0"73"-16,0 0-35 15,0 0-40-15,0 0-8 16,-1 14-29-16,-4-7 13 16,-1 0-72-16,3 3-60 15,3 1-148-15,0-1-97 16</inkml:trace>
  <inkml:trace contextRef="#ctx0" brushRef="#br0" timeOffset="19287.66">23547 3004 693 0,'0'0'79'0,"0"0"26"16,0 0-34-16,0 0-16 15,0 0-25-15,-77 23 0 16,69-17-16-16,5-1-12 16,3 0-3-16,0 4-4 0,3 0 13 15,11 3-7 1,0 3 28-16,-1 0-15 0,0 2 33 15,-6-1-20-15,-3-1 34 16,-4-3-12-16,0 0-7 16,-3-3-16-16,-11-2-9 15,0-2-7-15,-4-3-24 16,2 2-24-16,-2-4-101 16,2 0-122-16,1 0-280 15</inkml:trace>
  <inkml:trace contextRef="#ctx0" brushRef="#br0" timeOffset="19870.63">24000 3229 519 0,'0'0'135'0,"0"0"10"16,0 0-65-16,0 0 14 15,0 0-23-15,-19 0-38 16,2 5-29-16,-6 7-3 16,-1-2 4-16,3 3-5 15,4 0 11-15,3 1-18 16,8-2 15-16,6 0-19 16,0-2 24-16,2-1-23 15,13-1 40-15,3-3-16 16,5-1 2-16,-2-3-8 15,0-1-5-15,-2 0-2 16,-5 0-16-16,-5-4-11 16,-2-6-57-16,-7-2-111 15,0-3-253-15</inkml:trace>
  <inkml:trace contextRef="#ctx0" brushRef="#br0" timeOffset="20102.93">23913 3148 992 0,'0'0'165'0,"20"73"-17"16,-5-35-74-16,-4-2-44 15,2-4 0-15,-3-3-33 16,0-6 19-16,-4-3-36 15,-1-5-31-15,-4-5-104 16,-1-7-120-16,0-3-247 16</inkml:trace>
  <inkml:trace contextRef="#ctx0" brushRef="#br0" timeOffset="21220.72">24239 3182 735 0,'0'0'76'15,"0"0"39"-15,0 0-19 16,0 0-24-16,11 68 5 0,-4-53-45 16,1-7 12-1,6 0-17-15,0-4 8 0,0-4-12 16,5 0-10 0,-1 0-2-16,0 0-10 15,1-11 8-15,-2-6-20 0,1-2 12 16,-2-2-26-16,-1 2 20 15,-4-4-41-15,-3 7 10 16,-2 3-13-16,-3 5 25 16,0 6 11-16,-3 2 5 15,0 8-6-15,3 15 4 16,-2 8 37-16,3 9-7 16,1 6 36-16,5 3-12 15,1 2 36-15,3 1-22 16,3 1 20-16,-1-4-18 15,2-3 6-15,0-6 3 16,-4-7-41-16,-4-6-9 16,-1-8-10-16,-8-4 15 15,-1-3-25-15,-1-6 29 16,-19-3-27-16,-6-3 20 16,-5 0-46-16,-2-3 13 15,-3-12-24-15,0-7-21 16,6-2-27-16,1-6-30 15,4-3-64-15,9-5-162 16,5-3-225-16</inkml:trace>
  <inkml:trace contextRef="#ctx0" brushRef="#br0" timeOffset="21754.75">24866 2911 914 0,'0'0'50'16,"0"0"43"-16,0 0-22 16,0 0-26-16,0 0-51 15,-34 18 22-15,21-10-20 16,-3 1 7-16,6 0-2 15,1 1-2-15,4-2 3 16,4 0-8-16,1 2 13 16,0-1-13-16,0 1 35 15,4-3-9-15,4 4 28 16,0-1-32-16,-2-1 11 16,1 0-8-16,-4-3 11 15,-3 3-8-15,0-2-11 16,0-2 7-16,-8 0-18 15,-5 2 7-15,-5-3-40 16,-1 2-1-16,-2-1-69 0,3-1-49 16,1-1-114-16,2-1-86 15</inkml:trace>
  <inkml:trace contextRef="#ctx0" brushRef="#br0" timeOffset="22068.17">24654 2846 943 0,'0'0'53'0,"0"0"50"16,0 0-65-16,0 0-41 15,-9 79-13-15,4-63-69 16,-4-2-179-16,1 0-376 15</inkml:trace>
  <inkml:trace contextRef="#ctx0" brushRef="#br0" timeOffset="22612.29">25312 3229 842 0,'0'0'111'15,"0"0"45"-15,0 0-40 16,0 0-44-16,17 83-24 15,-17-67-44-15,0 1 10 0,-2-6-44 16,-8-2-47-16,-2-3-150 16,-1-6-164-16</inkml:trace>
  <inkml:trace contextRef="#ctx0" brushRef="#br0" timeOffset="22769.64">25349 3075 807 0,'0'0'14'0,"0"0"-6"15,0 0-10-15,0 0-78 16,0 0-76-16,0 0-105 16</inkml:trace>
  <inkml:trace contextRef="#ctx0" brushRef="#br0" timeOffset="23055.98">25535 3306 566 0,'0'0'206'0,"0"0"-18"15,0 0-38-15,0 0-30 16,0 0-41-16,0 0-1 16,29 29-42-16,-26-36 2 15,0-5-32-15,3-3-6 16,-1-1-1-16,1 0-18 15,1 0 1-15,0 4-20 16,3 4 18-16,-2 4-25 16,2 4 21-16,3 0-7 15,0 8 35-15,-1 7-18 16,2 3 17-16,0 1-7 0,3 0 2 16,1-3-14-16,1-2-101 15,-1-3-81-15,0-4-164 16</inkml:trace>
  <inkml:trace contextRef="#ctx0" brushRef="#br0" timeOffset="24139.72">26348 3297 719 0,'0'0'147'0,"0"0"-1"0,0 0-67 16,0 0-52-16,79-15 8 15,-64 3-4-15,-7-2-6 16,1 0-15-16,-4 1-9 16,-2-2 6-16,-3 3-14 15,0 1 16-15,0 2-23 16,-5 5 26-16,-8 1-24 15,-3 3 20-15,-1 0-19 16,-3 9 12-16,0 7-2 16,2 3-1-16,4 3 1 15,4-1-3-15,7 1 11 16,3-2-16-16,0-3 20 16,10 3-22-16,11-5 29 15,7-2-30-15,4-3 26 16,4-5-30-16,3-2-11 15,1-3-7-15,1 0-33 16,-5-8-35-16,-4-6-58 16,-5-2 7-16,-4 0 6 15,-5-5 107-15,-6 0 27 16,-3-4 24-16,0-2 6 16,-2-1 51-16,-1-1-8 15,-3 2 18-15,1 2 3 16,-1 5 13-16,-3 5 5 15,0 4-23-15,0 6-11 16,0 5-38-16,-10 0-10 16,-7 5-29-16,-1 14 21 15,-4 6-19-15,1 6 18 16,2 5-12-16,3 3 5 16,4 4-2-16,3-3-1 0,6 3 7 15,3-5-12-15,0-2 14 16,0-4-14-16,9-5 17 15,8-3-11-15,3-4 31 16,3-5-11-16,2-2 18 16,2-5-13-16,2-4 8 15,-3-4 14-15,-3 0-22 16,-4 0-8-16,-6 0-18 16,-8-11 22-16,-5-5-19 15,0-1 23-15,-8-5-29 16,-14-2 18-16,-2-3-28 15,-5 1 6-15,0 2-19 16,0 2-12-16,6 5-24 16,0 3-61-16,5 0-49 15,7 2-101-15,5 1-253 16</inkml:trace>
  <inkml:trace contextRef="#ctx0" brushRef="#br0" timeOffset="25209.7">26907 3155 762 0,'0'0'113'0,"0"0"65"15,0 0-46-15,29 91-64 16,-22-71-21-16,2-4-43 15,-2-2 14-15,4-2-24 16,0-6 30-16,3-3-24 16,-1-3 18-16,2 0-19 15,-1-1-2-15,1-11-3 16,-1-1-13-16,-5-4-2 16,-2 0-13-16,0 4 13 15,-4 2-6-15,-3 1 25 16,0 4-17-16,0 4 32 15,0 2-23-15,0 0 19 16,1 2-25-16,3 10 5 16,4 1 12-16,1 4-1 15,5 1 6-15,2-4-12 16,4-3 17-16,0-1-16 16,2-6 23-16,0-1-26 15,1-3 19-15,-2 0-26 16,0 0 7-16,-1-7-9 15,-6-1-3-15,1-4 14 16,-5-2 2-16,-4-2 9 16,-2 0-13-16,-4-1 15 15,0 1-28-15,0 1 20 16,-1 5-22-16,-10 4 35 16,-2 3-20-16,-1 3 9 15,-2 0-6-15,-1 13 0 16,2 2 4-16,2 5-4 15,3-5 7-15,3 2-18 16,5-2 15-16,2-4-15 0,0-1 26 16,2-4-19-1,11-2 26-15,1-1-9 0,5-3 24 16,3 0-1-16,-1 0-5 16,0 0-2-16,-1-4-16 15,-4 0 4-15,-2-1-15 16,-5 2 12-16,-3 0-16 15,-3 3 20-15,-2 0-23 16,-1-1 20-16,0 1-19 16,3 0 0-16,-2 0-3 15,2 0 3-15,3 0 11 16,0 0-7-16,4 0 12 16,3 0-12-16,1-4 19 15,4-3-19-15,-1-5 22 16,5-4-23-16,-2-3 15 15,-1-4-15-15,-2-2 2 16,-4-9-9-16,-2-3-7 16,-6-5 1-16,-2-3-4 15,-3-2 14-15,0 1-11 16,0 6 28-16,-3 8-20 16,-2 7 24-16,0 10-22 15,-2 12 18-15,-2 3-2 16,0 18-11-16,-2 14 1 15,2 9 8-15,0 12 17 16,5 3 4-16,4 3 26 16,0-2-15-16,0-4 35 15,7-4-63-15,5-6 11 16,2-6-20-16,-2-9 10 16,-3-7-11-16,-1-5-1 15,-5-8-21-15,-2-7-28 0,-1-1-32 16,-1 0-46-1,-16-12-119-15,-5-8-200 0</inkml:trace>
  <inkml:trace contextRef="#ctx0" brushRef="#br0" timeOffset="25450.7">27329 3034 740 0,'0'0'34'0,"88"0"53"15,-32 7 44-15,2 9-51 16,-3 6 0-16,-3 4-14 16,-9 1-25-16,-8 1-7 15,-9 3-6-15,-9-1 6 16,-7-1-16-16,-10-1 9 16,0-2-29-16,0-6 22 15,-11-3-35-15,-5-6-2 16,0-6-79-16,0-5-119 15,2-1-184-15</inkml:trace>
  <inkml:trace contextRef="#ctx0" brushRef="#br0" timeOffset="25588.51">27716 2996 501 0,'0'0'-68'0,"0"0"66"16,0 0-164-16</inkml:trace>
  <inkml:trace contextRef="#ctx0" brushRef="#br0" timeOffset="26164.66">27869 3182 633 0,'0'0'158'0,"0"0"3"0,0 0-28 16,0 75-66-16,-3-51-24 15,3-5-16-15,0-2-19 16,0-1 3-16,0-4-19 16,6-4 19-16,4-1-29 15,1-7 24-15,-1 0-26 16,-2 0 27-16,0-7-21 15,-2-5 1-15,-3-6-9 16,1-1 11-16,-1-3-2 16,0 2-9-16,0 4 18 15,-1 3-13-15,1 1 22 16,2 10-17-16,-2 2 20 16,1 0-44-16,1 10 38 15,0 5 5-15,3 3 22 16,-3-2 11-16,0-1 3 15,-1-3 1-15,-1-3-16 16,0-3 3-16,1-5-23 16,2-1 20-16,5 0-13 15,3-4 22-15,3-8-43 16,2-5 15-16,4-1-25 16,0-3 4-16,-7 5-8 15,1 0-6-15,-5 5 13 0,-2 3 1 16,-5 8 16-1,0 0-22-15,1 5 11 0,0 13 12 16,2 3 29-16,2 6-29 16,0-3 16-16,3 0-21 15,-1-2 2-15,-3-4-10 16,-1-4-46-16,-5-3-61 16,-2-6-76-16,-1-5-167 15</inkml:trace>
  <inkml:trace contextRef="#ctx0" brushRef="#br0" timeOffset="26592.32">28292 2560 815 0,'0'0'47'0,"0"0"113"16,79 82-33-16,-38-33-24 0,1 6-15 15,0 5-35-15,1 3 0 16,-9-1-35-16,-5 0 23 16,-11-2-23-16,-8-3 21 15,-10 0-23-15,0-5 4 16,-22-2-4-16,-5-7-10 16,-5-8 1-16,0-3-20 15,2-9-2-15,4-5-53 16,3-8-12-16,10-6-119 15,7-4-186-15,6-2-428 16</inkml:trace>
  <inkml:trace contextRef="#ctx0" brushRef="#br0" timeOffset="26749.79">28649 3383 1366 0,'0'0'29'15,"0"0"40"-15,0 0-26 16,0 0-35-16,0 0-21 16,0 0-39-16,-64 6-175 15,48-19-500-15</inkml:trace>
  <inkml:trace contextRef="#ctx0" brushRef="#br0" timeOffset="34325.97">13852 4085 75 0,'0'-3'33'15,"0"-1"10"-15,0 0 25 16,0 1-13-16,0 1 2 15,0-1-37-15,0 3 1 16,0-1 4-16,0 1-4 16,0 0 10-16,0-2 11 15,0 2 2-15,0 0-21 16,0 0 8-16,0 0-28 16,0 0 17-16,0 0-31 15,0 0 65-15,0 0-43 16,0 0 21-16,0 0-16 15,0 0 2-15,0 0 13 16,0 0 3-16,0 7 3 16,0 1-7-16,0 3-1 15,-2 2-30-15,-1-1 15 16,1 1-21-16,-2-2 15 0,4 1-11 16,0-2 4-16,0 3 8 15,0-1-2-15,0 1-2 16,0 3-9-1,0 3 12-15,0 1-14 16,0 3 15-16,0 3-16 0,-3-1 14 16,0-1-10-16,0-1 9 15,0-4-8-15,2-2 1 16,0-2 1-16,-1-2-1 16,2-1 4-16,0 2-7 15,-1-3 10-15,1 2-13 16,0-1 16-16,0 0-18 15,0 0 18-15,0 1-16 16,0-1 11-16,0 2-6 16,0-2 2-16,0 1 2 15,0 1-5-15,0-2 7 16,0 1-11-16,0-2 14 16,0-2-15-16,0 0 19 15,0 0-19-15,0 0 16 16,0-1-13-16,0 3 8 15,0-2-5-15,0 3 3 16,0-1-1-16,0 1-3 16,0 1 7-16,0-2-11 15,0 3 14-15,0 0-16 16,0-2 36-16,0 1-38 16,3-2 22-16,-1 2-17 15,0-4 8-15,-1 3 0 16,1-2 19-16,1 0-20 15,-2-2-4-15,2 0 9 16,0-2-17-16,0 3 23 16,0-1-22-16,-1 1 23 15,1 0-23-15,-1 1 17 0,1-1-10 16,-2-1 3-16,-1-1 0 16,2 1-1-16,-1-1 5 15,1 1-9-15,-1 1 10 16,1-1-11-16,-2 0 16 15,1 1-20-15,1-2 20 16,-2 0-18-16,3 2 15 16,-1-3-13-16,-1-1 6 15,1 3 0-15,-1-3-1 16,1 3 3-16,1 2-6 16,-2-2 9-16,4 0-16 15,-1-2 24-15,0 0-21 16,2-3 18-16,0-1-24 15,-2 1 18-15,0 0-14 16,4-1 8-16,2 0 1 16,0-2-2-16,2 2 9 15,0 0-13-15,1-2 15 16,-2 0-16-16,3 3 20 16,-1-2-17-16,0 3 16 15,-1 0 2-15,2-1 26 16,-1 3-37-16,3-2-1 15,0-2 1-15,4 2-4 16,-1-2 8-16,4-1-9 16,0-1 9-16,0 2-18 15,-4-2 24-15,1 0-21 16,-4 1 22-16,0 2-21 0,-2 1 11 16,4-4-2-1,-2 1-1-15,1 1 41 0,1-1-33 16,3-1-1-16,2 0-14 15,0 0 15-15,3 0-19 16,-1 0 25-16,4 0-24 16,-3 0 20-16,1 0-17 15,0 0 10-15,-2 0-3 16,1 0 0-16,-4 0 1 16,1 0-5-16,0 1 10 15,0 2-13-15,-3-3 18 16,2 1-23-16,1-1 26 15,2 0-25-15,-2 0 20 16,1 0-14-16,1 0 6 16,-1 0 0-16,-1 0-3 15,2 0 5-15,-2 0-9 16,1 0 12-16,-2 0-15 16,1 0 21-16,-1 0-25 15,-3 0 28-15,1 0-26 16,-1 0 17-16,-3 0-10 15,1 0 6-15,0 0-2 16,1 0-1-16,0 0 0 16,0 0-4-16,0 0 13 15,1 0-16-15,1 0 20 16,-1 0-24-16,0 0 27 16,1 0-27-16,2 0 18 15,-2 0-10-15,3 0 5 16,2 0-1-16,-3 0-4 15,2-1 9-15,-2-2-13 16,-1 2 17-16,-5-2-20 16,0 2 25-16,-4 0-25 0,-2 1 24 15,3 0-25 1,-3-2 17-16,3 2-6 0,-2 0 1 16,4-1 1-16,1 1-3 15,4-2 5-15,-1 1-6 16,1 1 16-16,1-1-23 15,0 1 28-15,-1-3-25 16,0 3 21-16,-1-2-22 16,1 2 12-16,-1 0-4 15,0 0-1-15,-1 0 4 16,3 0-6-16,0 6 10 16,4 1-12-16,1-2 60 15,4 2-41-15,2-3 10 16,1-1-34-16,-1 0 24 15,0-2-23-15,-5 2 12 16,-3-1-3-16,0 1-1 16,-4-2 2-16,-2 2-6 15,0 0 12-15,-2-1-17 16,-3 0 14-16,-3 0-25 16,2 0 37-16,-4 0-29 15,0-2 15-15,-1 0-10 16,1 0 5-16,0 0-4 15,-1 0 1-15,2 0 4 16,-1 0-6-16,-2 0 13 16,3 0-16-16,1 0 22 15,-1 0-21-15,1 0 22 16,3-3-24-16,0 2 20 16,-2-1-13-16,5 0 7 0,0-1-3 15,3 1-1 1,-1-2 6-16,3 1-12 0,0 1 18 15,2-1-20-15,3 2 21 16,-2-1-22-16,2 2 16 16,0 0-32-16,-2 0 30 15,2 0-9-15,-4 0-13 16,3 0 9-16,-4 0 7 16,1 0 7-16,-3 0-13 15,-1 0 16-15,-2 0-45 16,0 0 44-16,-1 0-22 15,0 0 27-15,-1 0-24 16,3-4 18-16,-3 0-8 16,2 1 2-16,-1 0 3 15,0 1-7-15,-2-1 11 16,0 2-16-16,-1 0 21 16,-2-1-24-16,3 1 28 15,0-2-28-15,0 2 26 16,2-2-23-16,-1 0 15 15,0 0-6-15,0 3 0 16,0-2 3-16,-4 2-7 16,1 0 13-16,0-1-16 15,-3-1 19-15,1 2-23 16,1-1 27-16,0 1-26 16,-1 0 20-16,2-1-16 15,0-1 8-15,-1 1-1 16,0 1 0-16,0 0 2 15,-3-2-7-15,2 1 12 0,-2 1-14 16,-1 0 17 0,1-2-20-16,1 2 22 15,0 0-22-15,-1 0 20 0,2 0-11 16,-1 0 6-16,1 0 2 16,-2 0-3-16,2 0-2 15,-1 0-7-15,0-1 14 16,-2 0-15-16,1-1 18 15,0 2-20-15,-3-1 25 16,2 0-20-16,1-1 13 16,1 0-14-16,0-1 5 15,1 0 1-15,-2-1-3 16,-1 1 7-16,1-1-13 16,-3 0 18-16,1 0-21 15,-1 0 25-15,2-3-18 16,0 2 24-16,1-2-21 15,-1-1 16-15,1 1-11 16,-3 0-1-16,1 0-2 16,-1-1-2-16,1-2 6 15,0 1-13-15,-2-1 25 16,0-2-2-16,1-1 16 16,-1 2-32-16,1-3 26 15,-2 0-20-15,2-2 10 16,-4 0-11-16,0-1 1 15,3 2 1-15,-2-2-9 16,1 0 8-16,2 1-15 16,2 2 18-16,0-1-20 15,-2 0 26-15,-1 2-26 16,3-2 24-16,-5-1-12 16,1 1 18-16,-2-2-4 0,0-5-6 15,0 1-2 1,0 0-9-16,-6-2 8 0,-1-1-14 15,4 1 18-15,0-2-23 16,1 1 28-16,2 2-28 16,0-1 24-16,0 3-19 15,0-1 10-15,0-1-1 16,0-1-2-16,0 1 4 16,0-2-8-16,0-1 11 15,0 1-14-15,0 2 19 16,0 3-21-16,-1 0 23 15,-5 2-25-15,-1 1 18 16,-3 1-12-16,3 1 7 16,-1 1 0-16,1 1-2 15,-1-1 5-15,2-1-9 16,0 2 15-16,-1-1-19 16,0 3 21-16,1-3-23 15,0 4 25-15,-1-1-25 16,-2 4 20-16,-2-1-17 15,2 1 8-15,-5-1 0 16,2 4-1-16,0-4 7 16,1 0-13-16,-2 1 18 15,-1 0-20-15,-1 0 23 16,-1-1-21-16,-1 3 23 16,-3 0-22-16,2 2 17 15,-5 2-9-15,1-2 2 16,-3 2-1-16,3-1 1 0,-4-1 6 15,1 2-12 1,-2 0 18-16,1 0-22 16,-2 0 29-16,2 0-31 0,-3 0 23 15,2 0-25-15,-4 0 16 16,3 0-8-16,0 0 2 16,1 0 3-16,-1-1-4 15,4 1 9-15,-1 0-19 16,-1 0 21-16,-1 0-22 15,1 0 27-15,-3 0-27 16,0 0 27-16,-1 0-22 16,-2 0 12-16,0 0-3 15,-2 1-2-15,2 1 2 16,-4-1-6-16,2 1 13 16,3-2-18-16,-1 1 24 15,4-1-26-15,2 0 29 16,3 1-31-16,3-1 25 15,0 0-19-15,1 2 9 16,-2-2-1-16,-1 1-2 16,-4 2 3-16,-2-2-7 15,-2 3 12-15,-3-3-15 16,-3 2 19-16,-2 0-23 16,1-1 27-16,2 2-27 15,2-4 22-15,5 3-16 16,5-3 7-16,4 2 0 15,4-2-2-15,3 0 4 16,2 0-9-16,-3 0 14 16,-2 0-18-16,0 0 23 15,-7 0-24-15,-4 0 24 16,-7 0-25-16,-5 0 20 16,-5 2-12-16,1 3 4 0,-4-1 3 15,4 1-7-15,4 0 11 16,1-3-15-16,8 2 16 15,7-4-19-15,2 0 27 16,5 0-30-16,3 0 29 16,1 0-28-16,4-4 20 15,-4 2-11-15,-1-1 3 16,-4 1 3-16,-3 1-6 16,-5 1 8-16,-4 0-14 15,-3 0 20-15,-3 0-23 16,0 0 28-16,-1 3-27 15,2-2 25-15,-2-1-24 16,8 0 16-16,1 1-5 16,0-1-1-16,4 0 3 15,3 0-5-15,1 0 9 16,-2 0-15-16,-1 0 20 16,-1 0-23-16,-2 0 27 15,-3 0-28-15,-4 0 24 16,-3 0-19-16,-3 0 11 15,-2 0-4-15,-2 0 1 16,2 0 3-16,2 0-8 16,6 0 13-16,0 0-18 15,8 0 22-15,3 0-23 16,6-2 25-16,2-1-26 16,1 2 23-16,2-2-19 15,1 2 9-15,-1-2 1 16,-2 3-4-16,-2-3 5 15,0 3-9-15,-4 0 13 0,-2 0-17 16,-1 0 22-16,0 0-24 16,0 0 27-1,0 0-26-15,3 0 21 0,2 0-16 16,3-2 9-16,3 2-1 16,1-2-4-16,4 2 6 15,1-2-12-15,-2 2 17 16,4 0-19-16,-1 0 23 15,-1 0-25-15,2 0 26 16,-2 0-26-16,1 0 21 16,0 0-14-16,2 0 6 15,0 0 0-15,0 0-3 16,0 0 6-16,0 0-13 16,0 0 20-16,-3 0-21 15,-1 0 30-15,-1-2-20 16,-1 2 21-16,1-1-28 15,-4 1 21-15,0 0-12 16,1-2 1-16,-3 2-1 16,2 0-4-16,-3 0 9 15,2 0-17-15,-2 0 21 16,1 0-23-16,-1 0 28 16,-1 0-29-16,0 0 26 15,-3 0-23-15,2 2 17 16,-2-1-10-16,3 1 2 15,0-2 4-15,3 2-6 16,2 0 10-16,3-2-21 16,-1 0 23-16,3 0-25 15,2 2 27-15,1-2-29 0,0 0 23 16,0 0-24-16,0 0 9 16,0 0-17-16,0 0-12 15,0 0-15-15,0 0-59 16,0 0-83-16,0 0-151 15,10 0-244-15</inkml:trace>
  <inkml:trace contextRef="#ctx0" brushRef="#br0" timeOffset="65694.98">21559 4489 620 0,'0'0'63'0,"0"0"3"16,0 0 14-16,0 0-24 15,0 16-14-15,0 4 0 0,0 8 50 16,0 4-58-16,-3 1 9 15,2 0-21-15,1-2 5 16,0-6-23-16,0-5 15 16,0-3-7-16,8-5-2 15,1-4-2-15,-1-3-4 16,1-4 2-16,2-1-9 16,1 0 13-16,0-6-19 15,4-6 14-15,-5-3-27 16,1 3 19-16,-1-2-23 15,-3 5 12-15,-4 5-8 16,-1 2 4-16,0 2 10 16,0 0-16-16,2 2 13 15,1 7 8-15,0 3 12 16,4 0-16-16,2-2 23 16,2-1-15-16,3-3 24 15,-2-2-13-15,2-1 15 16,-1-3-13-16,1 0 8 15,-3 0 0-15,-2-3-2 16,-3-7 4-16,-3-3-8 16,-5-3 14-16,-1-3-29 15,0-1 17-15,0-3-25 16,0 4 18-16,-10 2-21 16,0 1 8-16,-3 5-30 15,4 3-56-15,-5 3-60 16,5 1-131-16,-1 2-192 15</inkml:trace>
  <inkml:trace contextRef="#ctx0" brushRef="#br0" timeOffset="66855.97">22060 4611 598 0,'0'0'23'0,"0"0"72"16,0 0-42-16,65-91-29 15,-52 56 1-15,-4 0-15 16,-5-1-1-16,-2-4-17 16,-2 5 14-16,0 5-14 15,0 4 19-15,-5 6-16 16,-8 6 25-16,-3 10-18 15,-4 4-7-15,-2 2-6 16,-1 19 1-16,2 9 10 16,3 6-5-16,4 12 18 15,8-1 20-15,3 1 35 16,3-1 2-16,0-1 14 16,0-3-23-16,8-8 2 15,4-4-10-15,-1-4-7 16,3-6-18-16,-2-7-13 15,1-5 3-15,-1-3-17 16,2-6 20-16,1 0-14 16,0-6 18-16,1-11-26 15,-2-5 14-15,0-3-35 16,0 2 2-16,-3 0-12 0,-1 6-8 16,-4 4-10-1,-2 5 9-15,-1 5 22 16,0 3-1-16,0 0 3 15,0 4-3-15,3 10 30 16,-1 1-16-16,4 3 23 0,1-1-23 16,5 1 11-16,-1-1 2 15,6-5-3-15,0-1 1 16,2-3-4-16,3-4 6 16,-1-3-2-16,2-1 15 15,-3 0-16-15,-1-1 15 16,-3-11-17-16,-4-2 20 15,-3 1-21-15,-3-3 10 16,-3-3-2-16,-3 2-6 16,-3-1 1-16,0 0-7 15,0 3 8-15,0 2-19 16,-3 3 9-16,-7 4-30 16,-2 6-10-16,-1 0-20 15,-1 2-3-15,-1 13 23 16,5-2 23-16,1 5 21 15,2 0-3-15,4 0 6 16,3-1 12-16,0-2 21 16,0 1-17-16,6-5 7 15,9-2-9-15,2-2 15 16,3-5-17-16,3-2 19 16,0 0-25-16,1 0-1 15,-1-6-1-15,-3-5-12 16,-1-1 3-16,-4-1-15 15,-3 2 3-15,-1 3-16 16,-5 5 34-16,-3-1-20 0,-1 4 22 16,-2 0-25-1,0 0 17-15,0 4 8 16,1 3 7-16,-1 5 7 0,2-3 9 16,1 2-9-1,-1-2-11-15,1-1 18 0,4 0-27 16,-2-4 20-16,1-1-21 15,-1-1 16-15,3-2-11 16,2 0 14-16,1 0-14 16,2-7-4-16,0-3-5 15,0 1-11-15,2 1 4 16,-4-1-11-16,2 7 25 16,-3 2-15-16,1 0 23 15,0 0-26-15,-1 7 26 16,-1 5-15-16,1 1 12 15,-2 1-8-15,1-1-1 16,2-3-57-16,-2-6-131 16,0-4-165-16</inkml:trace>
  <inkml:trace contextRef="#ctx0" brushRef="#br0" timeOffset="67409.63">23488 4419 916 0,'0'0'37'0,"0"0"111"16,-20 108-57-16,20-69-36 15,0 2-8-15,0-2-14 16,5-7-4-16,3-4-30 16,-1-5 14-16,-1-6-22 15,-1-4 13-15,-5-6-56 16,0-3-25-16,0-1-94 16,-6-3-80-16,-10 0-223 15</inkml:trace>
  <inkml:trace contextRef="#ctx0" brushRef="#br0" timeOffset="67917.67">23412 4592 818 0,'0'0'130'0,"0"0"-15"15,110-8-93-15,-77 8-2 16,-1-1-16-16,-5 1 9 15,-8 0-20-15,-3 0 17 16,-8 0-18-16,-2 0 7 16,-4 0-2-16,-2 0 3 15,0 0 6-15,0 4-4 16,-8 4 11-16,-5 3-16 16,-2 3 19-16,1 0-23 15,0 2 18-15,5-3-21 16,1-2 17-16,5 0-14 15,1-3 4-15,2-3-2 16,0-1-5-16,0-1 2 16,0-2-10-16,8-1 20 15,-3 0-9-15,4 0 13 16,3-8-18-16,-4 1 21 16,3-2-18-16,-2 0 14 15,2 1-9-15,-3 0 4 16,-3 6 6-16,2 0 2 15,-1 2 3-15,-4 0-10 16,4 0 30-16,0 8-25 16,3 1 15-16,-4 3-26 15,0-1 17-15,2-2-34 16,0 0-19-16,3-3-52 16,1-5-61-16,-1-1-56 15,3 0-171-15</inkml:trace>
  <inkml:trace contextRef="#ctx0" brushRef="#br0" timeOffset="68420.64">23862 4336 742 0,'0'0'20'0,"0"0"121"15,-20 91-13-15,17-57-20 16,3 3-48-16,0-2-19 16,0-3-12-16,11-2-12 15,4-5 5-15,0-5-21 16,4-3 11-16,-1-4-20 16,1-8 24-16,1-2-30 15,-4-3 16-15,2 0-15 16,-7-4 7-16,1-9-6 15,-7-5-1-15,0-2-3 16,-2-1-13-16,-2 2 9 16,-1 2 1-16,0 4 27 15,0 5-18-15,0 4 21 16,0 4-18-16,-4 0 16 16,-6 0-23-16,0 6 10 15,-1 8 2-15,4 1-4 16,1 1 8-16,2 2-11 15,4-1 19-15,0-4-14 0,0 0 20 16,6 0-19-16,4-1 15 16,0-5-23-16,4 0 12 15,3-6-32-15,-2-1-62 16,4 0-73-16,1-2-9 16,2-11-52-16,-2-2-63 15</inkml:trace>
  <inkml:trace contextRef="#ctx0" brushRef="#br0" timeOffset="68555.02">24218 4602 347 0,'0'0'93'0,"0"0"13"16,0 0 18-16,0 0-23 15,0 0-40-15,21 65-18 16,-18-41-22-16,-3-4 0 16,2 0-24-16,-2-5 10 15,0-8-90-15,0-3-187 16</inkml:trace>
  <inkml:trace contextRef="#ctx0" brushRef="#br0" timeOffset="68727.67">24276 4415 824 0,'0'0'-29'0,"0"0"-45"16,0 0-169 0,0 0-146-16</inkml:trace>
  <inkml:trace contextRef="#ctx0" brushRef="#br0" timeOffset="69336.63">24403 4702 677 0,'0'0'105'16,"0"0"71"-16,0 0-67 16,0 0-87-16,0 0-17 15,0 0 0-15,60-55-7 16,-54 42-10-16,0 4-24 16,-3 2 6-16,0 3-2 15,-2 4-12-15,1 0-48 16,-1 0 37-16,0 6 28 15,2 6 31-15,2 3-5 16,2 1-2-16,-2-1 7 16,4-2-4-16,2-2 9 15,1 1 18-15,4-7 31 16,3-3 14-16,3-2 26 16,1 0-43-16,4-2-4 15,1-11-35-15,-1-4 10 16,1-3-12-16,-5-3-4 15,-6-3-3-15,-1-2-7 16,-7 1 6-16,-4 1-23 16,-3 3 12-16,-2 7-24 15,0 5 15-15,-7 7-20 16,-11 4 15-16,-1 7-8 16,-2 13 21-16,-1 7 1 0,5 2 1 15,1 6 9 1,6 5 20-16,8 6 27 15,2 2 9-15,0 7 84 0,17 0-14 16,4 1-46 0,1-6-23-16,-2-1 32 15,-6-5-64-15,-3-9-2 16,-5-8-14-16,-6-7-9 0,0-5 1 16,-20-7-18-1,-14-6-1-15,-12-2-52 0,-8 0-5 16,-8 0-54-16,0-10-58 15,0-5-245-15,5-5-484 16</inkml:trace>
  <inkml:trace contextRef="#ctx0" brushRef="#br0" timeOffset="70134.36">25567 4556 708 0,'0'0'87'15,"0"0"28"-15,0 0-41 16,-81-1-40-16,46 7 4 16,2 10-20-16,-3 3-1 15,3 3-23-15,2-1 19 16,4 1-19-16,9-1 16 15,6-5-16-15,6-4 9 16,6-1-1-16,0-3 12 16,9-6 7-16,8-2 1 15,6 0 6-15,0 0-21 16,3-14 13-16,0-5-28 16,0-4 24-16,0-4-23 15,-4-3 15-15,1-5-15 16,-5-5 0-16,-1-2 6 15,-5 1-2-15,-4 2 2 16,-4 7-4-16,-3 6 12 16,-1 10-12-16,0 8 20 15,-3 8-18-15,-8 0 17 16,-3 14-31-16,3 15 17 16,3 4 12-16,2 5 20 15,6 5 14-15,0-2 4 0,3-2-9 16,10-4-28-1,4-3 7-15,3-5-29 0,2-5 24 16,2-7-32-16,0-4-9 16,-1-8-80-16,-5-3-76 15,-4 0-154-15,-7-3-326 16</inkml:trace>
  <inkml:trace contextRef="#ctx0" brushRef="#br0" timeOffset="70785.92">25735 4631 754 0,'0'0'188'15,"0"0"-20"-15,0 0-79 16,82-3-31-16,-65-1-1 16,-5 0-44-16,-7-1 6 15,2 0-24-15,-4-2 22 16,-3-1-22-16,0-2 12 15,0 0-7-15,0 1-3 16,-8 0-3-16,-2 4-7 16,-5 5 13-16,-4 0-20 15,1 0 15-15,-1 11-18 16,-1 6 28-16,5 4-23 16,4 1 16-16,5-1-17 15,6 1 20-15,0-2-3 16,0 0 0-16,15-5 5 15,5-2-4-15,3-1 9 16,2-8-13-16,4-1 16 0,2-3-19 16,-3 0 22-1,3-3-26-15,-5-10 20 0,-3-3-13 16,-1 4 5-16,-4-2 1 16,-4 4-3-1,-4 2-5-15,-3 2-3 0,-1 6 14 16,-4 0-16-16,0 0 16 15,1 4-5-15,-3 7 26 16,0 5-17-16,0-4 17 16,0 1-4-16,0 1 7 15,1-3 2-15,1-3-4 16,-2 1 9-16,3-5-12 16,-2 0 4-16,2-4-23 15,1 0 27-15,5 0-15 16,0-16 28-16,-1-1-43 15,4-6 10-15,-2-2-13 16,-3-1 3-16,-2 3-2 16,0 0-7-16,-3 4-5 15,-1 2-25-15,-1 4-15 16,0 2-66-16,0 2-82 16,0 1-156-16,-8 8-252 15</inkml:trace>
  <inkml:trace contextRef="#ctx0" brushRef="#br0" timeOffset="71452.72">26292 4634 764 0,'0'0'81'0,"0"0"147"16,0 0-102-1,30 52-5-15,-21-33-60 0,-2-3-11 16,-1-3-28-16,-2 3-14 16,-3-3-5-16,-1-1-17 15,0-2-33-15,0 1-65 16,-1-3-53-16,-5-6-160 15,5-2-134-15</inkml:trace>
  <inkml:trace contextRef="#ctx0" brushRef="#br0" timeOffset="71798.71">26397 4406 1085 0,'0'0'75'15,"0"0"7"-15,0 0-27 16,0 0-66-16,0 0-17 16,0 23-77-16,-1-10-121 15,1 1-235-15</inkml:trace>
  <inkml:trace contextRef="#ctx0" brushRef="#br0" timeOffset="72618.6">26507 4698 902 0,'0'0'145'0,"0"0"-48"15,0 0-28-15,0 0-21 16,29 71 6-16,-25-59-24 16,3-4-18-16,1 0-5 15,-2-1-6-15,5-5 9 16,-1-2-7-16,4 0 25 16,-1-2-18-16,1-13 11 15,-3-1-36-15,-2-7 19 16,-3 2-30-16,-1-2 2 15,1-1-19-15,0 5-15 16,1 2 2-16,3 2-20 16,3 4-5-16,0 2-14 15,3 7 21-15,0 2 15 16,1 0 49-16,-2 0-2 16,0 0 22-16,-4 4-5 15,-3 0 40-15,1-1 28 16,-6 0 3-16,0-2-14 15,-3-1-26-15,0 0 2 16,0 0-30-16,0 3 10 16,-5 0-25-16,-9 1 10 0,1 5-38 15,-1 1 9 1,-1 3-43-16,5-1-5 16,3-1 15-16,5-2 29 0,2-1 18 15,0-1 2-15,2-2 20 16,11-2-16-16,0-3 25 15,0 2-7-15,0-2 18 16,-2 0-27-16,1 0 23 16,-3-2 3-16,-2-5-4 15,-3-1-13-15,3-3-5 16,-2 1 1-16,-1 0-13 16,0 1 2-16,1 2-47 15,1 1 29-15,-1 4 0 16,1 2 24-16,1 0-23 15,1 0 22-15,1 8 4 16,2 3 17-16,-1 1 36 16,3-2 4-16,0 0 2 15,-1-2-35-15,2-1 3 16,-1-3-17-16,0-4 16 16,0 0-27-16,-2 0 15 15,2-3-26-15,-2-9-6 16,0-6-21-16,-2-4-21 15,-1-5-7-15,2-9-18 16,-3-4-29-16,4-9-8 16,0-8 8-16,1 2-140 15,-3 1-59-15</inkml:trace>
  <inkml:trace contextRef="#ctx0" brushRef="#br0" timeOffset="72796.27">27155 4245 346 0,'0'0'49'0,"0"0"76"16,-6 118 11-16,4-62 2 15,2 2 14-15,0-2-23 16,0-2-34-16,2-3-56 16,3-11 8-16,1-4-33 15,-3-9-4-15,-1-8-7 16,-2-6-11-16,0-11-38 16,-2-2-75-16,-14-1-100 15,-6-17-319-15</inkml:trace>
  <inkml:trace contextRef="#ctx0" brushRef="#br0" timeOffset="73033.99">27014 4441 973 0,'0'0'151'15,"100"15"-16"-15,-50 2-63 16,-8 3-2-16,-3 5-38 15,-14 0-5-15,-5 4-6 16,-6 0-8-16,-8-2 4 16,-6 0-17-16,0-4 10 15,0-3-30-15,-10-5 1 16,0-7-65-16,1-8-56 16,0 0-218-16,1-7-336 15</inkml:trace>
  <inkml:trace contextRef="#ctx0" brushRef="#br0" timeOffset="73173.23">27361 4366 969 0,'0'0'6'16,"0"0"6"-16,0 0-36 16,0 0-140-16,0 0-122 15,0 0-227-15</inkml:trace>
  <inkml:trace contextRef="#ctx0" brushRef="#br0" timeOffset="73767.75">27482 4584 860 0,'0'0'169'0,"0"0"-55"15,0 0-73-15,0 0 9 16,0 0-32-16,69 79 13 15,-59-72-20-15,2-2 5 16,-1-3-5-16,1-2-6 16,-2 0 7-16,1 0 5 15,0-11 3-15,-1-5-26 16,1-2 20-16,-2-3-23 16,-2-1 24-16,0 1-27 15,-1 2 22-15,-3 4-18 16,-2 4 12-16,1 4-2 15,-2 3-3-15,0 1 7 16,0 3-14-16,3 0 11 16,4 0-24-16,3 0 27 15,2 7-14-15,6 1 30 16,0-1-20-16,0 1 19 0,0-2-9 16,2-2-2-16,-1-1 6 15,-5-2 4 1,2-1 8-16,-1 0-22 0,-4 0 10 15,1 0-21-15,-6-8 24 16,-1-2-22-16,-3-1 19 16,-2-5-24-16,0 1 15 15,0 1-20-15,-6 1-1 16,-10 7 11-16,-1 6-3 16,-5 0 3-16,2 13-15 15,-2 7 23-15,4 3-18 16,6 4 26-16,5 0-17 15,4-1 27-15,3-2-31 16,0-2 17-16,0-5-15 16,4-5-17-16,11-1-73 15,5-10-123-15,3-1-150 16,0 0-427-16</inkml:trace>
  <inkml:trace contextRef="#ctx0" brushRef="#br0" timeOffset="74601.17">28724 4482 756 0,'0'0'52'16,"0"0"46"-16,0 0-78 15,0 0-4-15,-100 41-8 16,77-21 20-16,0-2-26 15,6 0 11-15,6-5-8 16,4 0 4-16,6-7 3 16,1 0-12-16,0-5 13 15,8-1-17-15,11 0 28 16,3-7-16-16,4-9 6 16,1-4-32-16,1-9 7 15,-4-6-57-15,-3-7 21 16,-3-6 9-16,-3-3 5 15,-5-2-4-15,-3 1 11 16,-1 7 20-16,0 7-11 16,-2 9 19-16,-3 13-18 15,2 12-13-15,2 4-4 16,-1 20 14-16,2 16 37 16,1 16 17-16,6 9 10 0,0 8 47 15,3 6 16-15,0 2 27 16,5-1-11-16,4-1-21 15,-1-5 10-15,-2-9-47 16,0-7-14-16,-9-12-23 16,-9-9 16-16,-4-8-25 15,-8-10 6-15,-18-7-9 16,-6-8-4-16,-7 0-3 16,-3-9-14-16,0-13 4 15,3-5-30-15,4-2 19 16,8-2-35-16,11 2 5 15,9-1-56-15,7 2-21 16,10 1-135-16,16 0-151 16</inkml:trace>
  <inkml:trace contextRef="#ctx0" brushRef="#br0" timeOffset="75020.64">29284 4524 1019 0,'0'0'75'0,"0"0"72"15,0 0-40-15,0 0-69 0,0 0-6 16,55-54-12-16,-45 47 0 15,2 4-26-15,2 3 15 16,-2 0-19-16,2 0 23 16,-1 13-20-1,-1 6 24-15,2 3-16 0,-2 1 17 16,2 0-3-16,-1 0 0 16,0-4-3-16,0-1-2 15,3-4-1-15,0 2-16 16,1-7 17-16,-1 1-18 15,3-4 20-15,0 1-32 16,-1-6 9-16,1-1-31 16,-1 0-12-16,0 0-33 15,-3-8-56-15,0-4-75 16,-4-5-76-16,-5-2-141 16</inkml:trace>
  <inkml:trace contextRef="#ctx0" brushRef="#br0" timeOffset="75207.47">29563 4496 793 0,'0'0'102'15,"0"0"99"-15,-81 84-75 16,59-51-29-16,5-3-55 16,4-2-11-16,2-3-33 15,3-4 11-15,4-5-15 16,4-8-43-16,0-3-62 15,0-5-92-15,7-5-161 16</inkml:trace>
  <inkml:trace contextRef="#ctx0" brushRef="#br0" timeOffset="75412.32">29710 4059 1128 0,'0'0'-2'0,"0"0"46"15,0 0-11-15,0 0-23 16,0 0-17-16,-4 43-49 16,-5-28-116-16,6-1-206 15</inkml:trace>
  <inkml:trace contextRef="#ctx0" brushRef="#br0" timeOffset="75706.41">29846 4257 927 0,'0'0'68'0,"0"0"87"15,0 0-62-15,0 0-32 16,0 0-42-16,-74 74-6 15,67-62-10-15,4 0-3 16,3 0-1-16,0 3-7 16,13-4 14-16,-1 3-13 15,2 0 20-15,-2 2-18 16,-5-1 49-16,-5-1-18 16,-2-3 22-16,0-3-31 15,-8-4-4-15,-8-1-5 16,-5-3-16-16,-4 0-57 0,-1-10-152 15,-1-8-281-15</inkml:trace>
  <inkml:trace contextRef="#ctx0" brushRef="#br0" timeOffset="76718.32">30266 4640 879 0,'0'0'112'0,"0"0"35"16,0 0-55-16,6 71-19 15,-6-51-42-15,-4-1-6 16,-9 0-5-16,1-3-11 16,-1-1-5-16,0-3-5 15,0-4 1-15,-3-1-27 16,3-4-10-16,2-3-56 15,5 0-46-15,3-3-109 16,3-12-169-16</inkml:trace>
  <inkml:trace contextRef="#ctx0" brushRef="#br0" timeOffset="77347.69">30522 4533 831 0,'0'0'129'0,"0"0"67"16,20 69-53-16,-13-47-55 15,-1-3-70-15,0-5-2 16,-5-4-20-16,1-2 0 15,-2-5-39-15,0-3-72 16,0 0-82-16,0-11-140 16</inkml:trace>
  <inkml:trace contextRef="#ctx0" brushRef="#br0" timeOffset="77506.46">30581 4367 1016 0,'0'0'90'0,"0"0"1"0,0 0-22 16,0 0-49-16,0 0-47 16,0 0-16-16,-4-47-97 15,4 33-122-15,0-3-226 16</inkml:trace>
  <inkml:trace contextRef="#ctx0" brushRef="#br0" timeOffset="77748.19">30766 4299 853 0,'0'0'123'16,"12"83"48"-16,-7-38-61 16,-2-2-33-16,0-2-47 15,-2-5 0-15,2-4-36 16,-1-5 20-16,-1-3-19 15,2-7 2-15,-3-5-23 16,0-5-35-16,0-4-38 16,0-3-73-16,-13 0-60 15,-6-6-235-15</inkml:trace>
  <inkml:trace contextRef="#ctx0" brushRef="#br0" timeOffset="77898.6">30637 4440 873 0,'0'0'51'16,"0"0"76"-16,0 0-35 16,113-22-74-16,-67 18 4 15,2 0-30-15,-2 0-33 16,-7 0-185-16,-4 0-172 16</inkml:trace>
  <inkml:trace contextRef="#ctx0" brushRef="#br0" timeOffset="78182.77">31107 4260 1131 0,'0'0'22'0,"0"0"11"16,0 0-15-16,0 0-25 16,0 0 9-16,-39 50-94 15,34-42-164-15,5 4-272 16</inkml:trace>
  <inkml:trace contextRef="#ctx0" brushRef="#br0" timeOffset="78520.38">31306 4481 943 0,'0'0'5'0,"0"0"32"0,0 0 37 16,0 0-66-16,-84 39 10 16,73-31-25-16,8 3 16 15,3-3-22-15,0 2 3 16,0-1 8-16,13 4 2 16,0-1 3-16,1 3-1 15,-4-3 34-15,-1 2 9 16,-4-2 32-16,-5-3-16 15,0 1 12-15,0-2-45 16,-14-1 2-16,-1-3-24 16,-3-4-5-16,-2 0-29 15,1 0-84-15,2 0-145 16,5-7-255-16</inkml:trace>
  <inkml:trace contextRef="#ctx0" brushRef="#br0" timeOffset="79538.88">31581 4614 842 0,'0'0'84'0,"0"0"82"0,0 0-69 16,0 0-13 0,12 79-42-16,-9-71 2 0,-1-3-43 15,-1-4 13-15,4-1-20 16,0 0 14-16,4-5-1 16,1-11-7-16,3-3-10 15,0-2-25-15,0-2-9 16,1 2-23-16,-2 2 12 15,-2 6 17-15,3 7 34 16,-6 2-9-16,2 4 17 16,-2 0-13-16,-1 0 13 15,-2 10 4-15,-1 3-1 16,0-1 9-16,-3-1-3 16,3 3 7-16,0-3-22 15,0 0 13-15,2-2-18 16,1-3 20-16,3 0-23 15,4-3 20-15,4-3-17 16,3 0 9-16,1 0 1 16,-1 0-5-16,0-3 3 15,-2-7-8-15,-3 3 10 16,-3-3-10-16,-5 1 16 16,3 0-18-16,-5 2 19 15,-2 2-21-15,-2 2 19 16,-1 2-13-16,0 1 5 15,0 0 2-15,0 0-12 16,0 0-2-16,0 8 2 16,0 0 13-16,-1 2-11 15,1 1 12-15,0-3-15 0,0 0 13 16,5 0-19-16,4-4 21 16,4 2-5-16,0-4 3 15,0 1 2-15,0-3-4 16,-3 0 3-16,0 0-8 15,-4 0 13-15,-2-4-10 16,-4-4 21-16,0-5-23 16,0 0 19-16,-10-2-26 15,-4-3 13-15,-1 2-10 16,4 0-8-16,2 1-4 16,3 4-16-16,6 3-16 15,0 4 3-15,2 2 12 16,12 2 7-16,7 0 36 15,3 3-16-15,0 8 16 16,-2 1 1-16,-1 3 32 16,-3 0 9-16,-5 0 5 15,-4-3 1-15,-1-2-11 16,-5-4 6-16,-1-1-14 16,-1-2 13-16,-1-2-23 15,0-1 26-15,0 0-23 16,0 0 12-16,3 0-24 15,-3-7 17-15,3-5-21 16,0-2-9-16,0-4 0 16,3 1-12-16,1 2-4 15,-1 0-30-15,-1 3-5 16,1 3-56-16,4 1-69 16,-5 4-139-16,0 3-173 15</inkml:trace>
  <inkml:trace contextRef="#ctx0" brushRef="#br0" timeOffset="80596.66">32343 4702 683 0,'0'0'196'0,"0"0"-3"0,0 0-82 16,0 0-33-16,14 19-24 15,-11-19-4-15,0-6-8 16,4-8-15-16,-1-5-33 15,3-8 8-15,-2 2-42 16,0-3-3-16,-1 3-48 16,-3 4 8-16,0 6 11 15,2 5 25-15,-3 4 23 16,-1 6 17-16,-1 0-3 16,0 6-1-16,2 8 47 15,-1 4 0-15,4-1 25 16,-1 1-7-16,2-2 24 15,0-2-43-15,1-3 6 16,-1-4-21-16,1-5-13 16,0-2 3-16,4 0-6 15,1-2 2-15,1-12-18 16,3-3 6-16,1 0-20 16,-4-2 17-16,-2 4-15 15,-2 3 15-15,0 1-1 16,-3 5 10-16,-3 6-2 15,1 0-4-15,-1 0-6 16,1 12 7-16,-1 4 16 0,-3 1-10 16,3 4 14-1,0-2-22-15,0-3 20 16,4-1-23-16,6-3 1 16,3-5-55-16,6-3-18 0,2-4-23 15,5 0-25-15,1 0 4 16,1-4-20-16,-3-9 74 15,-3-1 44-15,-4-2 39 16,-5-5 11-16,-7 2 75 16,-3-2-25-16,-6 2 3 15,0 3-7-15,0 3 4 16,-8 3-19-16,-5 6-20 16,-2 4-20-16,1 0-24 15,-1 0 15-15,3 8-14 16,4 0 13-16,2 3-45 15,6-1 11-15,0 1-34 16,0-3 20-16,0-2 12 16,3 3 13-16,5-4 11 15,0 2 10-15,-1-3 3 16,-1 0-1-16,1 2 18 16,-1-1 11-16,1-1 18 15,1 1 3-15,0 1 9 16,4 0-24-16,2-2 9 15,3-1 16-15,2-1 3 16,6-2-30-16,1 0-5 16,1 0 18-16,-1-9-23 15,4-8 3-15,-3-6-22 16,0-4 12-16,-1-8-27 16,-3-5 19-16,-7-10-18 15,-2-3 12-15,-6-8-17 0,-7 0-17 16,-1-1 1-16,-6 8-9 15,-14 8-1 1,-2 13-7-16,-9 14 46 0,-4 15-10 16,-2 5 15-16,0 29-17 15,4 14 28-15,6 10 1 16,9 6 22-16,8 4 10 16,10 0-10-16,2-9 8 15,19-5-25-15,5-5-11 16,3-7-25-16,3-6-17 15,0-8-90-15,-2-6-115 16,0-5-245-16</inkml:trace>
  <inkml:trace contextRef="#ctx0" brushRef="#br0" timeOffset="80748.41">33332 4693 1340 0,'0'0'73'0,"0"0"29"15,0 0-11-15,0 2-78 16,0-2-11-16,0 0-39 16,-16-3-90-16,-4-7-233 15,-6-2-672-15</inkml:trace>
  <inkml:trace contextRef="#ctx0" brushRef="#br0" timeOffset="83179.48">20908 4556 756 0,'0'0'90'0,"0"4"38"0,0 8 1 16,-2 3-63-16,-1 1 24 16,-3 1-50-16,1-1-8 15,2-2-33-15,0-5 9 16,3-1-11-16,-1-1-10 16,1-6-41-16,-2-1-78 15,-1 0-110-15,0-2-102 16</inkml:trace>
  <inkml:trace contextRef="#ctx0" brushRef="#br0" timeOffset="83558.67">20681 4535 763 0,'0'0'78'15,"-36"71"20"-15,26-31-13 16,5 0-36-16,5 1-5 16,0-2-16-16,16-5 11 15,16-7 8-15,11-7-28 16,5-7 26-16,8-12-14 16,2-1 8-16,0-5-37 15,-5-14 16-15,-6-6-11 0,-8-4 11 16,-9-4-4-1,-8 0-3-15,-14-7-2 0,-8-3-8 16,0-3 9-16,-26 1-20 16,-11 2 12-1,-10 7-24-15,-9 9 23 0,-5 11-28 16,-2 12 6-16,-2 4-37 16,-2 16-32-16,5 14-81 15,0 7-84-15,10 6-128 16</inkml:trace>
  <inkml:trace contextRef="#ctx0" brushRef="#br0" timeOffset="84223.53">20760 5506 797 0,'0'0'104'16,"0"0"34"-16,0 0-47 16,0 0 0-16,41 8-13 15,-22-5-43-15,-2-1-8 16,-4 6-29-16,-6-1 14 15,-2 3-21-15,-5 1 20 16,0 4-20-16,0 1 18 16,-3 0-14-16,-5 0 6 15,-1-2-1-15,5-4-1 16,1 0 3-16,3-5-11 16,0-2 16-16,0-2-28 15,5-1 22-15,5 0-19 16,0 0 8-16,3-1-53 15,-3-6-36-15,-1-1-55 16,-1-1-76-16,-5-2-214 16</inkml:trace>
  <inkml:trace contextRef="#ctx0" brushRef="#br0" timeOffset="84675.95">20577 5432 700 0,'0'0'63'0,"0"0"33"0,-97 99-16 16,74-56 3-16,7 4-9 15,13-2-28-15,3-2-21 16,19-3 20-16,27-7-28 16,16-9 8-16,12-8-3 15,14-10 9-15,3-6-6 16,1 0-10-16,-2-18 0 16,-8-3-12-16,-17-4 8 15,-13-4-14-15,-13-2 16 16,-18-4-20-16,-18-5 24 15,-3-3-24-15,-31-3 11 16,-17-2-12-16,-15 2 3 16,-14 4 3-16,-4 7-4 15,-7 10-1-15,-1 10-28 16,1 15-16-16,4 0-67 16,7 21-28-16,9 11-119 15,12 5-195-15</inkml:trace>
  <inkml:trace contextRef="#ctx0" brushRef="#br0" timeOffset="85611.15">21617 5602 588 0,'0'0'116'0,"0"0"-21"16,0 0-25-16,0 0-17 16,13 55 56-16,-9-35-66 15,3-1 9-15,2-6-21 16,1 1 3-16,0-6-15 16,2-4-2-16,-1 0 1 15,2-4-5-15,0 0 6 16,3 0-18-16,-1 0 11 15,3-4-18-15,-2-3 17 16,3-1-24-16,-3 1 19 16,-3 2-21-16,-4 1 15 15,-2 0-3-15,-3 4-3 16,-3 0 6-16,2 0-7 16,0 0 5-16,0 5 0 15,5 5 13-15,0-1-21 16,6-2 25-16,4 1-21 15,2-4 26-15,3-4-14 16,0 0 21-16,-2 0 9 16,-1 0-6-16,-6-5 2 15,-2-6-8-15,-4-3 5 16,-3-3-20-16,-4-6 12 16,-1-5-28-16,0-2 23 15,0-3-26-15,-8-2 15 16,-7 2-22-16,-1 5-3 15,-4 3-15-15,3 9-32 16,-1 6-65-16,2 6-120 16,-1 4-250-16</inkml:trace>
  <inkml:trace contextRef="#ctx0" brushRef="#br0" timeOffset="86712.09">22288 5607 696 0,'0'0'57'0,"0"0"38"15,13-80-73-15,-11 48 20 16,-2-3-24-16,0-4 0 15,-2 6-25-15,-11-1 17 16,-3 7-17-16,-3 7 5 16,-4 9 1-16,-2 11-5 15,-4 0-12-15,1 22 2 16,2 13 12-16,7 8-8 16,4 7 19-16,10 3-6 15,5-1 44-15,0-1-8 16,13-8 43-16,7-3-5 15,3-9-2-15,-1-8 7 16,0-5-20-16,0-7-15 16,-4-4-17-16,1-7 6 15,0 0-26-15,-2-7 10 16,5-10-24-16,-2-3 21 16,0-2-30-16,-2 2 9 0,0 4-19 15,-8 3-2-15,-1 5 8 16,-1 6-9-16,-2 2 0 15,0 0-11-15,-1 3 16 16,3 10 1-16,5 2 21 16,0-3-10-16,2 3 21 15,-1-3-19-15,5-3 16 16,-2-1-11-16,1-3 5 16,1-4 0-16,1-1-1 15,1 0 4-15,-3 0-10 16,-1-2 15-16,-2-10-14 15,-3-1 28-15,-3-3-14 16,-2-3 15-16,-4-2-28 16,0 1 16-16,-3-2-13 15,0 2 0-15,0 4 4 16,-8 4-10-16,-3 5-1 16,-1 3-22-16,0 4 17 15,-1 2-23-15,1 11 36 16,2 6-18-16,4 5 23 15,3 0-17-15,3-1 13 16,0-1 2-16,0-1 12 16,13-5-3-16,3-4 0 15,3-4 19-15,4-4-16 16,2-4 10-16,-3 0-24 16,2 0 19-16,-2-9-27 15,-2-5 20-15,-4 1-18 16,-3-1-1-16,-5 0-15 15,0 4-9-15,-4 1-5 0,0 2-8 16,-1 7 16 0,1 0 1-16,-2 0 22 0,-1 12-20 15,1 1 36-15,1 2-18 16,0 0 22-16,-2-2-11 16,3-3 17-16,-1-4 0 15,0-4-6-15,2-2-3 16,5 0 6-16,-2-1 17 15,6-13-27-15,1-2 1 16,5-3-24-16,2 1 3 16,-2 3-40-16,-1 5 19 15,-3 2-5-15,-2 8 21 16,-4 0 14-16,-4 8-1 16,0 8 19-16,-3 4-3 15,3 2 10-15,-4-2-24 16,6 1 11-16,1-3-29 15,3-6-52-15,3-7-256 16</inkml:trace>
  <inkml:trace contextRef="#ctx0" brushRef="#br0" timeOffset="87204.08">23517 5457 987 0,'0'0'104'0,"13"85"47"15,-4-38-65-15,2 1-46 16,-3-4-14-16,2-4-21 16,-2-4 6-16,1-7-18 15,-3-8 7-15,-3-6-63 16,-2-6-44-16,-1-9-110 15,0 0-129-15</inkml:trace>
  <inkml:trace contextRef="#ctx0" brushRef="#br0" timeOffset="87680.71">23423 5650 811 0,'0'0'101'16,"0"0"41"-16,0 0-54 0,87-36-14 15,-44 28-37 1,4 1-19-16,-3 1-21 16,-2 4 16-16,-8 2-22 0,-10 0 15 15,-9 0-33-15,-8 7 19 16,-7 5-28-16,0 3 28 16,-15 1 11-16,-1 3 0 15,-2-1 2-15,2 0-2 16,3-6 6-16,7-1-13 15,4-5 15-15,2-3-19 16,3-2 26-16,15-1-17 16,4 0 19-16,1-5-21 15,0-6 3-15,-4-2-8 16,-5 2-12-16,-5 3 10 16,-7 1 2-16,-2 6 11 15,0 1-14-15,0 0 18 16,-7 0-17-16,1 0 19 15,3 8-20-15,3 0 22 16,0 3-6-16,0-2 7 16,14 2 8-16,9 0-3 15,2-3-4-15,3 0-12 16,1-4 4-16,-4-2-30 16,-2-2-13-16,-5 0-76 15,-8-6-81-15,-4-9-181 16</inkml:trace>
  <inkml:trace contextRef="#ctx0" brushRef="#br0" timeOffset="88146.02">23961 5346 827 0,'0'0'109'0,"-8"72"95"0,5-26-86 15,3 4-43-15,0-1-7 16,0-2-41-16,0-4 6 16,0-3-24-16,9-5 12 15,4-9-24-15,5-5 12 16,2-8-11-16,2-6 4 16,2-7-7-16,1 0-6 15,0-12 3-15,1-4-15 16,-4-6 10-16,-2 1-19 15,-5 2 33-15,-2 3-14 16,-6 2 24-16,-2 3-18 16,-5 4 12-16,0 3 0 15,0 4 11-15,-9 0-10 16,-4 0-10-16,-5 8 7 16,3 8-15-16,2 0 21 15,5 3-20-15,7 0 23 16,1-3-26-16,9 1 26 15,11-6-13-15,7-2 6 16,3-4-6-16,-2-3-5 16,0-2-26-16,-7 0-79 15,-8-4-103-15,-4-7-129 16,-9 0-338-16</inkml:trace>
  <inkml:trace contextRef="#ctx0" brushRef="#br0" timeOffset="88405.68">24387 5681 914 0,'0'0'191'0,"0"0"-46"16,6 70-75-16,-6-48-10 16,2-3-53-16,1-1 3 15,-3-9-15-15,2 0-40 16,-2-9-105-16,0 0-185 16,0-9-330-16</inkml:trace>
  <inkml:trace contextRef="#ctx0" brushRef="#br0" timeOffset="88548.88">24450 5486 793 0,'0'0'5'0,"0"0"13"16,0 0-62-16,0 0-26 15,0 0-85-15,-21 67-162 16</inkml:trace>
  <inkml:trace contextRef="#ctx0" brushRef="#br0" timeOffset="89116.87">24509 5699 363 0,'0'0'174'0,"0"0"6"0,0 0-36 15,0 0-35-15,0 0 16 16,88 61-49-16,-74-61-1 16,-2 0-33-16,-1 0-10 15,0-6-13-15,1-1-9 16,-4 1-1-16,0 2-13 15,-1 2 10-15,1 2-16 16,1 0 17-16,1 0-17 16,5 4 22-16,-2 3-22 15,4 0 17-15,-1 0-10 16,1-2 4-16,-1-2 0 16,0-1-2-16,-3-2 1 15,0 0-17-15,-1 0 15 16,-4-2-8-16,1-9 23 15,0-3-22-15,-4-1 22 16,3-4-23-16,-1-2 19 16,-6-3-8-16,-1-2 2 15,0 2-1-15,0 1-6 16,-5 3-3-16,-6 8-26 16,-2 6 20-16,-2 6-24 15,1 0 6-15,3 18-9 16,2 9 32-16,6 4-9 15,3 6 22-15,0 5 6 16,6 4 20-16,8 5 23 16,0 1 3-16,-3 5 7 15,2 0-2-15,-6-1 13 16,-1-7 18-16,-4-3 42 16,-2-3-115-16,-3-11 20 15,-22-8-27-15,-5-4 2 16,-8-7-9-16,-2-10-7 0,-1-3-12 15,0 0-29-15,3-7-14 16,3-10-43-16,2-5-11 16,1-3-102-16,5-4-249 15</inkml:trace>
  <inkml:trace contextRef="#ctx0" brushRef="#br0" timeOffset="103383.49">25519 5553 605 0,'0'0'118'0,"0"0"14"16,0-7-25-16,0 7-33 15,-7-3-22-15,0 3-3 16,-7 0-27-16,-4 0 4 16,0 0-30-16,-5 0 15 15,-4 5-17-15,-1 10 24 0,-2 0-25 16,0 8 15-16,2-1-11 16,3 1 2-16,7 0 0 15,7-3 1-15,5-4 0 16,6-3-8-1,0-4 15-15,6-4-11 0,9-5 27 16,7 0-14-16,1 0 20 16,3-7-14-16,2-9 6 15,-2-1-12-15,-5-8-7 16,-3-4 0-16,-3-3-2 16,-4-7 3-16,-4-1-14 15,-3-5 7-15,2 0-20 16,-6 4 22-16,0 1-16 15,0 9 26-15,0 5-15 16,0 9 10-16,0 6-3 16,-4 6-2-16,1 5 1 15,1 0-5-15,2 16 2 16,0 11-15-16,0 5 26 16,0 9-13-16,9 5 36 15,0 2-7-15,-2-1 17 16,2-3-12-16,0-9-5 15,-1-1-13-15,1-10-7 16,-5-5 1-16,3-5-12 16,-1-7-34-16,-3-6-59 15,1-1-38-15,-1 0-123 16,-3-5-182-16</inkml:trace>
  <inkml:trace contextRef="#ctx0" brushRef="#br0" timeOffset="104040.8">25638 5606 731 0,'0'0'76'0,"0"0"36"15,0 0 5-15,88-14-69 16,-73 4-36-16,-1-1 16 15,-6-1-21-15,-2 1 16 16,-2-1-23-16,-4-1 13 16,0 0-10-16,0 2-2 15,-7 0 5-15,-7 6-8 16,-3 1 6-16,-3 4-12 16,-1 1 14-16,0 18-21 15,-2 1 26-15,2 7-22 16,2 1 19-16,5 0-16 15,5-1 8-15,4-4-1 16,5-2 0-16,0-5 0 16,11-3-3-16,9-3 8 15,2-4-8-15,4-5 16 16,0-1-19-16,-1 0 19 16,-2 0-21-16,-3-7 19 15,-3-1-17-15,-6 1 10 16,1 2-3-16,-4 1-3 15,1 2 2-15,0 2-6 16,1 0 11-16,2 0-13 0,-4 7 18 16,5 2-16-1,-4 1 30-15,0-2-10 16,-2 0 39-16,-5-4-1 0,1-1-9 16,-1-1-14-16,-2-2 3 15,0 0 10-15,0 0-12 16,0-6 3-16,0-9-31 15,0-1 15-15,0-3-20 16,0-1 16-16,0 1-24 16,0 2 20-16,6 2-15 15,3 3-13-15,2 0-20 16,-1 3-47-16,2 1-46 16,1 2-114-16,-3 0-141 15</inkml:trace>
  <inkml:trace contextRef="#ctx0" brushRef="#br0" timeOffset="104223.32">26090 5618 848 0,'0'0'154'0,"0"0"59"16,0 0-63-16,39 83-79 16,-28-63-8-16,-2-2-43 15,0-4 9-15,-1 0-37 16,-5-6 17-16,0-3-44 15,-3-2-32-15,0-3-53 16,-2 0-92-16,-8-7-190 16</inkml:trace>
  <inkml:trace contextRef="#ctx0" brushRef="#br0" timeOffset="104357.87">26211 5453 799 0,'0'0'53'0,"0"0"30"0,0 0-30 15,0 0-67 1,0 0-65-16,0 0-130 0,-20-29-235 16</inkml:trace>
  <inkml:trace contextRef="#ctx0" brushRef="#br0" timeOffset="105225.84">26328 5646 824 0,'0'0'174'0,"0"0"-27"15,0 0-65-15,0 0-7 16,55 85-29-16,-48-71-1 16,-1-2-24-16,-3-1 14 15,0-4-30-15,-2-2 17 16,0-2-26-16,-1-3 12 15,2 0-5-15,3 0 0 16,0 0 9-16,1-11-1 16,-1-4-3-16,3-5-17 15,-1-4 10-15,-1 0-30 16,-4-1 15-16,0 3-30 16,-1 5 19-16,1 1-24 15,-1 5 16-15,1 2 0 16,1 6 0-16,7-1-8 15,0 4-22-15,3 0 23 16,6 0-9-16,4 0 16 16,-1 0-16-16,2 0 44 15,-1 4-10-15,-1 1 24 16,-6 0-15-16,-1-2 10 0,-3 0 19 16,0 1 9-1,-2-4 6-15,-5 0-3 0,1 0-2 16,-1 0-17-16,-2 0 22 15,-3 0-24-15,0 0 16 16,0 0-21-16,0-1 25 16,-6 1-26-16,-7 0-8 15,-6 5-10-15,-3 8-10 16,0 5-8-16,2 0-12 16,2 0 30-16,8-2-7 15,4-2 20-15,3-5-12 16,3-1 18-16,0-4-17 15,4-1 16-15,8-3-10 16,1 0 3-16,0 0 5 16,2 0-5-16,0 0 7 15,1-10-12-15,-4 1 11 16,-2-3-17-16,0 1 20 16,-5 3-22-16,0 1 18 15,-4 3-17-15,2 3 16 16,0 1-10-16,2 0-2 15,0 0 3-15,5 8 0 16,2 3 13-16,4 1 1 16,0-3 20-16,4 2-22 15,-2-4 14-15,-1-3-21 16,0-3 12-16,-1-1-19 16,-2 0 13-16,-1-9-2 0,1-7-12 15,-3-5 0 1,-1-4-33-16,0-3-9 15,-6-7-51-15,-2-6-57 0,-2-2-46 16,0-1-67-16,0 1-79 16</inkml:trace>
  <inkml:trace contextRef="#ctx0" brushRef="#br0" timeOffset="105413.17">26910 5361 436 0,'0'0'117'16,"0"82"58"-16,3-33-1 15,11 2-26-15,2 1-26 16,2-3-46-16,0-4-18 16,-2-6-45-16,-4-4-12 15,-5-10 2-15,-4-3-31 16,-3-10-59-16,-3-5-115 16,-16-7-36-16,-7 0-178 15</inkml:trace>
  <inkml:trace contextRef="#ctx0" brushRef="#br0" timeOffset="105682.38">26835 5523 866 0,'0'0'61'0,"82"-4"92"15,-40 4-83-15,0 0-35 16,-5 8-17-16,-6 3-14 15,-7 4 6-15,-8 3-19 16,-6 4 24-16,-7 2-17 0,-3-1 27 16,0-2-24-1,0 1 13-15,-8-1-12 0,5-6 6 16,-2-5-8-16,4-2-5 16,-1-8-44-16,1 0-61 15,1-5-74-15,-3-14-251 16</inkml:trace>
  <inkml:trace contextRef="#ctx0" brushRef="#br0" timeOffset="105827.39">27128 5445 1081 0,'0'0'0'0,"0"0"53"15,0 0-56-15,0 0-24 16,0 0-118-16,0 0-101 15,-5 11-248-15</inkml:trace>
  <inkml:trace contextRef="#ctx0" brushRef="#br0" timeOffset="106411.64">27254 5674 810 0,'0'0'74'0,"0"0"117"16,0 0-114-16,39 73-13 16,-28-59-35-16,1-5 8 15,-2 0-21-15,3-5 9 16,-3-3-13-16,2-1 12 16,0 0-14-16,0-5-4 0,-1-7 0 15,0-6-7-15,-4-3 8 16,0 1-18-16,-1-3 13 15,-3-1-33-15,-2 5 22 16,-1 6-12-16,0 2 32 16,0 7-24-16,0 3 9 15,3 1-3-15,4 0-17 16,2 5 16-16,4 4 3 16,0 2 11-16,4 1-14 15,2-2 18-15,1-3-20 16,2-1 29-16,-3-2-15 15,2-4 25-15,1 0-6 16,-3 0 4-16,0-10-8 16,-1-4-5-16,-3-2 0 15,-2-3-12-15,-3 2 9 16,-4-2-17-16,-6 7 19 16,0 1-23-16,0 5 25 15,-9 6-26-15,-8 0 20 16,-1 14-21-16,-2 5 14 15,3 4 5-15,4 1-5 16,4-1 9-16,9 0-16 16,0-2 16-16,7-3-22 15,18-2 2-15,5-3-43 16,8-3-18-16,1-3-82 16,1-3-160-16,-2-4-337 15</inkml:trace>
  <inkml:trace contextRef="#ctx0" brushRef="#br0" timeOffset="107175.08">28390 5595 704 0,'0'0'78'15,"0"0"52"-15,0 0-56 16,0 0-15-16,-84 3-39 15,60 5-7-15,2 4-11 16,5-1-3-16,2-2 2 16,4-2-7-16,5 1 12 15,3-1-16-15,3-3 13 16,0-2-16-16,0-2 24 16,13 0-16-16,6 0 23 15,7-9-19-15,0-7 3 16,3-7-9-16,-2-3-12 15,-2-7-10-15,-5-3-20 16,-8-7-10-16,-2 0-14 16,-6-2 22-16,-4 1-3 15,0 6 39-15,0 6 2 0,-4 9 8 16,-8 11 1 0,1 11 14-16,-2 1 13 0,0 21-25 15,1 18 6-15,-2 9 3 16,3 13 53-16,7 7 25 15,4 6 50-15,0 6-1 16,9-2 43-16,12-2-100 16,3-6-16-16,0-6-14 15,-2-11-6-15,-4-7-10 16,-7-9-14-16,-7-10 8 16,-4-8-16-16,-6-8 22 15,-18-7-19-15,-12-4 19 16,-9-8-38-16,-3-14 27 15,-1-3-31-15,7-4 13 16,6 0-7-16,7 2-4 16,12 1-6-16,10 3-17 15,7 0-12-15,4 3-35 16,19-3 2-16,7 0-43 16,5-2-52-16,3 1-135 15,-4-2-115-15</inkml:trace>
  <inkml:trace contextRef="#ctx0" brushRef="#br0" timeOffset="107714.72">28706 5483 995 0,'0'0'89'0,"0"0"56"0,0 0-38 16,2 80-65-16,-2-57 14 16,0-4-36-16,4-3-4 15,3-3-17-15,2-2 5 16,3-6-4-16,2-3-9 16,4-2-7-16,2 0-14 15,0-14 15-15,-1-3-35 16,-2-6-11-16,-4-4-42 15,-4 6 31-15,-2-1 12 16,-4 7 54 0,-2 5 7-16,-1 6 3 0,0 4 18 15,0 0 9-15,0 22-21 16,0 10 2-16,-3 10 72 16,3 13 1-16,0 7 4 15,3 5-24-15,16 1 41 16,6 2-25-16,5-5-9 15,2-4-23-15,-1-5-5 16,-6-9-1-16,-6-7-15 16,-9-7-7-16,-10-10-19 15,-6-5 20-15,-26-9-28 16,-11-9 24-16,-8 0-44 16,-5-8 18-16,-3-13-30 15,6-9-26-15,6-6-27 16,8-4-19-16,13-8-21 15,12-3-103-15,11-3-142 16,3-2-288-16</inkml:trace>
  <inkml:trace contextRef="#ctx0" brushRef="#br0" timeOffset="108044">29410 5168 892 0,'0'0'184'16,"0"0"-15"-16,0 0-72 15,-49 70-46-15,25-42-1 16,-2-1-53-16,2-3 12 16,2-5-77-16,5-3-115 15,-2-7-290-15</inkml:trace>
  <inkml:trace contextRef="#ctx0" brushRef="#br0" timeOffset="108464.11">29434 5524 735 0,'0'0'62'0,"0"0"67"16,0 0-81-16,-82 43-3 15,76-36-31-15,6 5 3 16,0-2-11-16,6 4 6 16,10 1 13-16,0 1-2 15,-2 3 24-15,-4 2 14 16,-4-3 15-16,-6-2-30 16,0-3 15-16,0-2-40 15,-13-5 8-15,-4-5-34 16,-6-1-13-16,-2 0-54 15,-4-9-93-15,-4-8-181 16,4-6-449-16</inkml:trace>
  <inkml:trace contextRef="#ctx0" brushRef="#br0" timeOffset="109676.42">29768 5679 661 0,'0'0'64'0,"0"0"79"16,0 0-13-16,23 50-14 15,-14-28-31-15,-4 0 5 16,-2 1-37-16,-1-1 7 15,-2-2-38-15,0-1 10 16,0-5-22-16,-10-3 1 16,-6 0-7-16,0-7-8 15,-3 0-9-15,-1-4-39 16,4 0-14-16,2-2-68 16,2-11-82-16,5-3-128 15,2-4-269-15</inkml:trace>
  <inkml:trace contextRef="#ctx0" brushRef="#br0" timeOffset="110225.82">30143 5563 809 0,'0'0'154'0,"0"0"25"15,0 0-37-15,0 0-68 16,35 87-11-16,-29-70-39 16,0-2 0-16,-2 0-30 15,0-4 17-15,-4-3-22 16,0-4-22-16,0 0-31 15,0-4-50-15,0 0-70 16,-4-4-125-16,-2-12-302 16</inkml:trace>
  <inkml:trace contextRef="#ctx0" brushRef="#br0" timeOffset="110368.58">30188 5424 876 0,'0'0'48'0,"0"0"80"15,0 0-91 1,0 0-25-16,0 0-55 16,0 0-56-16,-27-45-104 0,27 39-120 15</inkml:trace>
  <inkml:trace contextRef="#ctx0" brushRef="#br0" timeOffset="110631.33">30386 5338 922 0,'0'0'124'0,"6"82"57"16,-2-38-83-16,2-1-37 15,0 0-41-15,-1-5 7 16,1-5-25-16,-3-4 1 15,0-8 1-15,0-3-20 16,-3-7-19-16,0-3-25 16,0-4-16-16,-3-4-72 15,-11 0-134-15,-1 0-250 16</inkml:trace>
  <inkml:trace contextRef="#ctx0" brushRef="#br0" timeOffset="110792.54">30285 5499 898 0,'0'0'122'0,"0"0"19"15,0 0-84-15,102-26-36 0,-64 22-19 16,1 1-7-16,0 1-91 16,1 1-152-16,-3-2-174 15</inkml:trace>
  <inkml:trace contextRef="#ctx0" brushRef="#br0" timeOffset="111812.88">30896 5531 569 0,'0'0'147'0,"0"0"1"15,0 0-19-15,0 0-14 16,0 0-19-16,0 0-14 16,-6 0-47-16,-7 0-1 15,-4 3-40-15,-5 9 18 16,0 5-25-16,-1 2 18 16,3-2-11-16,4 2 7 15,3-4-2-15,6-2-1 16,7-3 0-16,0-2-9 15,3-5 15-15,14-1-12 0,2-2 17 16,4 0-17 0,3-9 24-16,-3-1-25 15,-1-3 14-15,-5 1-18 0,-7 4 3 16,0 1 7 0,-7 3 3-16,-3 3 5 0,0-2-9 15,0 3 32-15,0 0-21 16,0 0 16-16,3 0-26 15,3 13 12-15,4 3-4 16,3 3 30-16,0 1-11 16,3-1-7-16,-2 0-8 15,2-7-8-15,-4-4 6 16,1-4-29-16,-2-4-13 16,0 0-67-16,-4-16-91 15,-2-5-184-15,-2-8-244 16</inkml:trace>
  <inkml:trace contextRef="#ctx0" brushRef="#br0" timeOffset="112051.82">31096 5267 828 0,'0'0'70'16,"2"71"111"-16,-2-24-16 15,3 0-61-15,0 1-35 16,1-1-40-16,-1-4 5 16,0-6-35-16,0-7 17 15,2-7-25-15,1-5 5 16,-3-7-41-16,3-4-20 16,0-7-36-16,1 0-79 0,3 0-93 15,-3-7-222-15</inkml:trace>
  <inkml:trace contextRef="#ctx0" brushRef="#br0" timeOffset="113016.06">31342 5553 723 0,'0'0'95'0,"0"0"68"0,0 0-7 16,13 80-72-16,-10-63 13 15,2-4-51-15,-4-3-11 16,3-5-16-16,-3-2-2 16,2-3-6-16,-1 0-7 15,-1 0 14-15,4-7-10 16,-1-10 7-16,0-3-30 16,2-3 19-16,1-3-41 15,-4 1 17-15,0 4-25 16,-3 3 17-16,2 5 7 15,-2 8 7-15,0 2 11 16,0 3-6-16,1 0 10 16,3 4-20-16,4 12 31 15,0-1-2-15,2 0 27 16,1 2-13-16,1-1 17 16,-3-7-27-16,1-2 0 15,2-3-7-15,-2-4-2 16,0 0 5-16,4 0-11 15,-2-8 5-15,2-7-20 16,-1 1 11-16,-1-2-24 16,-1 1 20-16,-2 5-23 15,-3 1 25-15,-3 4-4 16,0 2 10-16,1 3 0 16,-1 0-3-16,1 4 1 15,2 12 17-15,-2 0 17 16,2 4-16-16,1 2 12 0,-1-1-27 15,0-2 16-15,0-3-27 16,-2-4 12-16,2 0-32 16,-1-7-24-16,4-1-53 15,0-4-70-15,2 0-73 16,3 0-130-16</inkml:trace>
  <inkml:trace contextRef="#ctx0" brushRef="#br0" timeOffset="113347.41">31852 5553 781 0,'0'0'72'15,"0"0"96"-15,0 0-112 16,0 0-29-16,0 0-26 16,-18 29 19-16,14-15-25 15,4-1 7-15,0-1-3 16,0-2 1-16,10-3 17 15,6 0-7-15,5 0 15 16,0-5-10-16,-2 0 18 16,0-2-14-16,-5 0 37 15,2 0-29-15,-3-4 12 16,-3-7-24-16,-3 1 2 16,-4-3-6-16,-3-3-2 15,0 3-2-15,0-3-11 16,-3 0-11-16,-5 5-37 15,-2-1-26-15,2 5-70 16,3 1-76-16,3 0-137 16</inkml:trace>
  <inkml:trace contextRef="#ctx0" brushRef="#br0" timeOffset="113670.21">32184 5472 731 0,'0'0'91'0,"0"0"35"0,0 0-22 16,0 0-40-16,0 0-2 15,-56 27-23-15,50-16-8 16,6 2-34-16,0-4 21 16,4 5-25-16,14 1 21 15,2 1-15-15,2 0 17 16,-2 1-7-16,-6-2 0 15,-4 1 30-15,-7-1 1 16,-3-4 13-16,-5-1-23 16,-13-5 8-16,-8-1-31 15,-3-4 10-15,0 0-39 16,2 0-17-16,1-8-74 16,7-9-74-16,3-3-156 15,9-7-308-15</inkml:trace>
  <inkml:trace contextRef="#ctx0" brushRef="#br0" timeOffset="113876.17">32379 5420 1042 0,'0'0'139'0,"16"83"-1"0,-7-40-55 15,0-7-69-15,-1-3 0 16,-1-6-22-16,-1-6-34 16,-6-7-56-16,0-10-107 15,0-4-244-15</inkml:trace>
  <inkml:trace contextRef="#ctx0" brushRef="#br0" timeOffset="114036.58">32370 5298 1051 0,'0'0'36'15,"117"-12"61"-15,-57 12-71 16,-10 0-34-16,-7 2-48 16,-14 9-188-16,-14 4-156 15</inkml:trace>
  <inkml:trace contextRef="#ctx0" brushRef="#br0" timeOffset="114548.61">30643 5780 785 0,'0'0'147'16,"84"0"66"-16,-10 3-58 15,24 0-33-15,26-1-27 16,19 2-19-16,10 0-23 15,6-1-30-15,-7-3-11 16,-13 0-19-16,-16 0-21 16,-20 0-72-16,-21 0-6 15,-25-3-104-15,-17-2-230 16</inkml:trace>
  <inkml:trace contextRef="#ctx0" brushRef="#br0" timeOffset="116176.07">21542 6399 843 0,'0'0'96'16,"0"0"59"-16,50 75-31 16,-34-47-51-16,-3-5-24 0,-3 0-29 15,-3-7 5-15,-1-5-28 16,-3-5 20-1,-2-6-27-15,1 0 24 0,-1-8-22 16,1-15 7-16,1-6-10 16,1-6-2-16,3-1-12 15,0-3-9-15,2 8 24 16,0 7-10-16,2 6 18 16,1 9-16-16,1 9 27 15,-2 0-18-15,3 18 35 16,0 5-5-16,-2 6 10 15,2 3-4-15,-1-4-7 16,-1-1-2-16,0-4-12 16,0-9 2-16,2-4-17 15,-2-6-3-15,-2-4-49 16,3 0-5-16,0-1-60 16,-2-10-48-16,1-4-66 15,-2-2-127-15</inkml:trace>
  <inkml:trace contextRef="#ctx0" brushRef="#br0" timeOffset="116700.23">22009 6387 624 0,'0'0'84'0,"0"0"-4"16,0 0-5-16,0 0 0 16,0 0-33-16,-12 70-7 15,7-45 16-15,2 2-15 16,3-5 1-16,0-3-29 15,12-5 21-15,8-1-18 16,5-8 22-16,0-4-26 16,3-1 13-16,-5 0-14 15,-3-6-2-15,-5-7-2 16,-5-1-3-16,-7-3 1 16,-3-3-13-16,0-4 19 0,-10 4-28 15,-2-3 6-15,-1 1-5 16,3 4 22-16,4 3-13 15,2 6 15-15,4 3-6 16,0 5-1-16,0 1-15 16,12 1 6-16,6 11 17 15,5 3-7-15,3 0 22 16,2 2-10-16,-2-2 39 16,-2-2-20-16,-2-6 30 15,-9 1-11-15,-2-4 3 16,-5 0-11-16,-3-2-10 15,-3-1-3-15,0-1-7 16,0 0 19-16,0 0-23 16,0-8 11-16,2-8-35 15,2-5 20-15,5-2-36 16,2-2 9-16,5 1-31 16,1 3 2-16,0 5-30 15,1 4-58-15,-1 7-61 16,-1 3-49-16,-1 2-20 15,-1 2-95-15</inkml:trace>
  <inkml:trace contextRef="#ctx0" brushRef="#br0" timeOffset="117154.23">22525 6388 228 0,'0'0'223'15,"0"0"-10"-15,0 0-35 16,28 85-21-16,-21-69-17 16,-2-3-29-16,-2-1-29 15,2-5-17-15,-2-3-35 0,-2-4 1 16,1 0-31-16,1-4 23 15,1-8-26 1,1-7 10-16,1 0-25 0,-1-2-9 16,-2 2-1-16,1 2-5 15,-1 6 1-15,0 3-9 16,1 4 36-16,2 2-11 16,-1 2 20-16,1 0-15 15,3 3 25-15,-1 4-5 16,1 3 16-16,-3-1-13 15,0-5 3-15,-2 1-2 16,-1-5-9-16,3 0 5 16,0 0-13-16,2-3 16 15,5-11-28-15,2 0 4 16,2 1-38-16,-2 0 32 16,0 6-6-16,-3 4 13 15,-2 3 5-15,-1 0-6 16,-4 7 14-16,1 9 4 15,-3 3 14-15,3 1-16 16,-2 0 16-16,3-1-24 16,-1-3 17-16,0-4-33 15,1-4-24-15,2-3-120 16,2-2-101-16,3-3-65 16</inkml:trace>
  <inkml:trace contextRef="#ctx0" brushRef="#br0" timeOffset="117703.17">23091 6375 623 0,'0'0'74'0,"0"0"41"0,0 0-60 16,0 0-43 0,0 0 10-16,-83-5-15 0,69 19 3 15,3 1-15-15,4 0 12 16,2-2-14-16,4 0 10 15,1-2-7-15,0-1 9 16,7-4 3-16,7 0 2 16,0-2 23-16,0-2 6 15,0 0 20-15,-3-2-28 16,-1 1 12-16,-3 0-28 16,-3 2 22-16,2-3-27 15,1 0 13-15,3 0-6 16,3 0-1-16,5 0 1 15,4 0-5-15,3-7 1 16,4-2-19-16,0-2 17 16,2 2-20-16,-6-3 22 15,-5-2-22-15,-3 1 40 16,-6 1-8-16,-4-5 14 16,-4-1-18-16,-3-4-4 15,0-4-5-15,0-5-10 16,0-6 9-16,-6-1-20 15,-2-2 17-15,1 4-25 16,-1 4 26-16,2 9-21 16,-2 8 27-16,-1 14-20 15,-2 1 12-15,-1 13-6 16,4 17-4-16,-1 6 7 0,1 5-8 16,8 4 22-1,0-3-24-15,0-1 21 16,0-7-27-16,6-4-23 0,5-6-150 15,-3-12-218 1</inkml:trace>
  <inkml:trace contextRef="#ctx0" brushRef="#br0" timeOffset="118075.2">23794 6473 1184 0,'0'0'160'15,"0"0"-51"-15,-11 91-39 16,-6-59-33-16,-3-3-16 16,-2-4-11-16,4-5-13 15,0-3-16-15,5-5-64 16,1-4-39-16,2-2-155 15,3-5-249-15</inkml:trace>
  <inkml:trace contextRef="#ctx0" brushRef="#br0" timeOffset="118838.85">24089 6349 825 0,'0'0'39'16,"0"0"90"-16,-26 94-14 15,22-63-53-15,4-3-18 16,0-5-26-16,1-7 4 15,18-5-16-15,3-7 24 16,3-4-36-16,0 0 18 16,0-2-21-16,-4-11 7 15,-2 1-7-15,-6 0-2 0,-3 1-2 16,-5 2-1-16,-4 4 13 16,1 2-9-16,-2 0 18 15,0 3-15-15,0 0 23 16,0 0-27-16,0 7 18 15,7 2-9-15,-1 3 15 16,4-1 7-16,2-3 7 16,3 0 2-16,-2-3-6 15,2-1 5-15,-4-4-24 16,1 0 15 0,-4 0-24-16,-3 0 25 0,-1-12-27 15,-1-1 19-15,-1-3-19 16,-2-4-1-16,0 1 1 15,0-3-3-15,0 2 4 16,0 2-5-16,-2 0 17 16,-1 6-14-16,0 4 17 15,2 5-20-15,-1 3 23 16,1 0-26-16,-1 0 12 16,1 6-2-16,-1 1-8 15,2-2-29-15,-3-1-51 16,3-3-12-16,0-1-48 15,0 0-36-15,0 0-111 16,0 0-107-16</inkml:trace>
  <inkml:trace contextRef="#ctx0" brushRef="#br0" timeOffset="119269.55">24470 6459 833 0,'0'0'77'0,"0"0"84"0,0 0-65 16,93 6-55-16,-76-6 14 15,0 0-15-15,-6-8-17 16,-2-3 5-16,-3 0-13 16,-4-5 3-16,-2 3-24 15,0-2 18-15,0 4-20 16,-7 1 20-16,-8 8-21 16,-5 2 14-16,-4 1-13 15,0 17 6-15,0 2 3 16,2 7-2-16,6-2 10 15,6 2-9-15,10-4 12 16,0-7-22-16,18 0 21 16,7-5-35-16,7-6-7 15,4-5-106-15,1 0-179 16,-4 0-430-16</inkml:trace>
  <inkml:trace contextRef="#ctx0" brushRef="#br0" timeOffset="120105.34">25173 6418 903 0,'0'0'118'0,"0"0"45"16,0 0-5-16,50 81-100 15,-40-66 5-15,-1-6-39 16,-4-3 5-16,0-2-25 16,-1-4 1-16,1 0 0 15,0-1-5-15,1-12-1 16,1-4-17-16,1-3 7 15,0-3-23-15,4 0 16 16,-4 1-25-16,6 3 24 16,-3 6-13-16,4 3 27 15,-4 6-11-15,2 4 10 16,-1 0-4-16,0 7-5 16,0 6 12-16,1 6-10 0,2 1 24 15,0 0-18 1,3 0 26-16,0-5-18 15,4-2 26-15,0-2-21 0,2-4 7 16,-2-6-7 0,0-1 0-16,-1 0 1 0,-1 0-6 15,-2-8 5-15,-1-5-10 16,-2-3 15-16,-2 0-20 16,-6-2 24-16,-1 0-24 15,-6 2 23-15,0 0-22 16,0 3 11-16,-3 3 0 15,-7 4-1-15,-5 5-4 16,4 1-10-16,-6 0 15 16,2 5-13-16,3 11 16 15,1 3-18-15,5 2 24 16,5 1-19-16,1-3 18 16,2-2-15-16,16-3 8 15,4-1-2-15,4-5-3 16,2-4 1-16,0-2-18 15,-2-2-17-15,-6 0-87 16,-1 0-80-16,-6 0-106 16,-5-9-284-16</inkml:trace>
  <inkml:trace contextRef="#ctx0" brushRef="#br0" timeOffset="120737.54">25936 6475 577 0,'0'0'65'0,"0"0"83"16,0 0-42-16,0 0 4 15,45-18-42-15,-33 5-17 16,-2-3-22-16,0 1-10 16,-4-3-5-16,-5 2-7 15,-1 1 4-15,0 2 3 16,-3 3 13-16,-11 4-16 15,-1 3 14-15,-3 3-30 16,-3 0 19-16,0 7-18 16,1 10 18-16,3 3-12 15,3 3 2-15,7 2 5 16,6 1 0-16,1-2 1 16,0-3-15-16,14 1 16 15,8-6-23-15,4-4 18 16,1-3-35-16,5-6 9 15,0-1-54-15,1-2-26 0,2 0-68 16,-4-3-53-16,0-8-68 16,-5-1-87-16</inkml:trace>
  <inkml:trace contextRef="#ctx0" brushRef="#br0" timeOffset="121221.03">26282 6421 229 0,'0'0'-1'0,"0"0"35"16,0 0 7-16,4-70 18 15,-4 60 38-15,-9 3 9 16,-5 4 6-16,-3 3-75 16,-6 0 14-16,-4 7-24 15,0 8 4-15,-2 5-31 16,4 2 10-16,5 2-15 16,7 0 8-16,6-2 6 15,7-5 16-15,0-2 3 16,6-3-9-16,10-4 21 15,5-6-3-15,4-2 38 16,1 0-41-16,1-2 12 16,-3-15-24-16,2-2 6 15,-6-7-20-15,-4-2-1 16,-2-7 0-16,-4-1-5 16,-2-7 2-16,-8-3-11 15,0-4 8-15,0-4-20 16,0-3 13-16,-9 7-33 15,-3 5 21-15,2 11-5 16,-2 11 27-16,1 14-5 16,-2 9 6-16,3 16-5 15,1 20-5-15,2 12 41 0,3 9 19 16,4 4 27-16,0 1-36 16,0-2 14-16,6-6-42 15,5-6 4-15,1-8-30 16,-1-8-15-16,1-5-73 15,-2-11-124-15,1-5-241 16</inkml:trace>
  <inkml:trace contextRef="#ctx0" brushRef="#br0" timeOffset="121729.36">26910 6195 863 0,'0'0'156'16,"0"0"-3"-16,0 102-81 16,0-67-11-16,0 0-36 15,0-6-7-15,0-3-16 16,0-6-2-16,0-5-15 15,0-5-50-15,0-3-58 16,0-3-114-16,-6-4-122 16</inkml:trace>
  <inkml:trace contextRef="#ctx0" brushRef="#br0" timeOffset="122122.05">26773 6395 754 0,'0'0'72'16,"0"0"66"-16,0 0-58 16,101-34-20-16,-68 30-34 15,1 3 3-15,0 1-12 16,-4 0-15-16,-5 7 0 16,-5 5-6-16,-3 4 7 15,-5 0-18-15,-4-1 23 16,-3-1-18-16,0-4 21 15,1-2-19-15,2-3 17 16,4-1-13-16,3-4 17 16,4 0 3-16,0 0-7 15,4 0 0-15,-2 0-13 0,-3-4 16 16,0-4 0-16,-4 0 28 16,-3-4-27-16,-5-1 18 15,-6 1-31-15,0-2 13 16,0 1-15-16,-6 1-3 15,-10 1-14-15,-3 2-22 16,-5 4-46-16,-5 2-60 16,-3 3-80-16,2 0-172 15</inkml:trace>
  <inkml:trace contextRef="#ctx0" brushRef="#br0" timeOffset="124624.5">27850 6370 335 0,'0'0'83'0,"2"0"42"16,-2-1-13-16,0 0-5 15,0-3-31-15,0 1 12 16,0 1-24-16,-3-4 4 16,-3 3-31-16,-4 0 5 15,-3 3-8-15,-3 0-18 16,-3 0-8-16,-4 9-3 15,1 5 7-15,-1 5-15 16,2 2 21-16,3 3-25 16,4-4 20-16,6-4-23 15,7 0 17-15,1-6-10 16,0-4 2-16,10-2 10 16,7-1-5-16,5-3 5 15,-3 0-11-15,4-7 14 16,-1-2-18-16,-3-3 18 15,-5 2-27-15,-4 2 23 16,-3 2-19-16,-4 4 20 16,-1 2-11-16,-2 0 13 15,0 0 6-15,0 0-16 16,4 2 4-16,3 8-1 16,2-3 31-16,5 1-24 15,5 2 11-15,3 0-24 16,1-3 12-16,2-2-43 15,-1 2-21-15,0-3-51 16,1-1-75-16,-2-2-52 16,-1-1-66-16,-2 0-73 0</inkml:trace>
  <inkml:trace contextRef="#ctx0" brushRef="#br0" timeOffset="125089.62">28152 6474 551 0,'0'0'94'0,"0"0"14"16,0 0-45-16,0 0 13 15,0 0-12-15,-88-72-24 16,67 66-34-16,0 6 2 16,-2 0-14-16,0 3 17 15,4 8-21-15,2 6 18 16,5 2-14-16,3 2 6 16,5-2 2-16,4-3 4 15,0-1 10-15,7-7 9 16,8 0 27-16,5-4-10 15,0-4 17-15,5 0-31 16,1-6 13-16,0-11-33 16,-2-5 22-16,-2-5-23 15,0-4-2-15,-5-4-3 16,-6-5-9-16,-3-3-7 16,-5-4-24-16,-3-1 13 15,0 1-5-15,-6 7 7 16,-9 9-15-16,-2 11 42 15,-2 12-11-15,-4 8 12 16,4 4-11-16,2 23 10 16,3 7 5-16,5 8 9 15,7 5 6-15,2-2-12 0,0 1 3 16,6-2-23 0,10-5 22-16,0-4-32 0,4-8 2 15,1-3-40-15,3-7-46 16,2-5-118-16,0-5-75 15,1-7-187-15</inkml:trace>
  <inkml:trace contextRef="#ctx0" brushRef="#br0" timeOffset="125561.23">28392 6431 717 0,'0'0'54'0,"0"0"102"15,0 0-61-15,0 0-38 16,-90-13-33-16,67 13 6 16,-3 9-28-16,1 4 19 15,2 2-18-15,5 3 2 16,4-2 6-16,7 1-8 16,6-2 7-16,1-3-4 15,0-3 13-15,13-1-12 16,7-6 27-16,-1-2-12 15,7 0 10-15,-2-4-27 16,4-12 13-16,-4-6-17 16,1-6 0-16,-2-4-2 15,-1-5-13-15,-5-6 6 16,-1-3-12-16,-3-3 19 16,-5-1-17-16,-3 2 22 15,-2 5-22-15,-3 8 14 0,0 6-14 16,0 15 23-16,-14 14 5 15,-1 0 3 1,-5 26-11-16,4 14-1 0,-3 11 20 16,6 8-6-1,5 1 13-15,3-5-24 0,5-3 18 16,0-9-27-16,6-8 16 16,8-6-48-16,2-6-37 15,3-7-75-15,0-7-115 16,0-3-245-16</inkml:trace>
  <inkml:trace contextRef="#ctx0" brushRef="#br0" timeOffset="126259.6">28829 6463 801 0,'0'0'92'0,"0"0"16"15,0 0-3-15,0 0-56 16,-86 47 12-16,68-29-40 15,1-2 5-15,5 0-23 16,6-2 1-16,5-3-1 16,1-3-2-16,0-1 10 0,0-3-14 15,9-4 14-15,4 0-17 16,4 0 15 0,-1-7-21-16,3-7 1 0,-3-2-34 15,1-3 8-15,-4-1-13 16,-2-2-9-16,-2 2 2 15,-3 4 13-15,-3 3 27 16,0 6 8-16,-3 5 18 16,2 2-3-16,0 2 33 15,1 11 0-15,0 5 34 16,0 1-20-16,1 0 5 16,2-1-11-16,-2-5-8 15,2-3-2-15,1-3-13 16,2-4 4-16,5-3-15 15,-1 0 14-15,6-1-25 16,0-11 14-16,1-3-31 16,-1-2 12-16,-3 5-25 15,-3-1 12-15,-2 3 0 16,-4 6 5-16,-1 0 10 16,0 4-7-16,4 0 7 15,-4 6-15-15,3 8 26 16,2 5-11-16,-4 1 18 15,2 0-21-15,-2 1 15 16,2-2-17-16,-2-1-13 16,-1-6-66-16,-2-6-140 15,-2-6-227-15</inkml:trace>
  <inkml:trace contextRef="#ctx0" brushRef="#br0" timeOffset="128721.86">29902 6427 464 0,'0'0'81'16,"0"0"21"-16,0 0 32 15,0 0-34-15,0 0 0 16,0 0-19-16,-7-5-27 16,-6 5-11-16,0-3-35 15,-9 3 5-15,-2 0-16 16,-1 0 16-16,-4 8-18 15,-1 3 16-15,1 5-17 16,3-1 11-16,3 2-6 16,7-4 0-16,3 2 3 15,9-4-3-15,4 1 5 16,0-4 6-16,0-1 14 16,13-3-3-16,4-3 24 15,2-1-36-15,1 0 12 16,2 0-18-16,-2-9 5 15,-1-6-6-15,1-4-1 16,0-5-3-16,-4-3-12 0,0-8 1 16,-1-2-11-16,-4-7 14 15,2 1-14 1,-6-4 20-16,1 5-24 0,-4 4 26 16,0 7-7-16,-4 9 10 15,0 8 2-15,0 7-3 16,0 7 12-16,-7 0-8 15,-5 21 1-15,-1 6-6 16,-1 8 29-16,2 7-5 16,2 3 11-16,6-2-17 15,3 0 10-15,1-7-19 16,0-2-2-16,7-6-4 16,9-6-1-16,2-2-2 15,0-4-33-15,3-2-19 16,-2-6-49-16,3 0-23 15,-1-5-103-15,-3-3-74 16,-2 0-235-16</inkml:trace>
  <inkml:trace contextRef="#ctx0" brushRef="#br0" timeOffset="129182.82">30055 6424 603 0,'0'0'87'0,"0"0"48"0,0 0-47 16,0 0-9 0,0 0-14-16,-6 81-21 15,9-72-23-15,6-2 15 16,4 0-27-16,-3-6 17 0,3-1-18 16,3 0 11-16,0-4-23 15,0-7 8-15,-2-4-9 16,-1-1 4-16,-1 0-5 15,-5 3-7-15,0 1 12 16,-4 4-9-16,0 3 17 16,0 5-18-16,0 3 5 15,1 19-29-15,-1 7 79 16,2 11-22-16,-1 6 5 16,0 4 13-16,-1-1 22 15,-2-2-3-15,-1-3-13 16,0-6 10-16,0-6-23 15,-1-5 10-15,-15-6-26 16,-3-6 17-16,-7-6-29 16,-4-4 13-16,-5-3-17 15,-6-2-4-15,-1 0-13 16,-3-8-15-16,4-6-26 16,2-2-33-16,6 0-53 15,0-1-137-15,7 1-191 16</inkml:trace>
  <inkml:trace contextRef="#ctx0" brushRef="#br0" timeOffset="129407.57">29629 6711 979 0,'0'0'113'0,"117"-1"55"15,-37 1-74-15,11 0-46 0,0 0-25 16,-6 0-9-16,-9 0-21 16,-15 4 13-16,-16 0-66 15,-18 0-46-15,-12 2-84 16,-15 0-66-16,0 0-77 16,-19 4-73-16</inkml:trace>
  <inkml:trace contextRef="#ctx0" brushRef="#br0" timeOffset="129999.64">29908 6980 580 0,'0'0'106'15,"0"0"37"-15,0 0 17 16,0 0-25-16,0 0-29 16,0 0-35-16,-42 0-33 15,21 2-15-15,-4 4-4 16,-1 5-17-16,1 4 8 16,-2 5-19-16,5-1 23 15,5 1-24-15,4-1 21 16,7-1-23-16,6-4 17 15,0-5-6-15,3-1-3 16,19-8 9-16,5 0-4 16,8 0 6-16,2-16-13 15,1-6 20-15,1-6-24 0,-7-3 21 16,-5-6-20 0,-5-1 16-16,-8-4-22 0,-4-4 13 15,-5 1-3-15,-5 4 2 16,0 5 4-16,0 12-6 15,-12 7 13-15,-1 13-14 16,-3 4 14-16,2 13-23 16,-1 14 23-16,4 8-23 15,5 9 27-15,6 4-12 16,0-2 15-16,0-3 10 16,13-3 0-16,1-7 2 15,2-6-16-15,0-8 3 16,1-3-20-16,1-8 17 15,-1-4-37-15,1-4-7 16,0 0-54-16,1-4-52 16,-3-10-93-16,-3-3-60 15,-2 2-72-15</inkml:trace>
  <inkml:trace contextRef="#ctx0" brushRef="#br0" timeOffset="130340.25">30139 6974 806 0,'0'0'90'15,"0"0"36"-15,0 0 2 16,0 0-23-16,87 64-17 16,-58-45-26-16,1 1-12 15,-1-4-25-15,-3 1 4 16,-3-9-34-16,-3-1 19 16,-4-3-23-16,-4-4 6 15,2 0-45-15,-4-4-10 16,2-7-52-16,-4-4-69 0,0-2-69 15,-4-2-3-15,-1 3-28 16,-3 3 17-16,0 1 207 16,-6 8 215-16,-11 4 110 15,-5 0-55-15,-7 13-14 16,-4 5-16-16,-3 3-49 16,-4 2-33-16,0-1-32 15,3-1-46-15,5-3-24 16,5-8 2-16,8-1-44 15,6-8-34-15,10-1-135 16,3-3-183-16</inkml:trace>
  <inkml:trace contextRef="#ctx0" brushRef="#br0" timeOffset="131252.64">29850 6053 559 0,'0'0'90'16,"-118"121"41"-16,60-36-44 15,-1 15-28-15,4 8-12 16,9 3-19-16,14-1-3 16,19-3-18-16,13-9-6 15,27-11 21-15,32-10-27 16,24-13 16-16,21-15-25 16,14-11 16-16,11-18-30 15,5-9 20-15,-1-11-8 0,-5-4-2 16,-15-20-14-1,-12-10-17-15,-17-12 38 0,-16-11 8 16,-17-10 25 0,-18-9 31-16,-13-14 7 15,-20-13-50-15,-2-6 4 0,-34-6-8 16,-20 0 35-16,-19 5 11 16,-19 14-7-16,-22 17 5 15,-15 24-15-15,-8 23 0 16,-2 24-11-16,5 12-8 15,12 34-27-15,19 15-9 16,31 15-92-16,25 6-88 16,31 1-112-16,18 0-318 15</inkml:trace>
  <inkml:trace contextRef="#ctx0" brushRef="#br0" timeOffset="131442.66">31081 6738 1460 0,'0'0'-30'0,"0"0"42"15,0 0-22-15,0 0-76 16,0 0-186-16,-52-3-282 15</inkml:trace>
  <inkml:trace contextRef="#ctx0" brushRef="#br0" timeOffset="136588.66">20959 7642 710 0,'18'0'56'0,"2"0"79"0,-1-4-43 16,1-2-33-16,-3-4-26 15,-1-1 5-15,-1-1-34 16,-5-1 11-16,-3-3-14 16,1 1 2-16,-5-1-2 15,-1 0 2-15,-2 1 5 16,0 0-7-16,-2 3 19 16,-10 2-14-16,-3 4 12 15,-6 5-21-15,-4 1 15 16,-1 7-19-16,-3 11 16 15,3 5-7-15,1 4 4 16,7 1 19-16,9-2-2 16,6-1-4-16,3-1-12 15,5-5 18-15,16-3-13 16,4-3 17-16,5-4-30 16,2-3 14-16,1-5-38 15,0-1-4-15,-1 0-45 16,-3 0-44-16,-3-6-63 15,0-4-54-15,-3 1-116 16</inkml:trace>
  <inkml:trace contextRef="#ctx0" brushRef="#br0" timeOffset="137024.54">21334 7593 439 0,'0'0'89'0,"0"0"67"16,0 0-33-16,0 0-24 0,0 0-1 15,11-75-26-15,-15 62-6 16,-8 4-50-16,-6 0 2 16,-3 5-18-16,1 4 0 15,0 0-14-15,0 6 6 16,2 11 2-16,5 5 0 16,6 4 8-16,7 4-11 15,0 4 19-15,3 5-18 16,17 1 20-16,3 4-5 15,-1 0 29-15,4-4 4 16,-6-1 15-16,-4-4 1 16,-4-7-7-16,-10-5 1 15,-2-2-11-15,-4-8 9 16,-16-4-18-16,-6-5 6 16,-3-4-28-16,0 0 30 15,-1 0-28-15,4-11 3 16,4-4-14-16,2-2 4 15,7 1-11-15,3 0-13 16,7 1-2-16,3 0-30 16,0 1-8-16,14-1-59 15,8-2-68-15,4-1-145 16,2 2-170-16</inkml:trace>
  <inkml:trace contextRef="#ctx0" brushRef="#br0" timeOffset="137264.53">21592 7785 1104 0,'0'0'152'16,"0"0"-5"-16,26 91-51 15,-26-60-51-15,0-3 3 16,-10-2-41-16,-9-6-1 16,-1-2-18-16,-3-4-52 15,-2-6-40-15,2-6-143 16,0-2-213-16</inkml:trace>
  <inkml:trace contextRef="#ctx0" brushRef="#br0" timeOffset="138640.88">22177 7607 618 0,'0'0'108'0,"0"0"-17"16,0 0-41-16,0 0-20 16,-62-14 2-16,35 14-36 15,-4 0 14-15,1 10-18 16,0 5 18-16,1 5-12 16,5 1 13-16,4 2-5 15,9 1 0-15,5-5-4 16,6 1-2-16,0-5 14 15,14-2 12-15,9-7 19 16,2-2-13-16,4-4 19 16,0 0-34-16,0 0 7 15,-2-15-23-15,-5 1 11 0,-5-8-9 16,-1-4-1 0,-3-2 0-16,-4-4-11 0,-4-5-8 15,-2-4-7-15,-3-3 4 16,0-1-2-16,0-1 21 15,0 6-16-15,-8 4 21 16,-2 8-8-16,-1 9 6 16,1 12 9-16,-4 7 2 15,2 0 7-15,1 21-15 16,5 9 9-16,2 6 1 16,4 5 29-16,0 3 5 15,0 0 17-15,10-2-29 16,6 0 3-16,-2-3-34 15,5-4-3-15,0-3 3 16,1-6-8-16,2-5-3 16,1-6-34-16,0-5-57 15,-1-6-130-15,-2-4-142 16</inkml:trace>
  <inkml:trace contextRef="#ctx0" brushRef="#br0" timeOffset="139374.95">22438 7729 782 0,'0'0'152'15,"0"0"11"-15,0 0-93 16,0 0 1-16,0 0-30 16,81-64-16-16,-75 48 2 0,-2-2-15 15,-2 1-2-15,-2 2-14 16,0 0 14-16,0 3-20 15,-7 4 23-15,-6 4-20 16,-3 4 14-16,-5 0-22 16,-2 7 18-16,-2 9-7 15,-1 4 1-15,4 2 5 16,3 0-15 0,9-2-4-16,3-1-14 0,7-3 19 15,0-3-21-15,5-3 30 16,11 1-17-16,7-5 26 15,3-2-15-15,3-2 9 16,3-2-1-16,-2 0-3 16,1 0 10-16,-2 0-11 15,-5 0 10-15,-1-3-14 16,-4 3 20-16,-4 0-22 16,-3 0 24-16,-3 9-26 15,-3 1 29-15,-3 1 0 16,-2-1 6-16,-1-2 14 15,0-4 4-15,0-1-2 16,0-2-15-16,0-1 12 16,0 0-13-16,0-2 11 15,0-12-26-15,0-3 13 16,2-2-29-16,5-5 21 16,0 2-18-16,3 0-3 15,3 2 2-15,0 1-6 16,1 6-2-16,0 2-27 15,-1 0-18-15,1 7-55 16,-1 0-41-16,0 4-77 16,-3 0 12-16,1 0-43 15,-2 0 1-15,-3 7 151 0,0 5 178 16,-2 5 199 0,2 1 15-16,-3 3-46 0,4 2-58 15,0 2-30-15,-1-3-41 16,2-3-4-16,0-1-57 15,-1-4-5-15,-2-5-39 16,-2-2 10-16,-3-6-17 16,0-1-51-16,0 0-76 15,-11-12-253-15</inkml:trace>
  <inkml:trace contextRef="#ctx0" brushRef="#br0" timeOffset="139520.79">22900 7452 986 0,'0'0'-1'15,"0"0"23"-15,0 0-74 16,0 0-54-16,3 11-187 16</inkml:trace>
  <inkml:trace contextRef="#ctx0" brushRef="#br0" timeOffset="140433.38">23058 7729 886 0,'0'0'192'0,"0"0"-51"15,0 0-63-15,0 0-27 0,0 0 7 16,0 0-37-1,77 70 6-15,-69-70-31 0,1 0 24 16,-2-13-21-16,0-5 10 16,-1-2-12-16,3-6-8 15,-3 1-14-15,-1 1-14 16,0 1 2-16,1 4-20 16,3 3 25-16,0 6-24 15,4 4 19-15,5 2-32 16,2 4 48-16,0 0-5 15,2 0 19-15,-2 0 1 16,-3 0 3-16,-2 4 5 16,-7-3 0-16,-2 2 38 15,-3-1-14-15,-3-2 5 16,0 0-19-16,0 2 28 16,-1 1-24-16,-10 5-5 15,-4 2-18-15,-3 4 7 16,0 3 1-16,1 2-2 15,3 0-9-15,7 1-8 16,5-5 22-16,2-2-13 16,0-4 20-16,11-3-12 15,7-5 29-15,-2-1-23 16,4 0 13-16,1 0-18 16,-2-12 6-16,-2-1-2 15,-3-4-9-15,-1 1 6 16,-6 1-16-16,-1 4 14 15,-4 1-12-15,-2 4 14 16,0 6-29-16,0 0 23 16,0 0-50-16,0 8 40 15,0 5 5-15,0 2 10 16,4 1 0-16,6-4 2 0,0 3 25 16,3-6-2-16,5-1 14 15,0-6-24-15,1-2 11 16,3 0-28-16,-1-15 15 15,-2-7-30-15,1-5-2 16,-4-5-24-16,-3-4-16 16,-4-7 10-16,-5-3-14 15,-4-3-16-15,0-5-3 16,-3 1 43-16,-8 9 1 16,-1 5 24-16,4 12 7 15,0 15 23-15,3 12 7 16,-1 4 16-16,0 25 5 15,3 10 47-15,2 11-3 16,1 8-25-16,0 2 12 16,0 1-14-16,0-3 13 15,10-3-36-15,1-10 4 16,0-7-41-16,1-10 13 16,-4-8-23-16,-2-9-23 15,-6-8-60-15,0-3-120 16,-21-11-160-16</inkml:trace>
  <inkml:trace contextRef="#ctx0" brushRef="#br0" timeOffset="140595.79">23517 7464 1021 0,'0'0'163'0,"116"-7"-47"0,-61 7-110 16,-9 0 8-16,-11 0-38 15,-11 0-78-15,-15 4-171 16,-9 9-370-16</inkml:trace>
  <inkml:trace contextRef="#ctx0" brushRef="#br0" timeOffset="140998.96">23845 7725 947 0,'0'0'20'0,"0"0"74"16,0 0-65-16,0 0-47 16,0 0 1-16,0 0-52 15,31-19 18-15,-31 13 37 16,-3-1 12-16,1 0 4 15,1 2-1-15,-1-2 14 16,2 0-10-16,0 1 34 16,-1 2 1-16,1 1 19 15,0 3-9-15,0 0 10 16,0 0-10-16,0 1 1 16,-2 15 3-16,1 3-5 15,-1 5-2-15,1 2-27 16,-1-2 11-16,2-3-20 0,0-2 15 15,0-4-30 1,-2-6 19-16,0-2-36 0,-2-6-17 16,-2-1-71-16,-3 0-143 15,1-9-370-15</inkml:trace>
  <inkml:trace contextRef="#ctx0" brushRef="#br0" timeOffset="141149.57">23848 7410 880 0,'0'0'1'15,"0"0"-2"-15,0 0-12 16,0 0-100-16,0 0-121 16</inkml:trace>
  <inkml:trace contextRef="#ctx0" brushRef="#br0" timeOffset="141777.5">24041 7669 866 0,'0'0'111'0,"0"0"70"16,0 0-105-16,2 83-29 15,2-64-21-15,4-3 15 16,3-2-29-16,4-3 22 16,-2-7-26-16,2 0 15 15,-1-4-18-15,-2 0 4 16,-1-4-2-16,-3-11-6 16,4-3 2-16,-7-4-22 0,3-2 14 15,-2 0-16-15,1-3 22 16,-5 6-20-1,0 2 27-15,-1 6-26 0,-1 2 18 16,3 7-7-16,-1 4 4 16,4 0 0-16,0 0-14 15,3 9 21-15,2 2-9 16,-1 2 16-16,4-1-8 16,-2-1 28-16,3-3-26 15,3-2 24-15,2-4-14 16,1-2 15-16,3 0-12 15,2-4-11-15,-2-8-1 16,1-5-8-16,-5-2 12 16,-4-5-16-16,-6 1 16 15,-4 0-20-15,-6 5 23 16,0 3-36-16,-4 9 29 16,-15 6-26-16,-6 0 14 15,-1 14 1-15,0 7 4 16,3 5 3-16,7-1-1 15,4 2 13-15,7-2-14 16,5-2 17-16,0 0-18 16,0-7 21-16,14-3-31 15,5-3-2-15,3-5-58 16,0-3-88-16,1-2-297 16</inkml:trace>
  <inkml:trace contextRef="#ctx0" brushRef="#br0" timeOffset="142561.13">25275 7508 789 0,'0'0'103'16,"0"0"27"-16,0 0-29 16,-108 15-21-16,74 1-9 15,3 5-45-15,6 1-4 16,8-1-23-16,2-2 5 16,12-3 2-16,3-4 5 15,0-1 0-15,15-5-15 16,4-6 17-16,7 0-17 15,3 0 13-15,-1-13-28 16,0-6 15-16,-2-7-35 16,-4-4-3-16,-2-8-20 15,-7-4 9-15,-3-9 16 16,-1-7 5-16,-5 0 10 0,0 0-43 16,2 7-8-1,-3 7-14-15,3 13 49 0,-2 14 3 16,2 15 35-16,3 2-11 15,0 31 32-15,2 14 62 16,0 14 3-16,4 15-1 16,-2 6 41-16,1 6-12 15,2 1-20-15,3-1 1 16,-1-6-35-16,-2-9 13 16,-5-6-24-16,-4-11 40 15,-7-11-55-15,-2-11 1 16,-22-9 0-16,-11-12-9 15,-10-10-8-15,-5-1-15 16,-5-12 1-16,1-12-23 16,6-11 12-16,10 2-29 15,12-6 23-15,13 1-49 16,13 1 19-16,0 2-33 16,29-1 1-16,16 3-46 15,12 0-107-15,10 0-208 16,8 0-303-16</inkml:trace>
  <inkml:trace contextRef="#ctx0" brushRef="#br0" timeOffset="143712.26">26234 7454 670 0,'0'0'110'0,"0"0"7"15,0 0-13-15,-11 89-21 16,11-65-26-16,0-4-16 15,9-2-13-15,5-5 10 16,0 0-22-16,2-6 10 16,2-3-26-16,2-4 18 15,-3 0-24-15,-4 0 19 16,1-4-17-16,-2-9 1 16,1-5-1-16,-3-5 0 15,0-1-16-15,3-4-14 16,-3-1 14-16,-1 1-11 15,1 2 29-15,-2 6-30 16,0 5 37-16,-4 10-16 16,3 5 16-16,-1 0-23 15,3 22 12-15,1 10 11 16,6 10 16-16,5 11 11 16,1 7 8-16,3 4 30 15,-1 0-2-15,-4-1 16 16,-5-4-33-16,-9-8 25 15,-6-5-42-15,0-9 17 0,-11-6-26 16,-10-7 3 0,-5-4-3-16,-4-4-6 0,-2-5 3 15,-3-7-24-15,-1-4 16 16,3 0-25-16,1-4 10 16,3-15-43-16,5-9 21 15,2-7-55-15,6-5-16 16,6-7-53-16,7-5-152 15,3-3-291-15</inkml:trace>
  <inkml:trace contextRef="#ctx0" brushRef="#br0" timeOffset="144179.92">26615 7050 912 0,'0'0'83'0,"0"0"61"16,0 0-35-16,0 0-45 15,81-12-10-15,-65 12-31 16,-3 8 9 0,-7 5-26-16,-5 6 23 0,-1 6-19 15,-4 1 23-15,-13 2-28 16,-1-2 16-16,1-1-10 15,4-5-6-15,3-5 0 16,8-3-5-16,2-2 5 16,2-3-11-16,18-3 13 15,6-2-17-15,6-1 16 16,2-1-40-16,3 0-8 16,-1 0-75-16,-2 0-99 15,-2 0-204-15</inkml:trace>
  <inkml:trace contextRef="#ctx0" brushRef="#br0" timeOffset="145200.53">27144 7642 763 0,'0'0'160'0,"84"0"16"0,-31 0-90 15,2 0-27 1,0 0 4-16,0 0-35 0,-8 0-7 16,-5 0-23-16,-7 0 16 15,-9-4-23-15,-6 2 14 16,-8-1-8-16,-8-2-4 15,-4-1-2-15,0-1 3 16,0 1-6-16,-9-3-6 16,-5 2 24-16,1 1-17 15,0-1 20-15,3 3-18 16,4 0 21-16,6 2-23 16,0 0 16-16,0 1-15 15,16 1 3-15,1 0 4 16,8 0 1-16,-1 0 7 15,-1 7-9-15,-2 3 22 16,-6 5-13-16,-6-3 29 16,-6 4-18-16,-3-3 28 15,0 1-16-15,-13 1 5 16,-6-3-13-16,-4 0-13 16,0 0-1-16,-3-3-9 15,3-1-12-15,3-2-48 16,5-5-28-16,4-1-108 15,4 0-152-15</inkml:trace>
  <inkml:trace contextRef="#ctx0" brushRef="#br0" timeOffset="146114.57">28025 7520 672 0,'0'0'109'16,"0"0"30"-16,0 0 8 16,0 0-71-16,10-16-21 15,16 13-43-15,6 3 34 16,1 0-19-16,0 0 6 16,-4 12-10-16,-9 10-5 15,-13 3 5-15,-7 8-2 16,-5 3 9-16,-20 4-19 15,-5 0 14-15,-6-3-20 16,4-2 21-16,3-5-27 16,6-9 27-16,10-3-25 15,8-4 10-15,5-4-13 16,5-4 2-16,18 0 10 16,6-2 1-16,5-3 2 15,4 1-22-15,0-2 19 16,-4 0-34-16,-3 0 7 15,-7 0-53-15,-4 0-6 16,-5 0-87-16,-6-3-140 16,-5-4-200-16</inkml:trace>
  <inkml:trace contextRef="#ctx0" brushRef="#br0" timeOffset="146598.03">28470 7718 959 0,'0'0'138'15,"0"0"2"-15,0 79-73 16,0-54-10-16,0-5-34 16,0-2 7-16,0-6-21 15,5-2-5-15,5-6-2 16,2-4-1-16,4 0-2 15,0-4-11-15,3-11 6 16,-1-5-24-16,0 1 15 16,-3-1-22-16,-1 2 19 15,-4 5-6-15,-2 3 25 16,0 7-5-16,-1 3 3 16,-1 9 3-16,2 15 15 15,-2 11 17-15,1 12-14 16,1 7 21-16,0 8-15 15,1 3 31-15,-2 3-17 16,-4-1 33-16,-3-1-23 16,0-6 10-16,0-3-12 15,-6-4-13-15,-4-10-5 16,0-10 2-16,1-8 18 16,0-11-50-16,-6-14 14 15,-11 0-34-15,-7-17 6 16,-14-9-73-16,-12-5-7 0,-9-2-59 15,-10 2-77-15,-3 2-286 16</inkml:trace>
  <inkml:trace contextRef="#ctx0" brushRef="#br0" timeOffset="147563.1">28937 7827 1304 0,'0'0'38'0,"0"0"75"0,0 0-62 16,-5 0-15-16,5 0-37 16,0 0 9-16,0 0-60 15,-3 0-58-15,-3-4-215 16,0-4-444-16</inkml:trace>
  <inkml:trace contextRef="#ctx0" brushRef="#br0" timeOffset="148402.64">29361 7642 582 0,'0'0'115'0,"0"0"23"16,0 0-32-16,0 0-48 16,0 0 7-16,-41-32-44 15,23 28 15-15,-6 4-29 16,-3 0 13-16,-2 0-10 16,-3 16-8-16,2 4 2 15,1 8-7-15,6-1 6 16,10 1-8-16,3-1 13 15,10-6-18-15,0-5 20 16,7-4-16-16,9-5 25 16,6-7-16-16,2 0 12 15,1 0-5-15,2-13 3 16,1-8-9-16,1-5-4 16,-2-5 6-16,-1-8-15 15,-2-4 6-15,-2-5-11 16,0-4 26-16,-7-2-24 15,-1-2 24-15,-6 4-16 16,-3 6 7-16,-1 10 0 16,-4 8 2-16,0 11 7 15,-4 17 7-15,-11 1 3 16,-3 26-26-16,-3 12 19 0,-2 9-11 16,5 5 43-1,3 1-29-15,5-3 17 16,4-6-25-16,6-6 5 15,0-4-11-15,3-6-5 0,7-6 1 16,2-3-20-16,2-5-7 16,-1-3-48-16,1-4-22 15,-1-4-79-15,1-4-71 16,0 0-119-16</inkml:trace>
  <inkml:trace contextRef="#ctx0" brushRef="#br0" timeOffset="148867.71">29527 7572 661 0,'0'0'156'15,"0"0"18"-15,0 0-74 16,0 0-36-16,0 0 6 16,-16 66-3-16,13-43-9 15,3-2-37-15,0-3 2 16,0-4-25-16,6-4 19 15,5-5-25-15,4-2 25 16,-1-3-25-16,4 0 11 16,0-10-12-16,0-6-6 15,0-4 5-15,1-5-9 16,-1 0 10-16,-1 2-15 16,-4 3 14-16,-3 5-5 15,-3 7 27-15,-3 8-23 16,-4 2 15-16,0 21-15 15,0 13 21-15,-3 7 0 16,-5 12 5-16,2 5 16 16,5 2 0-16,1 1 10 0,0-3-3 15,0-5 28-15,0-6-32 16,0-7 26 0,3-11-34-16,-3-3 13 0,0-12-22 15,-10-5-6-15,-13-10-6 16,-8-1-8-16,-8 0-27 15,-3-14-31-15,-7-3-16 16,-1-2-43-16,2 0-73 16,2 0-204-16,4 1-313 15</inkml:trace>
  <inkml:trace contextRef="#ctx0" brushRef="#br0" timeOffset="149117.95">28874 7988 1021 0,'0'0'122'16,"0"0"-12"-16,119-14-8 16,-23 11-28-16,20 1-4 15,12 2-37-15,6 0 0 16,-8 0-34-16,-13 0 11 15,-25 2-54-15,-22 4-30 16,-24-1-42-16,-26 3-90 16,-16 1-111-16,-7 2-147 15</inkml:trace>
  <inkml:trace contextRef="#ctx0" brushRef="#br0" timeOffset="149838.43">29177 8436 796 0,'0'0'61'16,"0"0"72"-16,0 0-64 15,0 0-16-15,0 0-34 16,-66-16-1-16,50 24-14 16,-6 10-2-16,2 3 0 15,4 2-1-15,0-2 2 16,5 3-7-16,8-1 12 16,3-7-18-16,0-2 32 15,10-6-19-15,13-4 23 16,6-4-12-16,3-1 1 15,2-16-2-15,1-4-8 16,-5-7 2-16,-2-6-8 16,-5-4 10-16,-6-6-20 15,-2-5 15-15,-5-2-16 16,-1 1 26-16,-4 2-24 0,-2 11 20 16,-2 8-8-1,-1 11 27-15,0 10 2 0,0 8-4 16,-2 0 1-16,-8 19-29 15,-2 7 6-15,2 9-15 16,0 8 27-16,3 3-16 16,4-1 27-16,3-1-24 15,0-4 22-15,0-4-16 16,10-6-6-16,4-6-1 16,2-4-2-16,3-8-6 15,2-5-31-15,0-7-11 16,-1 0-82-16,0 0-67 15,-5-16-147-15,-2 0-254 16</inkml:trace>
  <inkml:trace contextRef="#ctx0" brushRef="#br0" timeOffset="150049.99">29522 8349 812 0,'0'0'156'0,"0"0"2"15,0 0-37-15,73 82-17 16,-46-58-38-16,-1 1-22 16,0-2-18-16,-4-4-5 15,-5-6-25-15,-2-2 14 16,-4-7-27-16,-4-3-9 16,-1-1-73-16,-3-2-31 15,3-14-142-15,1-7-180 0</inkml:trace>
  <inkml:trace contextRef="#ctx0" brushRef="#br0" timeOffset="150201.2">29720 8432 817 0,'0'0'130'0,"0"0"53"0,-117 90-64 16,77-62-64-16,4-5-44 15,4-6-8-15,4-3-42 16,8-8-62-16,6-6-134 15,4 0-227-15</inkml:trace>
  <inkml:trace contextRef="#ctx0" brushRef="#br0" timeOffset="154729.09">22069 8939 750 0,'0'0'38'0,"0"0"117"15,0 0-27-15,19-13-35 16,-19 9-33-16,0 1-3 16,-12 3-39-16,-7 0 0 15,-4 0-14-15,-2 13-5 16,-5 6 6-16,1 5-11 16,0 2 15-16,2 4-19 15,5-1 22-15,8-2-24 16,5-7 26-16,9-1-27 15,0-7 20-15,12-8-15 16,12-4 6-16,8 0-2 16,1-16 2-16,6-11 5 15,-2-4-10-15,-3-5 15 16,-6-7-17-16,-8-5 22 16,-6-5-31-16,-7-4 13 15,-7-2-19-15,0 2 25 16,-4 6-4-16,-6 8 3 15,0 10 3-15,-3 14-1 16,1 11 24-16,-1 8-9 16,0 16 5-16,3 17-31 15,3 9 28-15,1 7-11 16,6 1 31-16,0 2-22 16,9-4 3-16,8-6-8 15,3-2-7-15,5-9-2 16,-2-2-5-16,3-7-10 0,-4-6-52 15,-4-4-38 1,-9-5-106-16,-6-3-139 16</inkml:trace>
  <inkml:trace contextRef="#ctx0" brushRef="#br0" timeOffset="155312.82">22290 8977 907 0,'0'0'111'16,"0"0"63"-16,0 0-78 16,86-33-40-16,-68 22-19 15,-3-1-22-15,-1-3-14 16,-6 2 9-16,-1-2-15 16,-4 4 15-16,-3-2-26 15,0 5 26-15,-15 4-32 16,-8 4 27-16,-4 0-11 15,-2 16 5-15,-1 8 0 16,1 4 0-16,5 3 5 16,5 2-10-16,10-2 15 15,8-1-17-15,1-5 19 16,9-7-22-16,14-3 22 16,7-7-27-16,2-6-3 15,1-2-19-15,-3 0 5 16,-4-11-19-16,-3-3-7 15,-7-4 10-15,-4 1-11 16,-7 1 27-16,1-1 5 16,-3 6 38-16,-3 1-17 15,3 6 38-15,-1 4-8 16,2 0 2-16,4 0-5 0,1 12 29 16,1 1-12-16,3 5-1 15,0 0 5-15,-2 0-12 16,0 0 19-16,-2-5-31 15,-3 2 15-15,-1-3-30 16,-1-5 19-16,-4-1-25 16,0-3 9-16,0-3-6 15,0 0-10-15,0 0 5 16,0-10-13-16,0-4 2 16,0-3-24-16,0-2-46 15,-9 1-127-15,-5 0-113 16</inkml:trace>
  <inkml:trace contextRef="#ctx0" brushRef="#br0" timeOffset="155596.07">22525 8743 1235 0,'0'0'53'16,"0"0"48"-16,0 0-40 0,0 0-44 15,-10 3-16-15,9 2 3 16,1-1-56-16,0 5-23 15,0-2-125 1,-3 0-137-16,1 1-335 0</inkml:trace>
  <inkml:trace contextRef="#ctx0" brushRef="#br0" timeOffset="155996.97">22515 9010 802 0,'0'0'161'0,"0"0"41"16,0 0-56-16,0 0-83 16,0 0-9-16,88-65-38 15,-73 60-11-15,0 1-4 16,2 1-6-16,1 2-26 15,2 1-76-15,1 0-83 16,-3-3-120-16,2 0-77 16</inkml:trace>
  <inkml:trace contextRef="#ctx0" brushRef="#br0" timeOffset="156309.35">22830 8973 908 0,'0'0'107'0,"0"0"88"16,0 0-63-16,27 87-50 16,-18-61-24-16,2-2-19 15,-2-2-35-15,-3-4 12 16,1-5-27-16,-4-3-3 16,-2-6-71-16,-1-4-53 15,0 0-188-15,-6-5-458 16</inkml:trace>
  <inkml:trace contextRef="#ctx0" brushRef="#br0" timeOffset="156664.46">23026 9035 1085 0,'0'0'117'0,"0"0"22"0,0 0-68 15,55 83-11-15,-38-66-8 16,2-2-18-16,-4-7 2 16,0-1-26-16,-6-5 12 15,0-2-30-15,-2 0 28 16,-3-4-29-16,-1-12 29 15,-1-3-27-15,-2-6 9 16,0-4-9-16,0 2-9 16,0 0-12-16,-5 3-16 15,1 2-8-15,1 7-45 16,0 4-59-16,3 4-120 16,0 6-166-16</inkml:trace>
  <inkml:trace contextRef="#ctx0" brushRef="#br0" timeOffset="157251.59">23354 8985 683 0,'0'0'187'0,"0"0"21"16,0 0-102-16,0 0-49 16,0 0-30-16,-37 6-17 15,20 3-7-15,3 3-5 16,0 0 5-16,2 3-18 15,7 0 21-15,5-1-19 16,0-4 24-16,0-1-24 16,10-4 24-16,8-2-21 0,-1-3 17 15,1 0-10-15,-1 0-6 16,-4 0 0-16,-2 0-3 16,-2 0 13-16,-3 0-9 15,-1 0 17-15,-1 0-21 16,1 0 22-16,1 0-22 15,3 2 23-15,4 4-20 16,2 2 13-16,2-1-3 16,5 1-1-16,-1-5 2 15,0-3-4-15,0 0 7 16,-1-3-36-16,-1-13-26 16,-4-7-23-16,-2-3-32 15,0-7-27-15,-8-2 96 16,-2-6-9-16,-3-5 23 15,0-7 24-15,0-1 4 16,0 2 6-16,-6 10 2 16,1 8 29-16,-1 14-3 15,0 17 53-15,2 3-34 16,0 25-28-16,1 11 9 16,1 10 58-16,2 10-18 15,0 2 10-15,0-1-6 16,7 0-17-16,4-4-9 15,1-6-28-15,-3-8 1 16,-3-7-32-16,-4-10 0 16,-2-10-64-16,-8-10-65 15,-13-2-182-15,-6-12-391 16</inkml:trace>
  <inkml:trace contextRef="#ctx0" brushRef="#br0" timeOffset="157407.17">23507 8854 1103 0,'0'0'95'0,"0"0"42"0,97-12-106 15,-67 12-27-15,-7 0-29 16,-4 0-110-16,-10 0-207 16,-5 0-382-16</inkml:trace>
  <inkml:trace contextRef="#ctx0" brushRef="#br0" timeOffset="157734.19">23769 9051 1062 0,'0'0'98'0,"0"0"67"15,16 71-66 1,-8-51-56-16,-2-1-4 0,-2-3-43 15,-1-7 19 1,-3-3-64-16,0-6-58 16,0 0-202-16,-1-11-486 0</inkml:trace>
  <inkml:trace contextRef="#ctx0" brushRef="#br0" timeOffset="157874.28">23871 8835 1118 0,'0'0'23'0,"0"0"50"16,0 0-70-16,0 0-33 16,0 0-74-16,0 0-74 15,-3 20-194-15</inkml:trace>
  <inkml:trace contextRef="#ctx0" brushRef="#br0" timeOffset="158371.17">23972 9090 792 0,'0'0'226'0,"0"0"-69"16,0 0-73-16,0 0 7 15,0 0-55-15,0 0 14 16,77 49-41-16,-71-49 16 16,1-10-23-16,0-8-1 15,-3-2-11-15,4-2-11 16,-3 0-8-16,0 2-22 15,1 1 18-15,1 4 1 16,0 5 32-16,-3 6-17 16,4 2 26-16,0 2-24 15,-1 0 19-15,3 2-3 16,1 6 9-16,4-1 2 16,-1 0 1-16,0 0 15 0,3-5-14 15,1-2 15 1,0 0-25-16,0-1 23 0,2-11-27 15,-3-4 19-15,0-1-26 16,-6-2 15-16,-1 3-9 16,-8 1 3-16,-2 2 0 15,0 9-2-15,-12 4 6 16,-4 0-14-16,-4 14 18 16,0 8-17-16,3 4 29 15,3 1-15-15,5 0 16 16,9 1-24-16,0-5 7 15,15-1-9-15,10-5-25 16,3-2-60-16,3-7-197 16,-5-3-303-16</inkml:trace>
  <inkml:trace contextRef="#ctx0" brushRef="#br0" timeOffset="159116.51">24849 8973 905 0,'0'0'142'0,"0"0"-46"16,0 0-43-16,-67 88-27 15,60-67 18-15,7-6-21 16,0-5-15-16,0-3-3 16,15-4-5-16,1-3 7 15,2 0-10-15,4-11 13 16,0-7-23-16,-1-6 18 16,2-4-28-16,0-5 17 15,-4-7-17-15,-1-5 19 16,-5-6-4-16,0-2-4 15,-6 3 6-15,-3 5-32 16,-2 9 8-16,-2 13-4 16,0 15 33-16,0 8-20 15,0 16 0-15,-6 22 4 16,3 10 26-16,3 12-2 16,0 8 36-16,0 6 1 15,4 1 40-15,9 0 15 16,5-3-9-16,0-3-12 15,-2-8-10-15,1-10-2 16,-6-7-52-16,-7-14 36 16,-4-9-36-16,-3-10 23 15,-21-3-13-15,-7-8 3 0,-8 0-16 16,-3-8-10 0,-1-10 5-16,6-1-15 0,3-2 8 15,11 1-34-15,10-2 26 16,12 3-42-16,1-3 12 15,22 2-57-15,19-3 3 16,10-2-72-16,10-2-184 16,11-1-349-16</inkml:trace>
  <inkml:trace contextRef="#ctx0" brushRef="#br0" timeOffset="159632.9">25661 9023 860 0,'0'0'113'0,"0"0"44"16,0 0-85-16,0 0-4 0,36-62-10 15,-13 45-4-15,3 2-33 16,0 4 8-16,-2 3-24 16,-2 8 4-16,-2 0-2 15,-3 8-8-15,-3 11 18 16,-1 8-13-16,1 2 14 16,-1 1-21-16,3-2 25 15,0-3-19-15,2 0 18 16,3-4-29-16,-5-4 16 15,4-2-10-15,-7-2-6 16,0-3-15-16,-5-5-23 16,-3-3-40-16,-2-2-91 15,-3 0-101-15,0-10-265 16</inkml:trace>
  <inkml:trace contextRef="#ctx0" brushRef="#br0" timeOffset="159841.4">25970 8989 1070 0,'0'0'151'0,"-61"74"-37"16,34-40-62-16,5-2-34 15,-1-3-13-15,7-3-11 16,4-6-9-16,4-3-69 15,3-9-75-15,4-4-175 16,1-4-216-16</inkml:trace>
  <inkml:trace contextRef="#ctx0" brushRef="#br0" timeOffset="160176.28">26120 8677 1144 0,'0'0'20'0,"0"0"147"16,0 0-124-16,0 0-4 15,0 0-26-15,0 0 5 16,20 62-15-16,-20-47-3 15,0-1 1-15,0 1-4 16,0-3 8-16,0-1-18 16,0-3 23-16,3 0-23 15,4 1 27-15,3-4-27 16,5-2 21-16,5 0-38 16,-1-3-19-16,4 0-67 15,0 0-105-15,0 0-163 16</inkml:trace>
  <inkml:trace contextRef="#ctx0" brushRef="#br0" timeOffset="161159.65">26493 9083 731 0,'0'0'188'0,"0"0"-11"16,118 0-79-16,-60 0-22 15,1-1-18-15,-2-7-39 16,0 2 1-16,-12-1-28 16,-8 0 23-16,-9 2-25 15,-10-1 10-15,-7 2-14 16,-11 0 3-16,0-3 8 15,0 1-1-15,-8-1 0 16,-4-2-19-16,0 3 26 16,2-1-18-16,4 3 21 15,0 1-22-15,6 2 21 16,0-1-23-16,0 2 11 16,2 0 0-16,10 0 1 15,2 0 13-15,1 10 3 16,0 1 18-16,-2 4-13 15,-3-2 29-15,-4 2-28 16,-3 1 30-16,-3-5-25 16,0 2 8-16,0-5-28 15,-10 0 4-15,-2-1-16 16,-5-3-31-16,0-1-54 0,0-3-104 16,2 0-164-1</inkml:trace>
  <inkml:trace contextRef="#ctx0" brushRef="#br0" timeOffset="161735.49">27586 8939 956 0,'0'0'125'15,"0"0"-16"-15,0 0-34 16,78-7 12-16,-46 7-52 0,-2 0 10 15,-7 5-48-15,-14 13 14 16,-9 5-11-16,0 5 12 16,-12 5-5-16,-10-1-2 15,2 0 5-15,-2 0-13 16,5-2 14-16,7-5-20 16,7-2 27-16,3-4-30 15,0-4 26-15,18-4-25 16,6-5 22-16,8-6-15 15,3 0-4-15,2-3-18 16,-4-13-62-16,-4-4-150 16,-7-8-274-16</inkml:trace>
  <inkml:trace contextRef="#ctx0" brushRef="#br0" timeOffset="161951.29">28028 9020 1038 0,'0'0'101'16,"39"70"88"-16,-13-34-105 15,3-4-8-15,-2-5-29 16,2-6-11-16,-2-2-26 16,-4-9-6-16,-2-5-17 15,-4-5-34-15,-2 0-16 16,-4-7-77-16,-5-9-112 15,-2-8-256-15</inkml:trace>
  <inkml:trace contextRef="#ctx0" brushRef="#br0" timeOffset="162094.92">28132 9078 1021 0,'0'0'31'0,"-107"71"93"16,55-34-82-16,7-1-29 15,6-4-49 1,2-4-128-16,8-2-269 0</inkml:trace>
  <inkml:trace contextRef="#ctx0" brushRef="#br0" timeOffset="163813.9">27994 8921 438 0,'0'0'71'0,"0"0"56"15,-1-3-20-15,1 3-43 16,0 0-4-16,0 0 12 16,0 0-11-16,0 0-3 15,6 0-6-15,1 7 18 16,6 1-27-16,-3 4 20 15,3 3-43-15,2 0 21 16,-2 3-12-16,2-2-2 16,-1 2-6-16,0-2-8 15,-4-4-7-15,-1 0-7 0,-1-5 10 16,-2 1-18-16,-2-4 7 16,-2-3-56-16,4-1-31 15,-2 0-93-15,3 0-73 16,-1 0-147-16</inkml:trace>
  <inkml:trace contextRef="#ctx0" brushRef="#br0" timeOffset="164090.64">28340 8914 617 0,'0'0'106'15,"0"0"31"-15,0 0 4 16,0 0-37-16,-99 54-36 16,71-29-6-16,-1-2-24 15,3 0-16-15,4-2-27 16,0-5 15-16,5-1-52 15,4-3-50-15,6 0-132 16,0-1-163-16</inkml:trace>
  <inkml:trace contextRef="#ctx0" brushRef="#br0" timeOffset="183678.15">24730 9935 225 0,'5'0'22'0,"4"0"35"15,0 0 10-15,2 0 6 0,-2 0 12 16,2 0-21 0,-2 0-22-16,-1 0-16 15,4 0-14-15,-4 0 2 0,3 0-4 16,1 0 9-16,2 0-24 16,1 0 16-16,1 0-18 15,4 0 18-15,0 0-19 16,1 1 15-16,1 2-10 15,1-3 3-15,1 1 1 16,-1 2-3-16,3-1 7 16,0-1-14-16,2 0 19 15,-2 1-19-15,-1-1 20 16,0 0-20-16,4 2 19 16,-1-2-18-16,4-1 12 15,-1 3-3-15,4-3-2 16,3 0 2-16,5 0-3 15,2 0 7-15,4 0-7 16,2 0 17-16,2 0-23 16,2 0 21-16,1 0-23 15,2 0 20-15,1 0-15 16,3 0 6-16,0 0 0 16,3 0-1-16,1 4 2 15,4-2-6-15,-1 2 9 16,3 0-11-16,1-2 14 15,0 2-15-15,1-4 15 16,-2 2-17-16,3 0 16 16,-1-1-12-16,1 2 5 15,-3-2-1-15,2 2 1 16,1-2 3-16,-1 2-9 16,0-2 11-16,0 1-14 15,0 0 16-15,2 2-18 0,0-4 20 16,2 4-19-1,0-1 15-15,1 0-8 16,2 1 2-16,-2 1 3 0,5-5-3 16,1 4 4-1,1-2-11-15,0-1 15 0,4 1-15 16,1-2 16-16,0 1-16 16,0 0 17-16,1 1-17 15,-1 0 15-15,4 0-9 16,1-2 3-16,1 3 0 15,5-3-1-15,1 0 6 16,4 0-10-16,2 0 15 16,5 0-18-16,2 0 19 15,1 0-22-15,4 0 19 16,-1 0-16-16,-3 0 11 16,1 0-5-16,-5 0 2 15,1 0 0-15,0 0-2 16,-1 0 8-16,4 0-12 15,-2 0 16-15,5 0-17 16,2 0 23-16,0 4-28 16,2-1 21-16,2-2-16 15,-2-1 12-15,-1 1-3 16,-2-1 1-16,-4 0 1 16,-7 0-9-16,-2 0 13 15,-2 0-16-15,-8 0 17 16,-4 0-19-16,-9 0 22 15,-5 0-24-15,-10 0 20 16,-9 0-14-16,-8 0 6 16,-12 0 0-16,-9 0-2 15,-9 0 2-15,-9 0-7 0,-5 0 14 16,-6 0-21-16,-3 0 21 16,0-2-28-1,0-2-27-15,-2-2-121 0,-8-2-132 16</inkml:trace>
  <inkml:trace contextRef="#ctx0" brushRef="#br0" timeOffset="186730.88">24835 10014 141 0,'0'0'6'0,"0"0"0"15,0 0 19 1,0 0-21-16,0 0-3 0,0 0-2 16,0 0 30-16,0 0 10 15,-3 0 9-15,3 0-16 16,0 0 10-16,-3 0-9 16,3 0 21-16,-2 0-8 15,2 0 6-15,-1 0-18 16,-1 4-18-16,2 4 9 15,-1 1-11-15,-1-2 1 16,2 5-17-16,0-1 23 16,0 4-18-16,0-1 14 15,-1 2-24-15,0-1 14 16,1 2-9-16,0 2 2 16,-3 1 1-16,0 2-2 15,0-1 17-15,-4 2-19 16,0 1 10-16,1 0-14 15,-2 2 32-15,1-1-26 16,0 4 11-16,1-1-18 16,0 2 14-16,1 1-5 15,-2 2-1-15,-1 1 1 16,2-1-3-16,1 2 6 16,-1 1-10-16,-1 1 13 15,4-1-18-15,0 0 21 16,2-1-24-16,-1 0 19 15,2 1-17-15,0-3 6 0,0 2 1 16,0 1 3-16,0-2 3 16,0 1-5-16,0 1 9 15,0 0-13-15,-1 2 17 16,-1 0-20-16,1-2 23 16,1 3-22-16,0-3 19 15,0 1-14-15,0-1 4 16,0 0 2-16,0 0-5 15,0 1 7-15,0-2-8 16,0 2 12-16,1 2-16 16,-1-1 20-16,0 0-20 15,0 1 19-15,0 1-19 16,0 2 16-16,-4-1-9 16,-1 1 2-16,2 0 1 15,0 2-3-15,3 0 5 16,-3-1-10-16,3 1 16 15,0 2-19-15,0-1 21 16,0 3-20-16,0 0 19 16,0 0-19-16,0-2 16 15,0 2-9-15,0 0 0 16,0-1 3-16,-3 2-5 16,0 0 8-16,0 0-13 15,-2 1 11-15,2 0-12 16,0-1 18-16,1 0-16 15,2 1 16-15,0 0-15 16,0-2 9-16,0 0-3 16,0 2 1-16,0-1 1 15,0 1-3-15,0 1 6 16,0 2-9-16,2-2 12 16,-2 3-17-16,3-4 22 0,0 3-20 15,2-1 15 1,1-1-13-16,0 3 8 0,-1-4-2 15,-1 3-1-15,1-2 3 16,-4-1-7-16,1 2 5 16,-2-4-9-16,0 2 16 15,0 1-16-15,0 0 21 16,0 0-19-16,0 0 23 16,0-1-13-16,-3 2 6 15,0-1 3-15,-2-1-6 16,2 0 1-16,0-3-7 15,0 2 9-15,0-2-11 16,0 2 18-16,-3 0-14 16,1 1 18-16,2 1-25 15,-1-1 17-15,0 1-12 16,-3 0 6-16,4 1 1 16,-1 0-4-16,1 0 4 15,-2-1-12-15,1 4 15 16,1-2-20-16,1 3 23 15,-2-1-22-15,3 0 22 16,1 2-25-16,0-1 22 16,0-2-12-16,0 2 3 15,0-2 1-15,0 1-3 16,0-3 6-16,0-1-12 16,0 2 22-16,1-5-22 15,1 1 30-15,0 1-24 16,0-1 38-16,1-2-14 0,-2 3 4 15,1-2-9-15,1 2-9 16,-3 0-2 0,1 1 2-16,-1 0 16 15,2-1-19-15,-2 2 14 0,0 2-24 16,0-3 33-16,0-1-29 16,0 0 28-16,0 2-28 15,0 0 9-15,0 1-4 16,0 0-5-16,0 3 3 15,0 1-7-15,0-2 11 16,0 3-14-16,0-2 17 16,0 0-20-16,5 4 24 15,-2-4-24-15,3 3 20 16,0 0-13-16,-1 0 11 16,-2 2 1-16,2-1-1 15,1-2-2-15,-3 0-11 16,0 0 16-16,0 0-22 15,0-1 25-15,-1 2-26 16,-1-1 27-16,-1-1-29 16,2-1 23-16,-2-3-15 15,0-1 6-15,0-1 1 16,0-1-3-16,0-1 8 16,0 0-7-16,0 2 12 15,-2-1-18-15,-1-3 23 16,0-2-25-16,0-4 30 15,3-6-31-15,0-6 19 16,0-2-14-16,0-6 7 16,0-1-2-16,1-5-3 15,4-3 10-15,0-1-21 16,-1 0 19-16,1-2-22 16,0 1 33-16,1 2-29 0,-2-2 28 15,-1-2-28-15,-1-1 17 16,-2-2-12-16,0-2-19 15,0-3-31-15,-12 0-47 16,2-15-60-16,-2-6-112 16</inkml:trace>
  <inkml:trace contextRef="#ctx0" brushRef="#br0" timeOffset="192085.11">25506 10665 641 0,'-1'0'67'0,"1"0"42"16,0 3 17-16,0-3-3 15,0 0-41-15,0 0-1 0,0 0-26 16,0 0 13 0,0 0-37-16,0 0 15 15,0-6-35-15,0-1 7 0,6-2-13 16,2 0-4-16,2-2 1 15,-1 3-4-15,1 1 7 16,-2 1-13-16,3 4 17 16,-2 2-21-16,0 0 23 15,0 0-27-15,0 6 27 16,2 7-18-16,-1 5 16 16,2 1-4-16,1 3-3 15,0-2 4-15,1 4-6 16,0-1 12-16,3 0-15 15,-3-1 20-15,2-1-23 16,0 0 27-16,0-3-29 16,-3-2 24-16,0-3-23 15,-3-4 11-15,-1-3-2 16,-3 0-2-16,-2-2-1 16,-3-4-15-16,2 0 0 15,-3 0-31-15,1 0-9 16,-1-6-74-16,0-2-66 15,0-5-116-15,0 1-161 16</inkml:trace>
  <inkml:trace contextRef="#ctx0" brushRef="#br0" timeOffset="192369.2">25791 10568 809 0,'0'0'115'0,"0"0"57"16,-56 105-33-16,35-61-53 16,-1 2-11-16,2-1-29 15,1-3-21-15,1-5-11 16,2-6-12-16,0-3 5 15,6-9-18-15,1-4-2 16,4-9-56-16,0-4-15 16,4-2-99-16,1-4-150 15</inkml:trace>
  <inkml:trace contextRef="#ctx0" brushRef="#br0" timeOffset="192798.67">25896 10463 954 0,'0'0'46'0,"0"0"95"16,0 0-50-16,0 0-36 15,0 0-10-15,35 9-35 16,-28 0 18-16,-1-1-27 16,1 4 27-16,-7-1-20 0,0 4 21 15,0 0-16-15,0-3 2 16,-3 2-5-16,-4-4-2 15,5 2 4-15,1-5-15 16,1-1 15-16,0 0-22 16,1-1 24-16,11-2-25 15,-2-2 19-15,2-1-40 16,0 0-8-16,2 0-48 16,0 0-81-16,-5 0-125 15,-1 0-180-15</inkml:trace>
  <inkml:trace contextRef="#ctx0" brushRef="#br0" timeOffset="193094.46">26280 10705 838 0,'0'0'100'15,"0"0"59"-15,0 0-36 16,20 78-59-16,-14-54-8 16,2-4-41-16,0 0 7 15,-2-3-32-15,1-3 21 16,-3-2-29-16,-2-5-23 15,-2-1-48-15,0-4-74 16,0-2-103-16,-10 0-197 16</inkml:trace>
  <inkml:trace contextRef="#ctx0" brushRef="#br0" timeOffset="193264.62">26198 10794 788 0,'0'0'136'0,"0"0"50"16,0 0-78-16,79-1-86 16,-53 1-6-16,2-2-28 15,-4 0-41-15,-3-2-119 16,-1-2-191-16</inkml:trace>
  <inkml:trace contextRef="#ctx0" brushRef="#br0" timeOffset="193819.61">26550 10684 744 0,'0'0'89'16,"0"0"67"-16,0 0-70 15,0 80-17-15,0-59-39 16,5-2 5-16,6-3-24 15,4-3-1-15,5-1-3 16,4-3-3-16,1-5 3 16,4-3-9-16,0-1 11 15,-3 0-16-15,1-4 11 16,-4-9-19-16,-2-3 15 0,-3-2-22 16,-6-1 13-16,-2 2-24 15,-7 3 4 1,-3 1 18-16,0 8 11 0,0 4 17 15,-10 1-2-15,0 2 11 16,2 16-5 0,7 8 31-16,1 7-7 0,7 7 37 15,19 5-16-15,10 5-4 16,9 2-43-16,3 5 22 16,-1-3 1-16,-3 1-16 15,-5-4 6-15,-9-4-23 16,-8-6 20-16,-12-10-29 15,-10-4 27-15,-2-8-28 16,-24-5 32-16,-8-5-29 16,-10-7 11-16,-6-2-21 15,-1 0-1-15,1-9-8 16,4-11-24-16,6-3-12 16,7-7-39-16,9-6-6 15,8-4-105-15,7-7-186 16,9-2-454-16</inkml:trace>
  <inkml:trace contextRef="#ctx0" brushRef="#br0" timeOffset="194231.5">27111 10423 829 0,'0'0'119'0,"0"0"62"16,0 0-53-16,0 0-55 15,0 0-36-15,4 0-5 16,15 0 5-16,-2 0 0 15,2 6-34-15,-2-2 19 16,-4 4-27-16,-3 3 21 16,-6 1-27-16,-4 1 20 15,0 3-10-15,0 0 5 16,-4-1 3-16,-4 0-5 16,2-7 6-16,1 0-14 15,4-1 19-15,1-4-24 16,0 0 24-16,0-2-29 15,12 1 13-15,8-2-47 16,3 0-46-16,0 0-150 16,0-7-237-16</inkml:trace>
  <inkml:trace contextRef="#ctx0" brushRef="#br0" timeOffset="194730.84">27710 10878 728 0,'0'0'116'16,"0"0"119"-16,0 0-80 16,104 2-44-16,-68-2-56 15,-1-2 2-15,-3-4-57 16,-5 1 17-16,-10-3-38 15,-5 0-23-15,-11 3-58 16,-1-2-103-16,-1-1-138 16,-17 0-294-16</inkml:trace>
  <inkml:trace contextRef="#ctx0" brushRef="#br0" timeOffset="194901.73">27756 10751 941 0,'0'0'136'0,"0"0"-3"16,87-19-119-16,-55 12 7 15,1 1-33 1,-3 1-42-16,-4-1-140 0,-4-1-179 16</inkml:trace>
  <inkml:trace contextRef="#ctx0" brushRef="#br0" timeOffset="195372.31">28166 10623 817 0,'0'0'74'15,"0"0"66"-15,0 0-34 16,0 0-34-16,0 0-35 16,100-30 14-16,-77 27-35 15,-4 3 12-15,-5 0-33 16,-5 4 12-16,-6 12-6 15,-3 4 12-15,-3 5 1 16,-14 5-7-16,-1 2 6 16,-3-1-19-16,5 0 17 15,1-2-22-15,8-4 26 16,4-3-27-16,3-1 25 0,0-6-24 16,12-3 16-16,8-4 1 15,6-4 6-15,4-4 6 16,5 0-16-16,1 0 5 15,-1-12-39-15,-5-1-3 16,-4-3-79-16,-5-3-84 16,-6-1-194-16</inkml:trace>
  <inkml:trace contextRef="#ctx0" brushRef="#br0" timeOffset="195661.04">28627 10554 899 0,'0'0'109'16,"0"0"58"-16,0 0-57 16,36 100-37-16,-18-64 3 15,0 0-37-15,0 1 22 16,2-3-34-16,-5-3 12 15,-3-4-16-15,-2-4 1 16,-1-4-7-16,-6-5-11 16,-2-7 4-16,-1-1-18 15,0-4 2-15,-11-2-48 16,-11-4-6-16,-5-11-96 16,-8-8-111-16,2-7-277 0</inkml:trace>
  <inkml:trace contextRef="#ctx0" brushRef="#br0" timeOffset="195806.02">28851 10524 970 0,'0'0'115'0,"78"-25"-63"16,-48 13-48-16,-8 2-29 15,-9 1-162-15,-5 3-246 16</inkml:trace>
  <inkml:trace contextRef="#ctx0" brushRef="#br0" timeOffset="198197.35">25355 11059 208 0,'0'0'70'0,"0"0"-17"15,0 0 17-15,0 0-26 0,0 0-13 16,0 0-30 0,0 0 15-16,0 0 0 0,0 0 27 15,0 0-27-15,0 6 15 16,4 0-12-16,3 2-6 16,2 3-9-16,1 2-4 15,7-4 4-15,1 3-9 16,7-1 12-16,3-3-15 15,4-1 18-15,1-2-17 16,5-2 16-16,-1-2-24 16,-1-1-10-16,2 0-22 15,-2 0-5-15,-2 0 12 16,-3 0 16-16,-5-1 22 16,-3-4-1-16,-3-1 10 15,-7 2 2-15,3-6 34 16,-3 1 0-16,-1-3 10 15,3 3-22-15,-2-3-2 16,2 2-11-16,-2 1-11 16,-4 2-1-16,0 2-7 15,-1 1 5-15,-2 1-10 16,-3 1 13-16,-3 0-18 16,0 2 15-16,0-1-23 15,0 1 6-15,0 0-56 16,-3 0-24-16,-3 0-24 15,-3 0-83-15</inkml:trace>
  <inkml:trace contextRef="#ctx0" brushRef="#br0" timeOffset="199976.87">25326 12239 288 0,'0'0'64'0,"-6"0"57"0,4 0 18 16,1 0-29-16,1 0 2 16,0 0 9-16,0 0-27 15,0 0-5-15,0 0-29 16,0-3 1-16,4-1-46 15,10-2 12-15,6 1-31 16,2-2 18-16,4 1-21 16,-1 3 8-16,-3 3 0 15,-4 0-2-15,-3 8 2 16,-7 11-7-16,-5 4 14 16,-3 4-16-16,0 3 26 15,-4 3-26-15,-12 0 27 16,-1-2-26-16,0-3 26 15,-3-3-20-15,5-2 6 16,5-5 1-16,1-4 2 16,6-4 7-16,3 0-16 15,0-4 15-15,5 0-19 16,9-2 27-16,4 0-25 16,2-1 23-16,1-1-32 15,0-1 23-15,-1 1-17 16,-3 0-7-16,-1-2-19 15,0 1-45-15,-3-1-68 16,1 0-97-16,-2 0-102 16</inkml:trace>
  <inkml:trace contextRef="#ctx0" brushRef="#br0" timeOffset="200349.66">25795 12246 860 0,'0'0'115'0,"0"0"66"15,0 0-51-15,0 0-57 16,53 84-16-16,-31-63-12 16,4 1-16-16,0-1-5 15,3-2-14-15,-4-2 5 16,1-1-22-16,-3-4 22 16,-3-1-27-16,-6-3 25 15,-4-1-44-15,-1-3 13 16,-6-4-43-16,-3 0-28 15,0 0-35-15,0 0-52 16,0-9-101-16,0-7-104 16</inkml:trace>
  <inkml:trace contextRef="#ctx0" brushRef="#br0" timeOffset="200555.48">26091 12215 789 0,'0'0'113'0,"0"0"76"0,-89 61-51 16,45-25-10-16,-2 3-67 16,0-3-3-16,4-1-52 15,3-3 7-15,9-7-16 16,8-6-1-16,6-6-25 16,10-3-62-16,5-6-84 15,1-4-173-15,0 0-252 16</inkml:trace>
  <inkml:trace contextRef="#ctx0" brushRef="#br0" timeOffset="202678.37">26494 11017 88 0,'0'0'32'0,"0"-3"18"0,0 3-22 16,0 0 15-16,0-1 14 15,0 1 0-15,0 0-6 16,0 0-14-16,0 0-8 16,0 0-15-16,1 0-1 15,2 0-16-15,3 0 18 16,0 1-14-16,0 6 44 15,1-1-10-15,3 3-18 16,-2-1-2-16,3 1-4 16,-1 1 3-16,6-1-5 15,1 0 2-15,0 0-13 16,5-1 12-16,2 1-14 16,3-2 15-16,2-1-21 15,-2-2 14-15,5 0-14 16,-2-1 10-16,2-3-16 15,-2 0 8-15,-1 0 6 16,0 0 0-16,-3-3 6 16,-2-5-8-16,1 0 11 15,0-1-10-15,-1-3 27 16,1-2-15-16,0 0 24 16,0 0-13-16,-5-2 1 15,-1 4-3-15,-4-1 1 16,-1 2-10-16,-5 3-7 15,-5 0 15-15,-1 3-7 16,-1 0 10-16,-2 2-16 16,0 0 19-16,0 3-28 15,0 0 14-15,0 0-17 16,0 0 4-16,0 0-16 0,0 0-23 16,0 0-14-16,0 0-79 15,0 0-40-15,0 0-90 16</inkml:trace>
  <inkml:trace contextRef="#ctx0" brushRef="#br0" timeOffset="203723.38">26481 12213 399 0,'0'0'96'0,"0"0"52"15,0 0-20-15,-6-9-4 16,4 9-22-16,2 0 0 15,0 0-59-15,0 3-6 16,0 12-9-16,0 4 14 16,0 5 1-16,2 2-5 15,4 3-13-15,-2-2-13 16,1-1 6-16,0-2-25 16,0-4 21-16,2-4-26 15,-4-3 27-15,1-4-38 16,-2-3 6-16,-1-5-51 15,-1-1-29-15,0 0-48 16,0-1-116-16,-4-10-216 16</inkml:trace>
  <inkml:trace contextRef="#ctx0" brushRef="#br0" timeOffset="203923.33">26360 12343 719 0,'0'0'80'0,"0"0"60"0,0 0 10 15,89-7-115 1,-57 3-9-16,0 0-23 0,-1 2-7 16,0-1-64-16,-2 2-113 15,-4-2-123-15</inkml:trace>
  <inkml:trace contextRef="#ctx0" brushRef="#br0" timeOffset="204486.28">26904 12271 697 0,'0'0'59'0,"0"0"18"15,0 0 51 1,0 0-64-16,65-70-1 16,-36 61-15-16,-4 2-14 15,-2 4-9-15,-6 3-16 0,-7 2 2 16,-4 14-11-1,-6 6 22-15,0 8-20 0,-4 3 20 16,-11 1-25-16,-2 2 26 16,2-1-22-1,1-4 15-15,5-6-5 0,5-6 2 16,4 0 2-16,0-7-10 16,0-3 5-16,7 0-13 15,12-5 22-15,1-3-26 16,5-1 25-16,0 0-34 15,3-1 3-15,-1-9-54 16,-6 0-65-16,-1-3-144 16,-7 1-217-16</inkml:trace>
  <inkml:trace contextRef="#ctx0" brushRef="#br0" timeOffset="204992.35">27293 12386 807 0,'0'0'49'15,"0"0"98"-15,0 0-55 16,-9 83-7-16,13-68-42 16,12-3-8-16,3-3-30 15,2-4 5-15,4-5-3 16,1 0-4-16,-4 0-2 15,2-12-8-15,-2-5 10 16,-5-3-23-16,-2-1 15 16,-4 2-36-16,-3 1 8 0,-1 2-9 15,-6 7 38-15,2 3-2 16,-3 6 5-16,0 0 1 16,0 10 1-16,0 9 11 15,0 10 14-15,0 10 46 16,0 9-28-16,0 6 20 15,16 7-17 1,10 4 37-16,6 0-32 16,2-2 43-16,5-5-31 0,-3-10-48 15,-7-8 10-15,-11-12-6 16,-8-6 1-16,-10-9-25 16,-6-4 22-16,-24-6-22 15,-12-3 29-15,-7 0-48 16,-6 0 22-16,-2-10-32 15,4-6 0-15,7-5-29 16,7-5-36-16,7-4-31 16,8-2-112-16,8-4-171 15</inkml:trace>
  <inkml:trace contextRef="#ctx0" brushRef="#br0" timeOffset="205299.21">27792 12393 1282 0,'0'0'104'0,"0"0"-11"16,0 0-13-16,0 0-45 15,0 0-23-15,0 0-8 16,0 0-31-16,0 0-37 16,0 0-74-16,-3 0-192 15,-5-3-504-15</inkml:trace>
  <inkml:trace contextRef="#ctx0" brushRef="#br0" timeOffset="206254.57">28289 12250 515 0,'0'0'100'16,"0"0"14"-16,0 0-33 15,0 0-25-15,0 0-16 16,-46-17-7-16,26 16-9 16,2 1-8-16,-2 0-17 15,0 1 13-15,-2 11-20 16,2 6 21-16,4 4-24 16,-1 1 22-16,5 0-19 15,5-1 11-15,6-3 0 16,1-4 1-16,0-5-1 15,17-4-8-15,6-4 14 16,3-2-16-16,0 0 18 16,4-10-24-16,-2-7 26 15,-2-7-28-15,-3-4 13 16,-9-4-30-16,-2-5-7 16,-6-2 8-16,-6-3-2 15,0-2 9-15,0 2 6 0,-8 3 16 16,-3 4-9-16,-2 8 22 15,4 6-12 1,-2 8 24-16,2 4 0 0,3 8 17 16,3 1-6-16,2 10-13 15,1 14-9-15,0 8 6 16,0 8 40-16,0 6-19 16,8 1 8-16,3-2-26 15,3-2 12-15,1-6-33 16,0-3 16-16,0-9-25 15,-1-3 16-15,1-6-16 16,-4-4-35-16,1-4-55 16,-2-4-73-16,-3-4-57 15,0 0-178-15</inkml:trace>
  <inkml:trace contextRef="#ctx0" brushRef="#br0" timeOffset="206741.96">28445 12221 617 0,'0'0'123'0,"0"0"-10"16,0 0-4-16,0 0-48 16,7 73-17-16,-1-59-27 15,1-4-9-15,3-2 6 16,2-3-12-16,1-1 8 15,3-4-18-15,-2 0 14 16,2 0-27-16,-1-5 24 16,2-11-34-16,-2 0 21 15,-1-3-29-15,-1 2-1 0,-5 0 14 16,0 4 15-16,-4 4 12 16,-1 4-6-16,-2 5 15 15,-1 0-17-15,0 8 22 16,2 14-4-16,1 5 38 15,0 9-25-15,4 4 29 16,0 4-14-16,3 1 16 16,3 1 16-16,0 1-2 15,-1-4-5-15,-1-3-19 16,-5-6 11-16,-3-3-36 16,-3-7 17-16,0-7-33 15,-20-3 31-15,-2-4-32 16,-10-7 13-16,-5-3-17 15,-2 0-10-15,-3-6-30 16,-1-11-23-16,2 2-43 16,0-2-139-16,3-1-154 15</inkml:trace>
  <inkml:trace contextRef="#ctx0" brushRef="#br0" timeOffset="207038.55">27964 12604 845 0,'0'0'109'0,"0"0"32"0,116-29-4 15,-43 16-17-15,15-3-66 16,8 3 10-16,1 3-45 16,-6 2-8-16,-9 4-8 15,-16 3-8-15,-14 1-26 16,-14 0-67-16,-15 0-57 16,-12 5-138-16,-11 5-149 15</inkml:trace>
  <inkml:trace contextRef="#ctx0" brushRef="#br0" timeOffset="207755.88">28260 12886 773 0,'0'0'41'0,"0"0"65"0,0 0-18 16,0 0-21-16,-81-19-24 15,60 28-22-15,3 10-19 16,1 6 1-16,4 0-8 16,0 1 12-16,9-2-14 15,4-2 20-15,0-3-15 16,0-5 26-16,15-5-31 15,6-3 36-15,5-6-19 16,4 0 3-16,2-10-2 16,0-12-8-16,-2-4 5 15,-4-5-12-15,-3-4 14 16,-10-3-24-16,-6-3 20 16,-7 0-25-16,0 1 20 15,0 5-20-15,-11 3 25 16,-1 8-10-16,1 6 4 15,2 8 2-15,-1 10-1 16,0 0 11-16,1 7-15 16,3 15 12-16,2 5-19 15,1 6 32-15,3 4-18 16,0 1 29-16,0 0-20 16,12-1 14-16,3-3-18 15,0-3-4-15,2-4-4 16,1-8-3-16,2-5-5 15,-4-4-39-15,1-6-3 16,-2-4-47-16,-1 0-29 16,-2-6-74-16,-3-10-40 15,-1-4-131-15</inkml:trace>
  <inkml:trace contextRef="#ctx0" brushRef="#br0" timeOffset="207983.51">28467 12825 555 0,'0'0'69'0,"0"0"83"0,0 0 28 16,0 0-79-16,0 0 4 16,94 89-11-16,-71-64-33 15,0-2-14-15,-3-3-18 16,0-1-4-16,0-3-30 16,-2-3 20-16,-4-6-27 15,1 0 13-15,-4-5-43 16,1-2 2-16,-5 0-43 15,3 0-57-15,-4-7-49 16,-3-8 2-16,-2-4-76 16,1-4-127-16</inkml:trace>
  <inkml:trace contextRef="#ctx0" brushRef="#br0" timeOffset="208137.27">28709 12867 764 0,'0'0'136'15,"0"0"43"-15,-92 84-91 16,57-53-38-16,2 0-42 16,3-7 7-16,4-3-33 15,7-7-39-15,3-7-130 16,3-7-201-16</inkml:trace>
  <inkml:trace contextRef="#ctx0" brushRef="#br0" timeOffset="209983.58">28191 11085 156 0,'0'0'29'0,"0"0"19"15,33 22 11-15,-16-15 53 16,2 3-53-16,2 2-18 16,2-1-3-16,1 1 2 15,5 0-18-15,4-1-13 16,2-4 1-16,1-2-1 15,2-2 9-15,2-3-24 16,2 0 15-16,-3 0-19 16,1-2 12-16,-2-11-11 15,-2 2 15-15,-4-5-8 16,-2 1 3-16,-7 1 0 16,-4 0 0-16,-3 2 17 0,-5 2 3 15,-2 3 20 1,-5 2-18-16,-1 2 9 15,-1 0-28-15,-2 3 6 0,0-1-23 16,0-2-29 0,0 3-102-16,0-1-180 0</inkml:trace>
  <inkml:trace contextRef="#ctx0" brushRef="#br0" timeOffset="210868.52">29154 12495 576 0,'0'0'102'16,"0"0"43"-16,0 0-11 0,84 0-44 15,-61-3-40-15,0 2 1 16,-4 1-51-16,-5 0 14 15,-2 0-26-15,-5 0-23 16,-4-2-81-16,-3-1-48 16,0 1-27-16,0-2-160 15</inkml:trace>
  <inkml:trace contextRef="#ctx0" brushRef="#br0" timeOffset="211058.53">29163 12382 865 0,'0'0'75'0,"0"0"29"16,0 0-81-16,0 0-1 16,89-14-30-16,-48 8-20 15,2-5-121-15,-4-1-258 16</inkml:trace>
  <inkml:trace contextRef="#ctx0" brushRef="#br0" timeOffset="211714.75">29790 12290 649 0,'0'0'47'15,"0"0"31"-15,0 0-29 16,0 0-13-16,-39 86 38 16,37-59-42-16,2 2 18 15,0 0-25-15,20-5 11 16,9-4-17-16,6-3 9 16,7-9-6-16,8-5-3 15,1-3 4-15,1 0-15 16,0-14 6-16,-6-5-17 15,-4-1 21-15,-9-3-17 16,-11-4 40-16,-9 2-21 16,-10-4 34-16,-3-2-30 15,-11 0 4-15,-13 0-11 16,-9 4-12-16,-6 3 4 16,-2 6-8-16,-2 5 14 15,-3 8-25-15,1 5 11 16,2 0-47-16,2 4 6 0,2 14-85 15,-1 5-76-15,1 4-164 16</inkml:trace>
  <inkml:trace contextRef="#ctx0" brushRef="#br0" timeOffset="-213780.41">31216 11772 653 0,'-20'-4'45'0,"-3"3"42"15,0 1-54-15,-5 0-5 16,1 0-19-16,0 9 20 16,2 2-8-16,7 1-12 15,4 3-5-15,9 1-7 16,5 3 4-16,0 1-11 16,17 1 25-16,11 6-16 15,3 1 28-15,1 2-23 16,0-1 47-16,-6-1-27 15,-8-1 24-15,-7-1 11 0,-10-4-20 16,-1-3 1-16,-6-5 0 16,-14-1 8-1,-2-4-31-15,-4-2 3 0,-1 0-30 16,1-6 28-16,3 0-33 16,5-1 6-16,7 0-36 15,5-3-18-15,6-10-44 16,0 0-34-16,20-6-26 15,6 3-24-15,6 0-40 16,1 0-105-16</inkml:trace>
  <inkml:trace contextRef="#ctx0" brushRef="#br0" timeOffset="-213454.39">31332 12012 398 0,'0'0'41'16,"0"0"80"-16,0 0-5 15,0 0-39-15,0 0-52 16,-13 43 19-16,10-30-34 16,3-3 4-16,0 2 6 15,7-4 26-15,12-1 1 16,2-3 17-16,3-2-17 16,-1-2-24-16,-1 0 24 15,-5 0-24-15,-6 0 31 16,-2-6-23-16,-3-4 29 15,-6 1-27-15,0-4-3 16,0-1-23-16,0 2-3 16,-12-2 1-16,-5 1-5 15,-3 3 3-15,-2 0-40 0,-4 4-5 16,3 1-74-16,0 3-35 16,7 1-98-16,3 0-81 15</inkml:trace>
  <inkml:trace contextRef="#ctx0" brushRef="#br0" timeOffset="-213164.21">31566 11720 794 0,'0'0'109'16,"0"0"62"-16,4 110-24 15,-1-67-52-15,0-1-43 16,0-2-23-16,-1-4-23 16,2-4 1-16,-3-8-14 15,2-2-6-15,-2-5-64 16,1-5-37-16,-1-5-100 15,2-5-49-15,3-2-205 16</inkml:trace>
  <inkml:trace contextRef="#ctx0" brushRef="#br0" timeOffset="-212530.69">31678 11964 701 0,'0'0'57'0,"0"0"31"0,0 0 66 15,0 0-37-15,0 0-53 16,0 0-29-16,25 72 3 16,-13-57-22-16,-1 0 5 15,7 0-24-15,-1-5 23 16,3-3-29-16,3-4 27 16,-1-3-22-16,-2 0 9 15,-1 0-6-15,-5-2 1 16,-1-10 3-16,-7 0-7 15,-3-4 13-15,-3 0-20 16,0-3 20-16,0 2-26 16,0 0 26-16,0 2-25 15,0 3 22-15,0 4-15 16,0 1 6-16,0 4 2 16,0 2-4-16,6 1-1 15,4 0-6-15,1 0 18 16,1 5-17-16,4 5 21 15,-2-1-23-15,2 2 27 16,0-3-25-16,0 0 20 16,0-3-11-16,1-2 4 15,-1-3 0-15,1 0-3 16,-2 0 7-16,-1-3-12 16,-5-7 16-16,1-1-20 15,-4 0 25-15,-3-1-25 16,-2 0 25-16,-1 1-26 15,0 3 20-15,-4 1-5 16,-10 6 12-16,-3 1-10 0,-6 0-7 16,3 15 13-16,-3 5-19 15,4 4 22-15,5 4-22 16,5-1 26-16,6 0-29 16,3-3 23-1,0-1-24-15,16-6-1 0,10-3-28 16,3-4-45-16,7-6-83 15,2-4-151-15,-1 0-358 16</inkml:trace>
  <inkml:trace contextRef="#ctx0" brushRef="#br0" timeOffset="-211975.74">32695 11755 565 0,'0'0'119'0,"0"-74"13"0,0 38-43 15,-10 5-21-15,-3 5-22 16,-2 3 0-16,0 12-22 16,-2 6 0-16,-1 5-24 15,1 0 18-15,1 16-31 16,0 9 23-16,5 10-15 16,-1 7 10-16,5 7 7 15,1 4 5-15,3 4 0 16,3-2-13-16,0-1 6 15,0-4-18-15,0-5 20 16,0-6-22-16,0-7 22 16,0-7-52-16,0-5-40 15,0-5-72-15,-3-7-43 16,-10-8-204-16</inkml:trace>
  <inkml:trace contextRef="#ctx0" brushRef="#br0" timeOffset="-211362.89">32424 11991 686 0,'0'0'112'16,"0"0"41"-16,115-34-49 16,-76 29-47-16,-7 2 16 15,-7 3-64-15,-8 0 6 16,-6 0-27-16,-8 13 15 0,-3 1-15 15,0 4-3-15,0 0 1 16,-9 0-11 0,4-2 8-16,2-3-26 0,3-1 24 15,0-5-12-15,3 0 17 16,11-5 5-16,4 0 24 16,2-2-23-16,0 0 16 15,-1 0-6-15,-2-7-1 16,-5-4 1-16,-5-3-2 15,0 0 6-15,-7-5-21 16,0 0 17-16,0 0-27 16,0 1 34-16,-7 3-29 15,0 2 24-15,1 3-14 16,3 5 3-16,0 2-6 16,3 3 13-16,0 0-2 15,0 0-24-15,6 7 25 16,4 5-5-16,8 6 28 15,-4-2 4-15,6 2 42 16,-4-3-14-16,1-1 15 16,-1-3-25-16,-4-1-6 15,-5-6 11-15,-2 0-15 16,-1-4 0-16,0 0-13 16,0 0 20-16,1-5-20 15,2-11 7-15,3-6-40 16,5-4 27-16,2 0-43 15,2 0 12-15,2 1-18 16,1 6 5-16,1 2-11 16,2 6-28-16,-1 3-42 0,1 3-50 15,-3 1-46 1,1 3-154-16</inkml:trace>
  <inkml:trace contextRef="#ctx0" brushRef="#br0" timeOffset="-210326.47">31387 12555 542 0,'0'0'122'16,"0"0"6"-16,0 0-46 15,-45 0-39-15,19 0-37 16,-3 4 13-16,-3 6-26 15,-4 8 23-15,2 3-22 16,-1 3 20-16,7 1-15 16,7 0 8-16,8-4 0 15,7-3-7-15,6-3 4 16,0-7 2-16,22-3 20 16,5-5-12-16,5 0 19 15,3-5-29-15,1-11 22 16,0-5-27-16,-3-4 15 15,-4-2-15-15,-6-2 2 16,-3-6 2-16,-8-1-9 16,-5-1 1-16,-5-1-20 15,-2 2 21-15,0 5-20 0,-2 5 31 16,-9 5-23 0,0 9 26-16,-1 5-22 0,1 7 20 15,0 0-6 1,-1 15-2-16,5 10 6 15,1 9 11-15,3 3 9 0,3 3 6 16,0-1 41-16,2-1-48 16,12-5 9-16,3-2-41 15,3-7 22-15,1-1-25 16,-1-8 10-16,-1-5-41 16,-2-5-74-16,-2-5-85 15,-2 0-159-15</inkml:trace>
  <inkml:trace contextRef="#ctx0" brushRef="#br0" timeOffset="-209844.67">31522 12611 603 0,'0'0'53'15,"0"0"105"-15,0 0-26 16,0 74-60-16,2-61-51 15,5-2 8-15,1-3-27 16,0-4 1-16,2-4-1 16,3 0-10-16,-1-3 6 15,4-10-18-15,-2-5-10 16,2-1-47-16,-4-2 28 16,-1 5-3-16,-4 4 44 0,1 1-5 15,-4 7 20-15,-1 4-4 16,-3 0 1-1,0 15 19-15,0 9 10 0,0 9 0 16,0 9 21-16,3 6 57 16,-2 7-32-1,2-1 40-15,1 1-35 0,-1-3 6 16,3-8-45-16,-3-4 5 16,-1-8-23-16,-2-8-1 15,0-5-4-15,-6-5-13 16,-16-6 7-16,-7-4-20 15,-4-4 20-15,-6 0-40 16,-2 0 22-16,1-7-44 16,7-5 14-16,3-3-39 15,8-3-13-15,6-1-69 16,6-1-142-16,7-3-245 16</inkml:trace>
  <inkml:trace contextRef="#ctx0" brushRef="#br0" timeOffset="-209510.87">31048 12911 759 0,'0'0'84'0,"102"-20"126"15,-27 12-44 1,12 0-83-16,1 2 4 0,-3 4-48 16,-4-1-8-1,-13 3-20-15,-13 0-9 0,-15 0 0 16,-8 0-13-16,-12 0-16 15,-11 3-60-15,-6 5-46 16,-3 2-126-16,0 0-80 16</inkml:trace>
  <inkml:trace contextRef="#ctx0" brushRef="#br0" timeOffset="-208877.46">31205 13282 789 0,'0'0'80'0,"0"0"54"15,0 0-55-15,0 0-10 16,0 0-19-16,-43 0-34 16,27 5-1-16,-2 7-15 15,-2 1 16-15,0 3-20 16,4 2 25-16,0-2-28 0,6 3 31 16,3-4-27-1,5 0 15-15,2-3-15 0,0-2 3 16,9-3 5-16,11-3 5 15,1-4 5-15,5 0-14 16,1-1 14-16,0-15-19 16,2-3 21-1,-3-7-29-15,-1-2 28 0,-8-6-28 16,-3-4 19-16,-5-1-10 16,-3-1 4-16,-6 3 1 15,0 7-8-15,0 6 15 16,0 10-16-16,-1 7 24 15,-5 7-20-15,0 0 27 16,-2 10-37-16,3 12 25 16,-1 4-23-16,6 6 16 15,0-1-2-15,0 4 7 16,3-4 8-16,11-2-2 16,3-3 8-16,1-2-28 15,1-6 18-15,1-6-27 16,-1-4 27-16,-3-7-49 15,-2-1-3-15,-1 0-55 16,-4-4-48-16,-2-11-63 16,-3-4-43-16,-4-2-86 15</inkml:trace>
  <inkml:trace contextRef="#ctx0" brushRef="#br0" timeOffset="-208668.14">31440 13231 532 0,'0'0'50'0,"0"0"146"0,0 0-27 15,0 0-29 1,88 42-29-16,-66-21-24 0,1 2-9 16,0-1-41-16,-1-3 12 15,-3-1-40-15,-1-3 13 16,0-5-31-16,-1-3 16 16,0-4-40-16,-2-3-26 15,-5 0-21-15,2-4-73 16,-4-11-68-16,-5-5-33 15,-3-3-63-15</inkml:trace>
  <inkml:trace contextRef="#ctx0" brushRef="#br0" timeOffset="-208531">31703 13251 601 0,'0'0'92'0,"0"0"65"16,-91 44 3-16,58-17-64 15,-3 2-59-15,4 0-9 16,3-5-37-16,10-5 10 15,4-5-93-15,7-7-119 16,8-7-202-16</inkml:trace>
  <inkml:trace contextRef="#ctx0" brushRef="#br0" timeOffset="-203838.81">28032 11869 189 0,'-7'6'34'16,"-4"-1"39"-16,0 1 17 15,1 2-8-15,-3 2-22 0,0 0-3 16,3 1-50 0,-4 1 7-16,2 0 6 0,-2 2 6 15,0 2-8-15,0 2-1 16,1 1-3-1,1 4-13-15,0 0 7 0,1 0-14 16,4 1 16 0,0-1-19-16,0 2 20 0,1-2-20 15,-1-2 18-15,-1 4-13 16,-3-2 0-16,4 0 4 16,-4 2-4-16,2-2 3 15,1 0-9-15,2-4 14 16,1 1-15-16,2-1 18 15,-4-2-22-15,4 1 19 16,-3-1-17-16,2-1 3 16,1 1-29-16,1-2 23 15,1 1-4-15,1-2 11 16,0 0 11-16,0-2-7 16,0 2 10-16,0 0-12 15,0-2 11-15,0 2-30 16,-2-2-1-16,1-2-6 15,1 3 22-15,0-2-1 16,0 0 1-16,0 0 0 16,0 1-3-16,0-2 13 15,0 3-8-15,0-1 4 16,0-1-18-16,3 2 29 16,-3-1-10-16,3-1 15 15,0-2-13-15,2 3 3 16,1-3-2-16,1 0-3 15,1 1 0-15,-1 1-3 16,0 0 9-16,0 0-7 16,-1 0 9-16,0-1-15 15,-2 0 8-15,1-1-13 0,-1 1 17 16,3-3-8-16,-3 3-1 16,2-2 1-16,1-1-31 15,2 3-24-15,1-2 22 16,-1 0 16-16,3 0 12 15,-1-4 8-15,-1 2-33 16,-1-5 0-16,-1 4 20 16,1-1 27-16,-2 2 10 15,1-2 22-15,3 4 1 16,-2-1-28-16,2-1-3 16,1 0-17-16,1 0-12 15,-2 0-4-15,1 0 17 16,0 1-21-16,0-2-1 15,-1 2-8-15,0-3 31 16,1 3 27-16,-2-3 49 16,3 0 28-16,-3-1-17 15,3 1-50-15,-2 1-35 16,1 0 8-16,-3 3-11 16,1 1 13-16,0-2-16 15,-4-1 14-15,4 0-13 16,-3-2 9-16,-1-1-3 15,1-1 1-15,3 1 2 16,-3 0 1-16,3-2 8 16,2 2-8-16,-2 0 6 15,2 0-15-15,2-2 13 16,-2 0-14-16,2-1 10 16,-4 0-18-16,2 0 6 15,-1 0 4-15,1 0-15 0,-5 2-10 16,0-1 8-16,2 0 12 15,-3 2 1 1,1-2 10-16,0 2-8 0,3-2 14 16,0-1-15-1,1 3 6-15,0-3-2 0,-1 0-1 16,3 0-10-16,-3 0-7 16,2 0 5-16,1 0 12 15,-3 0 11-15,0 0-13 16,0 0 13-16,-1 0-12 15,-2 0 6-15,2 0-19 16,-2 0 19-16,2 0-2 16,-1 0 1-16,4 0 1 15,-2 0-1-15,0 0 4 16,1-3-8-16,-2 2 8 16,0-2-9-16,-2 2 12 15,-1 1-12-15,1-2 13 16,-1 0-11-16,0-1 5 15,1 1-2-15,4-3 0 16,0 0 1-16,0 1 0 16,-2-1 7-16,1-1-10 15,-1 0 8-15,1 1-11 16,-2 1 11-16,0-1-12 16,1-1 11-16,-1 2-8 15,-2-2 4-15,1 3 0 16,-3-1-2-16,3-3 1 15,-1 1-1-15,1 0 4 16,1-1-7-16,2 0 10 0,-3 0-1 16,0-1 26-1,2 2-24-15,-2-1 0 16,-1 0-8-16,-2 1 8 0,2-2 11 16,-3 1-2-16,1 0-9 15,2-1-3-15,-3 0 4 16,1-1-11-16,2-1 8 15,-3 1-9-15,1 0 12 16,1-1-10-16,0 1 14 16,-2-1-13-16,0-1 1 15,0 1 1-15,1 0-2 16,-1 0 3-16,0-1-5 16,3 0 10-16,-3-1-11 15,2 1 12-15,0-1-14 16,-1-1 17-16,1 0-1 15,-1-2 7-15,-1 0-8 16,0-1 1-16,0 2 7 16,1-2 2-16,-3-1 5 15,2 3-21-15,-3 0 10 16,3-2-14-16,0 4 14 16,0-3-18-16,0 1 15 15,0 0-16-15,1 0 10 16,-2-1 0-16,-1 1-5 15,-1-2 3-15,0 2-2 16,0 0 4-16,0-3-10 16,0 1 11-16,0-2-12 15,0-1 13-15,-1-2-22 16,-2 0 12-16,0-2-19 16,1-4-17-16,1 3 4 15,1-2 19-15,0 1 13 16,0 2 1-16,0 2 9 0,0 2-1 15,-2 1 22-15,-2 4-21 16,0-2 26-16,-4 6-23 16,0-2 10-16,-1-1-6 15,-1-2 8-15,-1 1 5 16,-1-5 8-16,3 0-8 16,-2-1-23-16,2 1 5 15,0 2-15-15,1-1 16 16,0 4-16-16,1 1 16 15,-3 3-17-15,0 1 14 16,0-1-5-16,-2 2 5 16,-2 0 13-16,1-4-5 15,0 3-9-15,0-2-10 16,0 1 12-16,0 0-14 16,-2 0 14-16,1 1-15 15,1 2 16-15,-3-2-16 16,3 5 13-16,-3-1-7 15,3-1 2-15,-1 2-4 16,1 0 2-16,-3 0 7 16,3 0-11-16,-4 0 13 15,-2 0-15-15,0 0 18 16,-4 3-20-16,4-3 20 16,-1 3-18-16,2-2 11 15,1 1-1-15,3-1 4 16,-1 1 2-16,4-1-9 15,-2-2 16-15,4 0-21 16,2 0 15-16,-3-1-42 0,3 2 39 16,-2 1-17-16,-3 2 18 15,1 1-14-15,-2 0 7 16,-3 0 0-16,1 0 1 16,0 0 6-16,-4 0-8 15,-1 0 6-15,-2 0-11 16,3 4 11-16,-4 3-14 15,3 1 20-15,1-1-19 16,-1 1 14-16,3 0-10 16,1-2 4-16,0 1-3 15,3 0-30-15,0-1-13 16,3 1-73-16,1-3-21 16,3 0-45-16</inkml:trace>
  <inkml:trace contextRef="#ctx0" brushRef="#br0" timeOffset="-201403.39">25065 13655 538 0,'6'0'78'15,"5"0"78"-15,3 0-77 16,2 0 3-16,4 0-19 16,3 0-29-16,-2 0-13 0,1 0-5 15,3 0-7 1,-2-1-17-16,-3-3 8 15,-2 3-59-15,-1-1-36 0,-4 1-107 16,-1-1-208-16</inkml:trace>
  <inkml:trace contextRef="#ctx0" brushRef="#br0" timeOffset="-200934.14">25414 13511 742 0,'0'0'71'15,"0"0"50"-15,0 0-46 16,0 0-58-16,91-35 5 16,-68 34-23-16,-7 1 13 15,-4 0-21-15,-4 6 20 16,-5 8-17-16,-3 3 28 16,0 2-15-16,-8 1 10 15,-3 2-3-15,-4 3-8 16,2-2 1-16,1 0-13 15,3-1 15-15,3-3-19 16,3-3 23-16,3 0-25 16,0-6 23-16,0 0-22 15,3-2 16-15,10-3-9 16,6 0 0-16,0-4 0 16,4-1-12-16,0 0-12 0,0 0-69 15,-1 0-55-15,-4-7-142 16,-3-2-234-16</inkml:trace>
  <inkml:trace contextRef="#ctx0" brushRef="#br0" timeOffset="-200662.5">25801 13566 666 0,'0'0'122'16,"0"0"28"-16,0 0-32 16,56 77-32-16,-39-55-39 15,2-2 1-15,1-1-37 16,-1-1 18-16,0-3-36 16,-5-2 18-16,1-4-17 15,-5-2-16-15,0-5-39 16,-4-2-43-16,1 0-49 15,-4-1-45-15,-3-11-111 16</inkml:trace>
  <inkml:trace contextRef="#ctx0" brushRef="#br0" timeOffset="-200503.36">25939 13593 556 0,'0'0'113'16,"0"0"35"-16,-79 79-48 0,53-50-17 15,4-3-68-15,5-3 0 16,4-4-40-16,6-6-83 16,1-6-157-16</inkml:trace>
  <inkml:trace contextRef="#ctx0" brushRef="#br0" timeOffset="-199475.01">29510 13455 594 0,'0'0'94'16,"0"0"71"-16,0 0-23 15,0 0-43-15,76 1-35 16,-57-1-33-16,-2 0-28 16,-1 0 4-16,3 0-43 15,-2 0-48-15,-2 0-106 16,2 0-85-16,-1 0-262 16</inkml:trace>
  <inkml:trace contextRef="#ctx0" brushRef="#br0" timeOffset="-199032.16">29901 13271 666 0,'0'0'63'0,"0"0"91"16,0 0-57-16,0 0-46 15,85-14-10-15,-72 14-11 16,-1 0-11-16,-4 9-16 16,-8 7 22-16,0 1-15 15,0 5 16-15,-8 3-25 16,-10 1 27-16,0 2-25 15,-3-2 12-15,4 0-14 16,1-2 1-16,6-1 0 16,4-4-4-16,6 0 6 15,0-3-13-15,3-1 17 16,14-1-19-16,2-2 25 16,4-5-25-16,3 3 24 15,-3-5-21-15,-1-4 1 16,-2-1-25-16,-1 0-44 15,-5 0-52-15,-2-3-71 16,-2-6-96-16</inkml:trace>
  <inkml:trace contextRef="#ctx0" brushRef="#br0" timeOffset="-198746.47">30256 13392 731 0,'0'0'121'16,"0"0"45"-16,0 0-45 16,0 0-39-16,72 87-38 15,-53-71-5-15,3 0-32 16,-1-1 16-16,0-4-31 0,0-1 22 15,1 0-37-15,-5-4-8 16,2-3-47-16,-3-1-32 16,-3-2-49-16,-4 0-46 15,-1-2-115-15</inkml:trace>
  <inkml:trace contextRef="#ctx0" brushRef="#br0" timeOffset="-198546.06">30425 13398 714 0,'0'0'66'16,"0"0"87"-16,-103 81-7 16,73-52-83-16,1 0-30 15,3-4-28-15,8-5-9 16,3-4-56-16,2-3-131 15,4-8-155-15</inkml:trace>
  <inkml:trace contextRef="#ctx0" brushRef="#br0" timeOffset="-196429.81">25161 14040 270 0,'0'0'77'0,"58"4"30"15,-19 0-8-15,7 0-36 16,6 0-16-16,9 0 2 16,4 2-12-16,7-4-6 15,4 1-19-15,4-2 6 16,-2 0-18-16,0 1 14 16,-3-2-21-1,1 1 18-15,-3-1-19 0,-7 0 15 16,-2 0-4-16,-10 0 16 15,-3 0 12-15,-9 3 0 16,-7-3 6-16,-5 1-11 16,-4 2 24-16,-6 0-40 15,-5-2 6-15,-4 1-25 16,-4 0 22-16,-5-2-25 16,-2 2 3-16,0-1-40 15,-2 3-65-15,-9-4-102 16,-1 3-161-16</inkml:trace>
  <inkml:trace contextRef="#ctx0" brushRef="#br0" timeOffset="-195356.43">29397 13911 459 0,'0'0'63'0,"0"0"84"16,82 0-63-16,-34 0-59 15,8 0-10-15,9 0 1 16,6-2 3-16,8-2-13 15,-1-2 16-15,6 1-27 16,0 1 20-16,-3-1-23 16,-1 0 19-16,-3-2-19 15,1 0 14-15,-9 0 3 16,-5 1 12-16,-11 0 2 16,-9 2-4-16,-11 0 14 15,-8 2 7-15,-10 2 11 16,-6 0-36-16,-3 0 20 15,-5 0-25-15,2 0 10 16,-3 0-27-16,0 0 11 0,0 0-6 16,0 0-43-1,0 0-59-15,0 0-57 0,0 0-37 16,-7 0-240-16</inkml:trace>
  <inkml:trace contextRef="#ctx0" brushRef="#br0" timeOffset="-193597.11">26373 14534 584 0,'0'0'51'16,"29"-8"64"-16,-8 4-8 15,1 0-30-15,0 3-29 16,-2 1 8-16,-3 0-41 15,-7 3 6-15,-4 11-19 16,-5 6 30-16,-1 3-16 16,-1 4 26-16,-12 3-20 15,-4 2-4-15,-2 0 1 16,1 0-9-16,7-4 1 16,-1-4-14-16,9-2 16 0,3-6-19 15,0-4 24 1,3-3-23-16,12-2 27 15,4-2-20-15,4-4 25 0,3-1-23 16,1 0-3 0,0 0 2-16,-2 0-19 0,0 0-44 15,-7-4-106 1,-4-2-82-16,-3 1-107 0</inkml:trace>
  <inkml:trace contextRef="#ctx0" brushRef="#br0" timeOffset="-193077.88">26790 14680 629 0,'0'0'31'0,"0"0"84"15,0 0-8-15,0 0-26 16,-25 88-8-16,25-73-5 15,6-1-26-15,10-6 2 16,2 0-40-16,3-4 19 16,1-4-24-16,-2 0 16 15,2 0-19-15,-5 0 5 16,-4-5-2-16,-3-3-10 16,-3-3 4-16,-3-2-22 15,-2 2 2-15,-2 3-12 16,0 1 31-16,0 3-4 15,0 4 25-15,0 0-13 16,0 11 14-16,0 11-11 16,0 7 32-16,0 6 8 0,0 6 3 15,0 2 3 1,10 1 7-16,6 1 29 0,3-3-44 16,1-2 18-16,-1-5-28 15,-3-3 23-15,-6-8-29 16,-3-2 15-16,-7-4-17 15,0-4-8-15,-3-5-4 16,-14-2-7-16,-6-6 10 16,-6-1-23-16,0 0 13 15,-1-8-43-15,-1-10 3 16,3-2-54-16,6-6 0 16,3-3-123-16,9-2-223 15</inkml:trace>
  <inkml:trace contextRef="#ctx0" brushRef="#br0" timeOffset="-192176.27">27658 14497 556 0,'0'0'68'0,"0"0"45"15,0 0-56-15,0 0-27 16,-84 11-12-16,64 3-13 15,-3 4 27-15,4 1-32 16,5 1 16-16,5-3-19 16,5-2 16-16,4-3-16 15,0-1 9-15,4-2 3 16,9-5 1-16,6-3 16 16,1-1-6-16,3 0 7 15,0-3-18-15,-1-9 12 16,-2-2-26-16,-1-3 18 15,-5-3-22-15,-1-3 13 16,-1-2-13-16,-5-5 4 16,-1-6 5-16,-2-2-4 15,-3-3 7-15,-1-1-12 0,0-1 18 16,0 6-24 0,-6 7 21-16,-6 8-14 0,0 5 20 15,-2 10-23-15,-2 7 18 16,2 0-1-16,0 17 3 15,3 9 6-15,5 6 1 16,5 7 12-16,1 4-3 16,0-1 34-16,7 1-21 15,9-1 15-15,4-2-44 16,-1-5 15-16,1-4-30 16,-1-3 13-16,-2-3-10 15,-2-5-30-15,-4-7-78 16,-4-5-132-16,-2-4-190 15</inkml:trace>
  <inkml:trace contextRef="#ctx0" brushRef="#br0" timeOffset="-191643.01">27872 14494 826 0,'0'0'80'0,"0"0"55"16,0 0-73-16,0 0-27 16,17 71-33-16,-10-60 14 15,3-2-25-15,1-3 23 0,0-4-23 16,-1-2 15-16,0 0-19 15,2 0 2-15,-2-7-4 16,-4-7-1-16,2-3-13 16,-3-1-10-1,-3-1 6-15,0 3-7 0,-2 3 48 16,0 3-16-16,0 4 25 16,0 6-5-16,0 0 22 15,3 9-31-15,-3 10 16 16,0 8 37-16,0 7-14 15,0 4 7-15,0 3 5 16,3 1 25-16,-2-1-29 16,2-3 26-16,0-3-42 15,0-6 22-15,0-5-27 16,-3-5 6-16,0-4-24 16,0-3 3-16,-4-4 3 15,-11-3-13-15,-8-2 1 16,-7-3-42-16,-5 0-6 15,-4 0-59-15,-3-3-25 16,-1-6-154-16,1 0-171 16</inkml:trace>
  <inkml:trace contextRef="#ctx0" brushRef="#br0" timeOffset="-191361.3">27420 14802 972 0,'0'0'172'16,"99"-7"2"-16,-28 3-99 15,6-1-7-15,8 4-41 16,-2-2-15-16,-4 1-6 15,-7 1-6-15,-13-1-16 16,-11 2-52-16,-15 0-26 16,-10 0-108-16,-11 0-122 15,-12 0-290-15</inkml:trace>
  <inkml:trace contextRef="#ctx0" brushRef="#br0" timeOffset="-190678.15">27591 15153 691 0,'0'0'116'0,"0"0"38"15,0 0-59-15,0 0-45 0,0 0-32 16,-47 36-6-16,38-18-17 16,5 1 15-16,1-2-12 15,3-2 20-15,0-3-20 16,3-3 25-16,10-5-16 16,7-2 28-16,2-2-19 15,1 0-3-15,3-10-1 16,0-6-8-16,-3-6 3 15,0-4-15-15,-4-5 10 16,-3-4-23-16,-3-2 28 16,-6-5-30-16,0 2 29 15,-7 1-18-15,0 6 18 16,0 8-9-16,0 5 3 16,-7 13 3-16,-2 7 1 15,1 0 16-15,-1 7-22 16,-1 14 15-16,6 5-21 15,2 4 27-15,2 4-20 16,0 0 31-16,6-2-14 16,7 0 8-16,1-5-20 15,1-3-3-15,-2-7 2 16,-3-3-14-16,3-5-13 16,-7-3-41-16,1-3-5 15,-1-3-57-15,1 0-29 16,0-7-53-16,2-8-133 0</inkml:trace>
  <inkml:trace contextRef="#ctx0" brushRef="#br0" timeOffset="-190433.75">27895 15070 627 0,'0'0'149'0,"0"0"42"0,0 0-1 16,0 0-81-16,68 71-35 15,-48-53-20-15,-1 0-23 16,2-2 3-16,1-2-29 16,-3-3 14-16,-1-3-30 15,-1-1 28-15,-3-5-37 16,-4-2 3-16,-4 0-52 16,1 0-40-16,-7 0-37 15,3-9-48-15,0-2-69 16,0-8-119-16</inkml:trace>
  <inkml:trace contextRef="#ctx0" brushRef="#br0" timeOffset="-190275.77">28149 15090 642 0,'0'0'101'0,"0"0"63"16,0 0 15-16,-111 79-79 15,72-50-9-15,0-2-65 16,1-2-1-16,5-5-44 15,7-5-14-15,6-6-99 16,7-8-145-16,3-1-294 16</inkml:trace>
  <inkml:trace contextRef="#ctx0" brushRef="#br0" timeOffset="-189490.39">27758 15143 274 0,'0'0'74'0,"0"0"44"16,0 0-56-16,0 0-28 16,-2 5-4-16,2-5 37 15,0 0-18-15,0 0 32 16,-1 0 14-16,-2 0 18 16,-3 2-19-16,-1-1-58 15,-3-1-9-15,0 2-6 16,1-1 8-16,-5-1-34 15,2 3 19-15,-2-1-25 16,2 2 22-16,2-1-45 16,-2 0-17-16,7-3-79 15,2 0-110-15,1 0-288 16</inkml:trace>
  <inkml:trace contextRef="#ctx0" brushRef="#br0" timeOffset="-188869.92">27196 14776 1041 0,'0'0'110'0,"0"0"67"0,0 0-82 15,0 0-56-15,-5 1-24 16,5-1-14-16,0 0-11 16,0 0-73-16,2 0-68 15,4 0-214-15</inkml:trace>
  <inkml:trace contextRef="#ctx0" brushRef="#br0" timeOffset="-188102.27">28633 14825 907 0,'0'0'142'0,"0"0"36"15,86-3-103-15,-61 1-24 16,-6 0-45-16,-3 1-3 16,-5 0-5-16,-5-2-43 15,-2 2-50-15,-2-2-88 16,-2-2-109-16,0-1-312 16</inkml:trace>
  <inkml:trace contextRef="#ctx0" brushRef="#br0" timeOffset="-187909.41">28621 14712 1051 0,'0'0'37'0,"0"0"49"0,0 0-44 15,0 0-38-15,98-17-2 16,-57 13-66-16,-2-1-141 15,-6-2-218-15</inkml:trace>
  <inkml:trace contextRef="#ctx0" brushRef="#br0" timeOffset="-187173">29264 14714 821 0,'0'0'99'0,"0"0"44"16,0 0-25-16,0 0 1 15,72 0-46-15,-42 0-12 16,5 0-41-16,-5-2 13 16,-1-1-40-16,0 2 24 15,-7 0-49-15,1-2-14 0,0 1-104 16,-4-5-131-1,3-2-224-15</inkml:trace>
  <inkml:trace contextRef="#ctx0" brushRef="#br0" timeOffset="-186757.4">29817 14451 947 0,'0'0'92'16,"0"0"45"-16,0 0-73 16,97-10-34-16,-74 10-9 15,-6 6-26-15,-7 10 16 16,-7 6-14-16,-3 4 28 15,0 2-29-15,-14 5 23 16,-5-1-25-16,-3 3 12 16,3-3 4-16,5-1-5 15,4-3 5-15,6-3-10 16,4-1 10-16,0-4-16 16,7-1 24-16,11-3-22 15,3-2 27-15,5-1-33 16,3-5 24-16,3-4-21 15,-1-4 9-15,1 0-15 16,0 0-36-16,-3-6-64 16,-6-6-112-16,-4-3-160 15</inkml:trace>
  <inkml:trace contextRef="#ctx0" brushRef="#br0" timeOffset="-186491.46">30298 14605 899 0,'0'0'120'16,"0"0"39"-16,45 74-31 16,-22-49-48-16,1 0-34 15,4-3-11-15,-1 0-23 16,-2-1 7-16,-1-4-27 15,-3-4 24-15,-5-3-42 16,-4-5-1-16,-1-3-63 16,-4-2-42-16,-3 0-84 15,0-9-102-15,-2-7-234 16</inkml:trace>
  <inkml:trace contextRef="#ctx0" brushRef="#br0" timeOffset="-186313.88">30473 14586 794 0,'0'0'38'15,"0"0"122"-15,-104 103-25 16,71-66-62-16,2-1-64 16,4-3 8-16,2-4-37 15,6-6-38-15,-1-7-170 0,2-6-215 16</inkml:trace>
  <inkml:trace contextRef="#ctx0" brushRef="#br0" timeOffset="-184336.75">26381 14212 160 0,'0'0'40'0,"0"-7"-32"16,0 3 41-16,-5 4-28 15,-6 0-17-15,0 0-20 16,-5 0 13-16,0 0 2 16,-1 0 0-16,1 8 4 15,-2-2 0-15,1 0 17 16,0 3-7-16,-2-2 18 15,2 3-27-15,-2 0 8 16,1 0-19-16,0 3 4 16,-2 3-30-16,1 2-20 15,-3 4 29-15,-1 1 6 16,-1 3 15-16,0 0-16 16,0-2-35-16,-2 0-62 15</inkml:trace>
  <inkml:trace contextRef="#ctx0" brushRef="#br0" timeOffset="-184197.29">25783 14808 67 0,'0'0'0'0,"0"0"-31"15,0 0-3-15</inkml:trace>
  <inkml:trace contextRef="#ctx0" brushRef="#br0" timeOffset="-184122.49">25832 14958 6 0,'0'0'-4'0,"0"0"2"15</inkml:trace>
  <inkml:trace contextRef="#ctx0" brushRef="#br0" timeOffset="-184034.07">26016 15126 240 0,'0'0'-239'16</inkml:trace>
  <inkml:trace contextRef="#ctx0" brushRef="#br0" timeOffset="-181035.94">26016 15126 169 0,'101'53'44'0,"-71"-41"-66"15,1-3 21-15,-3 2 1 16,3 0-8-16,1 0-12 16,-1 0 2-16,3 1 22 15,-1 0 34-15,2 3-10 16,1-4-30-16,1 3 11 15,1-2-16-15,1-1 12 16,-2-1-8-16,3-1 3 16,0-1-1-16,0 0-3 15,2-2 5-15,-5 1-3 16,0-1 6-16,-1 0-7 16,-4 2 9-16,1-2-7 15,-3 4 18-15,-1-4-10 16,1 1 27-16,1-1 3 15,-2 0-26-15,1-2-9 0,0 0-2 16,2 1 0 0,0-3-16-16,1 1 0 15,-1-2-9-15,-2 2 10 0,2 1 5 16,0-1 17-16,-1 1 2 16,0-1 20-1,1 1-6-15,-1-1-18 0,0-1 0 16,2 1-4-16,1 0 1 15,1-2-7-15,-2 0 12 16,2 2-14-16,1-1 16 16,2 0-15-16,-2 1 12 15,4 1-9-15,-2 0 8 16,1 0 17-16,1-1 0 16,-1 1-2-16,2-3-9 15,2 1 3-15,0-2-15 16,1 0 10-16,-1 0-15 15,2 0 16-15,-1 0-17 16,0 0 12-16,-2 0-9 16,-2 0 5-16,1 0-1 15,-2 0-1-15,1 0 4 16,-1 0-7-16,0 0 8 16,0 0-8-16,3 0 11 15,-3 0-13-15,3 0 13 16,-2 0-14-16,2 0 12 15,-1-2-7-15,0 1 2 16,0 0 1-16,2-1-2 16,-3 2 5-16,1-1-7 15,2-2 15-15,-1 0-15 16,2 0 11-16,0-1-13 16,-3-1 16-16,1 1-19 15,1 0 17-15,-1 0-10 16,-2 0 15-16,1 0 17 0,-1 0-8 15,-1 0-8-15,1-2-14 16,-2 1 10 0,1-1-13-16,-4 1 18 0,-2-2-21 15,-4 1 14-15,0 1-16 16,-5-1 7-16,-2 2-1 16,-2 0 1-16,2 1 1 15,-1 0-3-15,1-1 6 16,-3 1-11-16,4-3 16 15,3 2-15-15,0-2 16 16,0-1-17-16,3 0 20 16,3-2-11-16,-2 3 18 15,2-1-14-15,-5 1-5 16,2 0 1-16,-4 0-6 16,-1 1 8-16,-5-3-10 15,3 4 13-15,-4-1-17 16,0-1 21-16,-1 1-18 15,-2-3 13-15,0 1-10 16,0 0 6-16,-1-2-1 16,-1 1-1-16,3-1 2 15,-3-1-6-15,3-3 10 16,-3 3-10-16,4-2 17 16,-4-1-13-16,3 1 15 15,-3 0-20-15,-1-2 12 16,1-1-10-16,-3 1 4 15,1 0 0-15,-2-3-2 16,-2 1 3-16,1 0-6 16,0 1 8-16,-2 1-15 15,-2-1 21-15,2 2-17 16,-1 2 15-16,-1-4-15 16,3-1 11-16,-1 1-7 15,0-2 2-15,-1 0 2 0,1-1-3 16,1 1 7-16,-2-1-13 15,-3 0 16-15,1 1-16 16,-1 2 19-16,-1-1-17 16,-1 3 16-16,0-1-17 15,0 0 10-15,0 1-4 16,0-1 0-16,0 1 1 16,0-1-10-16,-1 0 5 15,-2 0-10-15,-1 2 12 16,-1 0-15-16,1 0 27 15,-2 1-19-15,2 0 19 16,1-2-11-16,-3 3 8 16,3-3-1-16,-1 0-5 15,-2 2 4-15,1-2-8 16,0 2 10-16,-2 2-9 16,1 0 13-16,-1-2-20 15,1 4 21-15,2 0-20 16,-2-2 15-16,2 3-10 15,-1-1 7-15,-2 0 10 16,3 0-4-16,-2-1-1 16,0 4-5-16,-3-4 2 15,1 2-26-15,2-1 31 16,-1-1 4-16,-2-2 8 16,2 0-29-16,-2 1 15 15,1-3-49-15,-4 2 47 16,2 1 5-16,0-2-12 15,-3-1 4-15,1 3-28 0,2-2 13 16,-1 0 21-16,2 0 6 16,0 2-21-16,-1-2 15 15,0 3-56-15,0 0 79 16,-3 0-11-16,0 3-20 16,-3-1 2-16,2-2-16 15,-2 2-10-15,0-1 40 16,-3-1-8-16,3 1-45 15,-4-1 38-15,0 0-7 16,0 1 12-16,-2-2-12 16,0 2 3-16,2-1 3 15,-3 2-1-15,0-2 1 16,1 2-3-16,-1-2 9 16,-3 1-14-16,2-1 14 15,-1 1-14-15,-2-1 17 16,2 1-19-16,-1 0 18 15,-3 0-17-15,-1 2 10 16,-2 0-3-16,0-1 1 16,-3 0-4-16,1 1-6 15,-2-1 11-15,0-2-13 16,0 2 13-16,1-1-13 16,-3 0 20-16,2 0-17 15,-4 1 16-15,1 0-13 16,-3 0 6-16,0 1 0 15,3 0-2-15,-3-2 3 16,0 3-8-16,2 0 9 0,-2 0-15 16,-1 0 7-1,1 1-14-15,-3 0 25 16,3 0-13-16,0 0 11 0,-1-1-8 16,4 1 2-16,3-1 2 15,0-2 0-15,-2 2 1 16,4 0-7-16,-1 0 11 15,-1 0-14-15,-3-1 15 16,0 1-23-16,3 2 25 16,-5-2-15-16,2 1 13 15,-1-1-8-15,-2 0 3 16,0 2-1-16,-1-2-3 16,-4 1 2-16,-3 1-7 15,1 0 12-15,-6 1-14 16,-3 1 18-16,-1 0-20 15,-3 0 19-15,0 0-17 16,-2-2 10-16,1 2-2 16,0-4 3-16,1 1 3 15,2 1-6-15,-2-1 7 16,1 0-10-16,0 1 12 16,1 0-13-16,-1 2 16 15,2 0-18-15,0 0 12 16,0 0-9-16,1 0 8 15,2 0-2-15,2 0 0 16,2 2 1-16,0 3-4 16,3 0 8-16,0 2-11 15,2-1 12-15,0 1-16 16,0 0 14-16,1 2-14 16,0 1 17-16,-1 1-11 0,-2 1 5 15,4 1 1-15,-3 1-1 16,3 0 8-1,5 3-4-15,2-2 9 16,7 1-19-16,2-2 15 0,7 2-17 16,0-3 15-16,4 0-16 15,2 1 9-15,-2 0-15 16,4 0-4-16,0-2-8 16,-1 2 7-16,-1-1 13 15,2-1 0-15,-4 2 12 16,4 0 1-16,-2 0 7 15,2-1-18-15,-2 0 12 16,3 0-13-16,1-1 9 16,1 2-5-16,0-1 2 15,3 3-1-15,-2-1-2 16,0 2 3-16,-2 1-16 16,-4 1 1-16,0 1-20 15,-6 1 28-15,1 1-3 16,-3-1 18-16,2 1-10 15,1 0 13-15,1-3 11 16,9-1 12-16,2 0-23 16,4-3-13-16,5 2 5 15,0 1-8-15,0 0 10 16,3 0-12-16,8 1 17 0,0 1-10 16,4-1 10-1,-2 3-17-15,0-1 8 16,-3 4 0-16,0-5-4 15,1 2 5-15,1-2-6 16,2-1 10-16,2-1-8 16,6-2 21-16,4-1-10 0,0 0 25 15,6 1-9-15,1 2-12 16,0 1-15-16,0 3 23 16,1 1 30-16,-4-1-45 15,-1-2-3-15,-2-1-8 16,-3-3-4-16,-3-5-149 15,-4-4-156-15</inkml:trace>
  <inkml:trace contextRef="#ctx0" brushRef="#br0" timeOffset="-179490.91">27200 14903 46 0</inkml:trace>
  <inkml:trace contextRef="#ctx0" brushRef="#br0" timeOffset="-179084.09">27163 15082 8 0,'0'0'-6'16,"0"0"35"-16,-11 95 11 0,11-67-14 15,0-2-13-15,0-1-3 16,2-2-14-16,7-3 16 16,4 1-1-16,1-2 8 15,4-1-17-15,0-2 10 16,4 2 12-16,0-1 7 16,1-1-11-16,-2 0-6 15,2-1 0-15,-1 0-10 16,3 0 8-16,-2 0-16 15,0 0 10-15,0-3-15 16,0 1 2-16,3-3-4 16,1-2 4-16,1-2 2 15,1-2 3-15,1 1 3 16,-1 1-3-16,1-5 5 16,-1 4-6-16,-3-1 15 15,2-2 7-15,-1 0 2 16,2-2-20-16,-3 0 5 15,3 0-8-15,1-4 5 16,-1-6-4-16,3-1-9 16,-2 1 0-16,2-3-7 15,0-1-3-15,-2 1-16 16,0-2 7-16,-1-2-2 16,-2 0-45-16</inkml:trace>
  <inkml:trace contextRef="#ctx0" brushRef="#br0" timeOffset="-179031.85">28272 15370 24 0,'0'0'38'15,"0"0"-33"-15,59-99-13 16,-44 65-29-16</inkml:trace>
  <inkml:trace contextRef="#ctx0" brushRef="#br0" timeOffset="-178634.02">28370 15136 11 0,'0'0'72'0,"9"-70"22"16,-4 31-21-16,1-2 5 0,0-2-19 16,1-4-18-16,3-1-18 15,-3-1 4-15,1 1 2 16,-5 2-23-16,-2 1 9 15,-1 4-11-15,0 3 29 16,-6 2-20-16,-7 2 37 16,-1-1-11-16,-2 2-10 15,-3-1-17 1,-1 1-8-16,1 1-2 0,-4 0-4 16,0 2 7-16,-3 3-10 15,1 2 12-15,-1 0-16 16,-1 6 13-16,-2 2-26 15,-1 2 25-15,-4 4-11 16,1-2 10-16,-2 1-2 16,1 2 1-16,-2 0 2 15,3 2-6-15,1 3 9 16,2 0-14-16,-2 5 12 16,-3 0-26-16,0 7-2 15,-2 14-7-15,-3 5 33 16,1 8-8-16,1 6 2 15,2 5-40-15,0 2-12 16,0 2 21-16,1 0-53 16,-1 0-76-16</inkml:trace>
  <inkml:trace contextRef="#ctx0" brushRef="#br0" timeOffset="-177129.15">26182 15066 614 0,'0'0'71'15,"0"0"4"-15,26 0 78 16,4 0-24-16,11 0-27 15,11 0-19-15,10 0 5 16,6-5-38-16,7 1-1 0,1 0-38 16,1 0 23-1,-5 2-30-15,-4 2 23 0,-6 0-19 16,-9 0 3-16,-9 0 1 16,-9 0-7-16,-9 0 0 15,-6 0-12-15,-7 4 17 16,-2-1-24-16,-4 1 16 15,-2-1-42-15,-2 2-7 16,-2-1-81-16,-1 2-56 16,0 3-100-16,-4 0-151 15</inkml:trace>
  <inkml:trace contextRef="#ctx0" brushRef="#br0" timeOffset="-176515.39">26188 15523 750 0,'0'0'79'15,"0"0"85"-15,0 0-19 16,0 0-39-16,89-8-57 16,-61 4 9-16,-2 1-37 15,-6 3-7-15,-7 0-9 16,-4 3-7-16,-6 12 6 16,-3 3 1-16,0 2 16 15,-5 3-27-15,-8 2 25 16,-3-2-26-16,3-1 26 15,1-3-30-15,4-2 22 16,4-2-16-16,2-2 4 16,2 0 2-16,0-3-3 15,0 0 8-15,12 1-15 16,4-1 20-16,1-4-24 16,2-1 30-16,4-1-29 15,-6-2 14-15,3-2-60 16,1 0-23-16,-5 0-41 15,-2 0-36-15,-2 0-61 16,2-3-75-16,-4-3-187 16</inkml:trace>
  <inkml:trace contextRef="#ctx0" brushRef="#br0" timeOffset="-176014.85">26647 15587 603 0,'0'0'71'0,"0"0"52"16,0 0-22-16,0 0-19 15,-29 85-27 1,29-68-5-16,0-5-10 0,0-1-11 16,13-5 0-16,5-3-7 15,2-2 8-15,3-1-30 16,-1 0 15-16,1 0-24 15,-3-7 24-15,-3-3-27 16,-1 0 12-16,-4 1-17 16,-4-1 12-16,-2 4 4 15,-5-2-5-15,1 6 3 16,-2 0-7-16,0 2 17 16,0 0-14-16,0 8 17 15,4 11-21-15,3 5 28 16,6 6-7-16,2 6 21 15,3 0 2-15,2 5 6 16,3 2 6-16,-5 1 0 16,0-2 8-16,-6 1-19 15,-4-1 19-15,-7-1-27 16,-1-4 26-16,-1-2-26 16,-16-3 12-16,-8-2-43 15,-8-5 18-15,-3-7-14 16,-5-3-3-16,1-5-17 15,-1-7-28-15,4-3-16 16,4 0-50-16,4-14-101 16,6-7-264-16</inkml:trace>
  <inkml:trace contextRef="#ctx0" brushRef="#br0" timeOffset="-175106.14">29544 15054 529 0,'0'0'101'0,"0"0"-13"15,0 0-17-15,46 8 55 16,-4-6-36-16,16 0-19 16,10 0-22-16,14 0 2 15,9-2-30-15,9 0 26 16,1 0-18-16,4 0 18 16,-5 0-39-16,-3 0 14 15,-11 0-15-15,-8-4 4 16,-13 0-6-16,-12 0-6 15,-10 1 8-15,-15 2-16 16,-9 0 18-16,-6 1-34 16,-7 0 13-16,-6 0-40 15,0 0 11-15,0 0-69 16,-16 0-121-16,-1 0-217 16</inkml:trace>
  <inkml:trace contextRef="#ctx0" brushRef="#br0" timeOffset="-174497.49">29700 15399 718 0,'0'0'67'15,"0"0"9"-15,0 0 82 16,0 0-65-16,105-19-23 16,-65 15-14-16,-3 3 1 15,-7 1-24-15,-5 0-19 16,-11 1-2-16,-8 13-21 15,-6 4 28-15,-3 2-25 0,-17 6 25 16,-2 1-30-16,0 0 27 16,1 0-28-16,2 1 20 15,6-4-10 1,6-3 1-16,1-2 3 0,6-1-5 16,0-3 8-16,10-3-15 15,11-3 21-15,6-1-22 16,5-6 28-16,1-2-29 15,4 0 24-15,-5 0-47 16,-3-6-37-16,-4-7-85 16,-5-1-80-16,-7-1-118 15</inkml:trace>
  <inkml:trace contextRef="#ctx0" brushRef="#br0" timeOffset="-174042.98">30155 15491 575 0,'0'0'43'16,"0"0"98"-16,0 0-21 15,-26 80-47-15,26-64-41 16,0-4 20-16,8-3-20 16,10-4 16-16,2-3-21 15,6-2-11-15,3 0-8 16,-3-2-4-16,3-9 2 15,-3 0-11-15,-6-1 14 16,-7 3-20-16,0-1 17 16,-9 4-20-16,-1 2 28 15,-1 2-26-15,-2 2 21 16,0 0-15-16,0 2 11 0,0 11 3 16,0 7 3-16,0 6 26 15,0 6-10-15,0 2 20 16,0 6-10-16,0 2 22 15,0-2-21-15,3 1 14 16,-2-4-34-16,-1 0 19 16,0-4-10-16,0-1 0 15,-10-1-4-15,-10-3-11 16,-5-2 6-16,-6-4-23 16,-8-6 15-16,-5-4-41 15,-2-5 4-15,-2-4-65 16,-1-3-7-16,0 0-116 15,4-1-200-15</inkml:trace>
  <inkml:trace contextRef="#ctx0" brushRef="#br0" timeOffset="-172311.58">27467 16516 565 0,'0'0'81'0,"0"0"53"16,2-13-1-16,-2 12-14 16,0-3-55-16,-12 3-15 15,-2 1-45-15,-2 0 18 16,-6 0-12-16,-1 9-6 15,-1 11-1-15,0 3-5 16,0 4 7-16,4 3-13 16,5-4 18-16,7-1-23 15,8-6 26-15,0-6-31 16,3-5 29-16,17-3-20 16,3-5 12-16,6 0-2 15,1-6-3-15,3-10 3 16,-1-5-5-16,-3-4 7 15,-5-6-29-15,-6-2 12 16,-5-4-34-16,-9-3 20 16,-4-4-40-16,0-1 27 15,0-1 11-15,-16 3 16 0,0 3 4 16,-2 6 6-16,0 6 6 16,-1 8-7-1,1 8 13-15,2 8 1 0,1 4 15 16,4 9-5-16,2 14 11 15,2 9-15-15,6 7 14 16,1 3-21-16,0 3 14 16,12 0 1-16,3 1-7 15,4-6-4-15,1-3-17 16,2-4 15-16,-2-7-21 16,3-5-6-16,-3-7-73 15,2-5-21-15,-2-6-60 16,-3-3-165-16</inkml:trace>
  <inkml:trace contextRef="#ctx0" brushRef="#br0" timeOffset="-171844.18">27670 16456 653 0,'0'0'51'0,"0"0"9"16,0 0-3-16,0 0 17 15,-9 77-2-15,9-57-27 16,0-1-9-16,0-2-35 16,0-5 29-16,11-4-29 15,1-4 16-15,1-2-22 16,3-2 11-16,0 0-8 16,1-6 1-16,-2-8-13 0,-1-2-23 15,-4 1 20-15,1 0-7 16,-3 3 30-16,-4 4-18 15,-2 4 28-15,-1 4-26 16,-1 1 37-16,0 16-12 16,3 10 24-16,0 8 4 15,7 5-4-15,0 7 4 16,3 2 6-16,6 0 10 16,1-2-18-16,-3-3 17 15,-2-5-31-15,-5-5 27 16,-7-4-34-16,-3-7 21 15,0-4-24-15,-23-6 3 16,-3-4-2-16,-10-8-13 16,-3-1-1-16,-2 0-40 15,-4-10-8-15,3-3-38 16,-1-4-27-16,3 1-139 16,2 0-167-16</inkml:trace>
  <inkml:trace contextRef="#ctx0" brushRef="#br0" timeOffset="-171561.26">26929 16891 771 0,'0'0'107'0,"173"-34"156"16,-55 16-123-16,11 1-57 15,-2 4-43-15,-4 3-17 16,-15 4-15 0,-21 2-25-16,-21 4-54 0,-27 0-114 15,-21 0-166-15,-18 5-372 16</inkml:trace>
  <inkml:trace contextRef="#ctx0" brushRef="#br0" timeOffset="-170825.83">27375 17273 697 0,'0'0'45'0,"0"0"53"15,0 0-32-15,0 0-28 16,-100 33-28-16,79-9 23 15,-1 4-22-15,6 1 12 16,5-1-25-16,5-4 6 16,6-3-4-16,0-7-1 15,3-2 1-15,17-8 7 16,4-4 16-16,6 0-14 16,4-6 29-16,0-12-23 15,0-3 16-15,-2-5-35 16,-7-4 17-16,-6-3-18 15,-6-4 9-15,-7-5-3 16,-6-2 0-16,0-2 1 16,0 0-7-16,-4 7 13 15,-5 8-16-15,-1 7 19 16,1 8-20-16,1 15 26 16,-2 1 6-16,1 19 11 15,5 15-41-15,1 9 10 16,3 5 3-16,0 3 17 15,4-2 11-15,12-4-11 16,6-4 4-16,2-7-30 16,2-6 19-16,3-7-26 15,-2-4 25-15,1-7-40 16,-6-6-18-16,-2-4-54 16,-3 0-28-16,-5-6-105 15,-2-11-109-15</inkml:trace>
  <inkml:trace contextRef="#ctx0" brushRef="#br0" timeOffset="-170585.02">27707 17198 732 0,'0'0'84'0,"0"0"115"15,39 81-44-15,-17-53-40 16,1-2-47-16,6-1-1 15,-3-6-42-15,0-3 1 16,-2-3-16-16,-3-6-7 16,-1-1-1-16,-3-6-21 15,-4 0-16-15,-3 0-56 16,0-13-45-16,-4-2-87 16,-3-3-24-16,0-7-165 15</inkml:trace>
  <inkml:trace contextRef="#ctx0" brushRef="#br0" timeOffset="-170429.55">27915 17238 762 0,'0'0'59'0,"-80"64"127"16,39-28-65-16,2-1-50 16,3-6-58-16,7-2-10 15,6-7-13-15,8-7-57 16,8-9-146-16,5-4-211 15</inkml:trace>
  <inkml:trace contextRef="#ctx0" brushRef="#br0" timeOffset="-169816.24">28420 16756 600 0,'0'0'131'0,"0"0"-17"0,0 0 72 16,0 0-60 0,0 0-24-16,84 0-48 0,-59 0-23 15,-2 0-22-15,-2-2-9 16,-3-3 1-16,-5 1-53 16,-7 0-48-16,-5-2-95 15,-1 1-63-15,-4 0-296 16</inkml:trace>
  <inkml:trace contextRef="#ctx0" brushRef="#br0" timeOffset="-169656.95">28413 16663 797 0,'0'0'63'0,"0"0"102"16,94-22-106-16,-51 13-54 15,1-1-23-15,-1 1-140 16,-5-1-189-16</inkml:trace>
  <inkml:trace contextRef="#ctx0" brushRef="#br0" timeOffset="-169056.27">28961 16572 659 0,'0'0'108'0,"0"0"113"16,0 0-28-16,0 0-81 15,94 0-11-15,-64 0-49 16,0-4-17-16,2-2-21 16,-3 1-11-16,-3-1-5 0,1 2-52 15,-4-2-59 1,-1 0-153-16,-9-2-240 15</inkml:trace>
  <inkml:trace contextRef="#ctx0" brushRef="#br0" timeOffset="-168606.24">29508 16301 950 0,'0'0'113'0,"0"0"48"0,0 0-103 16,91-7-23-16,-71 7-1 15,-8 5-28-15,-5 12 4 16,-7 3-11-16,0 5 25 16,-16 3-30-16,-4 2 28 15,-3 2-32-15,1-2 27 16,0-3-26-16,8-1 14 16,5-3-6-16,8-4-1 15,1 0 3-15,0-5-8 16,14-2 16-16,4-2-18 15,5-5 25-15,0-1-29 16,-1-3 33-16,-2-1-41 16,0 0 4-16,-7 0-69 15,-2 0-43-15,-2-2-89 0,-3-5-133 16</inkml:trace>
  <inkml:trace contextRef="#ctx0" brushRef="#br0" timeOffset="-168296.71">29823 16409 698 0,'0'0'98'16,"0"0"105"-16,0 0-19 15,0 0-70-15,0 0-33 16,85 86-16-16,-65-63-31 16,-1-3 8-16,0-1-38 15,-2-2 21-15,-1-5-35 16,-4 0 27-16,-1-4-40 16,-1-5-5-16,-1 0-40 15,-2-3-48-15,-3 0-78 16,1 0-122-16,-1-13-196 15</inkml:trace>
  <inkml:trace contextRef="#ctx0" brushRef="#br0" timeOffset="-168137.63">29993 16508 763 0,'0'0'107'0,"0"0"85"0,-85 62-60 16,58-39-103-16,-1-3-4 15,5-1-36-15,1-4 1 16,4-3-113-16,3-5-174 16,1-4-368-16</inkml:trace>
  <inkml:trace contextRef="#ctx0" brushRef="#br0" timeOffset="-167261.24">30142 16369 366 0,'0'0'53'0,"0"0"66"15,0 0-15-15,0 0-29 16,-10-4-4-16,3 4 4 0,-5 0-28 16,-5 10-11-16,-5 3 15 15,-4 4 12-15,0 3-39 16,-3 2 10-16,6-2-43 15,4-1 21-15,5-3-70 16,5-6-79-16,3-3-93 16,5-1-285-16</inkml:trace>
  <inkml:trace contextRef="#ctx0" brushRef="#br0" timeOffset="-166661.85">29892 16456 578 0,'0'0'80'0,"0"0"55"15,0 0 12-15,0 0-53 16,0 0 7-16,71 31-29 15,-50-13 7-15,0-1-6 16,0 2-22-16,1 0-4 16,-3-3-15-16,1-3 4 15,-4-1-30-15,0-4 15 16,-6-1-31-16,1-3 30 16,-5-3-34-16,0 0 27 15,-3-1-37-15,-3 0-11 16,0 0-26-16,0-6-108 15,0-4-188-15,0 2-298 16</inkml:trace>
  <inkml:trace contextRef="#ctx0" brushRef="#br0" timeOffset="-165950.67">29108 16752 537 0,'0'0'112'0,"0"0"43"15,0 0-42-15,0 0 4 16,87 2 14-16,-24-4-31 16,15-5-36-16,9-3-8 15,11 4-28-15,0 0 7 0,2 2-41 16,-5 0 24-1,-4 4-30-15,-7-3 28 16,-10 2-30-16,-14 1 22 0,-12 0-11 16,-15 0-6-16,-14 0-11 15,-9-2-11-15,-6 2-23 16,-4 0-29-16,0 0-6 16,0 0-136-16,-4 0-135 15</inkml:trace>
  <inkml:trace contextRef="#ctx0" brushRef="#br0" timeOffset="-165351.25">29469 17070 839 0,'0'0'66'15,"0"0"112"-15,0 0-99 16,82-12-7-16,-61 12-43 15,-3 0 7-15,-6 2-33 16,-6 11-3-16,-6 5 9 16,0 6 2-16,-10 2 4 15,-9 3-17-15,3-1 18 16,0-1-27-16,4-3 28 16,5-3-30-16,7-4 27 15,0-2-27-15,0-5 18 16,6-1-6-16,7-3 0 15,4 0 3-15,2-4-5 16,0-2 8-16,1 0-18 16,-1 0 5-16,1 0-59 15,-3 0-46-15,-4-2-120 16,-1-5-121-16</inkml:trace>
  <inkml:trace contextRef="#ctx0" brushRef="#br0" timeOffset="-164821.58">29918 17115 781 0,'0'0'46'16,"0"0"22"-16,0 0 26 15,0 0-50-15,-10 68-28 16,9-48 10-16,1-2-24 0,0-3 20 15,1-3-26-15,8-2 22 16,4-3-12 0,-2-5 3-16,2-2 1 0,0 0-10 15,3 0 3-15,-3-13-13 16,-1-2 19-16,2-2-21 16,-4 0 24-16,-1 2-24 15,1 2 27-15,-7 6-25 16,1 2 23-16,-1 5 15 15,-3 0-3-15,3 3-20 16,0 15 1-16,0 5 23 16,4 6-23-16,0 6 21 15,-1 4-8-15,3 3 27 16,-1 2-22-16,-2 3 29 16,-3-3-26-16,-3-1 29 15,0 1-17-15,0-5-12 16,-14-3 17-16,-5-4-8 15,-6-3-2-15,-5-6-27 16,-2-3 15-16,-1-5-33 16,-5-6 34-16,-3-4-36 15,-3-3 18-15,-3-2-53 16,0 0 1-16,1 0-24 16,4-2-28-16,6-8-86 15,7-6-209-15,5-3-382 16</inkml:trace>
  <inkml:trace contextRef="#ctx0" brushRef="#br0" timeOffset="-163953.27">29690 16211 513 0,'0'0'104'16,"0"0"33"-16,-46 91-22 16,23-46-60-16,-5 5-1 15,-5 7-51-15,-5 0 4 16,-2 0-8-16,2-3-55 16,2-3-95-16,6-9-100 15,3-6-172-15</inkml:trace>
  <inkml:trace contextRef="#ctx0" brushRef="#br0" timeOffset="-163270.61">29667 16928 438 0,'0'0'45'0,"0"0"32"0,0 0-28 16,0 0-37-16,0 0 82 16,-42 103 2-16,17-53-19 15,-9 8 17-15,-7 6-36 16,-8 2-4-16,-4 0-37 16,2-2 17-16,-1-3-28 15,6-6 9-15,1-5-24 16,8-6-27-16,5-5-40 15,4-10-61-15,7-7-91 16,8-10-280-16</inkml:trace>
  <inkml:trace contextRef="#ctx0" brushRef="#br0" timeOffset="-162488.84">30754 16640 799 0,'0'0'112'0,"0"0"93"0,0 0-108 16,77-16-15-16,-54 11-51 15,0 1-7-15,-4-2-22 16,1 3-2-16,-4-2-35 16,-2-1-61-16,-3 2-54 15,-7-1-124-15,-4-1-156 16</inkml:trace>
  <inkml:trace contextRef="#ctx0" brushRef="#br0" timeOffset="-162303.41">30816 16481 901 0,'0'0'19'16,"0"0"49"-16,0 0-42 15,0 0-25-15,86-18-34 16,-53 14-126-16,3-1-193 15</inkml:trace>
  <inkml:trace contextRef="#ctx0" brushRef="#br0" timeOffset="-161966.49">31557 16408 992 0,'0'0'137'0,"0"0"20"16,0 0-129-16,75-13-12 15,-52 8-31-15,0 0-24 16,-5 1-129-16,-1 0-115 16,-4-2-287-16</inkml:trace>
  <inkml:trace contextRef="#ctx0" brushRef="#br0" timeOffset="-161669.77">31911 16212 833 0,'0'0'87'15,"0"0"116"-15,0 0-57 16,0 0-69-16,91 74 2 16,-62-47-39-16,0 0 2 15,0 0-14-15,0-2-18 16,-3-5-2-16,-3-1-14 0,-3-2 10 16,-3-5-41-16,-1-4-3 15,-3-1-59-15,-4-7-52 16,-3 0-149-16,-2 0-140 15</inkml:trace>
  <inkml:trace contextRef="#ctx0" brushRef="#br0" timeOffset="-161466.79">32214 16166 866 0,'0'0'103'16,"-79"63"74"-16,39-26-78 16,2-1-88-16,3 0 10 15,6-4-33-15,6-3-1 16,7-5-88-16,5-4-107 16,2-5-135-16</inkml:trace>
  <inkml:trace contextRef="#ctx0" brushRef="#br0" timeOffset="-161153.27">31722 16635 852 0,'0'0'204'0,"126"-10"-24"0,-46-3-67 16,8-1-62-16,-3-1 1 16,-5 2-45-16,-9-1 18 15,-18 3-36-15,-13 4 21 16,-17 3-50-16,-16 4-39 15,-7 0-107-15,-13 3-72 16,-15 9-169-16</inkml:trace>
  <inkml:trace contextRef="#ctx0" brushRef="#br0" timeOffset="-160501.16">31917 16767 869 0,'0'0'66'16,"0"0"121"-16,0 0-90 16,0 0-55-16,-6 74-21 15,6-53-6-15,0-3 3 16,6-1-11-16,5-5 19 16,4 1-21-16,-1-4 19 0,2-4-27 15,0-1 22-15,-1-4-30 16,0 0 22-16,3 0-27 15,-1-11 11-15,-1-6 0 16,1-4-4-16,-5 0 1 16,1-2-6-16,-6 3 17 15,-4 5-14-15,1 2 24 16,-4 7-25-16,0 4 26 16,0 2-27-16,0 3 20 15,0 16-22-15,0 9 18 16,3 10 2-16,0 5 6 15,0 6 9-15,1 2-1 16,1 2 37-16,-3-1-14 16,0-3 26-16,-2-5-29 15,0-5 17-15,0-5-31 16,-9-8 23-16,-5-4-24 16,-1-7 0-16,-5-4 1 15,-3-4-13-15,-6-6 2 16,-2-1-19-16,-6 0 16 15,0 0-45-15,-4-5 7 16,0-7-63-16,0-7-10 16,2-4-67-16,2-5-164 15,3-8-434-15</inkml:trace>
  <inkml:trace contextRef="#ctx0" brushRef="#br0" timeOffset="-155635.02">31693 15854 335 0,'-21'0'18'16,"0"2"68"-1,0 4-29-15,-1 0-1 0,4-1-12 16,0 2 3-16,0 0-14 16,-3 4 21-16,-2 2-34 15,-2 2-2-15,0 2-20 16,-5 6 12-16,1 0 2 15,0 4-8-15,-1 0-1 16,-2 3-8-16,0 0 11 16,2 1-19-16,1 2 2 15,3-3-48-15,3 2 14 16,2-3-26-16,3 2-15 16,1-1 12-16,2 1 13 15,1-1 21-15,-2 2 35 16,0 1 9-16,0 1-10 15,-1 0 24-15,3 0 9 16,-1-4 26-16,5 1-22 16,4-3 0-16,0-2-23 15,6-2 8-15,0-1-8 16,0 1 2-16,0-1-3 16,0 2-3-16,0 0 0 15,0-1-7-15,0 2 20 16,0-1 9-16,0 0 32 15,0-2-22-15,0 0 14 16,0-2-13-16,0-4-4 16,3 1-18-16,3-3-8 15,3 0-2-15,5-1-3 16,-1 2 9-16,3-1-12 0,-3 1 13 16,0 0-18-16,0 2 26 15,-4-2-29 1,-2 1 19-16,-4 1-16 0,1 1 9 15,-1 0-1-15,0 3-3 16,4-1 2-16,4-1-2 16,4-2 21-16,1-2 6 15,3 0-12-15,2-3-22 16,0 1 23-16,-1-2-25 16,0-1 23-16,-4 1-12 15,-2-1 12-15,0-2-3 16,-3 0-2-16,-1-1 4 15,2-1-6-15,-2-3 14 16,6 0-19-16,-2-1 18 16,5-1-23-16,1 1 20 15,1-2-25-15,0 2 17 16,-1 0-12-16,-1 1 4 16,0 0 1-16,-1 1-3 15,0-1 5-15,2 1-9 16,-2-2 14-16,0 1-17 15,2-2 21-15,-4 1-21 16,3 0 21-16,-1 1-19 16,0 0 21-16,2 0-12 15,-1 2 5-15,3-1 8 16,1-3-3-16,0 1 3 16,2 0-15-16,-1-2 17 0,-1 1-22 15,-1-2 20 1,1 0-25-16,-1 0 24 15,1 0-23-15,-3 0 16 16,3-4-8-16,-3 1 2 16,2-1 1-16,-2 0-4 0,0 1 10 15,2-1-13 1,1 0 19-16,0-2-24 0,2 1 25 16,-2-2-25-16,3-1 22 15,-1-1-20-15,-1 0 12 16,2-2-4-16,-4 0 0 15,3 2 2-15,-1-3-5 16,-1 2 9-16,0 0-14 16,-1-3 18-16,0 1-21 15,0-3 26-15,2-2-26 16,0-3 23-16,-1-2-19 16,3-2 9-16,-3-1 0 15,-4 0-3-15,0 1 4 16,-4 0-2-16,0 3 26 15,-4-1-5-15,1-1 19 16,0-3-30-16,1-1 24 16,4-5-41-16,-1-1 19 15,5-1-17-15,-1 0 6 16,-1 0 0-16,-4 3-1 16,-2 2 6-16,-3 2 1 15,-7 2 30-15,0-2-19 16,-3 1 16-16,0-1-30 15,0 0 24-15,0-5-32 16,0-3 26-16,0 0-21 16,0-2 1-16,0-3 0 15,0 1-5-15,0 0 6 16,0 3-12-16,-1 3 19 16,-1 3-23-16,-1 3 27 0,-2 2-28 15,-2 0 30 1,-1 3-29-16,-1-2 22 0,-5-2-6 15,3 0 4-15,-4-1-1 16,2-1-5-16,-1 1 5 16,2 3-17-16,-1 3 23 15,-1 2-26-15,-1 4 31 16,2 3-32-16,-3 0 29 16,-1 1-27-16,3 0 17 15,-7 0-7-15,4-1 1 16,-5 0 2-16,-1 0-5 15,0 0 10-15,-3-1-15 16,3-1 19-16,-3 2-25 16,3 1 33-16,-1 0-35 15,3 1 29-15,-2 2-26 16,3 3 15-16,2-1-7 16,-2 2 4-16,0 3 2 15,-2-2-11-15,-4 2 19 16,-1 1-20-16,-5 0 24 15,-3 0-25-15,-1 0 30 16,-2 0-31-16,0 0 28 16,0 3-23-16,1 0 11 15,1 3-2-15,-2 1-2 16,4-2 5-16,0 2-11 16,5-2 4-16,2 2-13 15,4 0 11-15,3-2-37 16,2 3 23-16,5-3-63 15,3 1-1-15,0-2-29 0,4-2-12 16,0 1-67-16,4 0-174 16</inkml:trace>
  <inkml:trace contextRef="#ctx0" brushRef="#br0" timeOffset="-152568.41">27092 16203 377 0,'-16'0'69'16,"3"0"6"-16,-3 0 15 15,0 0-18-15,-1 2-20 16,1 5-20-16,-1 2 10 16,-3 1 2-16,2 2-21 15,-2 3 30-15,1 3-28 16,-4 3 13-16,0 2-32 15,0 2 20-15,-2 6-30 16,-1 0 11-16,2 5-7 16,-2 0 1-16,0 3 1 15,3-1-5-15,-1 3 10 0,0 0-15 16,1-2 18-16,1 0-26 16,3-1 25-16,-1-1-23 15,4 1 25-15,2-3-21 16,1 0 8-16,0 0-3 15,4-2 4-15,2 3 1 16,1-4-5-16,2 1 11 16,0-2-15-16,4-1 19 15,0-2-21-15,0 1 24 16,0-2-34-16,0-1 22 16,11-2-9-16,1 0 9 15,2-3-1-15,0-2-1 16,5-1 6-16,0-1-8 15,1 0 16-15,0-1-21 16,-2 1 20-16,-1 1-22 16,-2 0 22-16,-1-1-22 15,-2-1 17-15,1 0-10 16,-3-4 3-16,3 3 1 16,-2-4-2-16,1 2 5 15,1 0-10-15,3 2 13 16,-3 1-16-16,2-1 19 15,0-2-25-15,1 0 26 16,0-4-21-16,2-2 16 16,1 0-8-16,0-3 0 15,1 3 5-15,-1 0-6 16,1 2 8-16,-1 1-13 16,-2 0 16-16,2 0-23 15,-1-3 10-15,-1-1-27 0,3-2 37 16,-1-1-15-16,1-2 13 15,0 2-3-15,1-1-2 16,-1 2 4-16,-3 2-7 16,2-2 9-16,-1 0-11 15,0 0 17-15,4-3-14 16,-1 1 27-16,0-2-30 16,2 0 18-16,-2 0-16 15,0 0 8-15,2 0-2 16,-3 0-1-16,-1-2 2 15,-1 0-7-15,-2-1 12 16,-1 1-15-16,-2 0 19 16,0 0-21-16,0-4 23 15,4 2-25-15,2-3 23 16,1-1-19-16,4-2 1 16,1 0 1-16,-3 1 0 15,1 1-2-15,-3 0-12 16,-2 2 19-16,-1 1-13 15,-4 1 25-15,0 0-22 16,-2 0 24-16,1 0-18 16,-2-2 19-16,0 2-13 15,1-2 9-15,1 1-2 16,0-2-8-16,2 3 4 16,-2-2-12-16,-1 2 17 15,1 1-19-15,-5 1 22 16,-1 1-23-16,1-2 27 0,-1 0-11 15,-2-1 15 1,5 0-14-16,0-3 7 0,2-1-3 16,1 0-8-1,2-2 4-15,-1 0-15 16,0 2 18-16,-3-1-22 0,2 1 28 16,-1-1-26-16,-2-1 22 15,1 2-21-15,0 0 15 16,-1-1-6-16,1 3-1 15,-3-3 1-15,2 2-11 16,-2 1 4-16,2-3-7 16,-2 0 21-16,3-3-17 15,-1 1 25-15,-1-3-26 16,4 0 24-16,-2-3-20 16,2-2 11-16,-1-2-4 15,1 1 0-15,2 1-1 16,-4 1-15-16,-1 1 15 15,-3 5-5-15,-2 0 18 16,-4 0-14-16,1-1 44 16,1-1-26-16,1-5 16 15,1 0-21-15,2-3 1 16,0-4-9-16,0 0-2 16,2-2 4-16,-4 0-10 15,1-1 14-15,-2 2-15 16,1 2 19-16,-2 2-8 15,-1 3 53-15,-1 2-30 16,0 0 4-16,0 0-18 16,0 0 7-16,0-5-5 15,0 0-13-15,0-2 3 16,3-3-11-16,1 1 18 16,-1-1-23-16,-3 2 26 0,0 3-26 15,0 3 41 1,0 1-22-16,-9 1 26 0,-2 2-10 15,-2 0-6-15,-3-4-1 16,1 0-6-16,1-3 1 16,1-2-14-16,-1-1 24 15,2-3-29-15,-1 1 27 16,1 0-32-16,1-1 30 16,-2 5-31-16,0 3 22 15,-3 2-11-15,1 3 3 16,-2 2 2-16,-2 2-4 15,-2 2 8-15,-2-2-17 16,2 2 22-16,-3-3-24 16,1 0 31-16,3-1-33 15,1 2 29-15,-3-3-27 16,2 3 17-16,2 1-6 16,-2 1 0-16,-1 2 2 15,0 3-6-15,-3 1 11 16,-3 2-16-16,-1 1 22 15,-1-1-26-15,-1 2 31 16,0-1-31-16,-1-2 28 16,1 1-23-16,4-1 11 15,-3 1-1-15,1-1-2 16,-2 1 3-16,0 2-8 16,-1 0 13-16,-3 0-17 15,-2 0 23-15,-3 9-27 16,-2 1 30-16,-3 4-31 0,-1 3 27 15,-1-1-20 1,1 1 9-16,3-2-1 0,3-1-1 16,7-3 5-16,5-1-12 15,8-5 15-15,2 0-39 16,5-2 5-16,5-1-39 16,-2 0-18-16,2 0-86 15,1-2-70-15,-4 2-97 16</inkml:trace>
  <inkml:trace contextRef="#ctx0" brushRef="#br0" timeOffset="-148268.2">9517 656 573 0,'0'-7'94'16,"-4"1"26"-16,-4 1-43 15,-2-3-25-15,-3 2-11 16,-2 3-13-16,-4 3-7 15,-4 0 10-15,-3 5-21 16,-3 12 9-16,1 8-6 16,1 4 0-16,4 3-16 15,4 0 9-15,7-3-7 16,5-6 3-16,7-2-3 16,0-6 13-16,9-3 4 15,7-7-6-15,7-5 14 16,6 0-9-16,1 0 4 15,2-15-16-15,-2-6 23 16,-1-3-25-16,-5-7 5 16,-5-2-5-16,-3-7 0 15,-7-2-3-15,-3-6-5 16,-6-2 7-16,0-5-8 16,0-3 15-16,0 3-13 15,0 3 16-15,-5 5-14 0,1 12 19 16,0 9-9-1,1 11 17-15,1 9-4 0,-1 6-13 16,2 6-9-16,1 20-9 16,0 10 15-1,0 9-8-15,0 10 19 0,0 6-4 16,9-3 21-16,1 0-9 16,1-6 7-16,-1-9-29 15,-1-8 4-15,0-6-4 16,-1-10-34-16,1-6-49 15,0-4-58-15,1-8-85 16,-2-1-105-16</inkml:trace>
  <inkml:trace contextRef="#ctx0" brushRef="#br0" timeOffset="-147764.27">9728 620 797 0,'0'0'64'16,"0"0"85"-16,0 0-44 15,7 73-56-15,-4-53-7 16,1-1 2-16,2-3-10 16,0-3-29-16,0-4 5 15,1-4-13-15,2 0 16 16,0-5-19-16,3 0 17 15,-2-6-16-15,5-10 8 0,-2-3-10 16,0-3 0 0,-3 0-4-16,0 3-7 15,-2 3 9-15,-3 5-7 0,-1 7 20 16,1 4-15-16,-1 0 10 16,0 15-9-16,3 10 21 15,2 10-11-15,-2 7 19 16,2 7 8-16,1 5 6 15,0 0 14-15,1-2-9 16,0-3 7-16,-2-6-18 16,-4-4 11-16,-2-8-34 15,-3-6 14-15,0-6-18 16,-4-5 18-16,-12-5-15 16,-7-4 4-16,-6-4-6 15,-7-1-20-15,-2 0-14 16,-5-5-34-16,-2-7-35 15,2-2-75-15,3-2-89 16,2 2-195-16</inkml:trace>
  <inkml:trace contextRef="#ctx0" brushRef="#br0" timeOffset="-147444.98">8990 1063 778 0,'0'0'77'0,"0"0"0"16,118-14 86-1,-45 8-54-15,15 2-22 0,8 1-23 16,7 3-25-16,2 0 0 16,-5 0-22-16,-11 0 5 15,-12 1-22-15,-12 4 13 16,-13-2-35-16,-13 0-28 16,-13-2-65-16,-10 1-49 15,-13-2-124-15,-3 0-296 16</inkml:trace>
  <inkml:trace contextRef="#ctx0" brushRef="#br0" timeOffset="-146583.96">9387 1461 643 0,'0'0'129'0,"0"0"28"15,0 0-67-15,0 0-39 16,0 0-30-16,-70-2-1 16,50 16-6-16,2 5 1 15,0 5-4-15,1 2-7 16,4 4 2-16,3-1-9 15,3-2 12-15,4-4-15 16,3-7 17-16,0-4-10 16,12-6 14-16,8-6-7 15,4 0 18-15,3-8-5 16,2-10-7-16,-3-6-7 16,-1-5-7-16,-2-3 4 15,-7-4-14-15,-6-2 6 16,-3-3-22-16,-4-3 10 15,-3-1-17-15,0 3 29 16,0 3-4-16,-3 7 10 16,-2 6-2-16,0 8 1 15,-2 9 8-15,5 7-2 16,-2 2 20-16,4 10-18 0,0 16-3 16,0 10-12-1,0 6 30-15,10 8 6 0,2-1 15 16,2 2-16-16,-1-5-8 15,3-2-9-15,-1-5-6 16,2-6-3-16,-3-6-7 16,-2-8 10-16,1-5-23 15,-3-4-19-15,-4-10-45 16,-1 0-37-16,-3 0-112 16,-2-6-52-16,0-11-309 15</inkml:trace>
  <inkml:trace contextRef="#ctx0" brushRef="#br0" timeOffset="-146328.06">9634 1423 759 0,'0'0'111'15,"0"0"57"-15,39 70-24 16,-20-43-49-16,-2 1-38 15,6-2-6-15,-4-5-34 16,1-3 4-16,-1-3-24 16,-4-3 9-16,-1-3-10 15,-5-3-23-15,-4-2-26 16,-3-4-33-16,1 0-40 16,-3 0-79-16,0-4-62 15,0-9-204-15</inkml:trace>
  <inkml:trace contextRef="#ctx0" brushRef="#br0" timeOffset="-146133.54">9757 1479 706 0,'0'0'106'0,"0"0"44"0,-58 78-4 15,36-46-67-15,5 2-35 16,-2-2-23-16,6-4-18 15,0-4-3-15,6-5-52 16,3-7-72-16,2-4-138 16,2-8-169-16</inkml:trace>
  <inkml:trace contextRef="#ctx0" brushRef="#br0" timeOffset="-145585.48">10600 1166 726 0,'0'0'78'0,"0"0"40"16,0 0-39-16,81 0-70 15,-68 0 1-15,-3 0-23 16,-7-1-50-16,-3-2-83 16,0 0-123-16,-3-1-211 15</inkml:trace>
  <inkml:trace contextRef="#ctx0" brushRef="#br0" timeOffset="-145399.39">10600 1166 722 0,'-60'-86'68'0,"78"81"16"16,4 3-39-16,1-1-50 0,0-1-57 15,-1 0-142 1,-3 1-323-16</inkml:trace>
  <inkml:trace contextRef="#ctx0" brushRef="#br0" timeOffset="-144080.49">11036 960 823 0,'0'0'109'15,"0"0"76"-15,0 0-56 16,93-2-52-16,-63-3-32 0,-1 0-24 16,-6 2-12-16,-4 1-11 15,-6 2 4-15,-4 0-49 16,-1 0-58-16,-5 0-86 16,1 0-83-16,-1 0-231 15</inkml:trace>
  <inkml:trace contextRef="#ctx0" brushRef="#br0" timeOffset="-143720.7">11686 629 908 0,'0'0'97'0,"0"0"34"16,0 0-70-16,80 76 7 15,-56-53-27-15,1 0-1 16,-2-1-30-16,-3-1-3 16,-1-4-5-16,-8-3-1 15,0-5-12-15,-4-1-63 16,-5-8-54-16,-2 0-92 16,0 0-114-16</inkml:trace>
  <inkml:trace contextRef="#ctx0" brushRef="#br0" timeOffset="-143513.95">11825 660 788 0,'0'0'82'0,"0"0"62"0,-90 95-82 16,61-62-54-16,5-4-3 15,3 0-47-15,4-6-123 16,4-7-121-16,2-5-261 16</inkml:trace>
  <inkml:trace contextRef="#ctx0" brushRef="#br0" timeOffset="-143196.36">11621 1033 946 0,'0'0'119'0,"130"2"-3"16,-62-1-59-16,-3 3-24 15,-7-1-18-15,-9 2 0 16,-9-2-21-16,-8 1 10 16,-13-4-95-16,-5 0-116 15,-11 0-237-15</inkml:trace>
  <inkml:trace contextRef="#ctx0" brushRef="#br0" timeOffset="-142563.77">11712 1313 721 0,'0'0'43'15,"0"0"69"-15,0 0-42 16,0 0-13-16,0 0 3 16,61 70-10-16,-47-69-9 15,1-1-8-15,-1 0-8 16,2-6-16-16,1-9 6 0,-1-4-17 16,3-2 12-1,-3-1-17-15,0-1 10 0,-3 2-24 16,1 5 6-16,-5 4-1 15,-2 3 11-15,-2 6 4 16,-1 3-3-16,-1 3 0 16,-2 15 1-16,2 9 20 15,1 7-6-15,1 7 24 16,1 3-14-16,3 3 19 16,0 3-4-16,4-1 5 15,0-3-3-15,0-8 17 16,-5-3-1-16,-3-6-28 15,-5-5-4-15,0-7-2 16,0-2 16-16,-20 2-21 16,-6-3 18-16,-4-2-35 15,-5-4 14-15,0 0-23 16,-1-5-13-16,1-3-13 16,4 0-26-16,0-11-30 15,1-4-81-15,1-7-106 16,3-7-294-16</inkml:trace>
  <inkml:trace contextRef="#ctx0" brushRef="#br0" timeOffset="-139058.3">8799 287 220 0,'0'0'28'0,"0"79"84"0,0-28-17 16,4 7-38-16,-1 4 38 16,-3 1-54-16,2-1-8 15,-2 1-2-15,0 2-12 16,0-4-5-16,0 0-8 15,0 1 0 1,0-4-10-16,0 0 10 0,0-3-14 16,0-3 14-16,-6 0-14 15,-1-2 10-15,-3 0-12 16,0 1-1-16,-6 0-7 16,0-2 1-16,-1-1 13 15,2-4 17-15,-4-1 10 16,5-3-25-16,1-3 18 15,3 2-15-15,1-3 8 16,1 1-11-16,2-1 24 16,4-4-17-16,2-1 12 15,0-6-4-15,0 0-6 16,5-4-4-16,6-3-4 16,1 0 4-16,2-2-9 15,-1-1 11-15,3-3-11 16,1 0 12-16,3-1-21 15,1-2 14-15,0-2-6 16,7-2 10-16,1 1-2 16,4-3-2-16,6-2 2 15,6-1 0-15,4 0 6 16,4 0-11-16,5 0 12 16,3 0-16-16,1 2 17 0,4-1-15 15,1 2 19-15,3-1-8 16,1 1 3-16,1-2-4 15,5 1-1-15,1-2 6 16,0 0-3-16,2 0 5 16,-1 0-15-16,-1 0 13 15,1 0-15-15,-1 1 20 16,3 5-7-16,0-2 13 16,0 1-9-16,1 0 9 15,0 1-5-15,1-1-11 16,-2 2 0-16,-2 0-11 15,-1 1 13-15,0-2-12 16,0-2 15-16,0 0-14 16,-1-2 19-16,-1 0-16 15,-1-2 15-15,-1 1-13 16,-2 1 0-16,-2 1 2 16,-4 1-2-16,2 1 5 15,-5 2-7-15,-1 0 12 16,-1 0-17-16,-3 3 21 15,3-4-23-15,-2-1 20 16,0-1-18-16,2 0 12 16,1-4-7-16,-2 1 0 15,1-1 3-15,3 0-3 16,-2 0 7-16,-2 0-6 16,-2 3 22-16,1-1-21 15,-4 1 15-15,0-2-24 16,-6 0 20-16,0 2-18 0,-4-1 10 15,0-2-3-15,-6 0 0 16,-2 0 2 0,-5 0-5-16,-1 0 8 15,-4 0-11-15,-4-3 13 0,-6-6-17 16,-2 0 22-16,-5-5-21 16,-3-5 20-16,0-4-17 15,-2-6 10-15,-4-7-1 16,-1-6-3-16,0-9 1 15,0-5-8-15,-1-5 4 16,-7-6-11-16,3-8 21 16,2-6-18-16,3-5 22 15,0-6-20-15,0-3 18 16,4-4-9-16,8 4 3 16,-2 2-2-16,4 5-1 15,-2 8 3-15,-2 4-8 16,1 6 9-16,-3 5-11 15,-1 5 15-15,-1 2-17 16,-5 6 21-16,-1 7-20 16,0 3 15-16,0 6-8 15,-6 5 3-15,-7 8 1 16,0 5-4-16,-1 4 2 16,1 4-7-16,1 3 12 15,4 0-13-15,0 4 17 16,1-2-17-16,4 0 17 15,0-1-20-15,1 1 14 16,-4-3-9-16,1 1-1 16,-1-1 3-16,-2 0 0 15,-4-1 6-15,-2 2-8 0,0-2 11 16,-8 1-16 0,1-2 19-16,-4 1-18 0,-3-3-18 15,-4 1 7-15,-1-2 32 16,-2 4-13-16,-5-1-5 15,-2 1 8-15,-1 1-5 16,-5 0 7-16,-1 1-9 16,0-1 11-16,-3 2-13 15,0-1 17-15,3 0-17 16,-3-1 15-16,3 0-14 16,0-3 8-16,0 2-2 15,1-1 1-15,-4 2-2 16,3 1-2-16,-3 1 7 15,-3 3-14-15,-1 1 5 16,-2-1-11-16,0 2 23 16,-4-1-18-16,3 1 18 15,-3-1-14-15,-3-2 8 16,4 0-2-16,-1-2 0 16,0-1 3-16,0-1-6 15,1-3 10-15,-1 3-14 16,0-1 12-16,-3 4-12 15,-1 1 17-15,-2 2-17 16,-3 2 13-16,-3 0-9 16,2 0 5-16,0 0 1 15,-3 0-4-15,2 0 6 16,3 0-9-16,0 0 9 16,0 0-11-16,2 0 16 15,-1 0-17-15,2 0 18 0,1 0-17 16,1 0 14-1,1 0-8-15,0 0 2 0,2 0 2 16,3 0 0 0,0 0 3-16,3 0-11 0,2 0 12 15,5 0-13-15,3 0 17 16,5 0-12-16,4 0 19 16,2 0-22-16,3 0 10 15,5 0-7-15,0 0 2 16,4 0 0-16,1 0 3 15,3 0 10-15,0 0-16 16,2 0 8-16,-2 0-13 16,-1 0 18-16,-2 0-20 15,-5 0 18-15,-2 0-16 16,-3 0 9-16,-6 0-2 16,-3 0 1-16,0 0-2 15,2 0-3-15,2 0 7 16,4 0-9-16,6 0 13 15,3 0-14-15,2 0 18 16,4 0-20-16,2 0 16 16,1 0-12-16,4 0 7 15,2 0-1-15,3 0 0 16,-2 0 3-16,2 0-8 16,1 0 9-16,-2 0-12 15,0 0 13-15,-2 0-14 16,2 0 18-16,0 0-19 15,-1 0 17-15,3 0-13 16,1 0 6-16,1 0-1 16,0 0-1-16,3 0 1 0,-2 0-16 15,2 0 7-15,0 0-8 16,0 0 16 0,0 0-9-16,-1 0 17 0,-1 0-14 15,-2 0 13-15,1 0-8 16,-2 0-12-16,2 0-51 15,1 0-17-15,1 0 9 16,1 0-17-16,0 0 14 16,0 0-15-16,0 0 53 15,3 0 30-15,2 0 13 16,1 0-8-16,-3 0 6 16,0 0-4-16,0 0 1 15,-3 4 1-15,3 1-1 16,-3 0 2-16,0 4-5 15,1 0 7-15,1 2-8 16,-1 1 10-16,2 3-9 16,-1-1 10-16,1 1-10 15,0 0 6-15,0-2 3 16,0 1 15-16,0 1 7 16,0-2-22-16,-3 2-1 15,2-3-10-15,-2-4-17 16,0-3-56-16,0-4-209 15</inkml:trace>
  <inkml:trace contextRef="#ctx0" brushRef="#br0" timeOffset="-137291.74">13793 956 861 0,'0'16'42'0,"-12"10"28"16,-3 4-16-16,-1 5-35 15,2 4 10-15,2-4-8 16,2-1-3-16,6-7-7 15,4-5-10-15,0-4 7 16,3-7-7-16,12-4 16 16,6-7-16-16,2 0 24 15,0-13-21-15,-2-7 13 16,-3-5-15-16,-2-3 3 16,-11-4-2-16,-3 1-4 15,-2 1 2-15,0-2-4 16,-7 4 4-16,-8 4-16 15,4 3 19-15,-5 6-20 16,4 3 19-16,3 9-27 16,3 2 9-16,3 1-14 15,3 0 4-15,0 1-14 16,5 6-26-16,14-1 32 16,10-5 1-16,6-1-6 15,6 0-31-15,1-15 40 16,-1-7-132-16,-2-6-82 15,-12-5-22-15</inkml:trace>
  <inkml:trace contextRef="#ctx0" brushRef="#br0" timeOffset="-136838.99">14062 488 201 0,'0'0'77'16,"-29"-82"12"-16,16 53-10 0,7 12 35 15,3 14-17-15,2 4-11 16,1 31-77-16,0 17 13 15,0 14 45-15,0 13 21 16,0 7 4-16,0 0-30 16,1-6 4-16,5-7-37 15,3-9 1-15,-1-15-28 16,3-9 16-16,-4-11-22 16,3-9 12-16,-1-10-8 15,2-7 2-15,3 0 6 16,1-7-3-16,4-12 3 15,1-5-14-15,3-4 14 16,0-1-18-16,-4 3 18 16,-4 3-19-16,-8 4 19 15,-3 5-14-15,-4 5 10 16,0 3-2-16,-4 6-2 16,-9 0 1-16,-4 0-6 15,-1 6 7-15,2 8-10 16,6 2 17-16,4 4-16 15,6 0 28-15,0-1-16 16,2 0 18-16,9-4-16 16,8-1 3-16,0-5-4 15,3-3-5-15,0-3-11 16,-1-2-48-16,1-1-39 16,-7 0-101-16,0 0-123 0</inkml:trace>
  <inkml:trace contextRef="#ctx0" brushRef="#br0" timeOffset="-135973.05">13938 1398 695 0,'0'0'82'0,"124"-47"52"16,-50 24-46-16,2 1-48 15,-5 3-25-15,-11 6-8 16,-13 3-1-16,-14 5-17 15,-16 5-33-15,-15 0-38 16,-2 0 0-16,-26 3-1 16,-15 11-13-16,-12 7-39 15,-12 2 57-15,-6 6 46 16,-2 2 24-16,0 1 29 16,11 2 47-16,12-7 19 15,16-4-2-15,17-6-15 16,17-4-26-16,4-9 12 15,30-4-34-15,13 0 30 16,11-14 11-16,7-5-16 16,3-1-39-16,-9-2-29 15,-10 1-124-15,-13 6-101 16,-13 4-265-16</inkml:trace>
  <inkml:trace contextRef="#ctx0" brushRef="#br0" timeOffset="-132134.16">15486 1166 520 0,'-14'38'3'0,"0"-7"-4"0,6-7 51 16,1-8 20-16,2-8-41 15,4-8-13-15,1 0-3 16,0-18-7-16,0-10-16 16,0-11 15-16,10-10-10 15,-1-8 14-15,5-5-7 16,2-8 34-16,0-3-17 16,3 3 8-16,-2 4-4 15,-1 8-10-15,-4 8-1 16,0 17-4-16,-4 10 5 15,-4 13-8-15,0 10 8 16,-1 16-25-16,1 21 29 16,1 11-7-16,2 10 34 15,0 6-9-15,8-2 31 16,-1-3-4-16,3-4-13 16,2-6-12-16,1-5-13 15,-1-6 2-15,-1-3-21 16,-4-3 7-16,-4-6-19 15,-3-5 15-15,-4-4-44 16,-3-3-36-16,0-9-88 16,-5-2-53-16,-12-3-138 15</inkml:trace>
  <inkml:trace contextRef="#ctx0" brushRef="#br0" timeOffset="-131945.06">15551 1055 878 0,'0'0'43'0,"0"0"39"15,0 0-43-15,0 0-19 16,88-22-26-16,-62 13-22 16,-1-2-131-16,1-4-112 15,-2-4-268-15</inkml:trace>
  <inkml:trace contextRef="#ctx0" brushRef="#br0" timeOffset="-131658.39">15860 597 547 0,'0'0'88'16,"0"0"29"-16,15 86 24 16,-7-44-28-16,1 4-6 15,1 4-33-15,-2-1-20 16,0-2-9-16,-2-3-20 16,-3-4-8-16,-2-8-20 15,-1-4 9-15,0-6-30 16,0-6-16-16,0-7-76 15,-1-2-75-15,-4-6-110 16,1-1-287-16</inkml:trace>
  <inkml:trace contextRef="#ctx0" brushRef="#br0" timeOffset="-131268.84">16107 938 841 0,'0'0'40'0,"0"0"63"15,0 0-49-15,0 0-17 16,0 0-24-16,0 0 5 16,-75 50-18-16,75-41-2 15,0-1-1-15,6 2 0 16,7 0 7-16,2 2-9 15,-1 6 13-15,-3-2-12 16,-2 5 33-16,-8-1 4 16,-1 2 26-16,0-3-17 15,0-3 5-15,-7-4-17 16,-3-4-10-16,3-4-8 16,-2-4-10-16,1 0-10 15,3 0-46-15,5-14-36 16,0-6-52-16,0-6-37 15,11-1-57-15,7-5-61 16,4 2-53-16</inkml:trace>
  <inkml:trace contextRef="#ctx0" brushRef="#br0" timeOffset="-131019.98">16248 945 437 0,'0'0'44'0,"0"0"67"15,0 0-31 1,0 0-23-16,8 72-34 0,-5-52 7 15,4-1-11-15,6-5-11 16,4-4 10 0,5-6 10-16,4-4 1 0,-3 0-14 15,3 0 26-15,-4-11-17 16,-5-1 39-16,-7-2-7 16,-9-1-2-16,-1-1-28 15,0-2 4-15,-17-1-23 16,-6 0-17-16,-3 0-23 15,-6 2-41-15,-1 3-67 16,0 5-139-16,1 2-382 16</inkml:trace>
  <inkml:trace contextRef="#ctx0" brushRef="#br0" timeOffset="-130589.29">17112 679 754 0,'0'0'56'0,"0"94"49"0,0-38-8 16,3 2-30-16,3-6-39 16,-2-4-7-16,1-6-26 15,-4-10 9-15,-1-8-69 16,0-7-66-16,0-11-124 16,-4-6-282-16</inkml:trace>
  <inkml:trace contextRef="#ctx0" brushRef="#br0" timeOffset="-130185.96">16975 930 805 0,'0'0'89'0,"0"0"40"15,118-24-21-15,-70 16-77 16,-5 4-3-16,-5 1-32 15,-6 3 16-15,-9 0-20 16,-6 0-1-16,-8 7-20 16,-5 8 18-16,-1 2 3 15,-3 5 3-15,0-2 5 16,0 1-7-16,3-4 12 16,6-3-15-16,2-6 19 0,7-4-18 15,3-4 18-15,2 0-14 16,0 0 10-16,-4-3-6 15,-2-4 2 1,-6 0 8-16,-3-3 4 0,-5 0 12 16,0-1-11-16,-3-1 4 15,0-3-19-15,-7-1 15 16,-9 1-24-16,-4 0 9 16,-3 0-55-16,-2 4-65 15,-1 3-128-15,-1 4-218 16</inkml:trace>
  <inkml:trace contextRef="#ctx0" brushRef="#br0" timeOffset="-129448.58">17836 930 419 0,'0'0'18'0,"0"0"102"16,0 0-32-16,0 0-69 15,0 0 2-15,-45-41-25 16,23 41 10-16,4 2-12 15,2 11 11-15,8 7-8 0,7 4 4 16,1 4 15-16,6 5 20 16,13 3 7-1,4 4 13-15,0 4 34 0,0 0-18 16,-1-1 22-16,-5-2-14 16,-4-5 32-16,-5-5-66 15,-5-8-26 1,-3-4 1-16,0-7 0 0,-12-3-7 15,-6-5-9-15,-5-4 4 16,-3 0-20-16,2-3 4 16,0-14-37-16,5-6 14 15,4-2-17-15,10-5 12 16,5-2-21-16,2 1 22 16,19-1 3-16,10 4 6 15,5 0 17-15,7 2 3 16,-4 4 9-16,0-1-10 15,-4 4 13-15,-6 0-14 16,-6 5 18-16,-7-3-17 16,-5 2 25-16,-5 0-4 15,-4 0 5-15,-2 0-4 16,0-1-3-16,-5 6-9 16,-7 0-3-16,-3 2 12 15,-4 8-17-15,3 0 12 16,-3 2-18-16,3 14 18 15,4 6-17-15,3 4 15 16,9 3-11-16,0-1 5 16,1-2 3-16,18-3-3 15,1-5 3-15,5-4-7 16,1-9 7-16,1-5-26 16,-1 0-40-16,-3-9-149 15,-4-14-99-15,-2-4-228 0</inkml:trace>
  <inkml:trace contextRef="#ctx0" brushRef="#br0" timeOffset="-129238.27">18191 660 611 0,'0'0'106'0,"-8"92"10"15,8-32 6-15,0 1-29 16,11-1 0-16,8-6-9 15,1-6-42-15,0-9-12 16,-4-7-30-16,-3-12 13 16,-6-4-33-16,-5-12-35 15,-2-4-113-15,-9-4-165 16</inkml:trace>
  <inkml:trace contextRef="#ctx0" brushRef="#br0" timeOffset="-129101.68">18097 699 743 0,'0'0'25'15,"0"0"57"-15,91-2-63 16,-53-1-74-16,-5 0-187 16</inkml:trace>
  <inkml:trace contextRef="#ctx0" brushRef="#br0" timeOffset="-128421.5">18798 887 708 0,'0'0'66'16,"0"0"8"-16,0 0-46 15,0 0 25-15,-86 87-25 16,69-56 25-16,4-3-32 15,6-2 2-15,4-7-19 16,3-3 20-16,0-6-2 16,8-6-9-16,7-4-1 15,5 0-3-15,2 0 8 16,1-10-14-16,0-5 12 16,-3-2-22-16,-2 0 20 0,-4 4-21 15,-5 2 17 1,-3 5-14-16,-3 0 8 0,-2 6-1 15,-1 0 4 1,3 0 6-16,0 6-13 0,4 5 32 16,2 4 8-16,1 2 15 15,3-1-30-15,-3 0-1 16,0-4-28-16,-2-3 15 16,-2-3-15-16,-1-2-6 15,-4-4-48-15,-1 0-55 16,0 0-51-16,0-2-122 15,0-9-212-15</inkml:trace>
  <inkml:trace contextRef="#ctx0" brushRef="#br0" timeOffset="-127991.4">19004 964 598 0,'0'0'74'16,"0"0"43"-16,0 0 27 15,0 0-30-15,45 80 8 16,-38-63-65-16,0-5-8 16,-2-2-25-16,-2-5-8 15,0-2-8-15,0-3-4 16,2 0 3-16,1 0-14 16,1-14 14-16,2-2-29 15,2-3 10-15,-2 1-27 16,0 0 24-16,-3 5-8 15,-1 3 19-15,-2 5 2 16,0 5 1-16,0 0 1 0,1 0-7 16,2 13 17-16,1 2-12 15,5 2 15-15,-2 0-15 16,-1 2 20-16,2-7-17 16,-5 0 18-16,-2-5-20 15,-1-3 6-15,0 0-4 16,-3-4 0-16,0 0 3 15,0 0-4-15,0 0 3 16,3 0-25-16,2-4-18 16,3-3-53-16,1-3-77 15,-1-1-52-15,1 0-155 16</inkml:trace>
  <inkml:trace contextRef="#ctx0" brushRef="#br0" timeOffset="-126549.42">19430 889 757 0,'0'0'71'15,"0"0"35"-15,0 0-40 16,0 0-52-16,0 0-10 0,-59 21 15 16,53-5-17-16,3 0 12 15,3 2-16-15,3-2 9 16,13 1-7-16,6-1 2 15,2 0 11-15,-1-1 11 16,-2 1 27-16,-6-1-1 16,-3-1 8-16,-8-3-18 15,-4 0 18-15,0-3-26 16,0 0 19-16,-11-4-31 16,-2 2-6-16,-3-5-11 15,0-1-7-15,3 0-22 16,3 0-35-16,3 0-17 15,5-3-38-15,2-5 1 16,0-5-17-16,15-1 11 16,5-1 13-16,3-1-7 15,3-2 70-15,1 3 34 16,-1 3 12-16,-1 2 8 16,-6 2 37-16,-3 5 26 15,-8 3-7-15,-2 0 11 16,-6 6-5-16,0 8-30 15,0 2-7-15,0 0-21 16,-1-1 1-16,-2-3-17 16,3-3 4-16,0-2 1 15,0-3-4-15,6-4 5 16,5 0-5-16,2 0 9 16,3 0-12-16,-3-2 11 15,-1-4-29-15,-2-1 8 16,-5 2-20-16,0 1 19 0,-4 3 8 15,-1 1 7-15,0 0 1 16,0 1-6-16,3 8 10 16,0 2-10-16,3 1 12 15,5-2-12-15,1 0 22 16,2-2 1-16,1 0 23 16,1-5-13-16,-2-2 13 15,-1-1 1-15,-3 0 2 16,0-1-4-16,0-11-4 15,-4-5-14-15,-3 0-24 16,-2-4 11-16,-1-1-26 16,0-1 9-16,0 0-27 15,0 4 9-15,0 2-32 16,0 4 3-16,0 5 26 16,0 7 0-16,0 1-1 15,0 0 7-15,2 5 26 16,7 6-8-16,2 2 13 15,-2 0-8-15,4-2 37 16,3-1 0-16,0-2 24 16,1-3-9-16,3-3 3 15,-1-2-16-15,3 0-9 16,-1 0-4-16,0-2-10 16,0-7 0-16,-1-4-17 15,-5 2 12-15,-5-3-17 16,0 1 20-16,-6 1-23 15,-1-1 19-15,-3 4-17 16,0 1 6-16,0 5-1 16,-9 3-4-16,-9 0 2 15,-4 11-10-15,-1 8-3 16,-2 7-6-16,2 0 14 16,6 1-17-16,7-3 27 15,9 0-21-15,1-6 7 0,0-3 1 16,18-1 15-16,4-3 3 15,4-3 1-15,4-1 5 16,2-4-5-16,0 0 10 16,-2-3-20-16,-2 0 14 15,-7 2-16-15,-6-1 15 16,-4-1-17-16,-5 3 12 16,-6-1-6-16,0 1 7 15,0 0 18-15,0 1-3 16,-1-4-6-16,-4 0-13 15,-1 0 18-15,2 0-11 16,3-6 27-16,1-10-30 16,0-4 13-16,0-4-23 15,0-2 9-15,1 2-6 16,12-1 1-16,3 4-2 16,3 1-5-16,1 3 1 15,0 0-38-15,2 1-61 16,-4-3-182-16,0 1-306 15</inkml:trace>
  <inkml:trace contextRef="#ctx0" brushRef="#br0" timeOffset="-125970.27">20727 1021 675 0,'0'0'88'0,"0"0"71"15,36 60-23-15,-27-42-47 16,-2-4-43-16,-3 0-23 16,-1-3-15-16,-3-4-9 0,0-1-17 15,0-6-59-15,0 0-74 16,-4-5-143-16,-1-11-313 16</inkml:trace>
  <inkml:trace contextRef="#ctx0" brushRef="#br0" timeOffset="-125832.08">20772 810 683 0,'0'0'71'0,"0"0"15"0,0 0-77 16,0 0-10-16,0 0-29 16,0 0-99-16,-1 32-166 15</inkml:trace>
  <inkml:trace contextRef="#ctx0" brushRef="#br0" timeOffset="-125530.61">20977 1137 828 0,'0'0'135'16,"0"0"42"-16,0 0-92 15,0 0-21-15,0 0-26 16,0 0-5-16,56-24-32 15,-44 5 12-15,2-5-23 16,-1 1-4-16,2 2-26 16,1 2-7-16,-1 6 0 15,3 4 16-15,1 9 23 16,-2 0-3-16,2 6 17 16,-1 10-9-16,-3 3 30 15,2 3-17-15,-5 0 14 16,-2-2-26-16,1-4 7 0,-2-3-51 15,-4-6-182-15,0-4-381 16</inkml:trace>
  <inkml:trace contextRef="#ctx0" brushRef="#br0" timeOffset="-125019.23">21830 710 808 0,'0'0'137'0,"14"94"35"0,-6-45-79 16,-4-1-28-16,-1-6-49 15,-3-4-5-15,0-6-10 16,0-8-5-16,0-5-34 15,0-6-74-15,-7-8-100 16,-4-5-104-16,0 0-252 16</inkml:trace>
  <inkml:trace contextRef="#ctx0" brushRef="#br0" timeOffset="-124841.24">21735 811 874 0,'0'0'104'0,"0"0"13"16,78-34-19-16,-43 28-65 16,5 1-13-16,1 4-24 15,-1 1-1-15,0 0-79 16,-6 0-103-16,-8 5-89 16,-7 6-210-16</inkml:trace>
  <inkml:trace contextRef="#ctx0" brushRef="#br0" timeOffset="-124213.89">22200 1036 830 0,'0'0'118'0,"0"0"-10"15,0 0-78-15,0 0 13 16,0 0-27-16,81-60-12 15,-78 40-7-15,-3-2-20 16,0 1-15-16,-6 4-11 16,-7 2-2-16,-3 7 2 15,0 6 44-15,-4 2-22 16,3 7 28-16,0 12-10 16,3 5 12-16,5 4-1 15,7-1 9-15,2 0 8 16,0-2 14-16,17-4 6 15,5-3-5-15,1-4 9 16,5-3-25-16,-1-5 18 16,3-2-24-16,-1-4 15 15,-4 0-26-15,-2 0 10 16,-4-4-7-16,-2-3-1 16,-5 0 1-16,-4 1-6 15,1 2 8-15,-2 1-14 16,0 3 13-16,-1 0-15 15,4 0 19-15,-1 0-19 16,0 7 19-16,0 0-9 16,-3 0 25-16,0-1 9 15,-1-2-4-15,-3 0 6 16,-2-4-3-16,0 0 7 16,0 0-8-16,0 0 11 15,0 0-23-15,0-6 10 16,0-7-36-16,0-7 17 15,0-4-19-15,3-3 3 16,7-4-5-16,2 3-9 0,1 1-4 16,3 7-30-1,-2 4-18-15,2 7-70 0,0 5-51 16,-2 4-81-16,0 0-131 16</inkml:trace>
  <inkml:trace contextRef="#ctx0" brushRef="#br0" timeOffset="-123694.53">22753 1080 813 0,'0'0'172'16,"0"0"-15"-16,0 0-64 15,0 0-37-15,0 0-17 16,73 50-24-16,-72-50 4 15,1 0-23-15,-2 0 25 16,1-9-20-16,0-6 7 16,1-7-25-16,-1-3 3 15,5-2-24-15,-5 1-12 16,2 3-19-16,-1 5 5 16,-1 6 43-16,1 8-4 15,-2 4 14-15,1 0-10 16,-1 7 29-16,2 6-5 15,2 3 27-15,0-2-9 16,1-3 21-16,2-1 2 16,-2-4-2-16,4-4-15 0,-1-2-18 15,3 0 7 1,1-2-16-16,3-8 10 0,0-5-27 16,1 1 3-16,-5 2-31 15,0 3 24-15,-2 5 2 16,-1 4 15-16,-2 0 0 15,-1 12 2-15,1 5 7 16,3 1 1-16,-2 1 12 16,0 0-16-16,1-4 8 15,1-3-18-15,2-3 16 16,4-4-50-16,-2-2-32 16,8-3-72-16,-2 0-78 15,4 0-131-15,1-8-31 16</inkml:trace>
  <inkml:trace contextRef="#ctx0" brushRef="#br0" timeOffset="-123394.24">23335 972 560 0,'0'0'88'0,"0"0"24"16,0 0-45-16,0 0-11 16,10-68 3-16,-18 64-8 15,-4 4-45-15,1 0 1 16,3 0-14-16,2 6 16 15,3 8-18-15,3 1 24 16,0 6 8-16,9 1 22 16,2 2 12-16,0 4 20 15,-1 1-9-15,-3-3-1 16,-5-1-4-16,-2-2-19 0,0-3 10 16,-7-3-32-1,-8-6 12-15,-4-1-33 16,-4-7 17-16,-3-3-43 15,-4 0-45-15,-2-3-95 0,1-11-269 16</inkml:trace>
  <inkml:trace contextRef="#ctx0" brushRef="#br0" timeOffset="-122658.37">23979 894 618 0,'0'0'151'0,"0"0"-1"16,0 0-17-16,0 0-97 16,0 0-6-16,-80 72 35 15,57-43-35-15,6-5 3 16,6-3-29-16,7-5 12 15,2-2-17-15,2-4 18 16,0-5-13-16,15 0-1 16,1-5 2-16,5 0 0 15,2-6 2-15,1-8-16 16,0-9 14-16,-2-3-30 16,-2-8 7-16,-4-5-18 0,-1-9 18 15,0-7-30 1,-2-6 9-16,2-2-22 0,-2 2-27 15,1 7-8-15,-2 10 28 16,0 12 45-16,0 15 17 16,0 17 12-16,2 10-16 15,-2 28 35-15,0 17 3 16,-3 20 21-16,-3 12 2 16,-1 9 47-16,-3 1 5 15,1-2 4-15,1-10-1 16,-2-12-34-16,1-13-32 15,-3-14-26-15,0-9 25 16,-9-10-17-16,-10-11 31 16,-10-9-33-16,-2-7 0 15,-3 0-22-15,-3-11 6 16,1-15-6-16,4-10-22 16,5-6-15-16,8-4-17 15,8-2-6-15,11 2-74 16,4 0-61-16,17 7-141 15,13 4-351-15</inkml:trace>
  <inkml:trace contextRef="#ctx0" brushRef="#br0" timeOffset="-122045.35">24560 869 741 0,'0'0'126'16,"0"0"15"-16,0 0-24 15,105-53-29-15,-76 45-21 16,2 3-22-16,-5 5-23 16,-6 0 1-16,0 3-21 15,-5 14 18-15,0 8-18 16,-4 2 20-16,0 4-24 15,-1 1 20-15,0-1-20 16,5-1 5-16,-1-3-2 16,5-5-3-16,2-3 4 15,1-2-6-15,1-5 11 16,-2-2-19-16,-4-5-7 16,-1-4-41-16,-3-1-12 0,-2 0-78 15,-3-5-85-15,-3-10-88 16,-3-6-216-16</inkml:trace>
  <inkml:trace contextRef="#ctx0" brushRef="#br0" timeOffset="-121849.3">24967 799 704 0,'0'0'73'16,"0"0"93"-16,-101 102-4 15,67-61-58-15,0-4-64 16,6-1-10-16,6-8-39 16,4-5 14-16,10-6-64 15,3-6-46-15,5-6-105 16,0-5-78-16,16 0-175 16</inkml:trace>
  <inkml:trace contextRef="#ctx0" brushRef="#br0" timeOffset="-120877.85">25556 881 620 0,'0'0'70'16,"0"0"-12"-16,0 0 7 16,-60 80-36-16,43-56 3 15,6 0-17-15,6-5 7 16,5-3-14-16,0-1 34 15,0-8-29-15,7 0-1 16,5-5 1-16,2-2-6 0,-1 0-4 16,0 0-19-1,-4-10 0-15,-2-6-6 0,0-1-6 16,-1-4-8 0,-1-2 26-16,0-1-14 0,1 1-3 15,-2 2 4 1,1 5 18-16,1 3 4 0,-1 9-1 15,1 4 3-15,-2 0-3 16,0 10 34-16,-1 6-3 16,3 4 31-16,-2-1-12 15,1 0 26-15,-2-5-18 16,1-1 2-16,-1-5-26 16,3-3-2-16,2-3-1 15,2-2-1-15,2 0-7 16,2-4-15-16,1-7 5 15,-1-3-17-15,-2 1 15 16,-3 0-20-16,-1 3 10 16,-4 0-19-16,-1 2 15 15,0 4-8-15,2 1 6 16,0 3 1-16,4 0-1 16,0 0 6-16,4 7-9 15,4 8 18-15,3 0-15 16,-1 1 21-16,1-1-19 15,-2-4 17-15,-1-4-23 16,-4-3-3-16,0-4-77 16,-4 0-72-16,1-4-79 15,0-11-155-15</inkml:trace>
  <inkml:trace contextRef="#ctx0" brushRef="#br0" timeOffset="-120125.25">26091 510 714 0,'0'0'42'16,"-27"75"61"-16,13-26-29 16,2 4 18-16,3-1-20 15,5-4-4-15,4-6-28 16,0-9-11-16,0-4-8 15,13-8 8-15,4-7-21 16,3-3 10-16,0-6-20 16,5-5 12-16,-2 0-12 15,0 0-8-15,-6-12-7 16,2-3 11-16,-6-4-21 16,-3-3-19-16,-4 0 8 15,-3 3-12-15,-3 1 3 16,0 5-13-16,0 5 25 15,0 5-33-15,0 3 19 16,0 0 26-16,0 11 16 16,0 4 1-16,0 5 10 15,0-1 10-15,0 0 18 16,3-1 12-16,6-1 8 16,-1-3 20-16,4-3-35 15,-1-1-3-15,4-6-22 16,-2 0 19-16,1-4-19 15,1 0 6-15,-1-1-16 16,-1-12-1-16,-1-2 0 0,-4-3-17 16,1 3-6-16,0-2-10 15,-4 1 23-15,2 6-6 16,-2 4 23 0,1-1-20-16,-3 6 18 0,-1 1-18 15,0 0 15-15,-2 3 0 16,0 9 16-16,0 6 12 15,0 6-6-15,0 6 19 16,0 6-4-16,0 5 56 16,0 5-22-16,0 4-14 15,-6-2-19-15,-4 1 20 16,-4-1-19-16,-1-7-8 16,-2-5-8-16,-2-6 6 15,-1-7-6-15,0-8-11 16,-1-5 0-16,0-6-24 15,1-4-1-15,-1-2-58 16,1-14-11-16,0-9-53 16,5-4-46-16,3-9-225 15,3-2-408-15</inkml:trace>
  <inkml:trace contextRef="#ctx0" brushRef="#br0" timeOffset="-119947.02">26583 981 1237 0,'0'0'53'0,"0"0"44"16,0 0-47-16,0 0-51 16,3 12-11-16,-20-12-109 0,-11-13-202 15</inkml:trace>
  <inkml:trace contextRef="#ctx0" brushRef="#br0" timeOffset="-117654.77">15186 1853 687 0,'0'0'9'0,"0"0"33"15,0 3-3-15,3 10 37 16,-1 5 19-16,4 1-25 15,1 3-41-15,1-3-5 16,0 0-25-16,4-6 15 16,-2-1-18-16,2-5 13 15,0-7-12-15,2 0 11 16,0 0-5-16,-4-4-2 16,2-11-5-16,0-3-17 15,0-6 6-15,-3-3-13 16,4-2 2-16,-6 0-8 15,2 0 30-15,1 4-7 16,-5 6 14-16,0 6-5 16,1 5 2-16,-2 8 1 15,3 0-4-15,2 17 7 16,0 14 7-16,-1 12 25 16,4 10-14-16,-2 7 24 15,2 3-6-15,0 0 29 16,2-2-17-16,0-3 17 15,2-3-28-15,0-4 19 0,0-7-18 16,-5-7-13 0,-2-4 13-16,-9-7-19 0,0-3-6 15,-3-4-23-15,-17-4 23 16,-2-2-27-16,-3-4 20 16,1-3-25-16,2-6 7 15,3 0-20-15,2-3-10 16,2-12-20-16,3-4-60 15,3-3-65-15,3-4-135 16,3 0-262-16</inkml:trace>
  <inkml:trace contextRef="#ctx0" brushRef="#br0" timeOffset="-117206.33">15882 2048 875 0,'0'0'138'0,"0"0"0"16,88-5-88-16,-58-1-10 16,-5 2-32-16,-7 0 7 15,-4 2-25-15,-9 0-19 16,-5 2-52-16,0-2-107 16,-20 2-113-16,-7 0-276 15</inkml:trace>
  <inkml:trace contextRef="#ctx0" brushRef="#br0" timeOffset="-117040.99">15875 1932 791 0,'0'0'41'0,"0"0"43"16,0 0-75-16,92-3-31 15,-70 1-150-15,-8-5-307 16</inkml:trace>
  <inkml:trace contextRef="#ctx0" brushRef="#br0" timeOffset="-115406.84">15366 4453 104 0,'0'0'33'0,"0"0"14"0,-39 103-24 16,25-64-20-16,2 0 0 15,-1 1-4-15,3 0 6 16,3-1-11-16,2 0-10 16,5-3-30-16,0 0-5 15,0-4 24-15,5-1 10 16,9-3-8-16,6-1 19 16,5-7 11-16,4-1 15 15,4-3-12-15,5-7-2 16,7-2-5-16,2-7-31 15,5 0 10-15,2-1 7 16</inkml:trace>
  <inkml:trace contextRef="#ctx0" brushRef="#br0" timeOffset="-115136.36">16166 4533 115 0,'0'0'34'15,"10"-119"14"-15,-10 64 51 16,0 6-21-16,-10 10-3 16,-11 3-1-16,-5 10 2 15,-5 5-8-15,-6 3-27 16,-5 4-7-16,-10 4-27 16,-1 6 2-16,-4 4-18 0,-4 0 16 15,-1 2-21-15,1 11 25 16,1 8-11-1,1 5-1-15,-1 7 1 0,3 5-12 16,-1 8-16-16,3 6-97 16,3 2-90-16</inkml:trace>
  <inkml:trace contextRef="#ctx0" brushRef="#br0" timeOffset="-111052.41">16477 2030 531 0,'1'0'56'15,"2"0"13"-15,2 4-2 16,3 8-8-16,-2 4 5 15,1 7-9-15,0 2 4 16,1 3-37-16,1 0 5 16,0 4 10-16,0-1-12 15,4-1-5-15,-4-1-8 16,5-2 4-16,-2-4-16 16,1-4 14-16,-2-3-21 15,-1-8 17-15,-1 2-18 0,-2-8 15 16,-1-1-6-16,-3-1 2 15,-2 0 2-15,-1-1-9 16,0-9 22-16,0-3-23 16,0-4 13-16,0-2-17 15,0-1 19-15,0-6-18 16,0-6 15-16,0-1-14 16,0-7 8-16,0-2-5 15,0-2 2-15,3 3 2 16,2 2-4-16,-1 1 6 15,-3 6-7-15,1 2 11 16,-2 4-13-16,0 0 17 16,0 3-17-16,0 2 14 15,-5 2-40-15,1 2 62 16,0-1-29-16,2 2 0 16,2 0 0-16,0 0-10 15,0 3 21-15,0 1-17 16,0 2 14-16,0 1-15 15,0 1 16-15,0 3-17 16,0 2 15-16,0-1-11 16,0-2 5-16,0 3 0 15,3 0-2-15,3 0 2 16,0 0-5-16,1 2 9 16,-3 1-12-16,3 0 15 15,2 0-16-15,4 0 16 16,0 0-16-16,6 0 14 15,-3 0-29-15,5 6 43 16,1-1-18-16,-3 0-3 0,4 2 3 16,-2-4-7-1,1 2 11-15,3-1-13 0,1-1 15 16,-2 0-14-16,1-1 13 16,0 0-15-16,1-2 13 15,1 2-7-15,0-2 1 16,4 1 2-16,-1 0-3 15,0-1 5-15,1 2-8 16,0-1 11-16,0 0-13 16,-2 1 15-16,-2-1-15 15,2 1 16-15,-3-2-16 16,0 0 11-16,2 4-14 16,-2-4 18-16,1 0-7 15,0 0-3-15,-1 4 6 16,0-3-9-16,-2-1 11 15,2 3-13-15,-2-3 18 16,2 1-18-16,0 2 14 16,-3-3-12-16,2 1 7 15,-1 0-2-15,1 0-1 16,-1 1 2-16,0-2-4 16,3 2 7-16,0-2-9 15,1 0 12-15,1 0-15 16,-1 0 5-16,0 0 8 15,-4 0 2-15,0 0-13 16,-3 0 7-16,1 0-8 16,-3 0 14-16,-2 0-5 15,2 0-7-15,-2 0 11 16,2 0-13-16,1 0 16 0,2 0-18 16,1 0 19-16,3 0-18 15,0 0 15-15,0 0-10 16,3 0 4-16,1 0 0 15,-2 0-1-15,2-4 4 16,-3 2-6-16,-1 1 15 16,-3-3-17-16,-4 2 20 15,0 1-12-15,-4 0-10 16,-1-1 18-16,-1 0-1 16,0 2-7-16,0-2 6 15,4 0-2-15,-1-1 0 16,3 0 9-16,0 0-12 15,-1 1 9-15,1-2-18 16,-3 2 20-16,-6 2-21 16,0 0 17-16,-4 0-16 15,0 0 13-15,-5 0-9 16,1 0 0-16,-1 0 1 16,-1 0-2-16,0 0-3 15,-4 0-84-15,-11-4-126 16,-9 1-329-16</inkml:trace>
  <inkml:trace contextRef="#ctx0" brushRef="#br0" timeOffset="-109668.6">16887 2017 562 0,'0'0'79'0,"0"0"3"0,0 0 17 16,0 0-17-16,3 0 3 16,10 0-11-16,1 0-11 15,5 0-18-15,1 0-12 16,2-5-6-16,-2 3-13 15,0-1-4-15,-2 2-14 16,-4 1 12-16,-5 0-16 16,-5 7 17-16,-2 10-14 15,-2 5 16-15,0 3-11 16,-9 0 5-16,-5 3-1 16,-1-2-3-16,1-2 3 15,2-2-8-15,3-3 11 16,1-5-14-16,5-2 15 15,3 0-17-15,0-8 18 16,0 0-18-16,8-1 16 16,5-3-10-16,3 0 4 15,0 0 0-15,3 0-2 16,0 0 4-16,-3 0-9 16,0 0 9-16,-2 0-30 15,-2 0-11-15,-1-4-52 16,-1 0-65-16,2-3-114 15,-2-6-230-15</inkml:trace>
  <inkml:trace contextRef="#ctx0" brushRef="#br0" timeOffset="-109349.33">17352 1998 604 0,'0'0'132'0,"0"0"-1"0,0 0 1 15,0 0-42-15,48 83-8 16,-35-60-23-16,1 0 0 16,-4 2-15-16,-1-5-9 15,1-1-13-15,-6-3-11 16,-1-2 12-16,-1-2-16 15,-2-1 7-15,0 0-20 16,-6-4 16-16,-13-3-36 16,-3 0-22-16,-4-3-70 15,-4-1-74-15,0 0-127 16,-1-11-271-16</inkml:trace>
  <inkml:trace contextRef="#ctx0" brushRef="#br0" timeOffset="-109209.24">17462 1973 811 0,'0'0'125'15,"0"0"4"-15,99-45-105 16,-74 36-17-16,-5 1-72 16,-8 4-131-16,-5 2-251 15</inkml:trace>
  <inkml:trace contextRef="#ctx0" brushRef="#br0" timeOffset="-108796.17">17905 2139 1058 0,'0'0'102'0,"0"0"39"16,94 4-90-16,-62 1-23 15,-6-4-32-15,-3 3 13 16,-6-4-85-16,-7 0-158 15,-4 0-515-15</inkml:trace>
  <inkml:trace contextRef="#ctx0" brushRef="#br0" timeOffset="-108061.03">18348 2042 736 0,'0'0'78'15,"0"0"65"-15,0 0 4 16,79 66-53-16,-52-39-16 15,2 3-6-15,0 2-38 16,-2-1 5-16,-1 0-35 16,-3-3 14-16,-4-4-22 15,-2-2 12-15,-4-4-10 16,-4-7 2-16,-2 0-11 16,-4-6-38-16,-3-5-23 15,0 0-70-15,0-1-70 16,-10-16-184-16</inkml:trace>
  <inkml:trace contextRef="#ctx0" brushRef="#br0" timeOffset="-107814.23">18618 1984 787 0,'0'0'94'0,"0"0"73"16,-76 108-58-16,50-66-34 0,-1 2-36 15,-1-2-9-15,6-3-30 16,2-4 12-16,6-10-22 16,2-5-23-16,5-7-64 15,4-9-101-15,3-4-151 16</inkml:trace>
  <inkml:trace contextRef="#ctx0" brushRef="#br0" timeOffset="-107399.24">18715 1872 927 0,'0'0'96'0,"0"0"44"16,0 0-80-16,0 0-5 15,0 0-27-15,48 9 1 16,-48 5-27-16,0 2 16 15,0 3-20-15,0-1 10 16,-10 1-4-16,1-2 0 16,1-3 0-16,3-2 0 15,4-5 5-15,1 1-15 16,0-4 13-16,7-3-11 16,12-1 22-16,2 0-21 0,5 0 14 15,-1 0-35-15,2-5-26 16,-2-1-47-1,-5 0-70-15,-8 3-138 0,-2-4-354 16</inkml:trace>
  <inkml:trace contextRef="#ctx0" brushRef="#br0" timeOffset="-103887.79">19500 2238 711 0,'31'0'70'16,"7"-2"62"-16,8-1-60 0,0-1-7 16,6 2-26-16,2-2 5 15,-4 1-13-15,-1-1-22 16,-7 1-6-16,-3 1-15 15,-13 1-51-15,-8 0-62 16,-11 1-43-16,-7-2-84 16,0 2-141-16</inkml:trace>
  <inkml:trace contextRef="#ctx0" brushRef="#br0" timeOffset="-103379.2">19586 2110 682 0,'0'0'71'16,"84"-6"46"-16,-35 0-55 15,0 2-8-15,-4-2-18 16,-5-1-18-16,-10 3-14 16,-8 0-4-16,-6 1-11 15,-7-1-45-15,-6 0-13 16,-3-1-10-16,0 0 22 16,0-1-8-16,-3-2 38 0,-3 3 16 15,0-1 14 1,2 2 0-16,1 0 22 15,3 2 16-15,0 2-4 0,0 0 6 16,13 0-27-16,3 0 26 16,7 10-1-16,2 5 28 15,-1 2-19-15,-5 3 2 16,1 1-17-16,-8 2 20 16,-1 2-5-16,-8-2 0 15,-3 1-1-15,0 1-11 16,-18 1-8-16,-8-2-22 15,-6 0 3-15,-3-7-28 16,-3-1-16-16,8-6-87 16,0-5-73-16,8-1-179 15</inkml:trace>
  <inkml:trace contextRef="#ctx0" brushRef="#br0" timeOffset="-102028.23">21056 1804 531 0,'0'0'46'15,"0"0"9"-15,0 0-2 16,-8-23-19-16,-2 20-6 15,-5-1 9-15,-1 4-21 16,-4 0 2-16,-5 0-14 16,-2 7-3-16,-2 12 4 15,-1 4 1-15,-1 3 11 16,6 5-8-16,4-2 8 16,11-2-21-16,7-2 13 15,3-8-6-15,3-4 45 16,19-6-14-16,5-7 11 15,3 0-5-15,5-10-4 16,-2-11-13-16,-1-6-19 0,0-7 4 16,-6-5-12-1,-7-4 10-15,-2-4-21 16,-10-5-5-16,-4-3-8 16,-3 1 20-16,0 3-2 0,0 6 8 15,-7 6 5-15,-5 13-4 16,1 8 3-16,2 10-17 15,-1 8 7-15,2 2-3 16,3 22 21-16,5 10-16 16,0 10 35-16,0 6 5 15,3 2 13-15,11-3-7 16,0-3-13-16,1-3-4 16,0-10-19-16,-1-4 1 15,-2-4-9-15,-2-7 7 16,1-5-62-16,-2-6-67 15,-2-6-102-15,2-1-77 16,-2 0-148-16</inkml:trace>
  <inkml:trace contextRef="#ctx0" brushRef="#br0" timeOffset="-101578.36">21225 1712 663 0,'0'0'108'0,"0"0"34"16,0 0-55-16,3 69-15 16,6-54-29-16,-1-3-17 15,4-4-24-15,1-1 11 16,3-6-18-16,1-1 17 16,2 0-19-16,0-5 10 15,-1-10-15-15,-3-4-4 0,2 3-7 16,-5-2 1-16,-2 1 11 15,0 2-5-15,-4 4 17 16,-2 5-8-16,-1 4 14 16,0 2-15-16,0 6 16 15,-1 13-7-15,3 9 23 16,4 8-4-16,-2 5 5 16,3 4 6-16,0 3 21 15,0-4 8 1,-4 1-20-16,0-2 13 0,-6-5-25 15,0-2 19-15,0-5-27 16,-12-6 17-16,-8-1-31 16,-6-6 8-16,-3-3-15 15,-4-6-15-15,-4-5-32 16,-2-4-49-16,-2 0-73 16,-1-3-148-16,-1-11-239 15</inkml:trace>
  <inkml:trace contextRef="#ctx0" brushRef="#br0" timeOffset="-101343.02">20789 2093 931 0,'0'0'73'0,"155"-24"77"15,-50 8-49-15,12 5-46 16,-1-4-23-16,-7 5-6 0,-13 4-26 16,-17 1 8-1,-22 3-43-15,-21 2-70 0,-21 0-125 16,-15 4-108-16,-7 11-216 16</inkml:trace>
  <inkml:trace contextRef="#ctx0" brushRef="#br0" timeOffset="-100734.49">21089 2462 756 0,'0'0'37'16,"0"0"47"-16,0 0-14 15,-88-10-51-15,60 10 19 16,-3 14-1-16,1 7 8 15,3 1-27-15,4 1-15 16,8-3-1-16,9 1-3 16,6-6 4-16,0-5-5 15,19-2 18-15,7-7-11 16,7-1 22-16,6 0-22 16,0-13 11-16,0-7-16 15,-3-6 7-15,-4-2-3 16,-4-5-1-16,-10-2-2 0,-5-3-18 15,-8-2-2-15,-4 1-8 16,-1 4 25-16,0 4-6 16,-6 6 17-16,-2 11-15 15,-4 8 22-15,-2 6-11 16,0 9-5-16,5 17-2 16,3 9 4-16,4 5 11 15,2 4 5-15,6-2 6 16,16-2-4-16,4-6 11 15,1-5-12-15,3-6 8 16,-2-6-30-16,-5-5 12 16,-3-3-21-16,-1-6-42 15,-7-3-66-15,-4 0-169 16,-5-8-208-16</inkml:trace>
  <inkml:trace contextRef="#ctx0" brushRef="#br0" timeOffset="-100510.83">21407 2385 846 0,'0'0'67'0,"0"0"87"16,46 76-18-16,-24-49-37 15,4-1-46-15,-3-2-19 16,-1-3-26-16,-5-6-7 0,-2-4-6 15,-4-2-42 1,-3-5-61-16,-4-4-84 0,-3 0-80 16,2 0-143-16</inkml:trace>
  <inkml:trace contextRef="#ctx0" brushRef="#br0" timeOffset="-100326.58">21579 2410 713 0,'0'0'93'0,"0"0"31"16,-94 73 2-16,61-46-66 15,1 1-32-15,3-4-18 16,6-4-10-16,8-6-41 16,6-7-150-16,7-7-264 15</inkml:trace>
  <inkml:trace contextRef="#ctx0" brushRef="#br0" timeOffset="-99903.42">22229 2049 830 0,'0'0'105'0,"0"0"57"15,0 0-61-15,78 2-82 16,-61-1-6-16,-5-1-23 15,-8 0-56-15,-4 0-151 16,0-3-161-16</inkml:trace>
  <inkml:trace contextRef="#ctx0" brushRef="#br0" timeOffset="-99742.97">22176 1944 881 0,'0'0'42'0,"0"0"44"16,86-20-62-16,-50 7-79 15,-1-1-189-15,-2-3-399 16</inkml:trace>
  <inkml:trace contextRef="#ctx0" brushRef="#br0" timeOffset="-99197.95">22899 1943 883 0,'0'0'105'0,"0"0"51"15,0 0-105-15,100 3-33 16,-77-3-25-16,-3 0-21 16,0 0-110-16,-4 0-144 15,-1-4-309 1</inkml:trace>
  <inkml:trace contextRef="#ctx0" brushRef="#br0" timeOffset="-98336.89">23669 1607 813 0,'0'0'141'0,"0"0"-2"15,0 0-68-15,105 82-17 16,-76-60-12-16,-1 0-1 16,-5-3-29-16,-4-2 2 15,-4-5-22-15,-7-4 12 0,-4-3-58 16,-4-5-43-16,0 0-129 16,0 0-114-16</inkml:trace>
  <inkml:trace contextRef="#ctx0" brushRef="#br0" timeOffset="-98157.2">23794 1659 788 0,'0'0'65'15,"-51"71"18"-15,28-39-65 16,0-7-8-16,6-2-79 15,0-9-75-15,4-5-244 16</inkml:trace>
  <inkml:trace contextRef="#ctx0" brushRef="#br0" timeOffset="-97746.6">23345 1982 743 0,'0'0'141'0,"114"0"19"15,-26 0-58-15,22 0-45 16,16-4 3-16,13-4-10 16,4 0-15-16,-2-2-9 15,-8 1-21-15,-16 1 5 16,-20 2-14-16,-22 2 8 15,-26 2-43-15,-19 0-2 16,-20 2-58-16,-10 0-22 16,-10 0-52-16,-14 0-28 15,-4 2-295-15</inkml:trace>
  <inkml:trace contextRef="#ctx0" brushRef="#br0" timeOffset="-97148.46">23916 1579 344 0,'0'0'33'0,"0"0"21"15,0 0 40-15,-77 40-34 16,56-24 4-16,3 4-23 15,0-2-25-15,6 0-14 16,1-5-57-16,2-4-224 16</inkml:trace>
  <inkml:trace contextRef="#ctx0" brushRef="#br0" timeOffset="-94269.95">23357 2483 494 0,'0'8'81'0,"0"2"30"16,0 5-38-16,0 4-10 15,2 2-12-15,5 4 7 16,-2 0-25-16,6 2 4 15,-3-4-2-15,7-2 6 16,-1-5-24-16,1-3 10 16,-2-3-10-16,1-3-2 15,-4-5-3-15,-1 0-7 16,-1-2 3-16,-2 0-9 16,-1-2 12-16,-3-11-17 15,0-6 13-15,-2-5-16 16,0-4 13-16,0-5-16 15,0-1 12-15,0-4-14 16,-3-1 7-16,-1 2 6 16,-1-2-5-16,1 6 9 15,-2 1-11-15,2 6 14 16,-2 3-14-16,3 5 18 16,0 3-17-16,3 4 15 15,0 3-12-15,0-1 10 16,0 2-1-16,0 1-1 15,0 0 8-15,13-1-6 16,5 0 1-16,6-1-12 16,6 1 12-16,10 3-15 15,2 1 18-15,9 1-18 0,4 2 15 16,7 0-12 0,5 0 6-16,5 0 0 0,4 0-2 15,7 0 3 1,2-4-4-16,5-2 7 0,-1-2-10 15,1 1 14-15,-2 0-17 16,-5 2 24-16,-6 1-11 16,-7 1 18-16,-7 1-17 15,-7 2-1-15,-10 0 5 16,-6 0 5-16,-9 0-4 16,-8 0-11-16,-7 0 8 15,-6 0-14-15,-7 0 14 16,-3 0-22-16,0 0-15 15,-7 0-61-15,-4 0-74 16,-8 0-111-16,0 0-256 16</inkml:trace>
  <inkml:trace contextRef="#ctx0" brushRef="#br0" timeOffset="-93450.53">23660 2453 530 0,'0'0'76'16,"0"0"77"-16,0 0-33 16,9 0-29-16,5 0-5 15,4 0-11-15,-2 0-29 16,1-1-9-16,-3-2-16 15,-1 3-10-15,-3 0-3 0,-5 0-13 16,-4 13 19 0,-1 4-14-16,0 5 18 0,-4 1-18 15,-6 1 12 1,-2-1-17-16,5-3 11 16,3-4-6-16,2-2-1 0,2-5 2 15,0-2-2-15,5-2 8 16,5 2-3-16,6-4 15 15,-3 1-16-15,2-1 15 16,1 0-21-16,-1-3 14 16,-1 3-17-16,1-3 8 15,-5 0-7-15,2 0-21 16,0 0-15-16,1-5-59 16,-4-6-92-16,3-4-90 15,-4-4-156-15</inkml:trace>
  <inkml:trace contextRef="#ctx0" brushRef="#br0" timeOffset="-93181.82">24033 2459 664 0,'0'0'166'15,"0"0"-7"-15,0 0-41 16,0 0-28-16,40 85-7 15,-27-66-31-15,-2-1-16 16,1-1-9-16,-1 0-15 16,-3-2 12-16,-1 1-18 15,-4-6 15-15,-1 0-25 16,-2-2 16-16,0-3-21 16,-3-1 9-16,-11-2-34 0,-4-2-40 15,-4 0-69-15,-2-4-84 16,0-8-154-1</inkml:trace>
  <inkml:trace contextRef="#ctx0" brushRef="#br0" timeOffset="-93016.94">24115 2417 835 0,'0'0'84'0,"0"0"91"16,84-32-84-16,-60 25-61 15,-6 2-36-15,-4 1 3 16,-4 1-111-16,-8 2-164 16,-2 1-285-16</inkml:trace>
  <inkml:trace contextRef="#ctx0" brushRef="#br0" timeOffset="-92759.76">24406 2535 843 0,'0'0'95'0,"0"0"66"16,0 0-88-16,0 0-48 15,88 0-17-15,-78 0-17 16,-2 0-49-16,-5 0-121 0,-1 0-117 16,-2-5-331-1</inkml:trace>
  <inkml:trace contextRef="#ctx0" brushRef="#br0" timeOffset="-92515.09">24654 2456 756 0,'0'0'164'0,"0"0"0"16,0 0-66-16,76 86-13 16,-57-66-43-16,-1-1-2 15,-3-2-36-15,-1-4 11 16,-6-1-23-16,1-5 12 15,-3 0-54-15,-2-5-30 16,-1-2-64-16,0 0-109 16,0 0-146-16</inkml:trace>
  <inkml:trace contextRef="#ctx0" brushRef="#br0" timeOffset="-92314.31">24823 2446 775 0,'0'0'60'0,"0"0"123"15,-78 96-68-15,55-64-48 16,0 0-53-16,4-8-3 0,6-2-17 16,3-5-49-16,4-5-89 15,3-8-111-15,3-4-244 16</inkml:trace>
  <inkml:trace contextRef="#ctx0" brushRef="#br0" timeOffset="-91934.72">24964 2360 877 0,'0'0'121'0,"0"0"12"16,0 0-74-16,0 0 0 16,0 0-40-16,0 0 0 15,50 17-20-15,-50-5 15 16,0 1-14-16,0 2 11 15,0 1-4-15,-5-2 2 16,-1-4-3-16,3-2-9 16,3-1 9-16,0-3-14 15,0-1 16-15,6-2-22 16,6-1 22-16,4 0-31 16,-2 0-5-16,2 0-77 15,-4-4-92-15,0-4-120 16,-1-3-318-16</inkml:trace>
  <inkml:trace contextRef="#ctx0" brushRef="#br0" timeOffset="-87640.01">20457 1391 320 0,'0'0'54'0,"0"0"4"0,0 0-35 16,0 92 5-16,3-56-1 16,0 4 6-16,1 2-4 15,-3 1 1-15,1 1-2 16,-2 1-15-16,0-1 12 16,0 0-17-16,0 3 23 15,0 1-33-15,0 1 12 16,0-1-17-16,-2 1 13 15,-2 1-8-15,4 0-2 16,-1 2-18-16,0 1-6 16,1 1 20-16,0-2 20 15,0-1 21-15,0-2-39 16,0-5 23-16,1-2-15 16,7-6 8-16,4-2-16 15,-2-1 9-15,4 0-4 16,3-4 0-16,-2-1 1 15,0-1-5-15,1-3-2 16,-2 0-17-16,-2-4 19 16,-1-1-18-16,0-3 6 15,1 0-33-15,-3-4 23 16,-2-1-2-16,3-2 15 16,0-2 10-16,-1-2-13 0,4-1-9 15,0-4-1-15,4 0 22 16,-1 0 0-1,2 0 10-15,2 2-12 0,0-1 14 16,0-1-13-16,1 3 3 16,0-2-20-16,4 2-9 15,-1 0 16-15,4-2-2 16,3 1 13-16,1 1 41 16,4-2 10-16,0 2-48 15,2-2 8-15,2 2-10 16,-2 1 16-16,1 0-8 15,2 0 12-15,3 0-15 16,1 0 1-16,4-1 1 16,-1-2-3-16,2-1 3 15,1 1-5-15,-5 1 11 16,0-1-4-16,-4 2 15 16,0-1-16-16,-2 2 9 15,-3 0-17-15,-1-1 25 16,-2 1-5-16,1 0-7 15,-2-1-6-15,3-3-3 16,0 0 3-16,-1 0-8 16,0 0 10-16,-1 0-10 15,-2 0 13-15,2 0-14 16,-4 0 12-16,-1 0-11 16,0 0 8-16,-1 0-4 15,1 0 1-15,-1 2 0 16,1-1-2-16,-1-1 5 0,0 2-8 15,-2-2 10-15,2 1-11 16,0-1 14-16,3 0-15 16,0 0 14-16,1 0-12 15,-1 0 6-15,0 0 0 16,1 0-3-16,-1-3 3 16,-6 0-4-16,1 2 7 15,0 1-10-15,-1 0 12 16,-3 0-13-16,1-3 17 15,0 2-18-15,0-2 13 16,-3-1-12-16,3 0 8 16,-1 2-1-16,-2 0-3 15,-1 2 0-15,-1-2-3 16,-1 2 9-16,0 0-9 16,0 0 13-16,3 0-14 15,0 0 16-15,1 2-15 16,3-2 13-16,-1 0-9 15,5 0 8-15,1 0 1 16,2 0-4-16,1 0 0 16,1 0-14-16,2 0 14 15,-2 0-4-15,1 0 12 16,-3 0-17-16,1 0 9 16,0 0-5-16,0 2 27 15,0 0-7-15,2 0-3 16,0 0-7-16,0-2-6 15,1 0-4-15,-4 0 4 16,3 0 6-16,-4 0-26 16,-1 0 30-16,0 0-8 15,0 0 23-15,-6 0-21 0,1 0 3 16,-1-2-23-16,-3 2 29 16,1 0-15-16,-2 0 4 15,0 0 5-15,2 0-12 16,-1 0 13-16,-1-2-13 15,3 0 19-15,-1 2-18 16,0-2 14-16,0-1-13 16,-1 2 10-16,0-1 4 15,-2 1 6-15,1 1-1 16,-3-1-15-16,-1 1 2 16,2 0-12-16,-5 0 18 15,3 0-19-15,-3 0 20 16,3 0-22-16,-3 0 17 15,2 0-12-15,0 0 7 16,1 0-2-16,0 0 1 16,0-3 2-16,2-1-6 15,0 2 9-15,-1-4-13 16,0 6 16-16,-5-4-17 16,2 1 18-16,-3 0-19 15,2 2 16-15,-1 0-12 16,1-2 5-16,2 2-8 15,1 1 16-15,0-3-3 16,2 2-12-16,-2-4 15 16,0 4-21-16,1-2 28 15,-3 0-25-15,1 3 20 16,1-1-15-16,-2-1 13 16,4 1-12-16,2-2 4 15,-2 0 1-15,5-1-2 16,1 0 5-16,0 0-10 15,2 0 13-15,1 0-15 0,-2 0 17 16,-2 2-17-16,1-1 16 16,-2-1-15-16,0 1 10 15,-2 0-4-15,1 1 1 16,-3-2-20-16,0 2 39 16,2 0-15-16,-1-1-11 15,0 0 11-15,0-1-8 16,0 2 14-16,0-2-19 15,1 0 17-15,-1 1-13 16,-3 2 6-16,2-3-1 16,-2 0 0-16,0 1 1 15,0-3-3-15,1 1 7 16,1 0-10-16,2 0 18 16,-2-3-11-16,3 1 18 15,0-3-15-15,-5 2 30 16,1 0-20-16,-6-2 9 15,-1-2-1-15,-1-2 5 16,-3-2 5-16,-1-5-9 16,-1-2 2-16,0-3-21 15,-3-3 9-15,0-3-21 16,0-1 18-16,0-1-17 16,0-3 18-16,0 0-14 15,0-1 7-15,0-1 2 16,0-2-4-16,0-1 3 15,-5-4-11-15,2 2 15 16,-2-6-12-16,-2 1 17 16,-1 2-25-16,3-1 21 0,-1 0-22 15,1 3 13-15,1 4 2 16,0 1-6-16,3 1 4 16,-1 0-4-16,1 4 0 15,-2-3-5-15,1 4 6 16,1 0-14-16,-2 1 9 15,0 5-23-15,-2 1 29 16,0 3-12-16,-4 5 15 16,0 3-7-16,1 2 0 15,-5 4 0-15,3 0-2 16,-1 1 10-16,2 5-13 16,3-5 19-16,-2 2-21 15,5 0 25-15,-2-1-24 16,1 0 18-16,1-1-25 15,-2 0-14-15,1 1 43 16,1 1-24-16,-1-1-3 16,-2 1 5-16,-3-2 15 15,2 0-12-15,-3 1 16 16,-1-1-20-16,-6-1 18 16,2 2-38-16,-1-1-15 15,-4-1 51-15,1 1-1 16,-2-3-1-16,-2 3-9 15,1-1 4-15,0 0-1 16,-3 1 10-16,1 1-13 16,-2 0 15-16,0 1-16 15,2 0 15-15,-2 2-16 16,0-1 15-16,1 1-12 16,-3 0 0-16,1 2 12 0,0-1-8 15,0 0 2-15,-3 1-5 16,-1-1 11-16,1 1-15 15,-3 0 15-15,-1 0-15 16,-3 0 17-16,3-1-18 16,-3 0 15-16,-2-2-8 15,-1 0 1-15,0 0 2 16,-5 2-3-16,-3 1 5 16,-4-1-9-16,1 2 13 15,-3 1-16-15,-1 0 19 16,-1 1-22-16,0-3 18 15,2 2-16-15,0-3 13 16,1 2-5-16,1-2-4 16,1 1 13-16,1 1-14 15,-1-1 4-15,-1 1-6 16,0 2 15-16,2-1-22 16,-5 1 23-16,3 0-19 15,1-2 21-15,-2 2-15 16,-1-1 8-16,-2 1-2 15,-2 0-2-15,2 0 4 16,-5 0-9-16,-1 0 12 16,0 0-13-16,1 0 17 15,-2 0-19-15,2 0 21 16,0 0-30-16,-1 0 33 16,-3 0-23-16,1 0 5 15,-1 0 1-15,0 0 0 16,-2 4 2-16,1 2-6 15,1 1 11-15,-1 0-11 16,3 1 15-16,-3-2-16 0,2 3 17 16,-2-1-20-16,-4-2-6 15,1 1-19-15,-6-1 23 16,-3-1 8-16,-4 1 0 16,-5 0 6-16,2 0-7 15,-3 1 13-15,1 0-15 16,3-1 19-16,8-3-11 15,5 1 15-15,10-2-28 16,12 0 34-16,13-2-14 16,10 0 6-16,10 0-3 15,10 0 0-15,6 0 0 16,0 2-17-16,0-1 7 16,0 2-8-16,0 1 18 15,2 0-18-15,-2 0 16 16,0 2-12-16,0-1 15 15,0 1-5-15,-3-2 4 16,-4 0 3-16,-3-1-5 16,1-2 2-16,0 2-14 15,-1 0 12-15,0-1-16 16,0 1 20-16,-3 1-22 16,1 1 19-16,1 1-23 15,-3 0 1-15,2 1-25 16,-2 0 1-16,2 0 9 15,2-2-9-15,0 1-16 16,1-2-22-16,3 0-17 16,2-4-83-16</inkml:trace>
  <inkml:trace contextRef="#ctx0" brushRef="#br0" timeOffset="-84749.25">25985 2043 713 0,'0'-1'49'0,"0"1"42"16,-5 0 21-16,-14 15-84 15,-3 9-12-15,-4 7-9 16,2 2 15-16,-1 2-23 16,7-2 8-16,7-4-7 15,10-5 5-15,1-6 2 16,1-4 5-16,17-8 3 16,3-4-2-16,4-2 14 15,-1 0-24-15,-2-15 11 16,-5-5-25-16,-5-2 0 15,-6-2 20-15,-6-2-12 16,0 0-9-16,-6 2-12 16,-9 4 21-16,4 1-2 15,-3 6 6-15,2 1-23 16,5 6 9-16,7 1-12 16,0-3 18-16,10 3-43 15,16-5 43-15,3-3 5 16,4 0 15-16,-1-5 5 15,-2-2-5-15,-8-5-6 16,-2-2-9-16,-4-9-2 16,-3-6-18-16,-4-5 6 15,0-7-13-15,-3-2 8 16,-1 0-12-16,-5 4 36 16,0 8-13-16,0 9-3 15,-3 15 0-15,-11 16 8 16,2 6 10-16,-5 30-17 15,2 16 13-15,1 11 4 16,4 14 22-16,2 3 6 16,4-2 21-16,4-4-18 15,0-11 23-15,6-7-21 0,5-9-6 16,7-12-6-16,-1-10-7 16,2-8 6-16,-1-7-16 15,1-6 21 1,1 0-23-16,2-11 13 0,-2-7-25 15,2-5 13-15,-2 0-21 16,-5-2 16-16,-3 4-8 16,-1 2 2-16,-8 5 2 15,-2 7-1-15,-1 5 8 16,-1 2-12-16,-13 3 14 16,-1 12-19-16,2 3 24 15,0 3-20-15,7-1 17 16,6-1-9-16,0 0 16 15,4-3-7-15,14-1-4 16,1-4-3-16,4-4-21 16,-2-4-109-16,-3-3-310 15</inkml:trace>
  <inkml:trace contextRef="#ctx0" brushRef="#br0" timeOffset="-84602.9">26605 2074 1205 0,'0'0'15'0,"0"0"53"15,0 0-56-15,0 0-44 16,-30-18-133-16,11 10-190 16</inkml:trace>
  <inkml:trace contextRef="#ctx0" brushRef="#br0" timeOffset="-82813.59">13744 1402 656 0,'0'0'58'0,"80"-25"49"15,-21 3-51 1,12-5-20-16,9-3-33 0,8-3 6 16,-1 2-12-1,-1 1 4-15,-9 5-4 0,-12 7-22 16,-11 3-15-16,-20 7 1 16,-16 5 2-16,-15 3-22 15,-3 2-8-15,-29 13 35 16,-16 4 42-16,-17 6-14 15,-10 5 8 1,-11 5-4-16,-6 3 23 0,-1 5 19 16,1 0 6-16,4 2 0 15,7-2-19-15,8-6-11 16,18-6-20-16,16-11 10 16,20-9-10-16,16-11 23 15,32-4-23-15,30-25 6 16,25-12-4-16,17-6-4 15,12-4-2-15,-3 0-2 16,-7 8-9-16,-16 9 10 16,-25 14 9-16,-27 10-8 15,-26 10 12-15,-13 7-42 16,-42 22 21-16,-20 9 13 16,-19 5 20-16,-9 8 6 15,-5 1 9-15,5-4 15 16,9-2-7-16,17-10-16 15,22-7-26-15,24-14 8 16,19-11-20-16,28-4-44 16,37-20 31-16,20-12-19 15,16 0 10-15,2 2 33 16,-7 10 3-16,-21 14-2 0,-30 6 1 16,-31 13-40-1,-16 16-30-15,-42 0-11 0,-15-3-123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5T17:21:00.68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11605 3209 228 0,'0'0'19'16,"0"0"11"-16,0 0 8 16,0 0-18-16,0 1 5 15,-1 8 6-15,-7 5-8 16,0 1-7-16,2 2 1 15,-1 3 1-15,1-1-8 0,-1 1 22 16,4 3 4-16,-1 1 1 16,1 2-25-16,0 1 7 15,0 2-14-15,2 3 3 16,-1 0-8-16,1-1 2 16,-1 2-1-16,-1 0-2 15,-1 0 2-15,0 2-3 16,0-2 6-16,-1 3-9 15,1-2 12-15,1-4-13 16,-2 1 13-16,2-4-18 16,0 0 2-16,0-2-9 15,0 2 4-15,0-4 10 16,0-3-13-16,1-1-4 16,-2-5 9-16,4 0 14 15,-3-1-11-15,3-2 15 16,0 1-11-16,0-1 11 15,-1-2-12-15,1 3 6 16,0-1 1-16,0 1-11 16,-2 1-2-16,2 0 6 15,0 1 9-15,-1 1-7 16,1-2 8-16,-2 1-9 16,2-2 12-16,0 0-12 15,0-2 10-15,0-2-9 16,0-1 4-16,0-2-5 15,0-1-6-15,0-1 2 16,0 3 5-16,0-1 6 16,0 0-6-16,0 2 10 15,0-1-10-15,0 0 10 0,0 1-9 16,3-2 7 0,0-1-7-16,1 0 3 0,2-1-3 15,2-3-5-15,0 4 3 16,1-2-1-16,1 1-1 15,1 0-12-15,0-2 71 16,-1 2-35-16,1 0-30 16,1-1-4-16,-2 2 19 15,4 0-6-15,-1-1 25 16,5 2-4-16,-2-1-35 16,4 0 2-16,1-1 18 15,-2 0 2-15,4-2-7 16,0 1 9-16,0-1-9 15,-2 1 11-15,0 0-14 16,2 0 9-16,-4 1-4 16,0-3 1-16,1 4 1 15,-2-4-2-15,2 3 4 16,-3-2-9-16,3 2 10 16,0-2-8-16,-1 3 11 15,3-1-14-15,1 1 15 16,-1 0-15-16,1 0 12 15,4 1-8-15,-1-2 3 16,2 1 1-16,-1-1-2 16,3-1 2-16,1 0-4 15,-1 0 6-15,5-2-8 0,-2 3 14 16,2 0-18 0,2 0 18-16,1-2-15 15,5 2 10-15,-2-2-2 16,3-1 1-16,-2 0 6 15,2 0-5-15,0 0 5 0,0 0-12 16,-1 0 14-16,0 0-9 16,-1 0 11-16,1 0-15 15,0 0 16-15,-3 0-15 16,3-4 4-16,1 0-3 16,-1 0 0-16,-1 0 3 15,-2 2-7-15,0 2 9 16,0 0-10-16,-1 0 11 15,-3 0-12-15,3 0 14 16,-3 0-16-16,0-2 16 16,-1 0-11-16,-1 1 4 15,0-2-1-15,-1 3-1 16,3 0 2-16,-6 0-4 16,2 0 7-16,1 0-10 15,-1 0 13-15,0 3-14 16,1 2 15-16,1-1-16 15,3-2 13-15,0 1-7 16,3-2 1-16,0 0-1 16,-1-1 1-16,1 0 4 15,3 0-9-15,-2 2 12 16,-1-1-12-16,2 0 13 16,-3 2-13-16,0-3 11 15,0 2-20-15,-1-2 14 16,-4 0-3-16,3 0 2 15,-4 0 2-15,0 0-1 16,-1 0 3-16,0 0-6 16,-2 0 8-16,-1 0-9 15,-2 3 13-15,-1-3-14 16,-1 1 12-16,-1 2-10 0,-2-2 4 16,1 2 1-16,0-1-2 15,-1 1 2-15,-1-2-1 16,2 1 4-16,2-2-7 15,-1 4 8-15,-2-4-8 16,3 0 12-16,-1 3-15 16,1-2 13-16,1 2-10 15,-3-2 11-15,3 2 0 16,-1 1 5-16,2 0 0 16,-1-3-11-16,-1 4 4 15,2-3-10-15,-1-2 12 16,1 2-15-16,-1-2 17 15,2 0-15-15,-2 0 11 16,1 0-5-16,-1 0 7 16,2 0-6-16,-2 0-1 15,0 2 2-15,-3-1-6 16,-1 2 7-16,1 0-9 16,-3 1 10-16,-3-2-9 15,3 0 14-15,-1 0-18 16,-1 0 15-16,0-2-11 15,0 0 5-15,-3 0-1 16,2 0 0-16,0 0 10 16,-6 0-8-16,4 2 9 15,-5 0-17-15,1-2 14 16,-4 2-15-16,1 0 14 0,-2 0-14 16,1 1 11-16,-2-2-5 15,3 2 0-15,-2-2 2 16,1-1-2-16,3 3 4 15,-4-3-6-15,1 0 8 16,2 0-13-16,-1 0 17 16,1 0-16-16,-2 0 11 15,0 0-13-15,2 0 12 16,-3-4-6-16,0 1 2 16,-1 0 2-16,3 0-3 15,-1-1 8-15,1 0-12 16,0 0 13-16,1-3-15 15,-1 0 19-15,1 2-19 16,-3 0 15-16,-1-2-11 16,4 0 7-16,-5 2-3 15,1-2 1-15,2 3 4 16,-1-2-5-16,-1 1 7 16,1 1-13-16,0 1 14 15,0 0-15-15,-2-1 15 16,1 1-15-16,1 0 14 15,-1 1-11-15,-1 0 6 16,2-3 0-16,1-2-2 16,2 2 5-16,-2-3-4 15,2 2 13-15,-2 0-7 16,1-1 14-16,0 1-19 16,-2 1 14-16,-2 0-19 15,0 1 13-15,-2 1-11 16,-1-1 4-16,3-1 2 15,-2 0 3-15,1-1-3 16,0-3-9-16,1-1 18 0,0 1-13 16,1-1 13-16,-2-1-20 15,0 0 21-15,1 0-16 16,-1-2 9-16,-2-1-7 16,1 2 9-16,-1-2-3 15,0 3-5-15,1-1 0 16,-2 1-7-16,3 2 11 15,-2-2-14-15,1 0 17 16,1 0-14-16,0-2 14 16,0 0-1-16,1-1 7 15,-2 1-12-15,1-2 6 16,-1 2-2-16,-2-2-4 16,0-2 9-16,0 1-18 15,3-3 13-15,-3 3-16 16,3 0 23-16,0 1-23 15,1 0 23-15,0 1-5 16,1 3 11-16,-1 1-10 16,-1 0-4-16,0-2 7 15,0-2-6-15,-1 1 6 16,1-4-17-16,0-2 11 16,0 1-16-16,0 0 19 15,-1 3-23-15,-1 0 22 16,2 2-15-16,-2 3 7 15,2 0 0-15,-2 0-1 16,1 0 2-16,-1-5-5 16,-1 2 12-16,0-4-18 15,0 1 17-15,0-5-17 16,0 1 21-16,0 3-22 0,0-1 8 16,0-2-9-1,0 4 13-15,0 2 0 0,0 2-4 16,-3-1 5-16,1 0-2 15,-4 1 12-15,2-1-17 16,-4 0 10-16,3 0-18 16,-1-2 25-16,-4-1-20 15,3 4 14-15,1-1-12 16,0-1-15-16,-4 3 23 16,4 0 3-16,-1 2 1 15,-2 0-10-15,1 1 3 16,-4 2-6-16,2 1 22 15,-3 0-24-15,0 2 18 16,-1-1-25-16,-1 2 20 16,2-4-6-16,-4 3 0 15,0-1 2-15,-4 0-11 16,-1 0 13-16,1 0-10 16,-3 3 14-16,-1-2-17 15,-1 3 22-15,-3 0-20 16,-2-2 16-16,0 2-13 15,-3 0 6-15,1 0-2 16,-3 0 1-16,-1-1-2 16,-1-1 2-16,0 0 5 15,-1-1-10-15,-2 0 14 16,-1 3-18-16,-2-3 20 16,-3 3-19-16,-2 0 19 15,-1 0-16-15,-1 0 6 16,-1 0-1-16,-2 0-2 15,1 0 3-15,-2 0-5 16,3 0 9-16,0-2-12 0,-2 0 15 16,3 1-16-16,3-2 18 15,-3 2-18-15,3 1 14 16,1-3-10-16,0 2 5 16,1 1-1-1,2 0 0-15,-2 0 2 0,1 0-6 16,0 0 9-16,2 0-11 15,-1 0 14-15,4 0-16 16,-1 0 18-16,2 0-19 16,1 0 16-16,-2 0-10 15,3 0 3-15,-1-3 2 16,-1 0-4-16,0 1 5 16,0 0-8-16,2 0 10 15,-7 2-12-15,4-2 17 16,-2 0-18-16,0 2 19 15,2-3-21-15,1-1 12 16,-4 1-3-16,3 0 0 16,1 1 2-16,-1-2-3 15,3 0 4-15,0-1-7 16,0 0 12-16,3 0-16 16,-1 1 19-16,3 2-19 15,0-2 18-15,0 0-16 16,2 1 9-16,-2 0-2 15,0-1-1-15,-2 1 3 16,0 0-5-16,-2 1 7 16,-1-1-9-16,-2 2 11 15,-2 0-14-15,1 1 18 16,-3-2-17-16,1 2 14 16,0 0-13-16,0 0 7 0,3 0 0 15,0 0 0-15,1 0 0 16,2 0-4-16,2 0 10 15,3 0-10-15,0 0 12 16,2 0-17-16,1 0 21 16,3 0-21-16,1 0 15 15,1 0-9-15,0 0 5 16,5 0-1-16,1 0-3 16,1 0 2-16,3 0-4 15,3 0 8-15,1 0-9 16,0 2 12-16,0-1-17 15,0-1 19-15,-2 0-17 16,2 1 13-16,-3-1-10 16,-2 3 3-16,-1-1 3 15,-2 4-4-15,0-1 4 16,-3 2-8-16,-2 0 13 16,3-2-14-16,0 3 18 15,-1-1-18-15,1-3 16 16,-2 1-17-16,-1 2 13 15,0-2-7-15,-1 1 2 16,0 2 1-16,0-4-3 16,1 1 6-16,2-1-10 15,0 0 14-15,4 0-15 16,-3 1 18-16,3-1-23 16,-2 2 23-16,2 0-20 15,1 0 12-15,-1-1-4 16,-1 1-1-16,1 1 5 15,0-2-5-15,-4-1 5 0,4 2-10 16,-2-2 13 0,4-1-14-16,3 0 19 0,2-2-19 15,2 1 15-15,1-1-12 16,3-1 8-16,2 1-2 16,-1-1-2-16,2 0 2 15,0 0-5-15,0 0 8 16,0 0-11-16,-1 0 8 15,1 0-48-15,0 0-42 16,0-1-109-16,0-3-77 16</inkml:trace>
  <inkml:trace contextRef="#ctx0" brushRef="#br0" timeOffset="4279.3">14073 2434 685 0,'-11'25'15'0,"0"5"70"0,-3 8-11 15,6 4-19 1,-2 2-24-16,2 2 27 0,7 1-2 16,1 0-11-1,0-3-8-15,0-1 19 0,6-4-19 16,4-3-33-16,0-5 7 15,0-7-16-15,-3-6 16 16,2-8-36-16,-6-3-44 16,-3-6-102-16,0-1-93 15,0 0-226-15</inkml:trace>
  <inkml:trace contextRef="#ctx0" brushRef="#br0" timeOffset="4670.92">13917 2839 432 0,'0'0'121'16,"0"0"3"-16,0 0 12 16,45 75-24-16,-27-48-36 15,-2-2 2-15,2 0-2 16,2-4 0-16,-2-5-36 16,1-3 2-16,1-7-7 0,-3-4-4 15,2-2-2-15,-3 0-2 16,0-8-5-16,-2-9-8 15,-1-3 7-15,-3-6-22 16,-2-2 15-16,-4 3-23 16,-1-2-2-16,1 7-61 15,-3 1-56-15,2 3-106 16,-1 5-170-16</inkml:trace>
  <inkml:trace contextRef="#ctx0" brushRef="#br0" timeOffset="5923.5">14428 2112 644 0,'0'0'76'0,"0"0"13"16,0 0 46-16,24 85-29 16,-14-57-33-16,0-2-12 15,-1-2-9-15,1-5-30 16,-3-3 5-16,0-7-23 16,-2-3 17-16,1-2-19 15,-2-4 13-15,1 0-15 16,0 0 7-16,1-12-1 15,0-7-6-15,1-8-1 16,1-1-13-16,0-2-4 16,-3 2-14-16,3 4 23 15,2 4-8-15,-5 6 13 16,1 6-14-16,0 3 12 16,0 5-13-16,1 0 8 0,-1 2 0 15,1 9 5 1,0 1 9-16,2 2-6 15,-1-2 11-15,1-1-12 0,0 0 15 16,1-3-19 0,-1-1 17-16,-1-2-16 0,2-1 13 15,1-2-7-15,-4-2 2 16,4 0 2-16,-2 0-3 16,1-3 5-16,0-5-9 15,-3-3 11-15,1 1-14 16,-3 0 15-16,0 1-16 15,-1 3 16-15,-1-1-15 16,0 6 11-16,0-2-8 16,0 3-1-16,-2 0 1 15,2 0-2-15,0 0 8 16,1 7-8-16,2 1 12 16,1 1-14-16,0 0 17 15,4 0-17-15,0-4 17 16,4 0-16-16,-1-3 10 15,0 0-3-15,1-2 0 16,4 0 2-16,-4 0-4 16,0 0 12-16,-2-3-9 15,-2-6 14-15,0 0-15 16,-5-3 18-16,-5 0-18 16,-1-2 23-16,0 1-13 15,0-2 2-15,-12-1-5 16,-1 3-6-16,-7 5 0 15,-2 1-6-15,-2 6 6 16,1 1-21-16,-3 0 7 16,3 5-30-16,3 6 10 15,2 1-41-15,5-1-32 0,6-5-56 16,4 0-47-16,3-5-97 16</inkml:trace>
  <inkml:trace contextRef="#ctx0" brushRef="#br0" timeOffset="6210.57">15034 1845 740 0,'0'0'56'16,"20"75"59"-16,-5-33 1 16,-1 2-40-16,1-4-33 15,-1-3-16-15,-1-4-9 16,0-4-21-16,-7-5 15 16,-2-5-29-16,-4-2-36 15,0-3-102-15,-4-6-68 16,-14-7-176-16</inkml:trace>
  <inkml:trace contextRef="#ctx0" brushRef="#br0" timeOffset="6370.58">14939 1907 818 0,'0'0'78'0,"0"0"42"16,88-40-82-16,-51 29-42 15,4 0-59-15,0 1-193 16,-1 2-417-16</inkml:trace>
  <inkml:trace contextRef="#ctx0" brushRef="#br0" timeOffset="7065.66">15636 2391 722 0,'0'0'47'0,"0"0"63"15,0 0-29-15,0 0-23 16,0 0-19-16,18 65 3 16,-18-65 11-16,-8-3-17 15,-3-13-22-15,-5-9-18 16,0-6 15-16,-1-8-19 15,-2-5 17-15,6-2-24 16,3 0 17-16,4 0-8 16,6 5 3-1,0 3-1-15,9 8-6 0,7 4 5 16,4 7-2-16,1 7 11 16,0 6-9-16,-3 6 16 15,4 0-10-15,-6 0 25 16,0 14 2-16,-8-1 15 15,-3 5-8-15,-5 1 8 16,0 2-13-16,-10-1-11 16,-13 1-2-16,0-2-18 15,-3 0 5-15,1-3-34 16,2-4-10-16,3-4-61 16,5-4-39-16,5-4-105 15,6 0-138-15</inkml:trace>
  <inkml:trace contextRef="#ctx0" brushRef="#br0" timeOffset="7725.71">15857 2097 831 0,'0'0'123'0,"0"0"-4"16,0 0-68-16,0 0 12 15,0 0-15-15,29 34 3 16,-29-34-26-16,0 0 17 16,0-7-30-16,-3-7-9 15,-3-7-5-15,1-2-14 16,5-1 0-16,0-1-28 16,1 0 0-16,15 3-20 15,5 0 2-15,3 3-14 16,2 3 11-16,-2 5 2 15,-2 3 34-15,-3 2 12 16,-5 5 15-16,-4 1 4 16,-4 0-2-16,-6 0 13 15,0 8-4-15,0 4 26 16,-4 5-17-16,-11 1 11 16,-1 3-29-16,2 1 8 15,1-1-14-15,4 0 10 16,3-5-6-16,5-2 2 15,1-2 0-15,0-4-1 16,0-4 5-16,12-4 0 16,-1 0 16-16,-1 0-6 15,0-4 12-15,2-8-24 16,-4-4 13-16,0 0-18 16,-2 0 6-16,-2-3-3 15,1 3-6-15,-2 1-11 0,2 7-4 16,-2 0 5-1,0 4-3-15,0 4 18 16,2 0-12-16,4 0 20 0,-3 5-14 16,4 6 19-1,3 4-1-15,-3 1 16 16,3 0-11-16,1-1-9 0,-2-2-3 16,2-2-6-16,-2-1 4 15,0-4-43-15,-3-5-63 16,2-1-109-16,-5 0-146 15</inkml:trace>
  <inkml:trace contextRef="#ctx0" brushRef="#br0" timeOffset="8043.86">16389 1820 689 0,'0'0'76'0,"0"0"10"16,0 0-56-16,0 0-23 16,-52 41-9-16,40-18 12 15,2 2-12-15,3 1 10 16,3-2-14-16,4-1 11 16,0-2-20-16,8-7 6 15,11-2-1-15,4-6 3 16,4-4 0-16,4-2 5 15,-1 0 7-15,2-14-11 16,-2-6-7-16,-3-4-34 16,-2-4 7-16,-5-4-43 15,-5-6 2-15,-5-5-92 16,-4-4-79-16</inkml:trace>
  <inkml:trace contextRef="#ctx0" brushRef="#br0" timeOffset="8257.84">16559 1497 369 0,'0'0'126'15,"0"94"-6"-15,10-43 5 16,6 1-26-16,1-3-8 16,2-3-20-16,-1-6-21 15,-1-4-34-15,-4-6 1 16,-3-2-23-16,-4-5 12 15,-5-6-42-15,-1-2-71 16,0-6-69-16,-10-4-101 16,-7-5-196-16</inkml:trace>
  <inkml:trace contextRef="#ctx0" brushRef="#br0" timeOffset="8513.74">16435 1738 661 0,'0'0'87'16,"78"-27"44"-16,-29 19-22 15,-1 3-51-15,-2 5 1 16,-4 0-27-16,-9 8-6 16,-9 11-3-16,-5 2 0 15,-7 4-5-15,-8 1-9 16,-4-2 1-16,0 0-14 0,0-4 8 15,0-5-40 1,-3-4-40-16,-3-5-131 16,-1-6-72-16,-1 0-243 0</inkml:trace>
  <inkml:trace contextRef="#ctx0" brushRef="#br0" timeOffset="8673.7">16728 1571 628 0,'0'0'48'0,"0"0"32"16,0 0-69-16,0 0-26 15,0 0-71-15,0 0-1 16,13 7-114-16,-4 2-170 16</inkml:trace>
  <inkml:trace contextRef="#ctx0" brushRef="#br0" timeOffset="8924.62">16877 1759 479 0,'0'0'137'16,"0"0"-31"-16,0 0-67 16,17 83 2-16,-11-65-22 15,1-5-6-15,5-3 4 16,-1-4 5-16,2-3 6 15,1-3-7-15,0 0 12 16,-1-5-23-16,-2-9 5 16,-1 1-17-16,-2-4 11 0,-4 5-17 15,-4 1-34 1,0 1-97-16,0 4-193 16</inkml:trace>
  <inkml:trace contextRef="#ctx0" brushRef="#br0" timeOffset="9409.79">16995 1603 549 0,'0'0'143'0,"0"0"-41"0,0 0-35 15,0 0-13 1,0 0-18-16,-75 71 8 0,64-42-30 15,2-1 5-15,3 0-24 16,6 0 13 0,0-2-23-16,0-2-24 0,0-4-45 15,4-2-72-15,2-5-178 16</inkml:trace>
  <inkml:trace contextRef="#ctx0" brushRef="#br0" timeOffset="10127.45">17225 1689 659 0,'0'0'115'16,"0"0"-23"-16,0 0-34 15,0 0-37-15,0 0 11 16,-84 17-33-16,62-2 10 16,2 1-10-16,3 2 2 15,2-3 1-15,10-4-4 16,2 1 3-16,3-5-6 15,0-3 10-15,3-3-9 0,10-1 15 16,4 0-12 0,0 0 12-16,-1-3-17 15,0-5 11-15,-3 1-8 0,-4 1 0 16,-1 3 2-16,-3 2-3 16,-2 1 3-16,-2 0-11 15,0 0 11-15,4 4-12 16,-1 4 21-16,5 1-15 15,4 1 15-15,0-1-12 16,4-3 12-16,5-2 0 16,-2-4 11-16,3 0 13 15,0-7 0-15,2-11-8 16,-3-6-3-16,-1-8 8 16,1-6-27-16,-6-8 12 15,-2-6-19-15,-8-9 13 16,-5-3-12-16,-1-4 4 15,0 0-7-15,-7 6-9 16,-9 8-4-16,2 10 8 16,-4 14 15-16,0 13-10 15,-1 17 19-15,-1 1-24 16,-1 29 21-16,3 10-14 16,2 15 38-16,7 7-17 15,5 6 0-15,4 1 3 16,0-2 7-16,3-6-13 15,8-5-17-15,4-9-42 16,1-8-156-16,1-9-251 16</inkml:trace>
  <inkml:trace contextRef="#ctx0" brushRef="#br0" timeOffset="10638.58">17836 1274 790 0,'0'0'126'0,"7"75"12"16,-4-26-53-16,1 4-42 15,-3 0-20-15,1-1-11 16,-2-6-13-16,1-6 7 15,1-8-15-15,-1-4-27 16,1-11-94-16,-2-5-88 16,0-6-91-16,0-6-189 15</inkml:trace>
  <inkml:trace contextRef="#ctx0" brushRef="#br0" timeOffset="11027.4">17762 1574 686 0,'0'0'106'0,"0"0"27"15,0 0-56-15,78-32-33 16,-56 31-18-16,-2 1-31 16,-1 0 15-16,1 0-16 15,1 0 13-15,3 4-17 16,0 3 5-16,4-3-2 15,1-1-3-15,1-2 4 16,2-1 3-16,1 0 7 16,-1 0-8-16,-2-8 11 15,-1-5-15-15,-6-2 19 16,-6-1-17-16,-5 0 14 16,-6-2-10-16,-6 2 11 15,0 0 20-15,-8 1-16 16,-10 5-2-16,-5 4-7 15,-5 5-1-15,-3 1-16 16,-4 2-10-16,0 15-61 16,-1 2-47-16,3 3-136 15,4-3-206-15</inkml:trace>
  <inkml:trace contextRef="#ctx0" brushRef="#br0" timeOffset="12293.98">18789 1245 424 0,'0'0'128'16,"0"0"-10"-16,0 0-34 15,0 10-24-15,0 6 6 16,0 4-12-16,0 6 31 15,1 1-13-15,4-1-28 16,-2 0-6-16,2-5-28 16,-2-4 7-16,0-3-24 15,-3-6 9-15,0-5-71 16,0-3-112-16,-3 0-165 16</inkml:trace>
  <inkml:trace contextRef="#ctx0" brushRef="#br0" timeOffset="12460.16">18795 1080 776 0,'0'0'49'0,"0"0"17"0,0 0-14 16,0 0-70-16,0 0-42 15,0 0-53-15,14 3-40 16,-4 4-99-16</inkml:trace>
  <inkml:trace contextRef="#ctx0" brushRef="#br0" timeOffset="12778.72">19059 1133 560 0,'0'0'125'16,"0"0"-20"-16,0 0-25 15,-79 68-33-15,64-50-18 16,8-3-18-16,4-1-1 16,3-3-8-16,4-2 21 15,14-1-16-15,3 0 26 16,2 1 13-16,-2-3-1 16,-3 1-8-16,-6 1-11 15,-4 2-6-15,-6-1 1 16,-2 1 18-16,-4-1-19 15,-11 1 0-15,-3-2-27 16,0-1 10-16,1-1-57 16,1-4-32-16,6-2-66 15,4 0-64-15,6 0-146 16</inkml:trace>
  <inkml:trace contextRef="#ctx0" brushRef="#br0" timeOffset="13100.75">19287 1162 413 0,'0'0'60'16,"0"0"46"-16,0 0-49 16,-19 71-43-16,16-51 4 15,3-2-13-15,0-2 24 16,6-5 7-16,10-3 2 15,4-4 25-15,0-4 12 16,1 0-11-16,-2-1-20 16,-6-10 4-16,-2-4-23 15,-5-2 18-15,-6 0-18 16,0-1 7-16,0-1-31 16,-13 0 1-16,-3 0-23 15,-4 4-54-15,-2 2-64 16,-1 1-89-16,0 3-284 15</inkml:trace>
  <inkml:trace contextRef="#ctx0" brushRef="#br0" timeOffset="13360.24">19523 784 933 0,'0'0'107'0,"-12"126"13"0,6-60-65 16,6-2-25-16,0-5-28 16,0-7 6-16,9-12-14 15,7-5 13-15,4-9-53 16,0-10-34-16,5-6-81 15,-1-9-51-15,1-1-100 16</inkml:trace>
  <inkml:trace contextRef="#ctx0" brushRef="#br0" timeOffset="13767.6">19830 1043 763 0,'0'0'154'0,"0"0"-24"16,0 0-81-16,0 0-43 16,-92 41 7-16,70-19-20 15,6-3 14-15,3-2-14 16,9-3 2-16,4-4-14 16,0-3-15-16,1-3 21 15,15-4 10-15,0 0 7 16,3 0-8-16,-2 0 10 15,1-10-12-15,-4 2 16 16,-1 1-18-16,-4 0 10 16,-3 4-11-16,-2-1 8 0,-3 3 2 15,2 1-2 1,-2 0-1-16,2 0-11 0,3 0 20 16,3 5-9-1,2-2 12-15,-1 1-15 16,5-1 14-16,1-3-15 0,0 0 6 15,1 0-44-15,-1-7-55 16,-2-9-43-16,1-3-87 16,-1-6-59-16</inkml:trace>
  <inkml:trace contextRef="#ctx0" brushRef="#br0" timeOffset="13981.8">20045 665 583 0,'0'0'136'0,"0"84"-15"15,0-27-32-15,0 3 23 16,6 0-38-16,3-1-15 16,1-7-37-16,-3-4-18 15,-1-8-3-15,-3-9-2 16,-3-6-5-16,0-10-77 15,0-7-92-15,-9-8-152 16</inkml:trace>
  <inkml:trace contextRef="#ctx0" brushRef="#br0" timeOffset="14166.73">19969 897 923 0,'0'0'161'0,"0"0"-73"16,81-12-65-16,-57 12-19 16,-2 0-7-16,-5 0-59 15,-1 2-99-15,0 7-45 16,-3 1-124-16</inkml:trace>
  <inkml:trace contextRef="#ctx0" brushRef="#br0" timeOffset="14452.17">20238 971 516 0,'0'0'211'0,"0"0"-15"16,0 0-48-16,0 0-54 15,0 0-4-15,80-65-46 16,-64 40 0-16,0 5-36 16,-6-3 3-16,-2 6-11 15,-3 4 2-15,-5 4 3 16,0 6-7-16,-8 3 2 15,-7 2-14-15,-5 13 14 16,4 9-9-16,0 1 19 16,3 4-18-16,6-3 17 15,4 2-17-15,3-4 13 16,0-2-9-16,0-4-5 16,11-2-31-16,3-5-70 15,1-4-100-15,3-7-211 16</inkml:trace>
  <inkml:trace contextRef="#ctx0" brushRef="#br0" timeOffset="15153.06">20906 635 700 0,'0'0'58'0,"0"0"49"16,0 0-29-16,-7 90-39 16,5-71-8-16,2-2-2 15,0-4-15-15,3-3 4 16,6-6-14-16,4-4 8 15,1 0-13-15,1-3 10 16,1-12-21-16,-3-4 4 16,1-2-32-16,-5-3-5 15,0-2 2-15,-3 2 4 16,-3 2-4-16,-1 1-20 16,-1 5 21-16,-1 6 13 15,0 8 28-15,0 2-2 0,2 2 10 16,2 17-4-1,2 10 47-15,1 10 20 0,6 6 36 16,0 7 3 0,5 8-2-16,-1 2-6 0,2 0-22 15,-5-6 3-15,1-4-34 16,-5-7 4-16,-6-8-32 16,-4-8 19-16,0-6-29 15,-9-6 23-15,-11-5-18 16,-7-5-1-16,-5-6-7 15,-5-1-10-15,-3 0-19 16,1-14-35-16,-1-4-8 16,5-3-39-16,5-4-100 15,8-4-242-15</inkml:trace>
  <inkml:trace contextRef="#ctx0" brushRef="#br0" timeOffset="15816.36">21380 685 1134 0,'0'0'103'16,"0"0"25"-16,0 0-44 15,0 3-47-15,0-3-18 16,0 3-15-16,-6 1 1 16,-6 0-67-16,-5 0-101 15,-3-1-298-15</inkml:trace>
  <inkml:trace contextRef="#ctx0" brushRef="#br0" timeOffset="16791.4">15941 2630 811 0,'0'0'114'16,"0"0"3"-16,23 86-60 15,-13-60-38-15,-4-3-12 16,0-1-5-16,-3-4-4 16,-3-3-17-16,0-5-74 15,0-1-51-15,-3-6-49 16,-9-3-108-16</inkml:trace>
  <inkml:trace contextRef="#ctx0" brushRef="#br0" timeOffset="17237.66">15785 2666 664 0,'0'0'108'0,"0"0"1"15,81-75-34-15,-42 51-27 16,4 3 2-16,-2 3-25 15,-4 7-6-15,-5 5-24 16,-7 6 15-16,-8 0-24 16,-11 12 4-16,-6 7-9 15,0 2 8-15,-6 1-3 16,-9 0-7-16,5-2 19 16,4-1-6-16,5-8 4 15,1 1-20-15,6-3 25 16,17-2-13-16,-1-1 17 15,4-1-11-15,-2 1 7 16,-4 4-1-16,-7-1-1 16,-8 5 14-16,-5 4 20 0,0 2 32 15,-16 1-12 1,-7-1-7-16,-3-2-38 0,1-2 6 16,3-4-21-16,4-5 9 15,7-4-45-15,7-3-40 16,4 0-82-16,0-8-122 15,9-8-112-15</inkml:trace>
  <inkml:trace contextRef="#ctx0" brushRef="#br0" timeOffset="17671.97">16302 2673 523 0,'0'0'71'0,"0"0"60"16,0 0-34-16,0 0-15 16,0 0-30-16,56 66-2 15,-33-62-15-15,2-1-11 16,-3-3-10-16,-2 0-11 16,-2 0 3-16,-3 0-9 15,-1-3 9-15,-5-5-13 16,-3-2 15-16,-3-1-14 15,0-2 13-15,-2 1-15 16,-1 0 4-16,0 1-4 16,0 2 5-16,0 5 4 0,0 2-4 15,0 2 7 1,2 0-16-16,3 0 8 0,2 11-3 16,4 0 15-16,1 1-14 15,2-2 15-15,3-1-11 16,-3-3 7-16,4-2-3 15,-2-2-2-15,-5-2 2 16,2 0-6-16,-3-2-2 16,2-11-74-16,-5-5-69 15,2-3-64-15,-2-4 18 16,0-2-31-16</inkml:trace>
  <inkml:trace contextRef="#ctx0" brushRef="#br0" timeOffset="17865.3">16701 2362 407 0,'0'0'60'16,"0"0"73"-16,0 0-20 15,1 91-4-15,10-53 4 16,3 1-21-16,3-3-18 16,-1-4-21-16,-2-3-22 15,-1-5-25-15,-4-5 2 16,-4-4-17-16,-5-4-30 15,0-6-88-15,-9-5-109 16,-12 0-260-16</inkml:trace>
  <inkml:trace contextRef="#ctx0" brushRef="#br0" timeOffset="18012.98">16527 2469 798 0,'0'0'58'0,"0"0"27"0,103-52-65 16,-60 32-22-16,3 0-119 16,-2-2-201-16</inkml:trace>
  <inkml:trace contextRef="#ctx0" brushRef="#br0" timeOffset="19006.43">17157 2461 680 0,'0'0'97'0,"0"0"6"16,0 0-48-16,19 79 3 15,-6-68-11-15,5-3-12 16,0-5-24-16,5-3 13 16,-3 0-25-16,1-3 14 15,-3-9-18-15,-3-3 9 16,-2 0-5-16,-6 0-4 15,-1 4-3-15,-2 1-5 16,-1 4 14-16,-2 3-7 16,-1 3 14-16,0 0-17 15,0 0 12-15,0 0-28 16,3 1 27-16,0 5-10 16,4-2 9-16,3 0 1 15,2 0-2-15,-1-4 2 16,1 0-5-16,-2 0 8 15,0 0-10-15,-2 0 14 16,0 0-15-16,-5-4 18 16,0-4-15-16,0-3 11 15,-3-1-11-15,0-3 4 16,0 0 0-16,0 1-3 16,0 0 4-16,0 4-6 15,0 1 9-15,-2 4-12 16,2 2 15-16,0 2-15 15,0 1 12-15,0 0-15 16,11 0 14-16,1 0-7 16,3 0 1-16,2 0 7 15,1 0-4-15,2 0 6 16,-1 0-7-16,2-1 14 16,-2-8-18-16,-2 1 16 0,-1-2-20 15,-3 1 22 1,-3-3-17-16,-4 1 10 0,-2-1-6 15,-2 1 2-15,-2-2 1 16,0 4 7-16,0 3 6 16,-6-1-7-16,-7 7 23 15,2 0-38-15,-3 10 18 16,0 7-21-16,4 7 16 16,0 2-5-16,7 1 17 15,3 2 10-15,0-4-8 16,10-4-3-16,6-3-15 15,9-5 0-15,2-6-28 16,5-5-46-16,-2-2-140 16,2 0-268-16</inkml:trace>
  <inkml:trace contextRef="#ctx0" brushRef="#br0" timeOffset="19477.82">18227 2077 509 0,'0'0'161'15,"0"0"27"-15,0 0-19 16,0 0-83-16,-39 24-19 15,20-6-17-15,4 1-6 16,3 2-23-16,5-2 14 16,4 0-29-16,3-3 16 15,0 1-25-15,14-3 15 16,11-3-18-16,5-4 8 16,5-3-2-16,4-4-25 15,3 0-36-15,-3 0-65 16,-2-10-74-16,-3-3-69 15,-4-3-139-15</inkml:trace>
  <inkml:trace contextRef="#ctx0" brushRef="#br0" timeOffset="20191.68">18539 2075 493 0,'0'0'60'16,"0"0"71"-16,0 0-37 15,0 0-66-15,0 0 4 16,-97 6-11-16,71 17 5 15,2 2-27-15,5 1 6 16,6-5-5-16,4-2 0 16,8-4 7-16,1-2 22 15,4-9-2-15,18-1-18 16,1-3 17-16,6 0-9 16,0-2 11-16,-2-7-21 15,-2-4 9-15,-7 1-19 0,-3-2 8 16,-8 3-9-16,0-1-9 15,-4 4-4-15,0 0-7 16,-3 2 15 0,0 4 3-16,2 2 11 0,-1 0-15 15,3 0 11-15,2 4-13 16,3 7 26-16,2 1 8 16,1-1 7-16,2 1-10 15,-2-4 5-15,0-1 11 16,2-2-11-16,-4-3 7 15,3-2-3-15,-3 0 7 16,-1-3-25-16,1-8 11 16,-3-5-25-16,-3 1 14 15,1-2-19-15,-2 1-8 16,0 1-11-16,0 3-9 16,0 1 0-16,2 3 4 15,-2 4 22-15,1 4-1 16,2 0 14-16,0 0-12 15,0 4 25-15,-1 4 2 16,0 0 21-16,-1 0-8 16,0-3-8-16,1-1-3 15,-2-2-6-15,1-2 14 16,3 0-3-16,2-2 1 16,-2-10-27-16,2-1 11 15,2-3-25-15,1-1 1 16,1 3-21-16,1-1 13 15,2 1-8-15,-1 7 2 16,2 3 19-16,-1 4 7 0,0 0 5 16,-2 1-5-16,0 9 20 15,0 4-17-15,-3-3 12 16,4 0-25-16,-5-4-48 16,1-6-218-16,-2-1-372 15</inkml:trace>
  <inkml:trace contextRef="#ctx0" brushRef="#br0" timeOffset="21057.84">19504 1723 569 0,'0'0'1'0,"0"0"0"0,-77 11 6 15,51 6-1-15,6 1 11 16,8-2 3-16,8 1 11 16,4 1-24-16,6-5 23 15,14 0-20-15,3-2 21 16,5 0 1-16,-1 0 17 16,-4-2 7-16,-4 1 0 15,-9-1-16-15,-7 1-20 16,-3 0 7-16,-1-2 16 15,-15 0-9-15,-2-2-34 16,1 0 11-16,1-2-21 16,5-1 16-16,3-2-21 15,7-1-1-15,1 0-13 16,0 0-27-16,17 0 33 16,4-2 21-16,6-10 8 15,5-2-10-15,4-7 11 16,-2-4-15-16,-1 0 9 15,-4-5-26-15,-4-2-8 16,-3-1-23-16,-7-3 5 16,-3-1-4-16,-6 0 8 15,-3-2 33-15,-3 3 9 16,0 7 10-16,0 5-1 16,0 9 41-16,0 9 7 15,0 6 26-15,4 10-47 16,6 16 4-16,3 9 33 15,3 7 7-15,2 2 8 16,0-1-10-16,-3-2-34 16,-2-7-32-16,-6-3 2 15,-4-6-17-15,-3-6-15 0,0-6-93 16,-10-6-87-16,-12-6-222 16</inkml:trace>
  <inkml:trace contextRef="#ctx0" brushRef="#br0" timeOffset="21303.07">19677 1635 925 0,'0'0'133'16,"0"0"26"-16,111-25-100 15,-75 24-37-15,-2 1-24 16,-6 0 11-16,-6 11-30 15,-2 5 1-15,-4 7-23 16,-7 1 29-16,-3 0-2 16,-5-1 12-16,-1-4 2 15,0-2-10-15,0-5-22 16,0-7-69-16,-6-5-85 16,-1 0-224-16</inkml:trace>
  <inkml:trace contextRef="#ctx0" brushRef="#br0" timeOffset="21442.78">19944 1483 781 0,'0'0'-2'16,"0"0"5"-16,0 0-118 0,0 0-120 15</inkml:trace>
  <inkml:trace contextRef="#ctx0" brushRef="#br0" timeOffset="21975.75">20154 1646 614 0,'0'0'74'0,"0"0"70"15,0 0-54-15,36-81-26 16,-32 51-20-16,0-3-17 15,-1-2-29-15,-3-3 13 16,0 0-21-16,0-2-2 16,0 6-33-16,-6 6 9 15,-5 8-2-15,-1 13 12 16,-2 7 7-16,-2 7 2 16,2 21 16-16,2 10 0 15,3 8 22-15,5 4-14 16,4 2 26-16,0-2 11 15,15-5 37-15,5-9-37 16,4-7-4-16,1-9 0 16,1-8-16-16,0-6-2 15,0-6-7-15,0-2-1 16,0-15-16-16,-3-9 12 16,-1-7-19-16,-4-5 12 15,-2-7-28-15,-3-4 0 16,-4-3-30-16,-5-1-13 0,-4-2-16 15,0 9 14 1,0 7 24-16,0 10 26 0,-7 13 25 16,-6 13-9-16,0 3 22 15,-3 24-28-15,-3 13 39 16,4 11 28-16,2 4 1 16,4 3-10-16,4-3-32 15,5-2-12-15,0-7-20 16,0-7-156-16,0-8-464 15</inkml:trace>
  <inkml:trace contextRef="#ctx0" brushRef="#br0" timeOffset="22877.38">20844 1268 392 0,'0'0'42'0,"4"-83"22"16,-4 50-44-16,-4 6-22 15,-12 10-10-15,-3 13-21 16,-1 4-12-16,3 13 26 16,4 21 15-16,4 9 44 15,6 11-1-15,3 5 28 16,0 5 11-16,13 3 12 15,9 0-6-15,2-5 20 16,1-6 15-16,-2-9-13 16,-3-7-38-16,-7-8-28 15,-1-12 1-15,-8-5-17 16,-4-7 8-16,0-8-9 16,0 0 8-16,-3 0-27 15,-8-18 10-15,4-7-14 16,1-11-10-16,4-7-4 15,2-1-7-15,0-4-4 0,11 3-18 16,10 8-2 0,4 9-19-16,3 6 31 0,6 10 9 15,-1 8 27 1,0 4-11-16,-4 0 13 0,-3 4-6 16,-6 12 4-16,-4 3 9 15,-7 6 7-15,-3-2 6 16,-5-3-13-16,-1-1 0 15,0-3-25-15,-3-6-28 16,-5-6-138-16,-3-4-204 16</inkml:trace>
  <inkml:trace contextRef="#ctx0" brushRef="#br0" timeOffset="23036.06">21166 1289 842 0,'0'0'15'16,"0"0"-7"-16,0 0-15 15,0 0-105-15,0 0-135 16,0 22-224-16</inkml:trace>
  <inkml:trace contextRef="#ctx0" brushRef="#br0" timeOffset="23743.66">21312 1471 790 0,'0'0'141'0,"0"0"41"15,0 0-87 1,0 0-37-16,0 0-45 16,0 0-1-16,47-68-13 0,-35 53 1 15,-2 1-4-15,2 5-28 16,-4 3-17-16,3 6-18 15,-1 0 11-15,1 0-12 16,0 0 30-16,3 11-3 16,-1-1 20-16,4-1-15 15,-1-2 8-15,4-1 3 16,3-6-10-16,-2 0-22 16,3 0-13-16,-4-4 5 15,-1-5-10-15,-2-3 30 16,-5-2 26-16,-2-1 28 15,-6 2 14-15,-4-2 64 16,0-3 6-16,0 3-19 16,-5-3-29-16,-10 5-21 15,-1-1-10-15,-4 7-14 16,-3 3 3-16,-3 4-12 16,1 0 5-16,-2 11-15 15,2 7 3-15,8 1-6 16,7 3 9-16,7-2 8 15,3 1 8-15,2-4 9 16,16-6 9-16,3-3 11 16,5-5 5-16,2-3 33 15,4 0-16-15,-3-15-28 16,-3-5-6-16,-1-3 3 16,-9-7-23-16,-5-2 9 15,-7-3-10-15,-4-4 2 16,0-3-1-16,-8-4-11 0,-10-6-2 15,0 2-12-15,-1-2 5 16,0 9-24 0,2 11 29-16,2 8 1 0,4 20 19 15,1 4-30-15,2 16 20 16,6 19 16-16,2 9 32 16,0 7-3-16,2 3-4 15,16-2-2-15,-1-1-30 16,6-5 2-16,-5-4-82 15,0-11-145-15,-4-7-385 16</inkml:trace>
  <inkml:trace contextRef="#ctx0" brushRef="#br0" timeOffset="24544.52">22264 887 395 0,'0'0'63'0,"0"0"-16"15,-90 61-23-15,67-34-4 16,4 0 25-16,6-3-20 15,6-2 19-15,7-3 12 16,0-5 6-16,0-4 0 16,13-7-2-16,4-3-2 15,5 0-17-15,1-6-7 16,5-12-18-16,-1-7 5 16,1-5-26-16,-3-6 19 15,-2-5-22-15,-8-3 10 16,-6-5-15-16,-4-2 7 15,-5 0-3-15,0 2-2 16,-7 4 5-16,-7 9-2 16,-2 10 6-16,-1 8-12 15,-1 11 4-15,-1 7-17 16,2 8 23-16,4 16-11 16,3 11 19-16,4 5 22 15,6 7 28-15,0 0 7 0,9 0-7 16,8-4-4-1,6-3-24-15,3-7-6 0,1-7-20 16,1-6 10-16,3-8-45 16,-4-8-43-1,1-4-108-15,-3 0-147 0,-4-12-199 16</inkml:trace>
  <inkml:trace contextRef="#ctx0" brushRef="#br0" timeOffset="24979.76">22480 790 586 0,'0'0'116'0,"0"0"0"16,0 0-15-16,-10 88-40 16,10-70-4-16,10-4-28 15,4-4 8-15,1-4-32 16,1-6 10-16,4 0-22 15,0-3 1-15,-1-14-3 16,-1-2-14-16,-4-6 0 16,0-2-3-16,-2 0-7 15,-4 4-17-15,-2 3 30 16,-1 4 8-16,-4 12 19 16,-1 4-14-16,0 4-3 15,0 20 9-15,0 9 10 16,0 7 18-16,0 10 19 15,0 6 18-15,6 1 8 16,3 1 20-16,4 0-4 16,0-6-3-16,1-9-41 0,-1-6 2 15,-4-7-17 1,-5-10-5-16,-4-4-25 0,0-6 10 16,-19-3 0-16,-9-5-14 15,-12-2-32-15,-7 0-53 16,-11 0-64-16,-7 0-161 15,-6 0-163-15</inkml:trace>
  <inkml:trace contextRef="#ctx0" brushRef="#br0" timeOffset="25156.69">22156 1346 1009 0,'79'-32'177'0,"7"-1"-19"15,5-3-107-15,-7 3-16 16,-7 2-28-16,-12 2-7 16,-13 6-43-16,-15 4-115 15,-14 5-232-15,-11 6-341 16</inkml:trace>
  <inkml:trace contextRef="#ctx0" brushRef="#br0" timeOffset="25778.85">22310 1694 574 0,'0'0'108'0,"0"0"45"16,0 0-6-16,0 0-21 15,0 0-35-15,11-68-29 16,-28 65-19-16,-2 3-28 16,-7 0-9-16,-3 9-12 15,1 11 12-15,2 3-14 16,3 4 17-16,7-2-18 15,8-1 18-15,8-4-19 16,0-4 13-16,19-5-5 16,10-5 4-16,7-6 5 15,7 0-3-15,-1-6 10 16,2-11-12-16,-4-6 8 16,-5-5-15-16,-9-2 16 15,-9-3-17-15,-7 1 16 16,-7-5-17-16,-3 0 10 15,0 2-8-15,-13 7 4 16,-3 7 2-16,-1 5-3 16,-1 11 4-16,1 5-15 15,3 9 11-15,2 13-12 16,5 8 21-16,7 5-12 16,0 1 21-16,4 0-4 15,15-4 11-15,2-1 3 16,2-7 0-16,1-4-10 15,-1-5-14-15,-4-6 4 16,3-5-12-16,-4-4-8 16,0 0-60-16,-3-4-53 15,-4-12-157-15,-3 0-210 16</inkml:trace>
  <inkml:trace contextRef="#ctx0" brushRef="#br0" timeOffset="25999.21">22647 1546 828 0,'0'0'137'0,"0"0"76"15,89 41-66-15,-53-22-51 16,-1 3-22-16,-1-2-26 16,-6-2-15-16,-6-1-34 15,-5-6 15-15,-7-3-27 16,-4-3-12-16,-3-2-49 15,-3-3-25-15,0 0-60 16,0-6-131-16,0-11-228 16</inkml:trace>
  <inkml:trace contextRef="#ctx0" brushRef="#br0" timeOffset="26139.21">22857 1571 838 0,'0'0'134'0,"0"0"-17"15,-116 88-80-15,73-58-33 16,-2 0 1-16,2-6-104 16,6-5-163-16,4-7-306 15</inkml:trace>
  <inkml:trace contextRef="#ctx0" brushRef="#br0" timeOffset="26974.54">19098 2995 796 0,'0'0'77'15,"0"0"79"-15,14 77-32 16,-8-52-41-16,1-5-66 16,-1-3-1-16,-1-4-21 15,-1-4 9-15,-4-3-34 16,0-6-89-16,0 0-157 15,0-6-231-15</inkml:trace>
  <inkml:trace contextRef="#ctx0" brushRef="#br0" timeOffset="27132.64">19023 2765 853 0,'0'0'49'0,"0"0"-9"0,0 0-28 16,0 0-63-16,0 0-85 16,0 0-164-16</inkml:trace>
  <inkml:trace contextRef="#ctx0" brushRef="#br0" timeOffset="27648.54">19274 3102 904 0,'0'0'117'16,"0"0"-5"-16,0 0-33 16,0 0-23-16,0 0 11 15,0 0-31-15,15-23-20 16,-15 5-17-16,0-1-8 15,0-2-21-15,0 4-13 16,0-2 0-16,3 5-12 16,5 2 23-16,1 5-6 15,4 4 36-15,0 3-10 16,0 0 18-16,-2 0-14 16,-1 7 12-16,-2 6 5 15,-1-1 13-15,0 0-1 16,-3-1-5-16,2-5 7 0,-1-2-14 15,1-2 7-15,2-2-15 16,2 0 18-16,-1-12-23 16,4-3 3-16,-3 3-37 15,0 0-15-15,0 0 1 16,-4 8-11-16,1 3 21 16,-1 1 30-16,0 0 10 15,2 2-5-15,1 10 21 16,-2 3 0-16,2-1 14 15,-1 0-19-15,0 1 3 16,-1-5-14-16,0-3-3 16,0-5-89-16,1-2-211 15,-1 0-276-15</inkml:trace>
  <inkml:trace contextRef="#ctx0" brushRef="#br0" timeOffset="28083.35">19783 3173 841 0,'0'0'164'0,"0"0"-16"16,47 80-92-16,-38-62-15 15,-3-4-16-15,-5-7 0 16,-1-4 2-16,0-3-6 15,-6 0-1-15,-7-17-21 16,-4-6-4-16,1-11-26 0,-3-5 1 16,5-9-21-1,0-6 18-15,5-3-31 0,4 0 17 16,5 4 2-16,0 6 19 16,9 9 4-16,11 9 9 15,6 9 18-15,-1 10-3 16,1 9 28-1,-3 1-7-15,-4 7 32 0,-9 13-15 16,-6 4 20-16,-4 0-8 16,0 2-4-16,-13-1-16 15,-10-2-20-15,-3-3-9 16,0-8-22-16,0-2-25 16,4-9-65-16,4-1-66 15,2-7-128-15,7-16-349 16</inkml:trace>
  <inkml:trace contextRef="#ctx0" brushRef="#br0" timeOffset="28307.95">19940 2637 963 0,'0'0'163'0,"31"102"-55"16,-14-56-58-16,-3-6-8 16,2-6-39-16,-3-11 10 15,3-7-21-15,-3-8-9 16,4-8-51-16,-2 0-47 16,0-8-130-16,-1-12-127 0</inkml:trace>
  <inkml:trace contextRef="#ctx0" brushRef="#br0" timeOffset="28455.58">20172 2745 632 0,'0'0'131'0,"0"0"37"0,11 74-51 16,-7-51-48-16,3-3-53 16,0-4-8-16,-1-6-69 15,-3-7-152-15,-3-3-305 16</inkml:trace>
  <inkml:trace contextRef="#ctx0" brushRef="#br0" timeOffset="28628.12">20226 2613 877 0,'0'0'6'15,"0"0"2"-15,0 0-38 16,0 0-58-16,0 0-139 16,0 0-241-16</inkml:trace>
  <inkml:trace contextRef="#ctx0" brushRef="#br0" timeOffset="29034.9">20350 2688 626 0,'0'0'106'0,"0"0"50"16,0 0-87-16,-52 73-22 0,43-54-31 15,5 2-8-15,4-3-7 16,0-3-2-16,10-3 1 16,10-3-5-16,2-4 2 15,4-3-12-15,-1-2 15 16,-4 0-15-16,-2-9-6 15,-3-5-43-15,-6-4-25 16,-4-2-20-16,-2-2-10 16,2-4-15-16,-3 2 51 15,1-3 67-15,-1 3 13 16,2 2 10-16,-1 7 21 16,0 4 47-16,3 10 7 15,0 1-42-15,1 4-10 16,-1 15 69-16,3 6-22 15,-3 2-15-15,-1 2 11 16,-1-2 15-16,-4-2-16 16,0-5-50-16,1-5-13 15,-2-7-24-15,0-7-109 16,-2-1-212-16</inkml:trace>
  <inkml:trace contextRef="#ctx0" brushRef="#br0" timeOffset="29191.62">20529 2353 975 0,'0'0'6'16,"0"0"-11"-16,0 0-155 15,0 0-168-15</inkml:trace>
  <inkml:trace contextRef="#ctx0" brushRef="#br0" timeOffset="29433.76">20681 2359 1013 0,'0'0'134'15,"20"112"21"-15,-7-56-81 16,0-2-38-16,-4-6-20 16,2-6-10-16,-4-7-9 15,1-7-24-15,-4-6-57 16,-4-12-90-16,0-5-174 16,-1-5-220-16</inkml:trace>
  <inkml:trace contextRef="#ctx0" brushRef="#br0" timeOffset="29591.29">20616 2535 839 0,'0'0'79'0,"0"0"75"16,85-29-129-16,-56 20-23 15,-5-1-30-15,-2-4-140 16,-3-2-136-16,-5-3-224 15</inkml:trace>
  <inkml:trace contextRef="#ctx0" brushRef="#br0" timeOffset="30218.72">20880 2273 782 0,'0'0'206'0,"0"92"-50"15,0-43-45-15,0-2-45 16,9-3-19-16,5-9-38 16,-1-6-7-16,3-10 1 15,0-9-8-15,1-5-8 16,-2-5-30-16,2 0 9 16,-1-16-26-16,-2-4-19 15,0 0-21-15,-2 0-7 16,-3 2 5-16,-5 6 56 15,-1 2 48-15,-1 7-1 16,-2 3 14-16,0 0 2 16,0 0-4-16,0 7-10 15,1 3 15-15,2-2-13 16,0-1 17-16,4-4-19 16,-3-3 9-16,5 0-6 15,-1 0-4-15,3-13-7 16,-1-2-10-16,2-3 0 15,-1 2-5-15,1 2 8 16,-2 1-10-16,1 3 11 16,1 7 3-16,-1 3 12 15,1 3-13-15,0 20 16 16,2 9 10-16,-1 9 46 16,0 9 49-16,0 7 37 15,-6 1-14-15,3 4-37 0,-5-2 0 16,-4-1-33-16,-1-6 35 15,0-6-29-15,0-8-29 16,-6-9-6-16,-12-8 7 16,-7-9-19-16,-2-7-10 15,-5-6-4-15,-4 0-22 16,-2-6-7-16,1-8-44 16,-1-4-4-16,5-2-46 15,1-3-18-15,6-6-155 16,3-6-316-16</inkml:trace>
  <inkml:trace contextRef="#ctx0" brushRef="#br0" timeOffset="30932.57">19459 3314 612 0,'0'0'134'16,"0"0"-30"-16,0 0-13 16,-39 11 4-16,56-11 9 15,24-5-46-15,18-13 59 16,22-3-32-16,22-8-21 16,15-4-23-16,12-1 0 15,10-4-13-15,4 1-5 16,-5-2-12-16,-3 1-13 15,-11 1 10-15,-16 1-15 16,-17 7 16-16,-15 4-26 16,-22 6 5-16,-17 2-29 15,-14 6 8-15,-10 1-19 16,-10 3-53-16,-4-1-114 0,0 1-152 16,0-3-328-1</inkml:trace>
  <inkml:trace contextRef="#ctx0" brushRef="#br0" timeOffset="31232.76">21478 2527 1149 0,'0'0'135'0,"0"0"1"15,0 0-30-15,0 0-33 16,0 0 2-16,-3 11-46 16,3-10 2-16,0-1-28 15,0 0 3-15,-3 0-17 16,-1 0-53-16,-2 0-46 15,-3 0-88-15,-8 0-320 16</inkml:trace>
  <inkml:trace contextRef="#ctx0" brushRef="#br0" timeOffset="45319.47">6974 7961 107 0,'0'0'30'0,"0"0"35"16,0 0-17-16,0 0-5 15,0 0 16-15,0 0 5 16,0 0 2-16,0 0 5 16,4 0 0-16,0 0 10 15,1-4-19-15,-1 2-7 16,0 1-29-16,-1-2 5 15,0 2-13-15,0-2-3 16,0 3-9-16,-2 0-3 16,1 0-2-16,-2 0-3 15,0 0 5-15,3 0-6 16,-1 0 9-16,3 0-12 16,1 0 15-16,1 0-16 15,4 0 15-15,0 0-12 16,-1 0 4-16,3 0 3 0,-3 0-6 15,0 0 1-15,1 0-2 16,-2 0 7-16,0 0-8 16,1 0 12-1,-1 0-15-15,-2 0 15 0,1 0-13 16,0 0 11-16,2-1-7 16,3 1 1-1,0-4 2-15,0 4-1 0,0 0 1 16,1-2-4-16,-2 0 9 15,-1 2-12-15,-2 0 11 16,1 0-10-16,-4 0 12 16,0 0-15-16,-2 0 14 15,2 0-9-15,-2 0 3 16,3 0 0-16,-1 4-1 16,1 0 4-16,1-3-8 15,3 1 12-15,1-2-13 16,3 0 14-16,-1 0-15 15,-1 0 16-15,1 0-15 16,-2 0 10-16,0 0-5 16,-1 0 1-16,-1 0 0 15,0 0-2-15,-2 0 5 16,0 0-7-16,-1 0 8 16,1 0-12-16,0 0 15 15,1 0-16-15,2 0 11 16,-2 0-13-16,1 0 8 15,0 0-1-15,-4 0-3 16,1 0-11-16,0 0 1 16,-2 0 6-16,3 0-2 15,-2 0 16-15,0 0-21 16,0 0 10-16,-2 0-7 0,3 1 14 16,-3 0-5-1,1 2 6-15,2-2 0 16,-3 1-1-16,1-2 2 0,0 4-3 15,0-4 6-15,2 0-9 16,-3 0 11-16,4 0-12 16,0 0 12-16,-2 0-11 15,0 0 5-15,0 0-12 16,-1 4 7-16,2-4 5 16,-1 0-2-16,0 0 4 15,-2 0-7-15,2 0 6 16,-1 0-18-16,3 0 13 15,-1 0-5-15,1 0 15 16,0 0-12-16,2 2 10 16,-1-2-7-16,1 0 5 15,0 0-4-15,0 0 1 16,-1 2 5-16,1-2-9 16,-1 0 10-16,1 0-10 15,-2 0 11-15,0 2-11 16,2-2 11-16,0 0-12 15,1 0 10-15,-2 0-5 16,2 0 1-16,-3 0 1 16,1 0-4-16,-2 0 7 15,-3 0-10-15,3 0 11 16,-2 0-11-16,2 0 14 16,-1 0-13-16,1 0 12 15,3 0-11-15,-1 0 5 16,1 0-1-16,0 0-1 15,-1 0 0-15,-1 0-4 16,1 0 7-16,-2 0-9 0,0 0 9 16,1 0-8-16,-2 0 12 15,2 0-12 1,-1 0 11-16,-1 0-8 0,1 0 3 16,0 0 0-16,1 0 1 15,-1 0-1-15,0 0-2 16,3 0 5-16,0 0-6 15,1 0 7-15,0 0-9 16,-2 0 11-16,2 0-11 16,1 0 9-16,-4 0-6 15,1 0 2-15,1-2 1 16,-1 2-2-16,0 0 4 16,-2 0-8-16,1 0 9 15,0 0-8-15,0 0 9 16,-2 0-10-16,3 0 11 15,-2 0-10-15,0 0 6 16,1 0-2-16,1 0-1 16,-1 0 1-16,-1 0-1 15,0 0 4-15,2 0-8 16,-3 0 11-16,-2 0-13 16,0 0 13-16,-1 0-11 15,-1 0 9-15,1 0-9 16,-2 0 7-16,3 0-3 15,-1 0 2-15,1 0-1 16,-1 0 0-16,0 0 2 16,0 0-6-16,0 0 8 0,0 0-9 15,0 0 11 1,-1 0-11-16,0 0 11 16,2 0-11-16,-2 0 5 0,1 0 1 15,-2 0-1-15,1 0 1 16,-2 0-4-16,1 0 6 15,-1 0-5-15,2 0 8 16,-2 0-8-16,0 0 14 16,0 0-13-16,0 0 8 15,0 0-8-15,0 0 5 16,0 0 5-16,0 0-7 16,0 0-22-16,-11 0-152 15,-1-6-385-15</inkml:trace>
  <inkml:trace contextRef="#ctx0" brushRef="#br0" timeOffset="50881.88">7159 6703 405 0,'0'-1'90'0,"0"-6"28"16,0 0 16-16,2-1-66 15,-2 0 8-15,0-1-28 16,0-3 14-16,0 2-12 15,0-3-18-15,-2 1-16 16,-9 1-5-16,3 2-3 16,-4 2-12-16,1 3 8 15,-1 0-12-15,-1 4 14 16,0 0-17-16,-1 0 12 16,1 8-12-16,1 8 13 15,1 3-4-15,3 4 0 16,2 4 6-16,6 1 5 15,0 4 22-15,0-3-7 16,0 4 4-16,0-4-18 16,0 3 11-16,0-3-17 15,5-2 11-15,-4-1-18 0,1-2 14 16,-1-4-2 0,1 0-1-16,-2-4-5 15,0 0-4-15,0-4 6 16,0-2-12-16,0-2 2 0,0-4-45 15,0-3-8-15,-3-1-62 16,-5 0-58-16,1 0-119 16,-4-9-259-16</inkml:trace>
  <inkml:trace contextRef="#ctx0" brushRef="#br0" timeOffset="51108.1">6942 6873 896 0,'0'0'99'16,"0"0"68"-16,0 0-122 15,0 0-26-15,0 0-16 16,71-5-16-16,-69 5-75 15,4 0-126-15,-3 2-221 16</inkml:trace>
  <inkml:trace contextRef="#ctx0" brushRef="#br0" timeOffset="51342.65">7297 6913 1000 0,'0'0'13'0,"0"0"87"16,0 0-46-16,0 0-52 15,0 0-8-15,0 0-112 16,0 0-156-16,-9 0-409 15</inkml:trace>
  <inkml:trace contextRef="#ctx0" brushRef="#br0" timeOffset="52336.52">7712 6881 552 0,'0'0'126'0,"0"0"14"16,0 0-61-16,0 0-1 15,0 0-11-15,0-43-16 16,-3 37-14-16,-4-1-4 15,-1 3-6-15,-4 1-14 16,1 3-2-16,-3 0-17 16,-1 0 10-16,-1 7-18 15,1 6 16-15,3 3-17 16,-1-2 11-16,7 1-7 16,2-5 2-16,4 1 3 15,0-6-5-15,0-2-7 0,10-2 5 16,3-1 15-16,2 0-14 15,0 0 16-15,1-1-10 16,0-3 13-16,-1 0-18 16,0 4 4-16,-1 0 2 15,0 0 0-15,-1 9 4 16,-3 6 0-16,3 3 12 16,-3 3 2-16,-1 1 24 15,-1 2-5-15,-2 1 28 16,-3-2-11-16,-1 2 18 15,-2-5-20-15,0 2 4 16,0-5-17-16,-11-1-3 16,-4 0-6-16,-4-6-13 15,-1-1 0-15,-6-5-13 16,-3-4 8-16,0 0-40 16,-4 0-13-16,2-7-69 15,0-5-77-15,2-4-224 16</inkml:trace>
  <inkml:trace contextRef="#ctx0" brushRef="#br0" timeOffset="53118.71">7007 6908 465 0,'0'0'149'0,"0"0"-23"15,0 0-43-15,8 0 13 16,6 0-8-16,1 0-10 16,-1-3-25-16,3 3-22 15,-4 0-7-15,0 0-10 16,-2 0 2-16,0 0-13 16,-2 0 10-16,0 3-12 15,-3 2 8-15,0 1-18 16,2-2-1-16,-3-3-51 15,2-1-53-15,-3 0-134 16,-1 0-210-16</inkml:trace>
  <inkml:trace contextRef="#ctx0" brushRef="#br0" timeOffset="53877.96">6906 6912 446 0,'0'0'57'0,"0"0"65"0,0 0-39 15,0 0-42-15,33 4-27 16,-19-4 1-16,1 0-17 15,4 0 10-15,-2 0-30 16,3 0-152-16,-1 0-261 16</inkml:trace>
  <inkml:trace contextRef="#ctx0" brushRef="#br0" timeOffset="64631.28">25466 287 314 0,'-3'0'72'0,"0"0"-11"0,0 2 26 16,1 3-43-16,-2-1 4 15,3 0-6-15,-1 0 9 16,2 0-23-16,-1 1 5 15,1-3-8-15,0 3-1 16,-2-2 6-16,2 1-3 16,0 0-1-16,0 1-12 15,-2 0 8-15,2 1-14 16,-3 1 10-16,0-1-16 16,1 2 15-16,1 2-10 15,-2 0 9-15,1 1-6 16,1 3 1-16,-2-1 1 15,0 2-9-15,1 1 3 16,-1 0-11-16,1 3 12 16,1-2-13-16,-1 1 16 15,1 1-19-15,1 0 18 16,0 1-16-16,0-1 11 16,0 1-4-16,0-1 0 15,0 1 1-15,0 2-3 16,0-3 6-16,0 0-9 15,0 0 11-15,0-1-15 16,0 0 20-16,0-2-20 16,0-1 16-16,0 1-12 0,0 2 6 15,0 2-2 1,0-2 1-16,0 5 2 0,-5 0-5 16,2 0 6-16,2-1-8 15,1-2 13 1,0 1-17-16,0-3 17 0,0 1-17 15,0-1 17-15,0-1-14 16,0-1 8-16,0 0-3 16,0 0 1-16,0 1 1 15,0 0-7-15,0-3 9 16,0 0-12-16,0-1 14 16,0 0-20-16,3 1 20 15,-2-2-20-15,1 0 15 16,-2 2-5-16,0-1 4 15,0 1-10-15,0 1-2 16,0 1 11-16,0 2-7 16,0 1 13-16,0 2-12 15,0-1 16-15,0-1-16 16,0 0 17-16,0 2-18 16,0-2-9-16,3 0-7 15,0 2 22-15,-2 3 4 16,-1 1-39-16,0-1 19 15,2 0 13-15,-2 2 13 16,0-1-15-16,3-2 13 16,2 0-13-16,-2 0 16 15,1 0-27-15,1 0 2 16,-2 1 16-16,-3 1 0 16,0 1-6-16,1-1 3 15,-1 3 8-15,0-1-9 0,0 0 11 16,0 1-12-16,0-3 15 15,0 1-16-15,0 2 15 16,-4 1-15-16,-2-2 8 16,1 1-1-16,1 2 0 15,0-2 1-15,0 0-5 16,1 0 9-16,0 0-10 16,0 0 13-16,0-1-17 15,1 3 20-15,0-2-20 16,-1-1 17-16,-1 1-14 15,1-1 7-15,0 0-2 16,0-1 0-16,0 1 2 16,1 1-4-16,0-4 7 15,-1 2-10-15,0-1 13 16,3 2-14-16,-3-2 15 16,3 0-15-16,-2 1 14 15,1 2-12-15,-3-1 6 16,2 1-1-16,-2 1-1 15,0 0 3-15,1-2-5 16,1 2 7-16,1-4-10 16,1 2 13-16,0-2-14 15,0 0 15-15,0 1-15 16,0-1 12-16,0-1-7 16,3 1 1-16,-2 1 2 15,1-2-2-15,1 1 4 16,-3-2-8-16,1 2 11 15,1-1-13-15,-2 1 15 16,0-1-15-16,0-1 16 16,0 1-15-16,0 5 8 15,-3-6-3-15,0 5 1 0,0-3 2 16,0 0-4 0,0 0 7-16,1-1-11 0,2 1 13 15,-1-2-14-15,1 0 17 16,0 2-17-16,-2 0 15 15,2-2-13-15,0 3 7 16,0-3-3-16,0 2 1 16,0 0 1-16,0 0-6 15,0 0 10-15,0 1-13 16,0 2 12-16,0-1-12 16,2 0 16-16,-2 1-16 15,3 0 14-15,-2-1-14 16,1 1 4-16,-1-1 1 15,1-1 1-15,-2 2 1 16,1 0-4-16,1-1 7 16,-2 0-10-16,3 0 11 15,0 1-15-15,-2-1 10 16,2-4-20-16,1 3 13 16,-1-1-5-16,0-1 12 15,0 1 2-15,-2-2 0 16,1 2 1-16,-2-1-4 15,0 0 7-15,0 1-9 16,0 1 12-16,0 1-13 16,0-4 12-16,0 4-11 15,0-2 9-15,0 1-5 16,0-1 1-16,0 2 0 0,0 0-1 16,0 0 1-1,0 4-2-15,0 0 8 0,0 0-12 16,0 4 13-1,-2 1-12-15,-2 0 14 0,-2 2-17 16,0 0 13-16,4 0-6 16,-1 2 2-16,1-1 0 15,1 3-1-15,-2-2 5 16,0 3-11-16,-2 0 12 16,2 1-11-16,-3 2 29 15,1 0-24-15,-2 4 13 16,0-1-14-16,1 1 6 15,-3-1-3-15,3 1 0 16,1 0 1-16,2-1-4 16,0-3 6-16,0 0-10 15,0 1 12-15,1-1-14 16,-2-2 17-16,2 1-17 16,-1 0 13-16,0-1-10 15,-2-1 6-15,1 1-1 16,-1-2-2-16,3 2 3 15,-1-2-5-15,-3-1 8 16,3-1-10-16,0-1 12 16,0-2-15-16,2-2 17 15,-1 0-16-15,0 0 13 16,2-3-11-16,-3 3 5 16,3-2 2-16,0-2-2 15,0 0 3-15,0 0-5 16,0 1 8-16,0-2-12 15,5-1 14-15,1 0-16 16,0-3 17-16,0 2-17 16,-1-1 12-16,0-1-7 0,-2 1 3 15,0 0 0 1,0 0 0-16,0 1 2 0,-3-2-6 16,3 0 10-1,-1-2-13-15,0 3 16 0,2-3-17 16,-1 1 17-16,0 0-16 15,-3 2 11-15,1 1-6 16,-1 0 2-16,2-1 1 16,-2 2-2-16,1-1 6 15,1-1-10-15,1 0 12 16,-1-2-14-16,3 2 19 16,-1 0-20-16,2 0 20 15,-3 2-12-15,-3-2 9 16,3 2 0-16,-3 2 0 15,0-1-2-15,0 2-4 16,0-1 5-16,0 2-7 16,0-2 14-16,0 1-16 15,0-4 13-15,0 3-20 16,0-2 17-16,0 1-15 16,0 2 8-16,0 0-2 15,0 3 0-15,0-2 1 16,0 3-4-16,-3 1 8 15,-2-1-9-15,-2 3 20 16,1-3-14-16,1 5 15 16,-1-2-18-16,0-1 15 15,0 1-12-15,2-2 3 16,0 1-2-16,-1-1-2 0,2-1 2 16,0 0-4-1,0-2 10-15,2 2-10 0,-2-2 12 16,2 1-18-16,-3-2 16 15,1 2-16-15,-2 0 14 16,2 1-10 0,-1 0 3-16,0 0 2 0,-1 1-2 15,0-2 7-15,0 2-5 16,2 1 10-16,1-3-13 16,0 1 14-16,1 1-19 15,-2 0 17-15,3-1-20 16,-3 0 15-16,1-1-10 15,-1 2 2-15,2 0 4 16,-1-1-4-16,1-1 5 16,-1 1-9-16,0 3 14 15,1-4-16-15,1 2 21 16,-3 0-21-16,1 1 17 16,-1-2-16-16,-1 3 12 15,1 0-6-15,-1 3 1 16,1-2 2-16,-4 0-4 15,5 0 8-15,-1 0-7 16,3 1 11-16,-1 0-15 16,-1 0 19-16,2 1-22 15,0-1 22-15,-1 1-16 16,-1 2 11-16,2 1-3 16,0 0-5-16,-2 0 2 15,0 0-6-15,1 0 11 16,-2 1-15-16,0-1 16 15,0-2-19-15,0 1 22 16,-3 1-23-16,5-1 19 16,-2 0-15-16,2 0 9 15,1-2-2-15,0 0-1 0,0 0 3 16,0 1-6-16,0-2 9 16,-3 1-12-16,1 0 17 15,-1 0-20-15,-1-3 22 16,1 0-21-16,-1-2 17 15,-2-3-13-15,2 0 6 16,1-1 1-16,0-2-2 16,1 1 2-16,-1-3-8 15,1 2 14-15,0-2-15 16,1-1 17-16,-2 1-14 16,-3-2 20-16,5 1-18 15,-1-1 19-15,-1-1-15 16,3 2 12-16,-3-3 0 15,3 0-12-15,0 3 8 16,-2-5-14-16,2 3 16 16,0-2-20-16,0 1 22 15,0-1-24-15,0-1 21 16,0 0-20-16,0 2 16 16,0-2-9-16,0 2 0 15,0-1 2-15,0 1-1 16,0 1 4-16,0 1-11 15,0 1 17-15,0-1-19 16,0 0 22-16,0 2-22 16,0 1 21-16,0-1-19 15,0 1 14-15,0 1-7 0,0 0 2 16,0 0 1 0,2 1-3-16,1-1 8 0,0 3-14 15,0-1 19 1,1 1-21-16,-1 1 25 0,-1 0-25 15,-2 0 19-15,0 1-16 16,0-1 10-16,0 0-4 16,0 2 0-16,0 1 2 15,0-1-6-15,0 1 10 16,0 1-13-16,0-1 17 16,3-1-20-16,-3 1 23 15,2 1-22-15,-2 0 17 16,2 1-14-16,-1 0 9 15,-1 0-2-15,2-1-2 16,-1 1 3-16,1-1-6 16,-1 0 10-16,1 0-15 15,-1 1 17-15,1 1-19 16,1-2 22-16,-2 2-21 16,2 1 18-16,-1 0-14 15,0 3 7-15,-1-2 0 16,1 1-2-16,-1 2 4 15,1 1-9-15,-2-2 13 16,1 2-14-16,-1-1 19 16,2-2-19-16,-2 2 19 15,1-1-20-15,1 0 15 16,-1 0-6-16,1 2 3 16,1-3 1-16,-3 1-1 15,2 2 4-15,-2 1-11 16,0-1 13-16,2 1-17 15,-1-2 20-15,2 1-21 0,-2 1 20 16,2-2-21-16,0 2 16 16,-1-2-12-16,1 2 4 15,0 1 2-15,-2 0-2 16,-1 1 7-16,0 1-10 16,0-1 17-16,0-1-19 15,0 2 21-15,0-2-24 16,0 0 21-16,0-3-20 15,0 0 12-15,0 1-4 16,0-4 0-16,0 2 3 16,0-3-7-16,0 1 11 15,0 2-15-15,0-1 18 16,0 1-20-16,0 0 24 16,0 0-25-16,0 1 21 15,0-1-16-15,-1 2 8 16,1-1 0-16,-2 0-3 15,1 1 4-15,1-3-9 16,-3 1 11-16,1 0-14 16,1 1 19-16,-2-1-22 15,1-1 25-15,1 1-25 16,-2-1 21-16,3 1-15 16,0 0 7-16,-1 1 0 15,-1-2-3-15,1 1 5 16,0-1-9-16,-2-3 14 15,0-1-17-15,0 2 20 16,-2-2-21-16,2 0 22 16,0 3-22-16,1-2 18 0,-2 1-11 15,2 0 3 1,2-3 3-16,0 0 9 0,0 1 4 16,0-2-15-16,2-2 11 15,2-1-22 1,-2 0 24-16,0-3-24 0,-1 0 24 15,2-2-23-15,-1-2 16 16,-2-1-11-16,0-2 3 16,0-2 2-16,0-1-3 15,0-4 7-15,0-3-15 16,0 1 19-16,0-1-20 16,0-2 25-16,0-3-27 15,1 2 27-15,-1-1-25 16,2 2 16-16,-2-4-6 15,1 4 0-15,1-3 3 16,-2 2-6-16,0-1 10 16,1 1-14-16,-1-3 18 15,0 1-21-15,0-1 26 16,0 1-28-16,0-2 25 16,0-2-20-16,0 1 9 15,0-2 0-15,0-1-1 16,0-1 1-16,0 0-5 15,0-2 10-15,0 3-14 16,0-2 18-16,0-1-22 16,0 0 27-16,0 1-27 15,0-1 22-15,0-1-16 16,0 0 7-16,0 0 1 16,0 0-2-16,0 0 5 15,0 0-7-15,0 0 12 16,0-1-20-16,0-9-1 15,-1-1-79-15,-2-3-38 0,1-3-115 16,1-3-179 0</inkml:trace>
  <inkml:trace contextRef="#ctx0" brushRef="#br0" timeOffset="67694.77">26069 1798 725 0,'4'-9'28'16,"5"-2"49"-16,1 0-14 16,3-1-40-16,-1-1 7 15,0 2-9-15,-1 1 0 16,-2 1 12-16,-3 4 5 15,-3 1 9-15,-3 3-10 16,1 1 2-16,0 0-26 16,5 0 10-16,-3 0-25 15,6 11 31-15,1 5-3 16,4 3 2-16,1 2 2 16,2 1 5-16,2 0-11 15,2 3-4-15,4-1 5 16,-2-1-13-16,-1 1 10 15,4-3-22-15,-3-2 18 16,-2-2-22-16,0-2 12 16,-4-4-14-16,-2-5 8 0,-4 0-1 15,-4-3-2-15,-2-3-7 16,-4 0-29-16,-1 0-29 16,0 0-52-16,0 0-86 15,-9-5-175-15</inkml:trace>
  <inkml:trace contextRef="#ctx0" brushRef="#br0" timeOffset="68007.14">26387 1698 916 0,'0'0'118'0,"0"0"33"16,-88 83-53-16,58-45-22 16,4-1-33-16,0-2-17 15,7-2-7-15,2-6-15 16,5-4 3-16,2-6-12 15,6-5 2-15,1-5-68 16,3-7-43-16,0 0-124 16,4-8-189-16</inkml:trace>
  <inkml:trace contextRef="#ctx0" brushRef="#br0" timeOffset="68706.75">26569 1478 616 0,'0'0'58'0,"0"0"72"15,0 0-27-15,0 0-23 16,0 0-10-16,-5 0-17 16,5 0-18-16,3 0 4 15,5 0-7-15,2 0-18 0,3 0 13 16,-2 0-13-16,0 0 6 15,0 0-19-15,-2 0 11 16,-5 0-19 0,-2 9 10-16,-2 4-5 0,0 3 0 15,0-1 2 1,0 2-2-16,-3-3 6 0,0-1-10 16,3-1 12-16,0-2-15 15,0-2 18-15,3 1-15 16,7 0 18-16,0-2-12 15,-1-1 17-15,-5 0-1 16,-1-2 0-16,-3 1 1 16,0-1 12-16,-6 0 12 15,-7 0-27-15,-4 0 0 16,1-1-23-16,-2-3-2 16,4 0-59-16,-3 0-40 15,1 0-156-15,1 0-284 16</inkml:trace>
  <inkml:trace contextRef="#ctx0" brushRef="#br0" timeOffset="70160.45">26878 1849 1173 0,'0'0'74'15,"0"0"25"-15,0 0-39 16,0 0-46-16,0 0 0 16,0 0-23-16,0 0-32 15,0 0-103-15,0-3-194 16,0-2-367-16</inkml:trace>
  <inkml:trace contextRef="#ctx0" brushRef="#br0" timeOffset="70880.56">27332 1765 511 0,'0'0'55'0,"0"0"57"15,0 0-55-15,0 0-15 16,0 0-15-16,-74-12-13 15,51 12-11-15,4 0 6 16,-4 0-12-16,4 5 13 0,5 2-15 16,-1-1 11-16,7 1-9 15,3 0 2-15,5 4-4 16,0-3-15-16,0 1 19 16,13-1-3-16,5 2 12 15,5 1-6-15,-1-1 22 16,2 2 3-16,-2 0 53 15,-2 1-20-15,-7 0-7 16,-3-1-16-16,-6 1 7 16,-1-3 3-16,-3 1 3 15,0 0 15-15,-4-3-11 16,-8 3-6-16,-2-5-27 16,-2 1 1-16,-3-2-21 15,2-3 10-15,-2-2-17 16,2 0 4-16,-2 0-35 15,3 0-27-15,2 0-54 16,5-4-71-16,3-6-109 16,6-3-261-16</inkml:trace>
  <inkml:trace contextRef="#ctx0" brushRef="#br0" timeOffset="71112.95">27482 1872 784 0,'0'0'115'0,"0"0"48"0,7 72-72 16,-4-50-38-16,-2 0-28 15,-1-4-14-15,0-3-13 16,0-3-4-16,0-8-103 15,-4-4-133-15,-3 0-231 16</inkml:trace>
  <inkml:trace contextRef="#ctx0" brushRef="#br0" timeOffset="71278.33">27519 1637 899 0,'0'0'34'0,"0"0"21"16,0 0-54-16,0 0-80 15,0 0-58-15,0 0-155 16</inkml:trace>
  <inkml:trace contextRef="#ctx0" brushRef="#br0" timeOffset="71677.25">27628 1924 650 0,'0'0'130'0,"0"0"69"16,0 0-72-16,0 0-34 0,0 0-29 16,0 0-28-1,21 39-4-15,-21-39-20 16,0 0 3-16,2 0-12 15,-1-1 15-15,2-14-20 16,3-4 6-16,3-6-34 0,0 0-11 16,2-1-38-1,3 3-4-15,-2 4 24 0,-2 7 20 16,1 6 21-16,-2 6 11 16,0 0 9-16,-2 5-1 15,3 10 25-15,-4 6 2 16,0 2 30-16,1-1-20 15,0-1 0-15,0 0-13 16,0-4 1-16,1-3-14 16,0-3-10-16,-2-3 3 15,0-4-23-15,0 0-51 16,0-4-84-16,-1 0-116 16,1 0-173-16</inkml:trace>
  <inkml:trace contextRef="#ctx0" brushRef="#br0" timeOffset="72549.72">28019 1775 553 0,'0'0'77'15,"0"0"66"-15,0 0-42 16,0 0-24-16,-23 74-6 16,23-50-6-16,0 1-6 15,0 0-6-15,0-5 0 16,9-1-30-16,0-6 2 16,2 0-19-16,0-5 6 15,4-2-10-15,-2-6 5 16,4 0-4-16,1 0-5 15,-1-13-9-15,3-6-8 16,-6-4 4-16,2-1-17 16,-4-5 19-16,-3 0-13 15,-2 3 14-15,0 4-3 16,-4 5 20-16,0 4-7 16,-2 7 3-16,2 6 5 15,-1 0-4-15,-1 4 0 16,2 15 13-16,-2 10 26 15,4 6-17-15,-1 6 22 16,3 2-9-16,0 3 30 0,2 2-24 16,1-2 6-16,0-3-10 15,-1-2-3-15,-5-6 2 16,2-4-14-16,-6-6 3 16,0-5-5-16,0-5 11 15,-13-3-22-15,-6-3 18 16,-4-5-28-16,-7-1 13 15,-5-3-23-15,-2 0-2 16,-5 0-25-16,0-7-32 16,-4-6-19-16,4 1-24 15,1-4-102-15,5 0-219 16,8-3-360-16</inkml:trace>
  <inkml:trace contextRef="#ctx0" brushRef="#br0" timeOffset="75830.22">25894 1470 135 0,'-18'32'47'0,"2"7"45"16,-4 3-8-16,4 3-16 16,-2 0-47-16,7-3 0 15,1-1-9-15,8-1 13 16,2-2 11-16,0-1 22 15,13 1-12-15,5 0-4 16,5 0-7-16,3 0-20 16,0 0 12-16,-4-6-26 15,1-1 11-15,-3-6-16 16,-7-3-11-16,0-9-124 16,-8-2-280-16</inkml:trace>
  <inkml:trace contextRef="#ctx0" brushRef="#br0" timeOffset="77114.31">28347 1337 240 0,'0'0'50'0,"0"0"39"15,0 0 2-15,50 57-17 16,-32-28-22-16,-2 4 8 15,1 5 7-15,0 5-24 16,-1 3-9-16,-3 1-10 16,-2 1 9-16,-5 0-26 15,-4 0 10-15,-2-2-13 16,0 1 16-16,-2-3-19 16,-10 0 11-16,-3-5-5 0,1-4-5 15,1-3 1 1,-1-8-4-16,2-5-9 0,1-4-52 15,3-7-55-15,1-4-181 16</inkml:trace>
  <inkml:trace contextRef="#ctx0" brushRef="#br0" timeOffset="78577.55">28942 1702 645 0,'0'0'74'0,"0"0"42"15,7 25-40-15,-1-6-2 16,0-3-33-16,2 7-4 16,-2-3-23-16,0 2-9 15,0-1-2-15,-3-4-3 16,-2-3-7-16,-1-2-43 16,0-4-35-16,0-2-70 15,0-5-80-15,-6-1-180 16</inkml:trace>
  <inkml:trace contextRef="#ctx0" brushRef="#br0" timeOffset="78778.78">28900 1821 751 0,'0'0'90'0,"0"0"22"16,0 0-89-16,97-11-27 16,-71 7-6-16,-2 2-78 15,1-1-125-15,-1-2-327 16</inkml:trace>
  <inkml:trace contextRef="#ctx0" brushRef="#br0" timeOffset="79867.13">29534 1694 574 0,'0'0'9'0,"0"0"95"16,0 0-33-16,0 0-3 15,-13 79-2-15,16-61-21 16,10-4-15-16,1 1-5 16,1-5-4-16,2-2-7 15,-4-4 1-15,2-1-7 16,-1-3 10-16,-1 0-16 16,0 0 13-16,0-8-19 15,0-8 11-15,0-1-13 16,0-2-9-16,0-1-8 15,-3 1-5-15,-3 3-5 16,-1 3 10-16,0 7 16 16,-2 6-15-16,-1 0 2 15,0 6-10-15,0 19 30 16,0 4-6-16,1 10 13 16,2 10-1-16,0 3 26 15,2 8 18-15,5 4 24 0,3-1 18 16,6-2 4-1,-2-9 10-15,-1-4-23 0,-2-13-45 16,-7-8-38 0,-7-10 21-16,-3-7-10 0,-7-7 14 15,-15-3-6-15,-4-2-5 16,-4-13-8-16,-2-6-1 16,5-5 1-16,5-2-11 15,2-2 4-15,8 2-30 16,2 0 5-16,10 4-47 15,0 1-50-15,6 2-132 16,13 1-205-16</inkml:trace>
  <inkml:trace contextRef="#ctx0" brushRef="#br0" timeOffset="81155">30113 1852 584 0,'0'0'99'0,"0"0"43"16,29 0-5-16,-12 0-22 15,5 0-20-15,2 0-35 16,1 0-20-16,-3 0-34 15,-2 0 4-15,-4-3-16 16,-2 2-3-16,-5-2-60 16,-6 0-46-16,-3 0-94 15,0-2-65-15,0 0-182 16</inkml:trace>
  <inkml:trace contextRef="#ctx0" brushRef="#br0" timeOffset="81365.46">30162 1721 685 0,'0'0'92'0,"0"0"8"15,0 0-61-15,84-4-38 16,-55 4 0-16,1-2-44 15,5-2-113-15,-2-1-232 16</inkml:trace>
  <inkml:trace contextRef="#ctx0" brushRef="#br0" timeOffset="81782.67">30740 1583 729 0,'0'0'43'0,"0"0"74"16,0 0 10-16,0 0-59 16,-12 72-33-16,12-56-9 15,0 1-12-15,0-2 3 16,2-1-2-16,8-1 16 16,7-1-11-16,2-5 10 15,4-1-19-15,3-2 13 16,-1-2-20-16,-2-2 5 15,-1 0-7-15,-4 0-3 16,-3 0-7-16,-4 0-35 16,-5-2-71-16,-5-5-75 15,-1-2-55-15,0-3-165 16</inkml:trace>
  <inkml:trace contextRef="#ctx0" brushRef="#br0" timeOffset="82022.16">30932 1545 661 0,'0'0'128'0,"0"0"-6"16,0 97 41-16,0-54-30 16,0 2-39-16,0 0-27 15,0-3-24-15,0-2-17 16,7-6-19-16,-3-4 7 15,2-7-20-15,-3-5 17 16,0-5-36-16,0-4-32 16,0-5-64-16,-2-4-81 15,2 0-141-15</inkml:trace>
  <inkml:trace contextRef="#ctx0" brushRef="#br0" timeOffset="82557.38">31201 1789 776 0,'0'0'106'0,"0"0"56"0,0 0-75 15,0 0-21-15,0 0-24 16,37-62-13-16,-22 50-29 16,-2 3 12-16,-1 1-9 15,-1 4 8-15,-3 4-4 16,2 0 4-16,-1 0-9 16,-2 14 6-16,4 4 13 15,0 2-14-15,2 3 7 16,1 1-16-16,2-1 21 15,6 0-14-15,-2-1 16 16,2-3-19-16,-2 0 3 16,-4-4-2-16,-2-2-3 15,-5-4-6-15,0-3-45 16,-5-4-44-16,-3-2-88 16,-1 0-101-16,0 0-191 15</inkml:trace>
  <inkml:trace contextRef="#ctx0" brushRef="#br0" timeOffset="82774.95">31478 1703 818 0,'0'0'157'16,"0"0"33"-16,-110 84-63 15,71-50-60-15,3 1-46 0,7-6-9 16,5-3-17-16,9-4-8 16,6-6-92-16,2-6-98 15,7-8-215-15</inkml:trace>
  <inkml:trace contextRef="#ctx0" brushRef="#br0" timeOffset="84027.76">31917 1655 686 0,'0'0'116'16,"0"0"-19"-16,0 0 57 16,0 22-57-16,7-3-7 15,-3 2-34-15,4 4-6 16,-2 0-20-16,-2 0-13 15,-3-5-10-15,1-1-6 16,-2-5 1-16,0-3-24 16,0-5-33-16,-3-3-79 0,-6-1-61 15,-3-2-186-15</inkml:trace>
  <inkml:trace contextRef="#ctx0" brushRef="#br0" timeOffset="84249.73">31840 1749 710 0,'0'0'80'16,"0"0"41"-16,0 0 23 15,0 0-89-15,83-7-19 16,-63 7-33-16,3-3 7 15,0 1-23-15,3-1-56 16,-1-1-126-16,2-1-151 16</inkml:trace>
  <inkml:trace contextRef="#ctx0" brushRef="#br0" timeOffset="84873.58">32382 1555 480 0,'0'0'98'16,"0"0"34"-16,0 0-27 15,0 0-10-15,0 0-14 16,0-10-2-16,11 7-44 15,4 2 5-15,5-2-19 16,0 2 4-16,1 1-21 16,0 0 3-16,-1 0-8 15,-6 1 0-15,-4 9-10 16,-5 2-22-16,-5 4-2 16,0 3 6-16,-5 0 10 15,-5 2 1-15,-1-1 15 16,4-4-8-16,4 1 15 15,3-3-11-15,0-1 9 16,3-1 2-16,7 3 0 16,-1-4 9-16,-2 3 10 15,0 0 20-15,-4-1-7 16,-3 1 9-16,0 1 0 16,0-3 23-16,-10 1-26 15,-3-1-10-15,-4-4-31 16,-2-3 2-16,-4-2-14 15,-3-3-43-15,-3 0-67 16,-3 0-128-16,-1-7-259 0</inkml:trace>
  <inkml:trace contextRef="#ctx0" brushRef="#br0" timeOffset="87815.94">26211 2156 134 0,'0'0'3'0,"3"4"38"15,0-3 15-15,-2 2-4 16,2-1-39-16,1 0-8 16,-1 1-1-16,3-1 8 15,0 1 2-15,0 0-17 16,1 1 9-16,3 0-8 16,-4 1 6-16,1 0-8 15,0 0 8-15,2 2-6 16,-2-2 3-16,2 1 0 0,-2-1-2 15,6-1 2-15,-3-1-2 16,3 0 4-16,-2 0-6 16,3-2 7-16,0 2-7 15,-5-1 7-15,2 2-8 16,-2 0 7 0,-2 3-4-16,0-3 0 15,2 3 1-15,-2-3 0 0,3 1 2 16,2 0-7-16,-1-1-1 15,2-1-5-15,2 0 6 16,-4 1-5-16,2-4 13 16,-1 5-12-16,-3-2 6 15,-2 1-2-15,3 0-2 16,-4-1 3-16,2 3 3 16,1-4 4-16,1 0-5 15,2 4 7-15,-1-4-8 16,4 1 8-16,-1 1-12 15,-1-4 4-15,2 1-9 16,2 2 13-16,-1-3-1 16,0 0-1-16,1 0 3 15,-1 0-2-15,0 0 7 16,-3 0-3-16,-2 0 3 16,2 2-4-16,-3 1 8 15,3-1-15-15,-3 0 8 16,1 0-6-16,1 0 2 15,0-1 1-15,0 1-2 16,4-2 3-16,-3 0-1 16,4 0 4-16,-2 0-9 15,3 0 8-15,1 0-8 16,-3 0 8-16,0 0-13 16,0 0-11-16,-1 0-46 0,0 0 17 15,-1 0 28-15,-1 0-6 16,-1 0 14-16,1 0 15 15,-3 0 18-15,3 0-3 16,0 0 8-16,3 0-17 16,-3 0 1-16,4 0-14 15,-2-3-13-15,2 1-19 16,-4 1 15-16,0 0 21 16,1-1 12-16,-2 1 0 15,2 0 1-15,-3-2 8 16,2 1 9-16,1 2-1 15,-2-4-29-15,0 1 5 16,0 1-6-16,4-1 4 16,-3 2-4-16,4-3 2 15,1 0-1-15,-1 2-2 16,2-4 3-16,-2 2-3 16,2 1 7-16,-3-1-8 15,-3 1 9-15,0 2-7 16,-3-3 6-16,3 4 3 15,-3-4 9-15,0 2-13 16,3-1-1-16,-1-1 4 16,2 0-3-16,2 1-3 15,-2-4-9-15,2 2 6 16,3-1-6-16,0 1 9 16,1-2-1-16,3 1 11 15,-1 0-16-15,-2 0 9 16,-1 3-2-16,-3 0 1 0,-2-1-2 15,-4 1-5-15,-1 2 5 16,1-2-3-16,-1 0 8 16,1-1-9-16,4-1 10 15,1-1-11-15,0-2 13 16,3-1-10-16,-1 2 4 16,-2-2-1-16,2 3 5 15,-1 2 19-15,-2-3 7 16,-2 3-5-16,1 0 0 15,-3 1 18-15,-1-1-17 16,-2 0-11-16,3-1 3 16,-3 1 7-16,2-1-12 15,4-2-1-15,-5 2-5 16,3-1 5-16,-1 3 1 16,-3-3-12-16,2 4 17 15,-2 0 5-15,0-2 17 16,-4 1-11-16,1 2 10 15,-2-1-16-15,-2 1 1 16,1 0-16-16,-1 1 6 16,0 0-7-16,0 0-9 15,2-3-3-15,1 2-19 16,-2-2 5-16,2 0-12 16,-3 0-21-16,0-1-66 15,0 1-127-15</inkml:trace>
  <inkml:trace contextRef="#ctx0" brushRef="#br0" timeOffset="92335.73">26302 792 484 0,'0'0'19'0,"0"0"61"15,6-15 8-15,-6 7-13 16,0-2-24-16,0-1-7 16,0 2-8-16,0-2-9 15,-6 2 7-15,-4 0-15 16,-3 2 0-16,-3 2-19 15,-1 4 9-15,-3 1-12 16,-1 0 11-16,1 0-14 16,4 0 11-16,-1 8-7 15,2 4 1-15,4 4-1 16,0 3 3-16,6 4 3 16,2 5 0-16,3 0 23 15,0 3-12-15,0 4 32 16,1 1-6-16,6-1 2 15,2 2-15-15,0-2-3 16,-2-1-16-16,0-1 10 16,1-5-3-16,-4-2-9 15,3-6 1-15,-4-4-12 16,0-3 12-16,-3-6-18 16,0-3 2-16,0 1-61 0,0-5-15 15,0 0-70 1,-5 0-53-16,-7 0-191 15</inkml:trace>
  <inkml:trace contextRef="#ctx0" brushRef="#br0" timeOffset="92538.86">26043 1078 956 0,'0'0'65'16,"0"0"52"-16,0 0-50 16,86-27-68-16,-63 21 7 15,-3 3-45-15,-4-2-107 16,1 1-217-16</inkml:trace>
  <inkml:trace contextRef="#ctx0" brushRef="#br0" timeOffset="93420.69">26887 1066 1105 0,'0'0'69'0,"0"0"-20"16,0 0 38-16,0 0-56 16,0 0-12-16,0 0-26 15,0 0-17-15,0 0-86 16,0 0-131-16,0 0-251 16</inkml:trace>
  <inkml:trace contextRef="#ctx0" brushRef="#br0" timeOffset="94357.7">27457 1091 473 0,'0'0'47'0,"0"0"42"16,0 0 34-16,0 0-43 15,0 0-10-15,13-26-1 16,-13 20-4-16,0-1-14 16,0-1-27-16,-7-1 3 15,-7 0-32-15,-5 3 10 16,-3 2-25-16,-2 3 6 15,-1 1-2-15,2 0 14 16,3 4-11-16,2 5-11 16,7 2 4-16,5 1 6 15,3-2-6-15,3 0-5 16,0-1-12-16,4-2 6 16,10-2 37-16,3-3-10 0,0 0 12 15,2-2-12-15,1 0 11 16,-2 0-5-16,-1 0 0 15,-1 0-1-15,-1-2-4 16,-1-2 5-16,-3-1-7 16,-1 3 9-16,-1 2-11 15,-3 0 16-15,-1 0-14 16,-2 0 9-16,2 11 4 16,2 5 21-16,-3 3 17 15,2 4 11-15,4 4 15 16,-3 4 4-16,1-2 10 15,-1 3-26-15,0-2-3 16,-4-2-18-16,-3-2-2 16,0-3-27-16,0-3 18 15,-13-5-15-15,-2-2 5 16,-3-2-4-16,-4-6-7 16,-3-1-3-16,-5-4-18 15,-2 0-19-15,-3 0-42 16,0-11-53-16,1-3-138 15,4-3-218-15</inkml:trace>
  <inkml:trace contextRef="#ctx0" brushRef="#br0" timeOffset="96776.38">25795 3229 520 0,'0'0'84'16,"0"0"20"-16,0 0-37 15,0 0-1-15,0 0 17 16,0 0-11-16,0 0-6 15,10 0-35-15,5 0 14 16,5 0-18-16,3 0 13 16,1 0-26-16,1 0 1 15,-1 0-1-15,-2 0-5 16,-4 4-3-16,-9 5-11 16,-7 5 6-16,-2 3-6 15,0 1 14-15,-14 1-14 0,-1-1 15 16,2-1-18-1,7-2 14-15,5-3-13 16,1-1 3-16,1 1 5 16,15-2-5-16,2 4 5 15,2-3-4-15,0 3 10 16,-6 1-6-16,-3-4 22 0,-4 4-9 16,-7-2 33-16,0 3-14 15,-18-3 8-15,-3-2-17 16,-1 0-14-16,-3-5-5 15,2-1-4-15,2 0-3 16,2-5-38-16,2 0-28 16,4 0-70-16,4 0-95 15,3-9-172-15</inkml:trace>
  <inkml:trace contextRef="#ctx0" brushRef="#br0" timeOffset="97157.62">26244 3335 804 0,'0'0'164'0,"0"0"5"15,0 0-45-15,0 0-31 0,87 93-26 16,-64-68-33-16,-4 0 4 16,1 0-25-16,0-1 10 15,-4-5-25-15,0-2 13 16,-6-3-16-16,-1-3 6 15,-2-3-9-15,-3-3-26 16,-1-2-12-16,-3-3-32 16,0 0-32-16,0 0-78 15,0-2-111-15,0-11-290 16</inkml:trace>
  <inkml:trace contextRef="#ctx0" brushRef="#br0" timeOffset="97397.62">26482 3339 888 0,'0'0'168'0,"0"0"1"15,-71 85-72-15,44-50-43 16,4-5-10-16,3-4-35 15,7-4 4-15,0-3-20 16,6-5 1-16,4-7-73 16,0-3-69-16,3-4-148 15,0-2-279-15</inkml:trace>
  <inkml:trace contextRef="#ctx0" brushRef="#br0" timeOffset="97756.71">26558 3139 988 0,'0'0'117'16,"0"0"13"-16,0 0-75 15,0 0-13-15,0 0-26 16,0 0-2-16,71 10-18 16,-71 7 15-16,0-1-12 15,0 2 14-15,-1-1-18 16,-6-1 14-16,3-3-13 16,2-4 6-16,2-2-2 15,0 0-2-15,2-3 7 16,9 0-3-16,4-4 5 15,5 0-19-15,-1 0-28 16,1 0-96-16,-3-2-111 16,-1-4-208-16</inkml:trace>
  <inkml:trace contextRef="#ctx0" brushRef="#br0" timeOffset="99444.89">27001 3471 1048 0,'0'0'69'0,"0"0"10"15,0 0-3-15,1 0-71 16,1 0 3-16,-1-1-27 16,1 1-63-16,-1-4-86 15,0 1-149-15</inkml:trace>
  <inkml:trace contextRef="#ctx0" brushRef="#br0" timeOffset="101047.79">27329 3328 386 0,'0'0'104'16,"0"0"-4"-16,0 0-31 15,0-1-10-15,0 1-2 16,0 0-19-16,-3 0-8 15,-6 0-22-15,-1 0 4 16,-4 0-15-16,-1 7 11 16,-1 2-12-16,2-3 10 15,-3 5-10-15,5-3 7 16,-2 2-3-16,3-3-2 16,4 3 3-16,6-3-4 15,1 1 5-15,0 1-12 16,7-4-1-16,13 1-4 15,3 2 21-15,5-2-15 16,2-1 14-16,-1 1-10 16,-3 2 9-16,-3-2-3 15,-8 3 6-15,-4-3 11 16,-7 3 3-16,-4 0 36 16,0-1 5-16,0-1 1 15,-6 3-11-15,-8-3-2 16,1 1-18-16,-4 0 16 15,1-1-32-15,-1 1-2 0,-1-4-11 16,4 0-3-16,-3-3-2 16,3 0-27-16,3-1-35 15,2 0-56-15,4-2-94 16,5-9-152-16</inkml:trace>
  <inkml:trace contextRef="#ctx0" brushRef="#br0" timeOffset="101295.72">27570 3432 783 0,'0'0'81'15,"0"0"76"-15,0 0-43 16,23 83-56-16,-19-65-18 16,-2-2-41-16,-1-5 9 15,-1-2-23-15,0-5-71 16,-4-4-115-16,-8 0-206 16</inkml:trace>
  <inkml:trace contextRef="#ctx0" brushRef="#br0" timeOffset="101463.87">27583 3273 902 0,'0'0'20'0,"0"0"22"16,0 0-9-16,0 0-63 15,0 0-46-15,0 0-98 16,0-4-154-16</inkml:trace>
  <inkml:trace contextRef="#ctx0" brushRef="#br0" timeOffset="101897.86">27700 3474 689 0,'0'0'149'0,"0"0"19"16,0 0-43-16,0 0-56 16,0 0 5-16,0 0-45 15,42 57 6-15,-38-55-28 16,-1-2 0-16,0 0-2 16,3 0 0-16,2-3 6 15,4-10-10-15,-2-6 2 16,4-1-23-16,1 1-4 15,-2-4-26-15,0 6 15 16,-1 1-7-16,0 5 21 16,-3 6 1-16,0 2 18 15,1 3 1-15,-3 0-1 0,-1 5 6 16,-2 9-1-16,3 3 23 16,0 2-19-1,1 1 19-15,-2-4-10 16,2 2 6-16,1-1-23 15,-2-6 11-15,2 1-11 0,-1-4-1 16,1-3-32-16,-2-2-63 16,2 0-69-16,1-3-78 15,-1 0-199-15</inkml:trace>
  <inkml:trace contextRef="#ctx0" brushRef="#br0" timeOffset="102731.27">28198 3347 632 0,'0'0'56'0,"0"0"57"16,0 0-10-16,0 0-10 16,-10 68-40-16,10-44-10 15,0 0-24-15,0-5 15 16,0 1-10-16,10-5-1 15,-1-3-7-15,-1-3-8 16,4-1 0-16,-3-6-7 16,1-2 11-16,1 0-18 15,-1 0 10-15,1-10-20 16,0-3 2-16,-2-6-20 16,-2-2 10-16,-1-1-14 15,-3 2 0-15,2 1-1 16,-3 2-4-16,-2 5 39 15,0 5-1-15,0 6 12 16,0 1-11-16,0 0 13 16,0 12-13-16,0 9 46 15,0 6 4-15,0 8 31 16,0 2 2-16,0 4-13 16,3 4 14-16,11 2-17 15,6-4 5-15,1-2-2 16,2-3-19-16,0-2-38 15,-6-9 19-15,-7-4-17 16,-5-5 12-16,-5-4-25 16,0-5 18-16,-18-2-3 15,-5-3-1-15,-9-4-4 16,-5 0-10-16,-2 0 4 0,-3 0-37 16,-4-8-4-16,4-3-42 15,1-1-5 1,4-3-95-16,8-1-145 15,7-5-283-15</inkml:trace>
  <inkml:trace contextRef="#ctx0" brushRef="#br0" timeOffset="104001.12">28679 3293 399 0,'0'0'119'0,"0"0"32"15,0-2-26-15,0 2-19 16,2 0-24-16,-1 0-25 15,-1 5 13-15,3 7-19 16,1 4-13-16,-1 3-9 16,1 2 3-16,2 2-18 15,0-3 0-15,0 3-7 16,1-2-2-16,-1-2-1 16,-2-2-6-16,2-2 9 15,-2-3-14-15,-1-5 4 16,0-1-46-16,0-3-8 15,-3 0-45-15,0-3-41 16,0 0-27-16,0 0-69 16,-9 0-180-16</inkml:trace>
  <inkml:trace contextRef="#ctx0" brushRef="#br0" timeOffset="104217.32">28617 3451 713 0,'0'0'129'15,"0"0"21"-15,0 0-49 16,0 0-22-16,79-17-52 16,-50 13-18-16,1 2-12 15,-1 1-33-15,0-2-69 16,-7 0-149-16,1 1-242 15</inkml:trace>
  <inkml:trace contextRef="#ctx0" brushRef="#br0" timeOffset="106685.18">29115 3407 718 0,'9'-2'72'16,"-1"-6"54"-16,3-2-20 15,3-2-56-15,-2-2-16 16,2 2-13-16,-2 0-4 15,-1 0-13-15,-1 3 8 16,-1 3-16-16,-3 0 12 16,-2 4-13-16,-1 2 11 15,0 0-6-15,1 4-1 16,2 11 20-16,1 5 7 16,2 2 3-16,5 3-20 0,1 1 8 15,5 2-12 1,3-3 20-16,0 1-16 0,5-2 14 15,-1-3-11-15,-1-3 5 16,-2-3-13-16,-2-4-2 16,-6-2-1-16,-3-4-17 15,0-4-44-15,-4-1-78 16,-2 0-67-16,-3-6-81 16,0-8-185-16</inkml:trace>
  <inkml:trace contextRef="#ctx0" brushRef="#br0" timeOffset="106911.67">29444 3343 849 0,'0'0'61'16,"-63"70"100"-16,31-32-48 15,5 0-43-15,5-4-50 16,6-4-8-16,2-5-18 16,5-7 4-16,5-5-79 15,1-6-63-15,0-6-165 16,3-1-359-16</inkml:trace>
  <inkml:trace contextRef="#ctx0" brushRef="#br0" timeOffset="107722.27">29554 3000 458 0,'0'0'76'0,"0"0"71"16,0 0-34-16,0 0-34 15,0 0-7-15,0 0-9 0,0 0-4 16,0 0-9-16,0 0-21 16,0 0-4-1,3 0-16-15,4 0 12 0,5 0-16 16,1 0 13-16,0 0-21 15,1 0 10-15,-2 0-9 16,-2 0 0-16,0 0 1 16,-6 0-13-16,-2 8-11 15,-2 0-15-15,0 1 7 16,0 3 10-16,-3-2 15 16,0 0-14-16,0-2 10 15,3 0-25-15,0-1 8 16,0 0-4-16,7 1 17 15,2 0 16-15,-3 0 0 16,1 4 10-16,-3-5 24 16,-2 3 33-16,-2-1-13 15,0 1 6-15,0-3-16 16,-2 1 2-16,-6 0-28 16,-1-3-5-16,-3-1-10 15,-2 1-12-15,0 1-55 16,-5-2-84-16,0-1-123 15,-1-1-291-15</inkml:trace>
  <inkml:trace contextRef="#ctx0" brushRef="#br0" timeOffset="108240.33">29849 3443 1217 0,'0'0'41'0,"0"0"53"15,0 0-29-15,0 0-35 16,0 0-29-16,0 0 2 15,0 0-71-15,0 0-93 16,-3-3-279-16</inkml:trace>
  <inkml:trace contextRef="#ctx0" brushRef="#br0" timeOffset="112327.72">30266 3334 317 0,'0'-1'51'0,"0"1"63"0,0-2-17 16,0 2-14-1,0 0-17-15,0 0-13 0,0 0-5 16,0 0-16-16,-6 0-4 16,-8 0-24-16,-4 0 3 15,-3 8 8-15,-5 9 16 16,0 0-15-16,0 5 6 15,3-2-10-15,4 1 5 16,6-1 0-16,5-2-13 16,8-3 7-16,0-1-3 15,5-2 9-15,14-2-11 16,7-2 11-16,0-2-15 16,3-1 13-16,1-3-17 15,-1-2 4-15,-4 0-8 16,-2 0-1-16,-5 0 3 15,-6 0-1-15,-3-2 5 16,-5-1-4-16,-3 3 10 16,-1 0-9-16,0 0 17 15,0 0-14-15,0 0 9 16,0 0-18-16,0 1 3 16,0 6 4-16,6 4 4 15,3-1-2-15,1-1 0 16,6 1 6-16,-3-4-10 15,6-1 12-15,1-3-11 16,0 0 10-16,6-2-10 16,0 0 12-16,2 0-9 15,-1-9 6-15,-5-2 4 16,1 0-1-16,-7-2-1 0,-5 1-2 16,-5-2 11-1,-4 1 4-15,-2-1 6 0,0 2-19 16,0-1 10-16,-11 1-17 15,-2 1 7-15,-1 4-14 16,-6 2 3-16,1 1-2 16,-3 4-1-16,-1 0-2 15,1 0-13-15,-1 0-1 16,3 8-47-16,3 4-45 16,1-4-73-16,7 3-42 15,5-4-136-15</inkml:trace>
  <inkml:trace contextRef="#ctx0" brushRef="#br0" timeOffset="112845.85">30828 3376 552 0,'0'0'42'0,"0"0"57"0,0 0-16 15,0 0-36-15,-50 0-6 16,36 0-25-16,4 6-7 16,2-1-6-16,2 0-3 15,6 2 3-15,0 1-1 16,0 4 4-16,4-3-7 16,9 3 9-16,3 1-13 15,0 0 16-15,0-1-10 16,-2 1 15-16,-2-2 1 15,-3-3 16-15,-2 1 20 16,-6-1 0-16,-1-1 3 16,0 0 0-16,-10 1 2 15,-9-2-26-15,-4 1-6 16,-3-3-29-16,-1 1 14 16,1-3-41-16,5-1-51 15,3-1-68-15,6 0-90 16,6 0-127-16</inkml:trace>
  <inkml:trace contextRef="#ctx0" brushRef="#br0" timeOffset="113412.19">31034 3391 499 0,'0'0'66'16,"0"0"58"-16,0 0-45 0,-8 88-13 16,8-67-16-16,0-4 1 15,4-4-31-15,6-2-5 16,3-3-9-16,5-5 3 15,-1-3-13-15,2 0 3 16,-1 0-6-16,1-10 1 16,0-5 4-16,-1-6-10 15,-3-1-9-15,-3-2 5 16,-1 3 6-16,-2 3-15 16,-6 3 21-16,0 7-3 15,-2 5 18-15,-1 3 0 16,0 0 9-16,2 18-9 15,-1 8 47-15,-1 9 52 16,0 8-19-16,0 5-4 16,3 1-21-16,1 5 18 15,4-2-34-15,3-2 19 16,6-3-33-16,1-4 16 16,-2-7 12-16,-2-7-32 15,-4-5-25-15,-7-9 2 16,-3-3 0-16,-3-5-1 15,-20-3 1-15,-7-2-17 16,-8-2 3-16,-6 0-47 16,-3 0 0-16,-2-7-43 15,4-7-22-15,4-2-179 16,6-3-287-16</inkml:trace>
  <inkml:trace contextRef="#ctx0" brushRef="#br0" timeOffset="115164.67">30044 3125 476 0,'0'0'53'16,"-39"41"73"-16,18-13-17 16,0 5-32-16,1 2-4 15,5 1-22-15,4 1-10 16,5 0-2-16,5 0-24 15,1-3 6-15,0 1-14 16,4-6 6-16,10 1-17 16,1-2 12-16,5-4-16 15,3-4-11-15,4-2-66 0,1-3-78 16,1-5-94 0</inkml:trace>
  <inkml:trace contextRef="#ctx0" brushRef="#br0" timeOffset="116723.43">31322 2992 203 0,'0'0'80'0,"0"0"-19"16,-3 0-15-16,3 0 15 15,0 0 4-15,0 0-8 16,0 0-12-16,0 0 10 0,4 4 3 16,5 8-1-1,5 5-6-15,1 7 4 0,5 3 11 16,3 6-27-16,-1 2-14 16,4 3-21-16,-3 3 20 15,-4 2-14-15,-5-1 12 16,-5-1-11-16,-6 1 20 15,-3-3-2-15,0 1 5 16,-6-4-11-16,-7-4-4 16,0-1 8-16,0-4-14 15,4-7-2-15,3-2-15 16,1-5 11-16,2-4-15 16,0-1 13-16,2-6-44 15,-1 0-20-15,1-1-51 16,-1-1-44-16,-1 0-39 15,-3 0-122-15</inkml:trace>
  <inkml:trace contextRef="#ctx0" brushRef="#br0" timeOffset="118897.97">31748 3453 1139 0,'1'0'24'0,"2"0"92"16,-3 0-45-16,2 0-29 15,-1 0-24-15,-1 0-12 16,0-2-9-16,0-2-54 16,0 0-72-16,0-3-131 15,0 0-166-15</inkml:trace>
  <inkml:trace contextRef="#ctx0" brushRef="#br0" timeOffset="119785.47">32154 3200 414 0,'0'0'53'0,"0"0"44"16,0 0-17-16,0 0-41 15,0 0-14-15,-32-49 8 16,13 45-27-16,-4 1-7 16,-3 3 7-16,-3 0-10 15,0 7 10-15,-1 8-4 16,4 3 9-16,6 4-1 16,5-1 17-16,8-2 0 15,6 1-8-15,1-2 7 16,0-4 4-16,10-2 15 15,6-6 0-15,3-2 10 16,2-3-39-16,2-1 1 16,-1-1-12-16,1-11 5 15,0-7-11-15,-1-4 2 0,-2-2-5 16,-3-5-1 0,-1-3-2-16,1-3-9 0,-3-1 11 15,-2-2-4-15,-3 4 16 16,-3 1-12-16,-3 7 15 15,-3 5-14-15,0 7 10 16,0 3 4-16,0 6 3 16,0 5 3-16,-1 1 6 15,-5 0-2-15,1 9-29 16,1 10 15-16,-1 9-2 16,3 2 24-16,1 5 10 15,1 1 7-15,0 0-30 16,0 0-5-16,0-4-9 15,1-1-1-15,4-3 1 16,3-5-7-16,-1-3-39 16,3-6-56-16,0-5-47 15,0-5-61-15,3-4-104 16</inkml:trace>
  <inkml:trace contextRef="#ctx0" brushRef="#br0" timeOffset="120319.63">32373 3095 541 0,'0'0'89'0,"0"0"71"0,0 0-66 15,0 0-9-15,0 58-34 16,3-44-6-16,0-2-25 15,3-2 1-15,0-1-15 16,2-4 19-16,3-1-11 16,1-2-3-16,2-2-8 15,3 0-5-15,-3 0 1 16,0-7-10-16,1-4-4 16,-5-2-20-16,0 1 10 15,-4-1-3-15,-2 3 10 16,-1 1-14-16,-3 4 18 15,0 3-3-15,0 2 4 16,0 0-11-16,0 15 5 16,0 6 18-16,0 8 2 15,0 6 22-15,10 4 6 16,-1 5 44-16,4 2 6 16,1-1 12-16,-2 1-28 15,-2-4 5-15,-3-4-9 16,-4-6-14-16,-3-6-9 15,0-6-13-15,0-5 3 16,-10-4-10-16,-6-3 9 16,-4-4-19-16,-6-2 8 15,-4-2-26-15,-3 0-14 16,-1 0-42-16,1-8-39 16,0-2-107-16,4-1-162 15,6-3-394-15</inkml:trace>
  <inkml:trace contextRef="#ctx0" brushRef="#br0" timeOffset="120785.69">31726 3446 518 0,'0'0'94'16,"0"0"-21"-16,0 0 64 15,88 0 8-15,-39 0-28 16,7 0 5-16,7 0-46 16,6 0-13-16,2 0-24 15,-3 0-13-15,-1 0 2 16,-4 0-14-16,-7 1-7 15,-4-1-11-15,-10 0 6 16,-6 0-38-16,-10 0-13 16,-3 0-56-16,-8 0-60 15,-7 0-127-15,-5 0-140 16</inkml:trace>
  <inkml:trace contextRef="#ctx0" brushRef="#br0" timeOffset="121671.74">32067 3853 654 0,'0'0'44'16,"0"0"37"-16,0 0-7 0,0 0-35 16,0 0-10-1,-43-18-21-15,24 18-6 0,0 0 10 16,-4 7 1-16,-3 7-9 16,2 3-2-16,3-1 21 15,1 3-10-15,6-3 13 16,8-3-26-16,6-1 14 15,0-2-8-15,7-4 17 16,12 0 20-16,4-2-2 16,4-3-12-16,1-1-12 15,-2 0-5-15,0-3-9 16,-4-9 7-16,-4-3-15 16,-5-4 7-16,-7-3-24 15,0-2 2-15,-3-7-13 16,-3-2 8-16,0-2 11 15,0 0 5-15,0 1 8 16,0 4-1-16,0 7 5 16,0 5 3-16,-3 7 17 15,3 7-12-15,-3 4 6 16,3 0-26-16,0 12 4 16,0 10 2-16,0 5 13 15,0 5 15-15,6 1 17 16,5 3-7-16,3-4-7 15,1 0 7-15,-2-3-16 16,3-3 1-16,-3-6-24 16,-2-3 14-16,-2-5-18 15,0-5-6-15,-5-3-67 0,2-4-69 16,0 0-71-16,-5-2-115 16</inkml:trace>
  <inkml:trace contextRef="#ctx0" brushRef="#br0" timeOffset="121936.16">32292 3789 774 0,'0'0'121'0,"0"0"83"16,0 0-87-16,94 71-38 15,-72-50-26-15,1-1-19 16,-3-1-13-16,-7-4-17 16,0-3 2-16,-6-2-17 15,-1-3-8-15,-3-5-42 16,0-2-30-16,2 0-86 16,0-5-31-16,1-11-148 15</inkml:trace>
  <inkml:trace contextRef="#ctx0" brushRef="#br0" timeOffset="122103.35">32483 3785 729 0,'0'0'93'16,"0"0"64"-16,-114 80 2 16,78-49-72-16,4-2-51 15,8-2-26-15,6-4-11 16,8-7-1-16,7-8-77 15,3-4-121-15,0-4-274 0</inkml:trace>
  <inkml:trace contextRef="#ctx0" brushRef="#br0" timeOffset="123404.08">31667 3069 369 0,'0'0'93'0,"-60"86"23"15,29-28-24-15,5 6-19 16,6 2-34-16,7 5-9 16,12-3-25-16,1-1-1 15,12-7 17-15,17-4 18 16,4-7-13-16,5-4-27 15,-2-6-14-15,-1-7-49 16,-5-6-25-16,-2-5-146 16,-7-5-268-16</inkml:trace>
  <inkml:trace contextRef="#ctx0" brushRef="#br0" timeOffset="124323.87">32636 2848 309 0,'0'0'25'0,"0"0"52"16,0 0 70-16,38 83-23 15,-11-43-17-15,6 6-35 16,6 9-19-16,-1 5-14 16,-1 6 9-16,-8 2-25 15,-5 0 14-15,-10 0 6 16,-11-3-25-16,-3-3 20 15,-12-6-9-15,-10-4 12 16,-8-5-15-16,-2-6 2 16,1-6-29-16,0-6 11 15,5-4-15-15,6-6 2 0,4-6-34 16,3-4-49-16,6-4-84 16,4-3-125-16,3-2-302 15</inkml:trace>
  <inkml:trace contextRef="#ctx0" brushRef="#br0" timeOffset="150794.84">29320 2123 134 0,'0'0'43'16,"0"0"15"-16,-7-11-28 15,4 9-3-15,3-3 17 16,-1 1 28-16,1 0-15 16,0-1 13-16,0 1-20 15,0-3 19-15,0 4-18 16,0-1 18-16,0 0-17 15,0 0 9-15,0 3-8 16,0-2-5-16,0 2 1 16,0-3-14-16,0 3 4 15,0 1-11-15,0-1 15 16,0 1-9-16,0 0 17 16,0 0-33-16,0 0 16 15,0 0-23-15,0 0 2 16,0 0-7-16,0 7-12 15,10 12 12-15,7 0 10 16,6 7 15-16,9 0-17 16,8 1 20-16,4-4-21 15,6-2 24-15,5-6-25 16,3-4 23-16,1-1-32 16,-1-10 8-16,-3 0 0 15,-5 0-8-15,-6 0 4 16,-8-11-11-16,-6-1 13 0,-7-1-19 15,-5 0 15-15,-4 1-36 16,-7 1 16-16,1 3-36 16,-3 1 7-16,-2 3-36 15,0 2-32-15,0 1-71 16,-2 1-121-16,1 0-193 16</inkml:trace>
  <inkml:trace contextRef="#ctx0" brushRef="#br0" timeOffset="176856.63">30837 4706 398 0,'0'0'42'15,"0"0"3"-15,0 0 63 16,0 0-4-16,0 0 5 15,0 0-23-15,0 0 4 16,0 0 6-16,0 0-18 16,0 0-7-16,0 0-14 15,0 0-1-15,0-5-28 16,3-3 9-16,2-3-28 0,1-2 16 16,1-3-28-1,2 1 19-15,-3-2-20 0,4-1 10 16,-3 3-2-16,-1-1-2 15,-2 4 8-15,-1 1-11 16,1 3 9-16,-1 2-16 16,-3 2 19-16,0 1-21 15,0 3 25-15,0 0-25 16,0 0 19-16,0 3-19 16,0 13 6-16,2 3 4 15,-1 6 0-15,2 5 4 16,0 2-7-16,0 3 12 15,0 2-18-15,1-1 21 16,-1 3-23-16,0-5 28 16,1-2-25-16,-1-6 17 15,0-4-14-15,0-5 6 16,-2-6-1-16,-1-3-7 16,0-5-11-16,0 0-31 15,0-2-2-15,0-1-56 16,0 0-36-16,0 0-75 15,-4 0-60-15,-3 0-173 16</inkml:trace>
  <inkml:trace contextRef="#ctx0" brushRef="#br0" timeOffset="177087.17">30786 4921 735 0,'0'0'66'0,"0"0"31"0,0 0 52 16,0 0-46-16,101 10 5 15,-60-7-65-15,3 1 1 16,-3 0-39-16,-5 0 9 16,-7-2-20-16,-8 1-21 15,-6 1-66-15,-12-4-124 16,-3 0-232-16</inkml:trace>
  <inkml:trace contextRef="#ctx0" brushRef="#br0" timeOffset="177869.86">30122 4598 840 0,'0'0'26'0,"0"0"66"16,0 0 31-16,0 0-27 16,0 48-10-16,4-28-26 15,-1 3-22-15,0-1-22 16,-1 0 9-16,0 0-27 16,-2-3 18-16,1-1-26 15,-1-2 22-15,0-4-28 16,0-1-11-16,0-5-46 0,0-4-58 15,0-2-84 1,-5 0-81-16,-2 0-276 0</inkml:trace>
  <inkml:trace contextRef="#ctx0" brushRef="#br0" timeOffset="178070.34">30005 4714 868 0,'0'0'53'0,"0"0"77"0,0 0-41 15,105 0-77-15,-63 0-3 16,4 0-4-16,2 0-66 16,-2-3-254-16,-4-1-475 15</inkml:trace>
  <inkml:trace contextRef="#ctx0" brushRef="#br0" timeOffset="179189.34">31482 4299 638 0,'0'0'103'0,"0"0"33"16,0 0-43-16,0 0-21 15,-26 32-49-15,13 0 29 16,-4 7-16-16,2 9 5 16,-2 3 0-16,4 5-8 15,0 4-3-15,0 1-13 16,4 1 23-16,5 0-19 16,1 1 10-16,3-3-12 15,0-3 15-15,4-6-25 16,8-3 20-16,4-9-19 15,-1-6 3-15,-1-6-6 16,-4-6-4-16,0-8 4 16,-2 0-13-16,-3-8 15 15,-1-1-22-15,-4-2 8 0,2-2-44 16,-2 0 5 0,0 0-59-16,0-11-72 0,0-9-224 15</inkml:trace>
  <inkml:trace contextRef="#ctx0" brushRef="#br0" timeOffset="180039.63">31858 4553 386 0,'0'0'117'16,"0"0"3"-16,0 0-7 0,0 0-33 15,0 0-4-15,-12-35-14 16,2 31 15-16,-6 2-45 16,-1 2-11-16,-5 0-28 15,-1 4 16-15,0 8-19 16,1 3 14-16,5 1-6 16,5-3 1-16,1-1 2 15,7-1-3-15,2-3 6 16,2-1-11-16,0 0 15 15,0-1-12-15,10-2 22 16,3-3-23-16,4-1 19 16,1 0-19-16,3 0 15 15,1-5-5-15,0-11-3 16,1 0 2-16,-2-7-4 16,-3-3 2-16,-2-4-17 15,-6-4 14-15,-3-3-19 16,-5-2 19-16,-2 2-21 15,0 3 14-15,0 5-2 16,0 9 12-16,-2 4-1 16,-1 10 0-16,0 2 7 15,2 4-4-15,1 0 8 16,0 10-27-16,0 11 17 16,0 6 6-16,0 5 44 15,0 0-30-15,3 4 8 16,4-4-21-16,3-1 3 15,0-3-1-15,2-3-8 16,-1-3 0-16,-2-6-8 16,-2-1 4-16,3-3-59 15,-1-6-42-15,1-4-80 16,0-2-67-16,-3 0-253 0</inkml:trace>
  <inkml:trace contextRef="#ctx0" brushRef="#br0" timeOffset="180509.14">32043 4460 607 0,'0'0'63'16,"0"0"51"-16,0 0-41 16,0 71-37-16,1-55 0 15,6 0-4-15,0-4-3 16,2-3-26-16,4-2 19 15,0-3-21-15,1-4 18 16,1 0-17-16,-2 0 7 16,1-12-6-16,-2-1-1 15,-4-1 0-15,1-3-10 16,-3 1 10-16,-3 1-15 16,0 4 12-16,-3 3-12 15,0 2 23-15,0 6-20 16,0 0 13-16,0 9-17 15,-3 11-3-15,-6 7 26 16,2 9 20-16,0 3 13 16,7 3 12-16,0 4 53 15,0-2-69-15,17-1 5 16,-1-1-1-16,4-5 13 16,-2-6-35-16,-5-7 7 15,-4-8-21-15,-3-5-3 16,-6-5-1-16,0-1-2 15,-11-3 1-15,-11-2-19 0,-7 0-35 16,-8-2-87-16,-1-11-61 16,-4-3-188-16</inkml:trace>
  <inkml:trace contextRef="#ctx0" brushRef="#br0" timeOffset="180775.59">31635 4838 780 0,'0'0'82'15,"0"0"36"-15,120-3 55 16,-55 3-74-16,7 0-18 15,3 0-52-15,6 0-13 16,-5 0-12-16,-6 0-6 16,-2 0-50-16,-13 0-95 15,-9 0-83-15,-11 0-144 16</inkml:trace>
  <inkml:trace contextRef="#ctx0" brushRef="#br0" timeOffset="181476.03">31814 5196 696 0,'0'0'53'0,"0"0"-33"15,0 0 39-15,-82 35-26 16,57-16 30-16,2 2-19 16,3 1-25-16,4-1 1 15,3-6-7-15,8-2 2 16,3-2-8-16,2-4 17 16,0-3-17-16,4-4 26 15,15 0-14-15,3 0 29 16,5-7-17-16,5-8 6 15,-1-2-20-15,-3-6-12 16,-2-5 1-16,-4 0-8 16,-6-4 11-16,-5-3-18 15,-5 2 16-15,-3 1-23 16,-3 3 26-16,0 8-21 0,0 5 20 16,0 5-16-1,0 5 9-15,-1 6 4 16,1 0-7-16,-2 5-5 15,2 12-16-15,0 9 28 0,0 4 2 16,0 4 25-16,5-1-11 16,2-2 23-16,1-2-37 15,1-6 7-15,-2-4-17 16,1-1 3-16,0-4 0 16,-1-5-11-16,-1-1-23 15,-1-2-40-15,0-3-37 16,1-3-72-16,-2 0-24 15,-1 0-141-15</inkml:trace>
  <inkml:trace contextRef="#ctx0" brushRef="#br0" timeOffset="181874">32047 5159 750 0,'0'0'115'0,"0"0"75"15,0 0-53-15,0 0-37 16,75 83-25-16,-56-62-25 16,-3-2-31-16,-1-3-2 15,0-3-20-15,-5-3 15 16,3 0-24-16,-4-4 25 16,2-5-46-16,-1-1-3 15,2 0-37-15,2-6-13 16,0-9-48-16,1-6-48 0,-5-4 12 15,-1 2-60 1,-3 2 39-16,-6 0 76 16,0 6 116-16,0 4 128 15,-7 10 66-15,-11 1-69 0,-5 4-28 16,-6 14 8-16,-1 4 9 16,-2 2-39-16,2 3-27 15,3-3-27-15,4-3-24 16,3-3 10-16,6-2-54 15,1-5-47-15,3-5-93 16,1-5-112-16</inkml:trace>
  <inkml:trace contextRef="#ctx0" brushRef="#br0" timeOffset="183576.06">32399 4261 659 0,'0'0'109'15,"0"-1"-42"-15,0 1-8 16,0 16-33-16,3 10 9 16,6 10 65-16,5 9-4 15,4 7-49-15,6 6 23 16,2 2-22-16,0 4 0 16,0 1-42-16,-4 3 14 15,-5 2 1-15,-8 1 5 16,-8 1-9-16,-1-2-12 15,-2-3 10-15,-18-7-14 0,-3-6 21 16,-4-5-25 0,0-11 17-16,2-10-21 0,6-11 19 15,4-3-35 1,6-5-12-16,4-8-35 0,5-1-37 16,0 0-65-16,0-13-134 15,5-3-141-15</inkml:trace>
  <inkml:trace contextRef="#ctx0" brushRef="#br0" timeOffset="186726.5">29586 6027 54 0,'-10'1'15'0,"0"0"-18"15,-1 1-51-15</inkml:trace>
  <inkml:trace contextRef="#ctx0" brushRef="#br0" timeOffset="187130.68">29430 6035 369 0,'0'0'108'0,"0"0"-13"0,0 0 64 15,0 0-28-15,0 0 9 16,-10 0-41-16,10 0-14 16,0 0-29-16,0 2-16 15,14-1-6-15,4 0-4 16,6-1 12-16,5 2-19 16,0-2-1-16,1 0-29 15,-1 0 20-15,-1 0-25 16,-3 0 13-16,-1 0-52 15,-4-2-40-15,-3-5-81 16,-8-1-107-16,-5 0-165 16</inkml:trace>
  <inkml:trace contextRef="#ctx0" brushRef="#br0" timeOffset="187386.57">29507 5911 734 0,'0'0'104'0,"0"0"-28"0,0 0 39 15,0 0-29 1,0 0-52-16,47-1-12 15,-31 2-28-15,3 1 17 0,3-2-56 16,1 0-84-16,-2 0-151 16,-1 0-301-16</inkml:trace>
  <inkml:trace contextRef="#ctx0" brushRef="#br0" timeOffset="188698.59">30838 2042 451 0,'0'0'79'16,"0"0"-25"-16,0 0 17 16,2 0-33-16,10 4 27 15,6 6-24-15,5 7 5 16,6 2-7-16,4 3 20 15,6 1-11-15,6 0-16 16,3-4-11-16,5-3-21 16,3-5 18-16,3-4-12 15,2-6 21-15,1-1-23 16,-4 0 13-16,-6-5-20 16,-6-9 12-16,-11-1-2 15,-8-3 6-15,-11 1 7 16,-6-1-9-16,-5 3 5 15,-4 0-19-15,-1 3 16 16,0 4-19-16,0 1 25 16,0 3-30-16,0 3 19 15,0 1-23-15,0 0-16 16,0 0-13-16,0 0-17 16,0 0-37-16,-3 0-30 15,0 0-22-15,-3 1-137 0</inkml:trace>
  <inkml:trace contextRef="#ctx0" brushRef="#br0" timeOffset="189966.54">29895 5791 524 0,'0'0'114'16,"0"0"20"-16,0 0-2 15,1-4-12-15,-1 4-31 16,0 0-26-16,0 0-19 16,0 0-9-16,0 5-26 15,0 6 25-15,0 4-25 16,2 1 19-16,-1 0-23 16,2 1 16-16,3-2-11 15,3-2-3-15,2-2-3 16,2-3 2-16,6-3 18 15,1-3-10-15,2 0 9 16,2-2-25-16,-2 0 20 16,-3 0-27-16,1 0 20 15,-5 0-31-15,-1 0-6 16,-1 0 2-16,3-2-30 16,-3-2-22-16,1-3-40 0,-1-1-46 15,0-2-77 1,-3 0-106-16</inkml:trace>
  <inkml:trace contextRef="#ctx0" brushRef="#br0" timeOffset="190230.37">30193 5708 762 0,'0'0'51'15,"0"0"65"-15,0 0-12 16,-15 80 13-16,15-40-7 15,0 1-27-15,0 3-17 16,0-3-10-16,6 1-14 16,1-6-13-16,0-1 9 15,0-3-29-15,-1-4 8 16,0-7-26-16,-3-2 24 16,0-8-26-16,-3-3-15 15,0-3-37-15,-3-5-24 16,-10 0-68-16,-9-3-192 15,-1-15-363-15</inkml:trace>
  <inkml:trace contextRef="#ctx0" brushRef="#br0" timeOffset="195292.82">32167 1943 310 0,'-4'-7'40'0,"-1"1"11"0,4 4 42 16,-1 1-9-1,2-1-48-15,0 2 5 16,0 0-19-16,0 2-1 0,6 11 6 16,8 6 33-16,2 3-2 15,5 5-15-15,4-1-2 16,7 1-7-16,4-5 14 16,4-3-17-16,6-5 24 15,0-6-38-15,0-5 9 16,-3-3-29-16,-5 0 13 15,-1-11-8-15,-6-7-1 16,-8-2 3-16,-3-3-22 16,-8-3-36-16,-4 3-79 15,-8-2-41-15,0 6-165 16</inkml:trace>
  <inkml:trace contextRef="#ctx0" brushRef="#br0" timeOffset="196660.41">32073 2077 471 0,'0'0'80'16,"88"-58"47"-16,-32 17-51 16,9-10-9-16,3-11-41 15,6-6-5-15,-2-6-23 16,-4-5 13-16,-3 4-6 16,-6 6-1-16,-13 7-1 15,-9 16-4-15,-12 10 4 16,-11 13-8-16,-10 10 15 15,-4 6-21-15,-4 5-5 16,-17 2-40-16,-6 0 15 0,-4 0 14 16,-3 5 11-1,0 2-18-15,9-2 7 16,0-1 9-16,9-3 6 0,9 1 19 16,6-2 7-1,1 0 16-15,5 0-41 0,16-5 11 16,3-1-9-16,3-2 18 15,2 1 2-15,0 0 8 16,-10 3 3-16,-2 1 9 16,-6-1 0-16,-6 4-22 15,-2 0 12-15,-3 0-11 16,0 0 11-16,0 0-16 16,2 0 15-16,2 0-25 15,0 0 15-15,3 7-10 16,2 2 3-16,4 0 0 15,0 0-1-15,-1-1 3 16,-1-1-8-16,-1-1 9 16,-4-3-40-16,-3-3-21 15,-3 0-98-15,0 0-72 16,0 0-112-16</inkml:trace>
  <inkml:trace contextRef="#ctx0" brushRef="#br0" timeOffset="197038.51">33040 1191 659 0,'0'0'60'15,"0"0"10"-15,0 0-38 0,0 0-31 16,0 0 36-16,0 43-28 15,0-29 7-15,0-2-9 16,5-3 20-16,7 0 10 16,5-6 16-16,0 0-9 15,5 0-19-15,1-3 6 16,0 0-17-16,-3 0 10 16,-3-7-26-16,-2-2 20 15,-4-2-23-15,-5-1 25 16,-6-3-17-16,0 1 1 15,0-1-12-15,-10 2-15 16,-12 3 11-16,-6 3-35 16,-6 4-38-16,-5 3-85 15,-4 0 33-15,1 6-76 16,3 6-113-16</inkml:trace>
  <inkml:trace contextRef="#ctx0" brushRef="#br0" timeOffset="197427.53">32882 1377 632 0,'0'0'52'0,"0"0"15"0,0 0 23 15,0 0 0-15,0 0-19 16,-25 56-38-16,16-38-20 16,-3 0-13-16,1 0 6 15,3-3-37-15,-4-1-59 16,1-4-99-16,-4-1-184 16</inkml:trace>
  <inkml:trace contextRef="#ctx0" brushRef="#br0" timeOffset="200965.65">25414 6542 158 0,'11'3'4'0,"1"0"22"15,4-1 16-15,4 2-24 0,1-1 1 16,4 0-1-16,1 0-12 16,5-1 47-16,-3 2-38 15,6 0 20-15,1 0-30 16,3 2 11-16,3 0 16 15,2 1-17-15,5 1-12 16,5-3 0-16,2 4-1 16,7-3-5-16,3 2 7 15,3-1-8-15,4-1 13 16,3 0-16-16,2 2 17 16,3-4-18-16,3 1 14 15,1 1-11-15,1-1 5 16,4-1 0-16,4 0-1 15,-2 0 5-15,3-2-9 16,-2 0 10-16,5 2-11 16,-2-4 14-16,1 0-18 15,2 0 19-15,0 1-17 16,-1 1 13-16,1-1-6 16,-1-1 1-16,1 2 1 15,1-1-3-15,0-1 6 16,2 0-11-16,0 0 14 15,0 0-15-15,3 0 18 16,-1 0-19-16,2 0 18 16,-1 0-17-16,4 0 11 15,2 0-3-15,4 0 0 16,0 0 1-16,2-1-1 16,5-1 4-16,2-1-12 15,1 2 15-15,7 1-15 16,-1-4 18-16,2 4-19 15,1-2 18-15,2 0-16 16,0-1 11-16,3-1-3 0,4 2 0 16,1-4 1-16,4 0-1 15,-1 0 8-15,3 2 1 16,-5-3 13-16,-5 3-9 16,0 0 22-16,-5 0-17 15,-5 0 11-15,-3-1-7 16,-1 1 0-16,-7 0-10 15,-1-1-9-15,-6-2 1 16,-8 0-9-16,-5 2 12 16,-10-2-8-16,-8-1 20 15,-11 1-25-15,-10 3 19 16,-17 1-22-16,-10 1 16 16,-12 2-14-16,-13 0-19 15,-7 0-90-15,-1-2-7 16,-18 0-6-16,-7 1-165 15</inkml:trace>
  <inkml:trace contextRef="#ctx0" brushRef="#br0" timeOffset="204367.07">25526 7311 512 0,'-4'0'70'0,"-1"0"61"15,4 0-14-15,-2 0-40 16,2 0-6-16,1 0-18 15,0 0-5-15,0 0-19 16,0 0 16-16,0 0-22 16,0 0 23-16,0 0-32 15,10 0 11-15,1 0-13 16,7 0-1-16,4-1-4 16,1-2-4-16,3-1 5 15,-2 4-14-15,-3 0 15 16,-1 0-19-16,-9 0 19 15,-2 4-24-15,-9 8 24 16,0 4-20-16,-5 2 17 16,-10-1-9-16,0 3-3 15,1-4-2-15,3 0-3 16,6-1 1-16,5-3-14 16,0 2 18-16,0-2-13 15,13-1 28-15,2 0-21 16,5 1 21-16,-3-1-15 0,-4 1 15 15,0 2 1-15,-9 3 9 16,-3-1 7-16,-1 0 10 16,0-1 12-16,-9-1-17 15,-5 0 11-15,1-5-31 16,-2-1 14-16,1-2-32 16,0-2 19-16,2-2-20 15,0-2-8-15,3 0-37 16,5-4-62-16,2-8-90 15,2-1-123-15,0-6-211 16</inkml:trace>
  <inkml:trace contextRef="#ctx0" brushRef="#br0" timeOffset="204783.4">25846 7414 708 0,'0'0'125'0,"0"0"17"15,0 0-29 1,0 0-24-16,15 21-7 0,-5-7-11 16,5 2-23-16,1 4-1 15,2-1-13-15,1-3 8 16,4 3-26-16,-1-3 17 16,-3-1-30-16,-2-1 16 15,-4 1-26-15,-1-4 13 16,-5-3-6-16,-3 1-7 15,-2-5-21-15,1-2-17 16,-3-2 1-16,0 0-39 16,0 0-4-16,0-4-92 15,0-10-115-15,-6-2-135 16</inkml:trace>
  <inkml:trace contextRef="#ctx0" brushRef="#br0" timeOffset="205017.61">25999 7432 844 0,'0'0'104'0,"0"0"41"15,-65 79-46-15,42-51-42 16,3 0-4-16,3-5-43 15,6-4 8-15,-1-6-27 16,7 0 14-16,2-6-56 16,0-4-65-16,3-3-91 15,-3 0-125-15</inkml:trace>
  <inkml:trace contextRef="#ctx0" brushRef="#br0" timeOffset="205473.29">26120 7157 849 0,'0'0'88'0,"0"0"37"16,0 0-12-16,0 0-48 15,0 0-8-15,23 13-45 16,-17-8-2-16,-3 2-4 16,0 0-4-16,-3 4 6 15,0-2-5-15,0 2 10 16,0 0-16-16,0-1 17 15,-3 0-22-15,0-3 25 16,3-1-26-16,-2-1 18 16,2 0-16-16,0-3 9 15,0 1-4-15,0-2 2 16,5 2 2-16,1-3-15 16,5 0 7-16,-2 0-30 15,1 0 5-15,3 0-53 16,-3 0-20-16,2 0-104 0,0 0-97 15</inkml:trace>
  <inkml:trace contextRef="#ctx0" brushRef="#br0" timeOffset="206915.34">26325 7504 1125 0,'0'0'75'15,"0"0"18"-15,0 1-38 16,0-1-48-16,0 0 2 16,0 0-27-16,0 0-40 15,0 0-123-15,0 0-153 16,0 0-439-16</inkml:trace>
  <inkml:trace contextRef="#ctx0" brushRef="#br0" timeOffset="207671.33">26634 7440 568 0,'0'0'57'0,"0"0"76"0,0 0-46 15,0 0-21-15,0 0-5 16,-11-8-41-16,2 8 8 15,-4 0-10-15,-3 0 8 16,3 0-17-16,-3 0 9 16,3 5-20-16,3-1 17 15,0 3-23-15,4-1 16 16,5 0-11-16,1-1 0 16,0 3 2-16,1-2 0 15,11 0 7-15,5 1-14 16,-2 0 15-16,3-2-16 15,-1 3 20-15,-2 0-20 16,-3 0 19-16,-1 2-21 16,-7-1 15-16,-2 4-3 15,-2-3 16-15,0 0 16 16,0 0-3-16,-2-1 6 16,-7-1-10-16,0-1 20 15,-3-2-35-15,0 3 11 16,-2-4-24-16,-1-2 18 15,0 1-22-15,-1-1 10 0,1-2-5 16,2 0-12 0,2 0-17-16,7 0-52 15,1-7-26-15,3-5-83 0,0 0-24 16,5-2-103 0</inkml:trace>
  <inkml:trace contextRef="#ctx0" brushRef="#br0" timeOffset="207881.76">26780 7513 663 0,'0'0'121'16,"0"0"26"-16,0 0-26 15,33 82-45-15,-24-64-24 16,-3-3-34-16,-2-3-2 15,-1-2-23-15,-3-6-8 16,0-3-98-16,0-1-92 16,-9 0-190-16</inkml:trace>
  <inkml:trace contextRef="#ctx0" brushRef="#br0" timeOffset="208057.23">26793 7335 828 0,'0'0'24'15,"0"0"-28"-15,0 0-1 16,0 0-34-16,0 0-19 16,0 0-126-16,3 22-94 15</inkml:trace>
  <inkml:trace contextRef="#ctx0" brushRef="#br0" timeOffset="208456.52">26958 7574 590 0,'0'0'143'0,"0"0"13"15,0 0 2-15,0 0-51 16,0 0-24-16,0 0-25 15,43 45-11-15,-40-45-30 16,1 0 19-16,2-8-20 16,3-7 8-16,0-5-36 15,2-3 11-15,-2-1-26 16,-1 3-9-16,-1 2 3 16,-2 7 7-16,-2 3 12 15,1 6 5-15,2 3 9 16,-2 0-24-16,0 8 26 15,3 6-12-15,2 3 30 16,1 2-19-16,-1-3 15 16,1 2-9-16,3-3-1 15,-1 0-3-15,1-3-4 16,-3-5 1-16,0-2-24 16,0-2-20-16,0-3-97 15,-1 0-66-15,-3 0-83 16,-1-5-182-16</inkml:trace>
  <inkml:trace contextRef="#ctx0" brushRef="#br0" timeOffset="209056.22">27326 7433 486 0,'0'0'118'16,"0"0"-9"-16,0 0-32 15,0 0-42-15,24 72 12 16,-16-59-19-16,-1-3-9 16,1-2-8-16,1-1-5 15,0-3 1-15,1 0-6 16,0-4 9-16,-1 0-11 15,2 0 1-15,-1-4-20 16,-1-8 10-16,2-3-35 16,-2 0 23-16,-2-1 0 15,-1 2 1-15,0 3 15 16,-3 4 4-16,-2 4 4 16,-1 3-4-16,0 0 11 15,0 5 1-15,0 11 41 16,0 5-6-16,-1 7 15 15,-2 3-4-15,3 5 38 16,0 4 4-16,0 3 3 16,16 1-33-16,2 2 7 15,4-2-9-15,1-2-42 0,-2-4 20 16,-5-4-27 0,-5-5 13-16,-5-5-34 15,-6-4 25-15,0-4-23 0,-6-2 26 16,-14-6-14-16,-9 0-6 15,-4-5-2-15,-6-2-8 16,-2-1-6-16,1 0-36 16,4 0 8-16,2-5-44 15,7-6 4-15,6-1-110 16,6-3-91-16,6-5-160 16</inkml:trace>
  <inkml:trace contextRef="#ctx0" brushRef="#br0" timeOffset="210775.02">27837 7409 646 0,'0'0'96'16,"0"0"38"-16,0 0-7 0,0 0-36 15,3 9-46-15,0 8 20 16,0 2-34-16,3 0 17 16,0 3-21-16,2-2 4 15,-2 0-24 1,-2-4-1-16,2 1-3 0,-3-6-4 15,1 1-2-15,-3-4-37 16,1-4-3-16,-2 0-43 16,0-4-18-16,0 0-106 15,0 0-78-15</inkml:trace>
  <inkml:trace contextRef="#ctx0" brushRef="#br0" timeOffset="210956.9">27766 7539 683 0,'0'0'91'0,"0"0"41"15,0 0 17-15,0 0-79 16,0 0-35-16,94-4-28 16,-69 1-2-16,-2 2-52 15,-5-2-97-15,-4 0-166 16</inkml:trace>
  <inkml:trace contextRef="#ctx0" brushRef="#br0" timeOffset="212280.44">28199 7406 560 0,'0'0'130'0,"0"0"-19"16,0 0-2-16,-1 0-20 15,1 0-20-15,0 0-11 16,0 0-10-16,0 0 4 15,6 7-7-15,5 5 13 16,8 3-30-16,0 2 27 16,4 4-25-16,6 2 12 15,0 0-24-15,-2 0 5 16,-1-2-8-16,-1-2-6 16,-6-3 0-16,-4-5-9 15,-3-3 9-15,-6-1-16 16,0-4 19-16,-6-2-30 15,0-1 8-15,0 0-30 16,0 0 9-16,0-4-49 16,-5-7-87-16,-5-2-71 15,0-4-93-15,-4 1-202 16</inkml:trace>
  <inkml:trace contextRef="#ctx0" brushRef="#br0" timeOffset="212518.5">28347 7390 847 0,'0'0'75'0,"0"0"73"16,-61 77-57-16,44-49-26 15,0-3-36-15,3-2-14 16,6-3-11-16,1-9-4 15,2 2-8-15,1-5-64 16,4-4-32-16,-3-4-84 16,0 0-72-16,2 0-274 15</inkml:trace>
  <inkml:trace contextRef="#ctx0" brushRef="#br0" timeOffset="213345.2">28477 7019 511 0,'0'0'86'16,"0"0"46"-16,0 0-51 15,0 0-5-15,0 0-8 16,-2 0-14-16,2 0-9 16,0 0-4-16,0 0-2 15,2 0-26-15,8 0 12 16,0 0-20-16,6 3 16 15,-4-3-27-15,-1 2 14 16,-1-1-14-16,-4 1 7 16,-6 2-7-16,0 3-29 15,0 1-12-15,-2 0 38 16,-6-1 10-16,-1 5-11 16,3-4 18-16,5 0-20 15,1 0 20-15,0 0-18 16,0-3 15-16,10 3-5 15,-1-1 14-15,1-1 2 16,-4 0 0-16,1 1-1 0,-7 1-4 16,0 0 33-1,0 0-17-15,-6 2 12 0,-4-3-32 16,-2 0 9-16,1-3-24 16,-1-3-24-16,3 1-55 15,-2-2-50-15,4 0-131 16,-2 0-256-16</inkml:trace>
  <inkml:trace contextRef="#ctx0" brushRef="#br0" timeOffset="-214346.78">28673 7485 814 0,'0'0'85'0,"0"0"64"0,0 0-37 16,0 0-53-16,0 0-29 15,0 0-30-15,0 0 9 16,0 0-59-16,0 0-44 16,0 0-94-16,0 0-80 15,0 0-286-15</inkml:trace>
  <inkml:trace contextRef="#ctx0" brushRef="#br0" timeOffset="-213206.93">28929 7397 371 0,'0'0'78'0,"0"0"3"15,0 0 46-15,0 0-32 16,0 0 0-16,3-1-15 15,-3 1-21-15,-6 6-31 16,-4 3-24-16,-2 4 0 16,-1 3 2-16,2-2 13 15,1 2-7-15,1 0 9 16,6-1-22-16,2-1 12 16,1-2-17-16,0-1 16 0,7-2-16 15,10-1 22 1,2-3 3-16,3-1 0 0,2-4-1 15,-1 0-13-15,1 0 3 16,-3 0-12 0,-2-1 17-16,-5-7-20 0,-1 0 18 15,-4 2-21-15,-2 0 19 16,-2-1-18-16,-4 2 11 16,2 1-4-16,-3 1 1 15,0 3 1-15,0 0-9 16,0 0 7-16,0 0-17 15,0 0 12-15,4 0-19 16,-3 0 24-16,4 0-9 16,-1 4 20-16,2 0-15 15,3 0 7-15,2-1 2 16,2-2-2-16,3-1 5 16,0 0-5-16,1 0 8 15,1 0-5-15,0 0 17 16,-3 0-23-16,-2-5 21 15,-3-2-13-15,-3-1 14 16,-1 0-14-16,-3 0 9 16,-2-2-4-16,-1 1-4 15,0-3-1-15,0 1-10 16,0 1 16-16,-4-1-16 16,-6 3 15-16,-3 1-22 15,0 2 21-15,0 1-19 16,-4 1 14-16,1 3-11 15,-3 0 5-15,1 0-5 16,0 0-10-16,-1 0 2 16,6 3-26-16,0 2-6 15,5 2-55-15,5-3-32 0,3 0-48 16,0-1-135-16</inkml:trace>
  <inkml:trace contextRef="#ctx0" brushRef="#br0" timeOffset="-212703.96">29453 7361 586 0,'0'0'50'15,"0"0"50"-15,0 0-41 16,0 0-20-16,-33-2 18 16,21 2-33-16,-2 0 1 15,4 8-21-15,0-4 19 16,2 3-22-16,3 1 13 15,5-4-15-15,0 3 2 16,0 1 3-16,8-3 9 16,7-1-3-16,0 3 0 15,0-3 6-15,1 4-14 16,-3-1 20-16,-4-2-7 16,-5 4 29-16,-4-2-14 0,0 5 27 15,0-2-5-15,-12 3-3 16,-2-1-15-16,-2-1-16 15,-1-2-7-15,1-1-17 16,1-1 13 0,4-3-45-16,-1 0-16 0,6-4-57 15,1 0-33-15,2 0-131 16,0 0-185-16</inkml:trace>
  <inkml:trace contextRef="#ctx0" brushRef="#br0" timeOffset="-212078.14">29616 7406 472 0,'0'0'86'16,"0"0"44"-16,0 0-44 16,0 0-22-16,0 0 22 15,22 58-37-15,-12-52 3 0,-3-1-17 16,2-1 3-1,1-1-12-15,-1-2-17 0,-1-1-3 16,1 0 1 0,1 0 10-16,-1-5-22 15,-2-5 12-15,0-2-27 0,0 1 10 16,-1-1-26-16,-3 4 15 16,0 1-10-16,0 3 13 15,-2 3 9-15,1 1-9 16,-1 0 5-16,1 8 1 15,-2 8 48-15,0 4-9 16,0 9 39-16,0 5-7 16,3 6 43-16,5 5-8 15,4 3-4-15,5 1-4 16,2 1-8-16,4-5-51 16,-3-6-7-16,-4-5 15 15,-3-9-30-15,-7-5 11 16,-6-6-26-16,0-5 28 15,-20-5-30-15,-12-4 23 16,-10 0-45-16,-8 0 0 16,-2-2-30-16,-1-7-21 15,2-4-36-15,6-2-101 16,3-5-156-16,10-2-405 16</inkml:trace>
  <inkml:trace contextRef="#ctx0" brushRef="#br0" timeOffset="-211050.92">29850 7145 235 0,'0'0'79'0,"0"0"22"16,0 0 29-16,48 48-13 15,-29-21-10-15,5 2 10 16,1 2-66-16,-2 2 1 15,-4 1 29-15,-5 0-25 16,-5-2-15-16,-9-1-21 16,0 0-13-16,0-2 0 15,-9-5 6-15,-7-2-22 16,3-2 23-16,-1-7-39 0,5-1-15 16,2-4-85-1,1-5-82-15,2-3-121 0</inkml:trace>
  <inkml:trace contextRef="#ctx0" brushRef="#br0" timeOffset="-210097.51">28881 7220 456 0,'0'0'79'0,"0"0"-2"16,0 0-14-16,0 0 14 0,-61 43-49 15,46-19 26-15,0 4 0 16,-2 7 13-16,1 5-30 16,2-2 30-16,3 1-17 15,4-1-10-15,1-2-13 16,6-5-19-16,0-4 0 15,0-4-14-15,6-7 15 16,6-1-17-16,3-7-12 16,3 0-73-16,4-7-96 15,2-1-170-15</inkml:trace>
  <inkml:trace contextRef="#ctx0" brushRef="#br0" timeOffset="-208884.87">30349 6961 394 0,'0'0'61'0,"0"0"53"15,0 0 8-15,-9-1-55 16,-6 15-25-16,-3 8-13 16,-7 9 22-16,-2 9 12 15,-2 4-11-15,4 6-29 16,-1 4 21-16,8-1-11 15,6 1 12-15,10-3-18 16,2-3 2-16,6-4 7 16,14-1-2-16,5-4 1 15,4-4-20-15,0-7 5 16,-3-3-19-16,-2-6 21 16,-5-6-32-16,-6-3 24 15,-7-5-27-15,-3-5-21 0,-3 0-51 16,0 0-54-1,-5-13-159-15,-6-6-305 0</inkml:trace>
  <inkml:trace contextRef="#ctx0" brushRef="#br0" timeOffset="-208117.14">30598 7137 458 0,'0'0'58'0,"0"0"37"15,0 0-22-15,0 0-44 16,0 0-8-16,-91-8-12 16,68 19-6-16,2 3 11 0,-1 0-9 15,7 3 28-15,5 1-27 16,0-1 29-16,6-2-8 16,4-1 12-1,0-3 0-15,0-3 3 0,0-2-3 16,6-6-8-16,5 0 16 15,2 0-30-15,3 0 9 16,2-11-25-16,-1-7 19 16,-1-3-27-16,1-2 18 15,-4-1-25-15,-2-5 6 16,-5-2-3-16,-3 0-14 16,-3-2-14-16,0 2 13 15,-4 2 2-15,-9 5-9 16,3 5 19-16,-2 4-9 15,1 8 30-15,4 2-20 16,-1 5 26-16,5 0-12 16,0 5 2-16,3 14 1 15,0 3 17-15,0 8 1 16,0-2 4-16,9 2-13 16,-2 1-18-16,2-4 14 15,1-2-15-15,-1-4 15 16,1-3-29-16,1-5-14 15,4-5-32-15,-1-4-31 16,-1-4-25-16,2 0-100 16,-4 0-102-16</inkml:trace>
  <inkml:trace contextRef="#ctx0" brushRef="#br0" timeOffset="-207649.78">30669 7113 621 0,'0'0'64'15,"0"0"-4"-15,0 0 4 0,0 0-3 16,0 0 16-16,0 55-38 16,0-40-3-16,3-2-31 15,1-5 17-15,2 0-21 16,4-4-3-16,-1-4 26 16,1 0-12-16,1 0-1 15,3 0-4-15,-3-10 3 16,2-3-16-16,-1-1 9 15,-1-4-20-15,-4 1 18 16,-1 2-29-16,-3 0 20 16,0 3-10-16,-3 5 18 15,0 2 1-15,0 5 0 16,0 0 6-16,0 12-15 16,0 8 12-16,0 6 8 15,0 5 22-15,2 2-16 16,5 2 38-16,4-2-12 15,-1-2 29-15,3 0-29 16,-3-2-30-16,-1-3 47 16,-3-5-31-16,-3-1-10 15,-3-4-11-15,0-2 8 16,-9-1-21-16,-8-4 16 16,-8-2-28-16,-5-3 2 15,-5-2-54-15,-4-2-30 16,0 0-110-16,3-3-173 15</inkml:trace>
  <inkml:trace contextRef="#ctx0" brushRef="#br0" timeOffset="-207419.4">30484 7431 853 0,'0'0'134'0,"94"-21"6"16,-41 11-28-16,1 0-83 15,-5 4-8-15,-8 0-19 16,-8 5-2-16,-9 1-19 16,-8 0-87-16,-9 0-83 15,-7 0-160-15,0 4-279 16</inkml:trace>
  <inkml:trace contextRef="#ctx0" brushRef="#br0" timeOffset="-206806.99">30571 7709 753 0,'0'0'56'0,"0"0"16"16,0 0 5-1,0 0-54-15,0 0-3 16,-71 13-9-16,52 0-7 0,2 1 1 15,4 1-12-15,2 2 14 16,5-1-14-16,4-2 28 16,2-5-4-16,0-1 30 15,16-1-20-15,0-7 19 16,7 0-12-16,2 0 1 16,-1-7-7-16,1-9-12 15,-2 0-2-15,-3-5-18 16,-7-4 13-16,-4 0-16 15,-4-3 16-15,-5 1-29 16,0-1 9-16,0 4-29 16,-9 1 36-16,-2 7-9 15,3 5 3-15,-2 7 4 16,1 3 4-16,2 1 11 16,1 4-24-16,0 11 22 15,3 3-9-15,2 6 28 16,1 1-14-16,0-1 28 15,0-1-31-15,8-1 8 16,1-2-9-16,1-2-6 16,3-4 1-16,-1-2-5 15,1-1-8-15,0-4-40 16,-3-3-26-16,1 0-25 16,-2-3-78-16,-3-1-80 15,-2 0-142-15</inkml:trace>
  <inkml:trace contextRef="#ctx0" brushRef="#br0" timeOffset="-206542.26">30730 7714 597 0,'0'0'148'16,"0"0"21"-16,0 0-26 15,0 0-30-15,0 0-8 16,86 75-36-16,-73-63-18 15,-1-1-35-15,1-1-6 16,-6-4-6-16,-1 1 12 16,0-4-31-16,-1-2 6 15,0-1-35-15,1 0-23 16,1-1-30-16,0-10-22 16,3-7-45-16,-1-2-27 15,1-1-47-15,-3 1-69 16</inkml:trace>
  <inkml:trace contextRef="#ctx0" brushRef="#br0" timeOffset="-206409.14">30932 7709 518 0,'0'0'181'0,"0"0"-33"15,-78 61-14-15,46-34-7 16,-1-1-62-16,4-6-31 16,6 0-40-16,7-9 9 15,3-2-67-15,10-6-58 16,3-3-159-16,0 0-314 15</inkml:trace>
  <inkml:trace contextRef="#ctx0" brushRef="#br0" timeOffset="-205615.39">30949 6935 563 0,'0'0'114'0,"0"0"52"15,38 93-37-15,-15-48-38 16,0 3 3-16,2 4-34 15,-1-1 7-15,-2-1-34 16,-6 3 16-16,-5-3-39 16,-8-2 28-16,-3 2-9 15,0-3 2-15,-12-1-12 16,-5-7-10-16,0-1 1 16,1-8-13-16,4-5 11 15,0-7-23-15,3-4 34 16,0-5-53-16,-1-2 6 15,1-3-63-15,2-2-59 16,-4-2-141-16,2 0-140 16</inkml:trace>
  <inkml:trace contextRef="#ctx0" brushRef="#br0" timeOffset="-203758.02">31349 7333 742 0,'0'0'40'0,"5"14"80"15,-1 0 12-15,1 2-46 16,0 0-13-16,2 5-25 16,-1-2-16-16,1 0-11 15,1-3-1-15,0-2-17 16,-3-3 13-16,-1-1-24 16,-1-5 23-16,-2-1-25 15,-1-1 14-15,0-2-66 16,0-1-8-16,0 0-53 15,-10 0-51-15,-7 0-103 0,2 0-55 16</inkml:trace>
  <inkml:trace contextRef="#ctx0" brushRef="#br0" timeOffset="-203579.99">31269 7477 553 0,'0'0'110'0,"0"0"-12"0,0 0 13 16,0 0-16-16,0 0 31 15,0 0-35-15,73-4-49 16,-46-1-30-16,-2 1 5 16,4-3-35-16,-1 0-57 15,-4-2-130-15,-1 1-141 16</inkml:trace>
  <inkml:trace contextRef="#ctx0" brushRef="#br0" timeOffset="-202156.22">31882 7249 258 0,'0'0'59'16,"0"0"8"-16,0 0 14 16,6-6 11-16,-6 4-7 15,0 0-4-15,0 0-25 16,0 0 14-16,-3-1-26 16,-4 2 0-16,-2 1-31 15,-4 0 6-15,2 0-23 16,-4 0 14-16,1 0-17 15,-2 8 6-15,0 6 1 16,1 0-3-16,4 1 5 16,2-1-5-16,6 0 6 15,3-6-11-15,0 1 33 16,0-3-20-16,9-3 29 0,7-3-16 16,1 0 23-1,5 0-21-15,-2-12-8 0,-1-5-4 16,0-3-9-16,-5-3-1 15,-1-4-19-15,-7-2 6 16,-5-5-26-16,-1 1 9 16,0-2-2-16,0-1 28 15,-10 6-20-15,-3 4 26 16,2 4-19-16,-3 9 11 16,0 3 5-16,4 9 6 15,2 1 0-15,3 0-6 16,2 12 14-16,3 7-8 15,0 6 37-15,2 5-3 16,10 2 17-16,3-1-26 16,0 0 0-16,2-2-15 15,-2-2 0-15,0-3 7 16,-3-6-17-16,-1-1 5 16,-2-6-22-16,-3-2-23 15,0-3-58-15,-1-4-52 16,-3-2-127-16,-1 0-202 15</inkml:trace>
  <inkml:trace contextRef="#ctx0" brushRef="#br0" timeOffset="-201372.99">32056 7224 558 0,'0'0'75'16,"0"0"-5"-16,0 0 11 16,0 0-28-16,0 19 35 15,0-7-25-15,0 1-11 16,0-7-3-16,1 2-2 16,3-3-31-16,-1-1 18 15,3-2-27-15,1-2 18 16,-1 0-20-16,1 0 8 15,5 0-15-15,2 0-2 16,-1-9-7-16,3-1-17 16,0-4-3-16,-2-3-4 15,-2 2 22-15,-3 3-20 0,-1 1 30 16,-5 6-11-16,0 1 25 16,-1 4-20-16,-2 0 3 15,2 4 3-15,1 14 2 16,0 3 34-16,0 8-4 15,4 2 16-15,-2 3-3 16,-1 0 31-16,0-5-20 16,2-3 22-16,-1-2-43 15,-2-5 7-15,-1-1-33 16,1-6 11-16,-3-3-9 16,0-2-4-16,0-2 1 15,0-2-11-15,-13-3 1 16,-4 0-41-16,-5 0-18 15,-7 0-71-15,0-3-83 16,-4-5-189-16</inkml:trace>
  <inkml:trace contextRef="#ctx0" brushRef="#br0" timeOffset="-201105.39">31758 7496 671 0,'0'0'128'16,"101"-15"71"-16,-37 8-51 15,3-2-67-15,0 4-31 16,-5-1-39-16,-6 1-8 0,-11 4 2 15,-8-2-12 1,-10 3-53-16,-10-1-80 0,-10-1-76 16,-7 1-150-1</inkml:trace>
  <inkml:trace contextRef="#ctx0" brushRef="#br0" timeOffset="-200414.91">31966 7760 680 0,'0'0'4'16,"0"0"77"-16,0 0-7 15,0 0-34-15,0 0-36 16,-35 22 19-16,21-3-2 15,-1 2-1-15,5-1 8 16,2-2-3-16,3-2 4 16,5-2 7-16,0-5 10 0,3-2-21 15,13-6 16-15,0-1-14 16,6 0 16-16,-1 0-26 16,0-11 5-16,-3-3-19 15,-2-4-1-15,-3-4 3 16,-5-2-4-16,-3-4 1 15,-5-2-27-15,0-1 18 16,0 4-23-16,-3-1 25 16,-4 8-24-16,1 4 25 15,-1 7-12-15,-1 7 14 16,0 2-14-16,2 4 6 16,2 14 6-16,-3 3 1 15,7 4 10-15,0 2-4 16,0 0 30-16,0 1-24 15,8-2 16-15,4-2-22 16,-2-4 22-16,5 0-26 16,-4-4 7-16,2-4-6 15,-3-4-15-15,1-1-24 16,-2-3-30-16,0-4-31 16,-1 0-54-16,-1 0-15 15,1-11-144-15,0-6-86 16</inkml:trace>
  <inkml:trace contextRef="#ctx0" brushRef="#br0" timeOffset="-200182.1">32175 7785 625 0,'0'0'60'16,"0"0"105"-16,0 0-35 16,0 0 3-16,0 0-55 0,58 51 4 15,-45-36-34 1,0 2-18-16,0-3-13 0,-3-1-12 15,3-5 0-15,-3 0-9 16,-1-1 11-16,0-7-32 16,-1 0-13-16,1 0-58 15,0-3-12-15,1-9-59 16,-3-3 11-16,0-2-37 16,-1-5-30-16,-3 1-3 15</inkml:trace>
  <inkml:trace contextRef="#ctx0" brushRef="#br0" timeOffset="-200055.21">32382 7783 181 0,'0'0'218'0,"0"0"-10"0,0 0-61 16,0 0-73-16,0 0 43 16,-79 56-42-16,51-28-31 15,1-4-29-15,-1-1-12 16,5-4-14-16,1-5-81 16,4-10-90-16,3-4-208 15</inkml:trace>
  <inkml:trace contextRef="#ctx0" brushRef="#br0" timeOffset="-199335.71">31716 6943 534 0,'0'0'42'16,"0"0"-4"-16,0 0 135 15,0 81-69-15,-3-27-8 16,-11 10-29-16,-5 10 7 16,-4 5-47-16,-3 3 11 0,0 0-35 15,3-2 5 1,6-5-7-16,6-3-1 0,11-6-1 15,0-9-25 1,6-6-11-16,20-12-50 0,4-10-62 16,5-10-29-16,1-9-149 15</inkml:trace>
  <inkml:trace contextRef="#ctx0" brushRef="#br0" timeOffset="-198587.28">32334 6860 458 0,'0'0'138'0,"0"0"15"16,64 89-21-16,-37-45-26 15,2 9-20-15,-2 6-19 16,-2 1-13-16,-7 6-1 16,-8 2-17-16,-9 0 10 15,-1 0-32-15,-3 0 32 16,-16-4-37-16,-4-2 18 15,-3-5-17-15,3-6-5 16,4-9 0-16,2-9-17 16,7-10-29-16,4-7-53 15,3-6-65-15,3-7-137 0,0-3-157 16</inkml:trace>
  <inkml:trace contextRef="#ctx0" brushRef="#br0" timeOffset="-197620.86">32799 7495 856 0,'0'0'119'0,"0"0"40"0,0 0-90 15,90 14-19-15,-73-11-31 16,-1-3-15-16,-6 0-11 15,-3 0-70-15,-5 0-65 16,-2 0-141-16,0-11-243 16</inkml:trace>
  <inkml:trace contextRef="#ctx0" brushRef="#br0" timeOffset="-197435.58">32799 7495 813 0,'3'-98'63'16,"17"98"56"-16,1 0-35 15,0 0-69-15,2 0-8 16,-4 0-27-16,-3-4-110 16,-4 1-175-16</inkml:trace>
  <inkml:trace contextRef="#ctx0" brushRef="#br0" timeOffset="-197068.52">33205 7200 804 0,'0'0'48'0,"0"0"30"16,0 0 71-16,0 0-83 15,0 0-8-15,0 0-37 16,-11 83 16-16,11-67-23 16,0-5 8-16,5 1 2 15,10-1 2-15,2-2-2 16,3 0-8-16,-1-3 1 15,1-2-21-15,0 2 16 16,0-6-21-16,-3 0 13 16,-3 0-38-16,-2 0-3 15,-4-10-57-15,-2-1-41 16,-1-4-67-16,-5-5-54 16,0-2-91-16</inkml:trace>
  <inkml:trace contextRef="#ctx0" brushRef="#br0" timeOffset="-196851.66">33392 7135 684 0,'0'0'58'15,"0"0"126"-15,0 96-19 16,0-49-41-16,0 2 1 16,0 2-55-16,0-1 5 15,4-5-39-15,4-3 4 16,0-7-41-16,0-5 16 15,-2-7-17-15,0-7-1 16,-3-3-21-16,-3-7-37 0,0-2-46 16,-2-4-119-1,-15 0-161-15</inkml:trace>
  <inkml:trace contextRef="#ctx0" brushRef="#br0" timeOffset="-191520.54">28217 7812 222 0,'0'0'33'0,"0"0"17"15,0 0 14-15,0 0-18 16,0 0 17-16,0 0-15 16,0 0-8-16,0 0-5 15,0 0 0-15,0 0-3 16,0 0-14-16,0 0 3 15,0 3-18-15,0-2 9 16,0 3 23-16,1 1-9 16,1 2-28-16,-1 0 22 15,1 1-11-15,2 0 1 16,-3 2-6-16,2-1-2 16,0 1 3-16,0 1-9 15,0-3 10-15,-2 3-11 16,2 0 16-16,-1-3-19 15,1 1 17-15,-2 0-16 16,1 1 12-16,-2-4-6 16,1 1-1-16,1 0 2 15,0-2-2-15,1-1 1 16,-2-1-11-16,4 1 8 16,-2-1-12-16,0 2 17 15,0-4-15-15,1 3 15 16,-1-1-11-16,0-2 11 15,1 3-6-15,2-1-9 0,-3-1 11 16,1 0-3-16,0-2 11 16,1 0-13-1,3 0 14-15,-1 3-13 16,1-3 17-16,2 0-19 0,0 0 17 16,2 0-15-16,-2 1 8 15,0-1-5-15,0 0-11 16,-1 0-2-16,-1 0 7 15,1 0 13-15,-2 0-8 16,2 0 10-16,-1 0-13 16,1 3 12-16,3-3-23 15,1 0 15-15,0 0-8 16,1 0 4-16,2 0-7 16,0 0-3-16,-3 0 2 15,1 0 1-15,-2 0 5 16,-2 0-15-16,1 0 10 15,-2 1 0-15,0-1 20 16,2 2-11-16,0-1 10 16,-1 0-6-16,4-1 2 15,-4 0 1-15,3 0-1 16,0 0 2-16,2 0-4 16,0 0 8-16,0 0-10 15,4 0 13-15,-3 0-14 16,0 0 16-16,-3 0-17 15,1 0 11-15,-2 1-7 16,0 1 1-16,0-1 0 16,0-1-5-16,2 0 5 15,-1 0-4-15,6 0 10 16,-3 0-8-16,4 0 13 0,0 0-11 16,-1 0 13-1,3 0-9-15,-2 0 3 0,-1 0-6 16,1 0 0-16,-3 0 1 15,-1 0-3 1,0 0 4-16,0 0-5 0,1 0 15 16,1 0-5-16,0 0 14 15,1 0-25-15,1 0 12 16,2 0-13-16,-2 0 7 16,2 0 0-16,-1-1-2 15,-2 1 1-15,0-2-3 16,-3 2 7-16,-3 0-11 15,-1 0 13-15,0 0-15 16,0 0 18-16,1 0-19 16,3 0 16-16,1 0-12 15,1 0 6-15,3 0 1 16,1 0-2-16,-2 0 1 16,0 0-5-16,-1 0 10 15,-3 0-13-15,-2 0 14 16,-4 0-15-16,-1 0 17 15,0 0-17-15,1 0 15 16,0 0-10-16,3 0 5 16,-1 0-1-16,2 0-1 15,2 0 8-15,0 0-3 16,1 0 3-16,-1 0-14 16,3 0 13-16,-2 0-12 15,-1 0 14-15,1 0-17 16,-2 0 13-16,2 0-8 15,-1 0 1-15,-2 0 2 16,1 0 0-16,-1 0 2 16,2 0-6-16,1 0 9 0,1 0-11 15,2 0 13-15,0 0-13 16,2 0 13 0,-2 0-14-16,3 0 12 0,-4 0-7 15,1 0 1-15,2 0 2 16,-3 0-2-16,1 0 4 15,0 0-8-15,-1 0 10 16,1 0-10-16,0 0 12 16,1 0-13-16,0 0 13 15,-2 0-13-15,0 0 10 16,-2 0-6-16,-2 0 1 16,-1 0 2-16,-1 0-3 15,-1 0 6-15,5 0-9 16,-1 0 11-16,1 0-13 15,6 0 18-15,0-1-20 16,2 1 17-16,1-1-15 16,-3 0 9-16,0 1-3 15,-4 0-3-15,-2 0 4 16,-5 0-3-16,-1 0 6 16,-2 0-8-16,-2 0 12 15,-1 0-13-15,1 0 15 16,2 0-17-16,0 0 16 15,2 0-9-15,-1 0 4 16,2-2 1-16,5-2-4 16,-1 4 1-16,1-1-5 15,1-2 10-15,-1 3-10 16,0-3 9-16,-5 3-13 0,-3 0 17 16,-2 0-18-1,1 0 15-15,-2 0-9 0,2 0 4 16,0 0 0-16,2 0-2 15,0 0 3-15,2 0-5 16,1-1 7-16,-3-1-11 16,1 1 16-16,-2 1-15 15,-3 0 14-15,1 0-16 16,-4 0 12-16,1 0-5 16,-1 0 2-16,0-1 0 15,0 1-2-15,0-2 3 16,3 1-6-16,1 1 22 15,0-1-13-15,3-2 18 16,-2 3-17-16,-3-1 5 16,4-2-16-16,-5 3 11 15,1 0-7-15,-2 0 13 16,-1 0 9-16,4-1-14 16,0 1 2-16,2-3 0 15,1 3 20-15,0-2-21 16,-1-1 9-16,1 3-19 15,0-2 28-15,-5 0 0 16,2 1 15-16,-2-1-10 16,-1 2 7-16,0-4 8 15,0 0-11-15,1 0 3 16,2-1-22-16,-1 1 8 16,0-4-13-16,-1 2 30 15,-1 1-22-15,-1-3 11 16,-2 1-26-16,0-3 12 15,0-2 2-15,0-2-4 16,0 1 1-16,0-5-14 16,-3 1 8-16,0 1-10 15,0 0 19-15,-1 1-28 0,3 3 28 16,1 1-29-16,0 3 21 16,0 0-19-16,-2 3 1 15,2 2-7-15,-3 0-33 16,-4-2-112-16,-2 0-198 15</inkml:trace>
  <inkml:trace contextRef="#ctx0" brushRef="#br0" timeOffset="-189467.28">31596 7973 427 0,'0'1'59'0,"0"-1"41"16,0 0 3-16,0 0-20 15,0 3-39-15,0-2-5 16,0 5-8-16,0 0 9 15,0 1 14-15,0 5-22 16,0-2 3-16,3 0-22 16,0 5 12-16,-1-3-24 15,1-1 30-15,-1 1-31 16,1 1 10-16,3-4-11 16,-2 2 2-16,2-3 1 15,1 1-2-15,-1-2 7 16,4 0-15-16,-3-1 19 15,2-1-21-15,1 1 24 16,-3-3-23-16,4 1 20 16,1-3-22-16,3 2 17 15,2-2-7-15,2-1 0 16,1 0 3-16,2 0-6 16,-2 0 4-16,3 0-19 15,-3 0 24-15,-1 0-17 16,-1 0 22-16,-1 0-23 15,0 0 20-15,-4 0-20 16,3 0 15-16,-3 0-3 16,4 0-2-16,-2 0 5 15,2 0-10-15,1 0 6 16,0 0-14-16,2 0 11 16,0 0-14-16,-2 0 25 15,2 0-30-15,-1 0 18 0,0 0-6 16,1 0 13-1,0 0-3-15,3 0 0 0,0 0 4 16,-1 0-7-16,1 0 12 16,0 0-16-16,-4 0 20 15,4 0-22-15,-3 0 25 16,3 0-27-16,-3 0 25 16,1 0-18-16,-1 0 6 15,-1 0 1-15,1 0-2 16,-5 0 3-16,1 0-8 15,-5 0 15-15,2 0-19 16,-4 0 23-16,-2 0-20 16,0 0 24-16,0 0-24 15,-1 0 18-15,0 0 0 16,0 0 8-16,1 0-5 16,2 0-12-16,-4 0 3 15,1-1-10-15,0-2 15 16,0 2-6-16,-1-2 33 15,-2-1-25-15,0-1 20 16,0 1-26-16,-1-1 14 16,1-3-11-16,0-1-5 15,-1 0 3-15,1-3-6 16,-1 0 9-16,-1-2-11 16,-1 2 22-16,0-1-20 15,0 1 28-15,0 2-26 16,0 0 13-16,-4 3-29 15,-2-1 13-15,0 1-20 0,-1 1-31 16,-1 2-46 0,0 1-78-16,-2-1-110 0,0 2-291 15</inkml:trace>
  <inkml:trace contextRef="#ctx0" brushRef="#br0" timeOffset="-181281.84">25414 8610 467 0,'0'0'69'0,"0"0"33"15,0 0-33-15,0 0-12 16,0 0-17-16,0 0 21 15,0 0-23-15,8 0 14 16,1 0 6-16,3 0 2 16,0 0-20-16,1 0-10 15,5 0-9-15,-2 0-15 16,-1 0 0-16,1 3-10 16,2-3 12-16,-2 0-30 0,-1 0-21 15,-1 0-90-15,0 0-108 16,-2 0-315-16</inkml:trace>
  <inkml:trace contextRef="#ctx0" brushRef="#br0" timeOffset="-180608.93">25805 8436 341 0,'0'0'75'0,"0"0"34"16,0 0 11-16,0 0-16 15,0 0-24-15,-14-1 15 16,14 1-31-16,0 0 3 15,0 0-36-15,0 0-2 0,11 0-16 16,2 0-1-16,3 0-2 16,0 0-8-1,3 0 3-15,-6 4-14 0,-1 4 13 16,-4 2-28 0,-5 1 7-16,-3 0-32 0,0 2 36 15,0 1-7-15,-2-1 14 16,-4 0 1-16,2-3 0 15,3 1 6-15,1-3-8 16,0 2 8-16,5-3-10 16,9 1 6-16,1 3-11 15,0 2 24-15,1-2-18 16,-6 1 16-16,-4 1-11 16,-6 1 23-16,0-1 21 15,-3-3 2-15,-13 2-8 16,-4-3-15-16,0-1 4 15,0-3-29-15,5 1 16 16,3-4-44-16,3 0-47 16,2-2-116-16,5 0-135 15</inkml:trace>
  <inkml:trace contextRef="#ctx0" brushRef="#br0" timeOffset="-180254.42">26113 8549 664 0,'0'0'107'0,"0"0"16"0,0 0-5 16,62 76-43-16,-45-57 1 15,5-3-47-15,-2-1 6 16,-3-4-31-16,1 0 10 16,-7-4-21-16,1 1 6 15,-7-4-33-15,0 0-31 16,-4-1-49-16,-1-3-81 15,0 0-29-15,0 0-108 16</inkml:trace>
  <inkml:trace contextRef="#ctx0" brushRef="#br0" timeOffset="-180064.69">26243 8586 638 0,'0'0'73'0,"0"0"68"16,-62 73-52-16,44-51-52 15,1-3-15-15,7-6-18 16,-2-3-3-16,6-5-79 16,5-5-90-16,1 0-188 15</inkml:trace>
  <inkml:trace contextRef="#ctx0" brushRef="#br0" timeOffset="-179675.12">26344 8296 754 0,'0'0'75'15,"0"0"-5"-15,0 0 55 16,0 0-41-16,0 0-41 16,69-6 0-16,-57 6-30 15,-2 2-8-15,-3 6-11 16,-7 2 20-16,0 1-5 15,0-3 5-15,0 4-39 16,0-1 40-16,0-3-31 16,0-1 52-16,0-1-46 15,0-2 13-15,0-2-19 16,6 0-11-16,10-2-48 16,1 0-60-16,4 0-113 15,0 0-290-15</inkml:trace>
  <inkml:trace contextRef="#ctx0" brushRef="#br0" timeOffset="-179110.25">26588 8618 947 0,'0'0'39'0,"0"0"55"0,0 0-47 15,0 0-35 1,0 1-27-16,0 1-95 0,0-2-155 16,0 0-272-16</inkml:trace>
  <inkml:trace contextRef="#ctx0" brushRef="#br0" timeOffset="-178426.05">26878 8479 541 0,'0'0'52'0,"0"0"18"16,0 0-8-16,0 0-43 15,-87 22 4-15,79-17-22 16,-1-1 5-16,8 1-7 15,1 2-1-15,0-1 2 16,7 1-4-16,9 4 10 16,4 0-12-16,2 1 14 15,-1 0-16-15,1 2 21 16,-6 0-8-16,-3-2 31 16,-4 0 2-16,-8-1 38 15,-1-1 8-15,0-3-4 16,-7 2-9-16,-9-2-25 15,3-3-18-15,-4-2-26 16,3 0 10-16,3-2-21 16,-1 0 4-16,5 0-48 15,0 0-12-15,2-2-29 16,0-4-25-16,5-3-13 16,0 1-53-16,0-1-55 15,0-2 41-15</inkml:trace>
  <inkml:trace contextRef="#ctx0" brushRef="#br0" timeOffset="-178200.52">27095 8538 602 0,'0'0'156'0,"0"0"0"0,0 0-7 15,0 0-64 1,10 83-31-16,-10-67-29 0,0-4-22 16,0 0-3-16,0-2-17 15,0-6-66-15,0-4-130 16,-6 0-134-16</inkml:trace>
  <inkml:trace contextRef="#ctx0" brushRef="#br0" timeOffset="-178052.31">27102 8446 777 0,'0'0'35'16,"0"0"-5"-16,0 0-14 16,0 0-53-16,0 0-71 15,0 0-178-15</inkml:trace>
  <inkml:trace contextRef="#ctx0" brushRef="#br0" timeOffset="-177716.43">27208 8614 556 0,'0'0'148'16,"0"0"3"-16,0 0-51 15,0 0-29-15,0 0-4 16,0 0-36-16,30 14 17 15,-26-21-13-15,0-8-21 16,1-1-25-16,2-1-5 16,-1 1-14-16,2 1-14 0,-2 2 3 15,0 6 7 1,1 0 17-16,0 7 5 0,2 0 16 16,0 0-17-16,1 7 42 15,0 2-15-15,0 2 14 16,-1 4-14-16,1-1 4 15,-3-1-2-15,2-1-8 16,-3-2-4-16,2 1-11 16,-4-6-22-16,1-2-91 15,-4-3-97-15,-1 0-189 16</inkml:trace>
  <inkml:trace contextRef="#ctx0" brushRef="#br0" timeOffset="-177175.02">27528 8471 604 0,'0'0'82'15,"0"0"12"-15,0 0-43 16,0 0-12-16,0 0-30 15,17 70 7-15,-11-64-24 16,0 1 18-16,0-3-16 16,1-4 9-16,-1 0-9 0,1 0-22 15,0 0 23 1,-1-1-15-16,-2-10 7 16,1 0-16-16,2-1 10 0,-2 3-13 15,0 1 11 1,-1 1-12-16,-1 4 37 0,0 3-11 15,0 0 4 1,0 5 2-16,1 11 48 0,-1 5 22 16,-3 10-3-1,0 3 45-15,0 8-7 0,1 8 12 16,8 0-22-16,4 4 21 16,6 1-6-16,4-3-23 15,-1-3-78-15,-2-7 37 16,-6-7-7-16,-8-4-38 15,-6-11 18-15,0-6-19 16,-26-4 13-16,-7-4-25 16,-12-4 11-16,-4-2-43 15,-4 0 13-15,-2 0-40 16,4 0-2-16,2 0-54 16,7-4-96-16,5-4-185 15</inkml:trace>
  <inkml:trace contextRef="#ctx0" brushRef="#br0" timeOffset="-173592.87">32152 8671 321 0,'0'0'87'15,"0"0"34"-15,0 0-14 16,0 0 5-16,0 0-43 16,0 0 7-16,6 0 4 15,3 0 4-15,2 0-7 16,2 2-32-16,3 0-8 15,0-2-36-15,1 2 14 16,1-1-23-16,2 0 9 16,3 1-84-16,0-2-84 15,0 0-105-15,3 0-216 16</inkml:trace>
  <inkml:trace contextRef="#ctx0" brushRef="#br0" timeOffset="-172881.12">32441 8529 462 0,'0'0'80'0,"0"0"3"16,0 0 14-16,0 0-34 16,0 0-15-16,0 0-6 15,10 0-7-15,5 0 6 16,2 0-17-16,-1 0 23 15,3 0-8-15,-5 0 7 16,1 0-45-16,-5 3 12 0,-6 3-22 16,-2 6 6-1,-2-1 2-15,0 2-2 16,-5 3-5-16,-4-3-14 0,2-1 9 16,3 1-22-16,1-4 13 15,3 0-23 1,0 0 36-16,12 0-13 15,2 0 28-15,0-1-3 0,-2 2 11 16,-2 2 11-16,-3 0 6 16,-7 1 22-16,0 0-6 15,-3 1 14-15,-11-1-17 16,-3-2 3-16,-1-3-27 16,1-2 2-16,4 0-32 15,1-2 20-15,1-4-29 16,4 0-45-16,-1 0-45 15,-1 0-54-15,3 0-56 16,1 0-173-16</inkml:trace>
  <inkml:trace contextRef="#ctx0" brushRef="#br0" timeOffset="-172541.96">32759 8629 677 0,'0'0'158'16,"0"0"-37"-16,0 0-2 0,63 75-56 15,-44-52 8-15,-1-3-29 16,0 0-3-16,-2-4-12 16,0-2-16-16,-6-4-8 15,-1 0-19-15,-5-5 35 16,-1-1-55-16,-1-2-21 16,-2-2-70-16,0 0-34 15,0-3-67-15,0-11-187 16</inkml:trace>
  <inkml:trace contextRef="#ctx0" brushRef="#br0" timeOffset="-172359.07">32867 8689 586 0,'0'0'75'15,"0"0"57"-15,-62 69-19 16,46-47-54-16,3-3-27 15,3-5-37-15,7-5 21 16,0-2-35-16,3-5-48 16,0-2-98-16,0 0-133 15</inkml:trace>
  <inkml:trace contextRef="#ctx0" brushRef="#br0" timeOffset="-171975.63">32928 8416 692 0,'0'0'85'0,"0"0"-11"16,0 0 72-16,0 0-81 15,0 0-15-15,49-8-8 16,-43 8-21-16,-3 2-6 16,-2 7-10-16,-1 0 9 15,0 1-15-15,0 2 19 16,-7-1-24-16,0 0 21 16,-2 0-22-16,3-3 18 15,3 0-20-15,3-2 11 16,0-1-14-16,0 0 19 15,9-1-21-15,7 0-32 16,0-1-4-16,1-3-60 16,-2 2-48-16,-3-2-103 15,-3 0-307-15</inkml:trace>
  <inkml:trace contextRef="#ctx0" brushRef="#br0" timeOffset="-171330.15">33233 8610 618 0,'0'0'14'0,"0"0"9"16,0 0 27-16,-82 0-28 15,65 0 19-15,9 7-34 16,2-1-1-16,6 3-8 15,0 0 2-15,4 2 5 16,12 1 4-16,3 1 6 16,0 1-5-16,-1 1 13 15,-3-1-17-15,-4 1 45 16,-8 0-4-16,-3-1 27 16,-4 2-19-16,-15-3 0 15,-2 0-23-15,0-4-13 16,4-2 0-16,4-3-9 15,3-1 3-15,6-3-19 16,4 0 14-16,0 0-44 16,0-7-9-16,13-5-47 15,3-5 8-15,5 0-13 16,4 1 6-16,-2 1 13 16,0 5 24-16,-3 2 48 15,0 3 6-15,-4 3 21 16,-5 2 21-16,-2 0 12 15,0 0-11-15,-4 4 35 16,-5 7-32-16,0-1 1 0,0 0-29 16,0 3-9-1,0-3-24-15,-6-2-74 0,-3-6-118 16,-1-2-242 0</inkml:trace>
  <inkml:trace contextRef="#ctx0" brushRef="#br0" timeOffset="-171153.55">33381 8531 915 0,'0'0'-5'16,"0"0"17"-16,0 0-15 15,0 0-39-15,0 0-76 16,-8 19-71-16,5-6-183 15</inkml:trace>
  <inkml:trace contextRef="#ctx0" brushRef="#br0" timeOffset="-170812.03">33429 8723 436 0,'0'0'144'0,"0"0"13"15,0 0-43-15,0 0-9 16,0 0-21-16,0 0-34 15,31 19 8-15,-25-22-37 16,0-11 2-16,0 1-31 16,2-2 18-16,0-1-37 15,-2 3 0-15,0 1-4 16,-2 4-4-16,-1 2-5 16,0 5-7-16,1 1 23 15,0 0 7-15,-4 3 14 0,2 9 21 16,1 5 30-16,-3-3-30 15,0 3 21-15,1-1-32 16,2-1-4-16,1-4 3 16,2-2-7-16,2 0-38 15,1-5-70-15,0-1-45 16,1-3-128-16,-1 0-215 16</inkml:trace>
  <inkml:trace contextRef="#ctx0" brushRef="#br0" timeOffset="-170329.05">33680 8625 594 0,'0'0'46'0,"0"0"71"15,0 0-54-15,0 0-17 16,0 72-6-16,0-57 10 15,0-3-25-15,0-1-13 16,3-3-17-16,2-4 16 16,-1-4-22-16,2 0 7 15,-2 0-26-15,4-6 14 16,-3-7-15-16,-1 0 4 16,-1-2 6-16,-3 0 8 15,2 5 8-15,-2 0-4 16,1 6 18-16,-1 4-10 15,3 0 14-15,0 3-34 16,1 14 62-16,0 8 5 0,-1 8 19 16,-1 4 41-1,-2 5-4-15,0 7-26 16,0-5-4-16,-12 1-2 0,2-4-18 16,-5-6-5-16,1-2-25 15,3-7 28-15,-1-3-41 16,4-5 24-16,-3-4-31 15,-4-3 12-15,-3-5-11 16,-6-4-2-16,-5-2-16 16,-7 0-41-16,-5 0-24 15,1-8-61-15,-1-7-113 16,1-1-227-16</inkml:trace>
  <inkml:trace contextRef="#ctx0" brushRef="#br0" timeOffset="-168476.31">25447 9003 297 0,'0'0'70'0,"72"0"10"15,-27 0-30-15,4 0-24 16,5 0-3-16,3 1-19 16,7-1 8-16,5 2-17 15,3 0 16-15,3 0-18 16,3 3 15-16,0-3-15 15,3 1 9-15,0 1-2 16,1-2 0-16,4-2 1 16,2 0-5-16,4 0 3 15,8 0-10-15,4-2 25 16,6-5-8-16,5-1 4 16,5 0-17-16,0 0 15 15,2 0-13-15,0-2 7 16,0 3 8-16,-4-1 38 15,-1 2 38-15,-6 0-44 16,-9 2-12-16,-9 1-32 16,-13-1 7-16,-14 3-74 15,-19-3-159-15</inkml:trace>
  <inkml:trace contextRef="#ctx0" brushRef="#br0" timeOffset="-167486.76">31939 9150 172 0,'0'0'43'0,"0"0"29"16,0 0-18-16,0 0-27 16,0 0 25-16,1 0 14 15,4 0 7-15,0 0-27 16,5 0 17-16,3 0-17 16,4-3 6-16,9 3-29 15,8-2 11-15,6-1-11 16,11 2 0-16,5-1 11 15,13 1-7-15,5-2-5 16,11 3-20-16,6-2 9 16,10 1-18-16,12 0 19 15,10 1-21-15,7 0 21 16,3 0-7-16,-1 0 70 16,-5 0-68-16,-15 0-6 15,-13 0 2-15,-18 0-3 16,-16 0 6-16,-16 1-13 15,-12-1 0-15,-14 0-52 16,-12 0-5-16,-5 0-28 16,-4 0-11-16,-1-4-224 15</inkml:trace>
  <inkml:trace contextRef="#ctx0" brushRef="#br0" timeOffset="-163273">25281 9825 613 0,'-2'0'79'16,"2"0"42"-16,0 0-7 15,0 0-4-15,0 0-3 16,0 0-31-16,0 0-4 16,0 0-36-16,0 0 15 15,0 0-35-15,0 0 14 16,0 0-24-16,0-7 0 0,2-2-3 16,4-3-4-16,2 1 4 15,4-1-8-15,-1 1 12 16,0 2-18-16,0 1 21 15,-2 4-23-15,-3 1 25 16,-2 3-28-16,3 0 20 16,-4 0-17-16,3 12 12 15,-1 2 4-15,1 7 3 16,3 0 0-16,-4 1-9 16,6 2 10-16,0-2-13 15,2 0 18-15,0-3-16 16,5-3 25-16,-4-1-24 15,2-3 21-15,-4-2-17 16,0-1 4-16,-3-4 0 16,-2 0-6-16,-2-2 6 15,-1 0-13-15,0-2 7 16,-2-1-32-16,-2 0 11 16,3 0-37-16,-3-4 2 15,1-5-75-15,-1-5-92 16,0-3-88-16,0 1-133 15</inkml:trace>
  <inkml:trace contextRef="#ctx0" brushRef="#br0" timeOffset="-163005">25555 9683 692 0,'0'0'85'16,"0"0"63"-16,0 0-8 16,0 0-4-16,-94 98-46 15,68-65-19-15,3-2-22 16,2 1-16-16,6-6-11 16,3-6-14-16,3-4 0 15,3-4-14-15,3-5 7 16,1-3-40-16,2-4-8 15,0 0-75-15,0-3-73 16,0-11-174-16</inkml:trace>
  <inkml:trace contextRef="#ctx0" brushRef="#br0" timeOffset="-162254.31">25622 9453 464 0,'0'0'93'0,"0"0"21"15,0 0-24-15,0 0-11 16,0 0-11-16,-3 0-9 16,3 0-21-16,0 0 12 15,0 0-20-15,0 0 12 16,0 0-23-16,0 0 18 15,3 0-25-15,5 0 7 16,5 0-9-16,2 0-5 16,-3 0-1-16,2 0-6 15,-6 0 8-15,1 1-15 16,-6 4 14-16,-3 3-41 16,0 3 21-16,0 3-2 15,-3 0 26-15,-4 1-20 16,3-1 13-16,4-4-3 15,0 1-1-15,0 0 3 16,11-4-1-16,2 0 23 16,-1-1-7-16,-1 0 20 15,-2 1-18-15,-6 0 22 16,-3-2-20-16,0 3 22 16,-3 0-22-16,-8-1-5 15,-4-1-12-15,2-1-1 0,-2-4-22 16,4-1-66-1,-2 0-78-15,3 0-148 0,1 0-251 16</inkml:trace>
  <inkml:trace contextRef="#ctx0" brushRef="#br0" timeOffset="-160940.95">25757 9853 938 0,'0'0'85'16,"0"0"40"-16,0 0-61 0,0 0-13 16,0 0-45-16,0 0 10 15,0 0-37-15,0 0-49 16,0 0-82-16,3 0-106 16,1 0-196-16</inkml:trace>
  <inkml:trace contextRef="#ctx0" brushRef="#br0" timeOffset="-159875.33">26123 9761 348 0,'0'0'53'15,"0"0"32"-15,0 0 12 16,0 0-35-16,0 0 19 16,-2 0-11-16,-2 0-6 15,-2 0-3-15,-1 8-13 16,-3-3 17-16,0 6-41 15,-5 1 13-15,1 5-30 16,-3 1 9-16,1 1-13 16,1-1 3-16,7 0-3 15,2-1-4-15,4-5 6 16,2 0-12-16,0-1 16 16,13-7-12-16,6-1 17 15,3-2-21-15,1-1 20 16,1 0-21-16,2-2 15 15,-4-7-12-15,-3 0 2 16,-3 1-5-16,-6 1 0 16,0 0 6-16,-6 3-8 15,-1 2 15-15,-1-1-17 16,-2 1 21-16,1 1-22 16,-1 1 18-16,3 0-21 15,0 0 16-15,0 0-8 16,3 0 4-16,2 0 9 0,2 7-4 15,0-2 8 1,6 2-13-16,-1 0 16 0,2-3-20 16,1-3 26-16,0-1-17 15,1 0 23-15,0 0-16 16,1 0 16-16,-3-4-5 16,1-4-8-16,-5 0-3 15,1 0-4-15,-5-3 12 16,-3 1-5-16,-1-1 20 15,-4-1-26-15,-1 0 22 16,0-2-29-16,0 2 23 16,-6 2-22-16,-8 3 5 15,-3 2-9-15,-3 3-9 16,-3 2 6-16,-2 0-12 16,-2 0 8-16,0 4-15 15,2 3 5-15,2 2-35 16,3 2 4-16,6-3-49 15,7 0-35-15,5-3-54 16,2-1-81-16,0-1-101 16</inkml:trace>
  <inkml:trace contextRef="#ctx0" brushRef="#br0" timeOffset="-159382.99">26625 9758 512 0,'0'0'35'0,"0"0"75"0,0 0-38 15,0 0-22-15,-27 1-6 16,10 5 6-16,0 1-26 16,0 1 16-16,3 0-18 15,2 1-3-15,4-2-18 16,5 2-2-16,3-3 2 16,0 3-3-16,3-2 13 15,8-1-12-15,5 5 16 16,2-2-9-16,0 1 38 15,1 0-14-15,-3-1 38 16,-4 2-30-16,-3-2 20 16,-3 1-11-16,-4-2-5 15,-2 0-5-15,0-1-5 16,-3 1 2-16,-11-1-26 16,-4-1 7-16,-1-1-29 15,2 0 2-15,-2-5-54 16,5 0-3-16,4 0-68 15,2 0-58-15,7 0-123 16,1-6-282-16</inkml:trace>
  <inkml:trace contextRef="#ctx0" brushRef="#br0" timeOffset="-158837.49">26762 9806 618 0,'0'0'86'16,"0"0"18"-16,0 0-23 16,0 71-4-16,5-59-2 15,4 0-21-15,3-5-31 16,0-2-3-16,1-2-20 15,-4-3 25-15,1 0-25 16,0 0 20-16,-1-11-22 16,-2-1 12-16,-1-4-15 15,0 0 0-15,-1 0-4 16,1 3-6-16,-3 3 10 16,0 2-3-16,0 4 17 15,1 4-19-15,2 0 22 16,1 5-20-16,-1 12 51 15,1 4-8-15,-1 8 28 16,1 5-4-16,1 8 4 16,6 1 2-16,6 2-7 15,3 3 35-15,6-2-26 16,-2-4-31-16,1-4-16 16,-8-5 28-16,-4-6-46 15,-8-4 22-15,-6-9-35 16,-2-5 24-16,-14-3-17 15,-15-3-6-15,-10-3-24 16,-6 0-36-16,-7 0-10 16,-1-9-43-16,3-3-49 15,3-3-213-15,9-2-380 16</inkml:trace>
  <inkml:trace contextRef="#ctx0" brushRef="#br0" timeOffset="-157229.31">27011 9374 298 0,'0'0'97'16,"0"0"-7"-16,-2-2 7 15,2 2-47-15,0 0-22 16,2 11 31-16,14 7 5 15,0 3 8-15,7 7-33 16,4 4 31-16,2 4-24 16,0 2 19-16,0 3-25 15,-7 1-12-15,-4 5-13 16,-6-2-3-16,-6-2 19 16,-6 4-18-16,0-4 10 15,-2 0-10-15,-12-4 26 16,-3-2-34-16,-1-6 15 15,1-5-26-15,1-5 14 16,6-8-26-16,3-5-45 16,4-8-63-16,0 0-130 15,3-1-254-15</inkml:trace>
  <inkml:trace contextRef="#ctx0" brushRef="#br0" timeOffset="-156221.11">25395 9323 410 0,'0'0'68'0,"0"0"47"15,0 0 15-15,-52 8-57 16,32 7-17-16,-2 8 8 16,-3 11 2-16,-1 5 0 15,0 9-8-15,0 7 5 16,7 5-26-16,7-1 11 16,6-1-30-16,6-7 24 15,0-5-37-15,12-7 21 16,11-6-25-16,0-5 7 15,2-5-3-15,-1-6-2 16,-1 0 2-16,-2-5-15 16,-4-1-17-16,-6-5-95 0,-8-4-120 15,-3-2-301-15</inkml:trace>
  <inkml:trace contextRef="#ctx0" brushRef="#br0" timeOffset="-155336.55">27525 9840 1125 0,'0'0'75'0,"0"0"37"0,0 0-42 15,0 0-36 1,0 1-23-16,0-1-2 0,0 0-27 16,0 0-12-16,0 0-77 15,0 0-92-15,0 0-203 16</inkml:trace>
  <inkml:trace contextRef="#ctx0" brushRef="#br0" timeOffset="-154618.95">27831 9372 585 0,'0'0'57'16,"0"0"22"-16,0 0 7 15,0 0-47-15,0 0 31 16,-44 89-10-16,26-44 4 15,-5 5-19-15,3 6 13 16,1 0-40-16,5 2 18 16,5-2-17-16,6-2 11 15,3-5-1-15,0-6 2 16,12-3-9-16,5-9-11 16,2-4 5-16,1-3-21 15,-1-5 18-15,-3-7-22 16,-2-3 23-16,-5-3-47 15,-2-6-28-15,-4 0-92 16,-3 0-91-16,0-14-214 16</inkml:trace>
  <inkml:trace contextRef="#ctx0" brushRef="#br0" timeOffset="-153351.64">28153 9564 467 0,'0'0'58'16,"0"0"34"-16,0 0-52 16,0 0 17-16,0 0-24 15,-56-19 7-15,36 19-36 16,-3 0 23-16,-2 7-6 0,1 5 13 15,2 3-10 1,5 2-10-16,5-3-3 16,2 0-1-16,9 1 9 15,1-7-12-15,0 3 22 0,8-5 4 16,5-2 28-16,6-1-34 16,-2-3 11-16,5 0-30 15,-2 0 1-15,2-12-2 16,-2-4-5-16,0-3 0 15,-5-2-18 1,-2-8 1-16,-2-1-20 0,-4-5 15 16,-4-3-6-16,-3 0 28 15,0 0-19-15,0 4-6 16,-1 5 20-16,-8 6-25 16,2 7 16-16,-2 8 11 15,2 4-7-15,3 4 14 16,-2 4 0-16,3 17-21 15,0 5 23-15,1 9 19 16,2 5 13-16,0-1-22 16,0 0 40-16,11-2-37 15,2-6-24-15,0-5 18 16,3-5-15-16,-2-5 6 16,4-6-17-16,0-5-2 15,0-4-45-15,2-1-13 16,0 0-27-16,-4-5-29 15,0-7-40-15,-5-2 44 16,-3-1 71-16,-5 1 25 16,-1 0 3-16,-2 4 37 15,0 2 31-15,0 3 14 0,0 3 42 16,-2 2-18 0,-1 0-11-16,0 4-56 15,1 8 38-15,1 3 1 16,1-2 9-16,0-1-35 15,0 0-6-15,3-5 6 0,8-2-10 16,1-2 21-16,1-3-20 16,1 0-9-16,1 0 0 15,-1-1-9-15,1-7-1 16,-3-2 11-16,0 0-26 16,-3 1 10-16,1 0-12 15,-4 4-5-15,-2 1 14 16,-1 4 2-16,0 0 6 15,-3 3-24-15,0 13 56 16,0 6-6-16,0 6 30 16,0 5-14-16,0 4 33 15,0 3-17-15,0-1-4 16,6 1-6-16,1-5-13 16,0-3 1-16,-1-4-25 15,-3-6 17-15,-3-6-19 16,0-3-8-16,0-3 15 15,-12-6-11-15,-8-4-27 16,-4 0-14-16,-7 0-52 16,-2-4-44-16,-2-11-110 15,-1 3-177-15</inkml:trace>
  <inkml:trace contextRef="#ctx0" brushRef="#br0" timeOffset="-153088.64">28009 9828 715 0,'0'0'112'16,"0"0"97"-16,120-3-71 15,-62 3-43-15,4-3-49 16,1 3-26-16,-1-1-27 16,-4-1 4-16,-6 2-79 15,-13 0-79-15,-10 0-195 16</inkml:trace>
  <inkml:trace contextRef="#ctx0" brushRef="#br0" timeOffset="-152332">28077 10146 625 0,'0'0'134'0,"0"0"-24"0,0 0-9 16,0 0-41-16,0 0-23 15,-6 17 7-15,3-8-8 16,-1 5-6-16,1 0-17 15,0 1 20-15,2-2-18 16,1-1 13-16,0-1-29 16,0-4 16-16,0-1-24 15,0-3 16-15,10-3-6 16,1 0 7-16,5-3-3 16,3-11-6-16,-2-5 4 15,0-7-13-15,-2-4 17 16,-4-4-22-16,-3-4 18 15,-5-2-27-15,-2 3 24 16,-1 2-16-16,0 8 18 16,0 6-3-16,0 7 0 15,0 12 4-15,-1 2 1 16,-2 4 4-16,-2 16-21 16,2 7 22-16,2 6-20 15,1 2 30-15,0 0-7 0,0-3 27 16,6-4-28-1,4-5 6-15,3-2-13 16,0-5-3-16,3-2 1 16,0-5-17-16,-2-1-26 0,-1-4-53 15,-1-1-41-15,-2-3-109 16,-4 0-113-16</inkml:trace>
  <inkml:trace contextRef="#ctx0" brushRef="#br0" timeOffset="-152098.92">28390 10106 783 0,'0'0'155'0,"0"0"36"16,0 0-88-16,0 0-12 16,94 71-30-16,-74-52-22 15,-1-3-12-15,-3 0-23 16,-3-5 8-16,-4-1-21 15,-1-4 4-15,-4-3-57 16,1-3-16-16,-2 0-70 16,0-3-9-16,0-9-87 15,-2-3-89-15</inkml:trace>
  <inkml:trace contextRef="#ctx0" brushRef="#br0" timeOffset="-151949.56">28572 10133 607 0,'0'0'110'15,"0"0"23"-15,0 0 8 16,-85 79-35-16,56-52-37 16,2 1-39-16,1-8-27 15,4-6-16-15,5-6-128 0,5-8-203 16</inkml:trace>
  <inkml:trace contextRef="#ctx0" brushRef="#br0" timeOffset="-151116.49">28460 9241 443 0,'0'0'164'0,"60"79"3"16,-19-27-41-16,5 4-12 15,-1 6-24-15,-1 0-4 16,-6 2-41-16,-11 2 0 15,-9-2-26-15,-13 0 15 16,-5 0-28-16,-3-3 28 16,-18-2-23-16,-4-7 14 15,-4-4 0-15,1-6-4 16,0-7-1-16,6-5-12 16,2-8 5-16,6-6-20 15,7-5 19-15,1-3-39 16,3-7-11-16,3-1-82 15,0 0-70-15,0 0-178 16</inkml:trace>
  <inkml:trace contextRef="#ctx0" brushRef="#br0" timeOffset="-149366.87">29034 9746 677 0,'0'0'86'0,"6"0"59"16,0 4-5-16,-2 7-36 15,6 2-26-15,-3 3-23 16,1-2-12-16,-1 3-10 16,0-1-10-16,-4 0-30 15,-2-1 21-15,-1-2-26 16,0-1 3-16,0-1-51 15,0-5-33-15,-4 0-56 0,-6-3-55 16,-3-3-89 0,-1 0-278-16</inkml:trace>
  <inkml:trace contextRef="#ctx0" brushRef="#br0" timeOffset="-149181.02">28975 9848 843 0,'0'0'97'0,"0"0"5"0,0 0-62 15,0 0-44-15,94-16 15 16,-71 13-71-16,-4-1-125 16,0 1-203-16</inkml:trace>
  <inkml:trace contextRef="#ctx0" brushRef="#br0" timeOffset="-147911.35">29485 9714 551 0,'0'0'65'0,"0"0"57"16,0 0-2-16,14-24-40 15,-9 12 9-15,-1-2-33 16,2 0 10-16,-2-4-40 15,3 2 5-15,-1 1-18 16,-3 3 12-16,1 2-6 16,-2 3 4-16,-1 3-2 15,-1 1-8-15,2 2 6 0,-2 1-19 16,0 0 15-16,0 0-28 16,1 0 19-16,2 7-27 15,1 7 33 1,0 5-21-16,1 5 15 0,-2 2-4 15,1 3-2-15,1-1 2 16,0 3-3-16,4-2 6 16,-2-3-14-16,2 2 17 15,0-4-30-15,1-2 18 16,-3-4-44-16,-1-3 3 16,-2-4-49-16,-4-3-40 15,0-3-69-15,0-1-99 16,-3-4-168-16</inkml:trace>
  <inkml:trace contextRef="#ctx0" brushRef="#br0" timeOffset="-147687.11">29444 9962 661 0,'0'0'143'16,"0"0"-49"-16,0 0 89 15,103 0-70-15,-54-3-13 16,3-2-71-16,-3 1 4 16,-3-1-32-16,-8 2 1 15,-9 1-1-15,-8 2-43 16,-7 0-59-16,-7 0-77 16,-7 0-85-16,0 0-208 15</inkml:trace>
  <inkml:trace contextRef="#ctx0" brushRef="#br0" timeOffset="-146988.35">29995 9746 1144 0,'0'0'52'16,"0"0"34"-16,0 0-46 15,0 0-49-15,-2 0-28 16,2 0-91-16,0 0-110 16,0 0-318-16</inkml:trace>
  <inkml:trace contextRef="#ctx0" brushRef="#br0" timeOffset="-146354.39">30387 9206 511 0,'0'0'51'16,"0"0"51"-16,-70 75 32 15,38-32-39-15,0 11-3 16,2 6-23-16,7 3 12 16,4 4-37-16,9 0-5 15,8-3-25-15,2-2-2 16,6-2 13-16,13-6-5 16,4-5 6-16,3-5-25 15,0-5 18-15,-4-4-28 16,-5-6 28-16,-1-8-29 15,-6-3 23-15,-3-6-25 16,-2-5-12-16,-2-3-72 16,-2-4-92-16,-1-4-117 15,0-12-348-15</inkml:trace>
  <inkml:trace contextRef="#ctx0" brushRef="#br0" timeOffset="-145545.47">30672 9509 459 0,'0'0'73'15,"0"0"76"-15,0 0-72 16,0 0-2-16,0 0-6 16,-62-31-33-16,40 31-26 15,2 0 17-15,-3 7-32 16,1 7 23-16,2 2-19 0,7 2 12 15,1 1-7-15,7-3 1 16,5 1 7-16,0-5 4 16,0-1 11-16,8-4-4 15,7-3 16-15,1-3-22 16,0-1 8-16,-1 0-29 16,3-7 22-16,-4-6-24 15,-1-6 10-15,0-4-19 16,-3-6-2-16,-1 0 11 15,-2-6-4-15,0-2 13 16,-1-1-19-16,-1 2 20 16,-4 5-15-16,-1 4 25 15,0 8-26-15,0 3 22 16,0 9-21-16,0 2 17 16,0 5 0-16,0 0 4 15,0 7-6-15,0 12-12 16,0 6 31-16,0 7 0 15,0 4 28-15,0-1-37 16,0 0 21-16,3-6-38 16,1-3 15-16,5-2-18 15,-2-8-2-15,0-4-36 16,5-2-41-16,-1-5-36 16,4-5-68-16,-1 0-33 15,1 0-178-15</inkml:trace>
  <inkml:trace contextRef="#ctx0" brushRef="#br0" timeOffset="-145111.16">30790 9461 590 0,'0'0'106'16,"0"0"-9"-16,0 0-58 0,0 0 8 16,0 0-19-16,6 39 23 15,0-28-19-15,3-1 25 16,2-2-26-16,1-4-21 15,2 0-3-15,1-4-5 16,0 0 8-16,0 0-13 16,-1-1 14-16,-1-9-22 15,-1-1 21-15,-2 0-28 16,-3-1 17-16,-2 1-19 16,-2 2 15-16,-2 2-1 15,-1 5 6-15,0 2 2 16,0 0-5-16,0 15 6 15,0 8 8-15,-7 8 26 16,-4 4-10-16,0 2 35 16,1 2-13-16,1 0 26 15,2-3-36-15,1-3 22 16,2-3-18-16,1-5-8 16,0-3-6-16,-1-6-11 15,-2-4-4-15,-4-4-18 16,-3-3 17-16,-6-2-42 15,-7-3-1-15,-4 0-77 16,-6 0-47-16,-2 0-129 16,2-8-161-16</inkml:trace>
  <inkml:trace contextRef="#ctx0" brushRef="#br0" timeOffset="-144876.97">30440 9765 813 0,'0'0'111'15,"0"0"19"-15,134-19 52 16,-65 12-88-16,9 0-15 16,-3 1-54-16,-7 2-3 15,-9-1-25-15,-11 2-4 16,-15 2-52-16,-14 1-71 15,-13 0-72-15,-6 0-160 16,-12 0-268-16</inkml:trace>
  <inkml:trace contextRef="#ctx0" brushRef="#br0" timeOffset="-144177.02">30532 10069 645 0,'0'0'107'0,"0"0"28"0,0 0-43 15,0 0-6-15,0 0-43 16,-38-4-32-16,25 24-10 15,-1 1 1-15,1 2 4 16,3-3-10-16,3-1 13 16,2-2-7-16,5-3 18 15,0-5-17-15,0-1 18 16,9-1 15-16,8-6 8 16,2-1-17-16,3 0-10 15,2-8-5-15,2-7-10 16,-3-5 3-16,-2-3-18 15,-4-3 17-15,-7 0-15 16,-7-3 17-16,-3 3-23 16,0 1 23-16,0 2-25 15,-9 7 17-15,-2 3-18 16,1 7 1-16,1 5 2 16,2 1 3-16,-1 0 14 15,3 11-14-15,5 10 21 16,0 2-8-16,0 4 36 15,0-2-12-15,5 4 23 16,4-3-30-16,1-2 2 16,3-5-19-16,-4-1 3 15,-2-4-1-15,2-6-28 16,-2-1-47-16,-1-6-73 16,0-1-76-16,1 0-78 15,1-8-202-15</inkml:trace>
  <inkml:trace contextRef="#ctx0" brushRef="#br0" timeOffset="-143950.17">30737 10053 658 0,'0'0'158'0,"0"0"6"16,0 0-38-16,0 0-50 15,71 79-7-15,-51-59-8 16,-1-4-25-16,-2 1-12 15,-1-3-20-15,-3-6 5 16,-3-2-17-16,0-3 2 16,-1-3-55-16,-2 0-19 15,3 0-79-15,-3-1-56 16,2-11-24-16,0-5-63 16</inkml:trace>
  <inkml:trace contextRef="#ctx0" brushRef="#br0" timeOffset="-143792.65">30926 10077 635 0,'0'0'101'16,"0"0"33"-16,-92 65-47 15,57-38-26-15,0 0-32 16,8-3-27-16,4-5-17 16,7-8-90-16,5-7-119 15,6-4-370-15</inkml:trace>
  <inkml:trace contextRef="#ctx0" brushRef="#br0" timeOffset="-143039.68">30864 9131 658 0,'0'0'16'0,"0"0"152"15,45 73-63-15,-19-33-15 16,4 7-24-16,9 7 5 16,-1 4-42-16,-2 4 26 15,-3 6-12-15,-10 0-16 16,-8 2-11-16,-10 1-1 15,-5 1 0-15,-14-1-7 16,-12-2 30-16,-6-1-18 16,2-8 8-16,4-9-39 15,4-7 28-15,5-9-22 16,7-11 9-16,5-9-27 16,2-4-39-16,2-5-45 15,1-6-84-15,0 0-110 16,0 0-286-16</inkml:trace>
  <inkml:trace contextRef="#ctx0" brushRef="#br0" timeOffset="-142653.6">31446 9901 885 0,'0'0'138'16,"0"0"19"-16,0 0-53 16,0 0-83-16,0 0-18 15,64-7-42-15,-64 3-89 16,-2-3-130-16,-14-1-359 15</inkml:trace>
  <inkml:trace contextRef="#ctx0" brushRef="#br0" timeOffset="-142492.2">31397 9785 1081 0,'0'0'71'0,"0"0"45"15,0 0-113-15,0 0 3 16,0 0-95-16,0 0-149 16,78-14-397-16</inkml:trace>
  <inkml:trace contextRef="#ctx0" brushRef="#br0" timeOffset="-140740.77">31654 9525 610 0,'0'0'110'16,"0"0"-13"-16,0-3 7 16,0 3-38-16,0 0 8 15,0 0-36-15,0 7-8 16,0 5-25-16,-1 3 34 16,-1 1-16-16,1 3-4 15,1-3 1-15,0 0-7 16,0 0 12-16,4-4-15 15,6-1 22-15,4-2-18 16,3-4 26-16,0-1-36 16,-1-1 20-16,-2-3-25 15,-1 0 9-15,-4 0-6 16,-4 0-8-16,0 0-9 16,-4 0-18-16,2 0-4 15,-3 0-32-15,3 0-17 16,2 0-38-16,0 0-30 15,1-5-45-15,6 1-7 16,-4-2 33-16,-2 0-62 16</inkml:trace>
  <inkml:trace contextRef="#ctx0" brushRef="#br0" timeOffset="-140406.03">31823 9493 725 0,'0'0'73'15,"0"0"63"-15,0 0-4 16,0 0 8-16,0 71-55 16,0-36 16-16,-3 2-42 15,-3 5-7-15,2 2 0 16,-2 3-15-16,2-2-3 15,0-3-17-15,2-5 13 16,2-3-32-16,0-7 22 16,0-7-30-16,0-6 26 15,0-5-28-15,0-3 13 16,0-6-23-16,0 0-15 16,0 0-19-16,2 0-20 15,-1-9-15-15,2-3-113 16,-2-3-97-16,2-2-139 15</inkml:trace>
  <inkml:trace contextRef="#ctx0" brushRef="#br0" timeOffset="-139744.39">31979 9774 745 0,'0'0'79'15,"0"0"94"-15,0 0-32 16,0 0-22-16,2 0-56 15,-1 0 6-15,3 0-33 0,0 0 6 16,2 0-3 0,3 0 3-16,1 3-3 15,2-2-20-15,2 3 1 0,2-4-23 16,4 2 20-16,-1-2-26 16,-2 0 27-16,-4 0-30 15,0 0 20-15,-6 0-46 16,-4 0-5-16,-3 0-25 15,0 0-20-15,0 0-51 16,-4 0-155-16,-9 0-211 16</inkml:trace>
  <inkml:trace contextRef="#ctx0" brushRef="#br0" timeOffset="-136530.25">32240 9593 359 0,'0'0'55'0,"0"0"39"15,0 0 5-15,0 0-37 16,0 0 5-16,0 0-14 0,0 0 21 15,0-2-29 1,0 0 17-16,3-1-19 16,8 0-23-16,1-1 14 0,4 2-6 15,0-3 4 1,0 4-14-16,1 1 6 0,-3 0-26 16,-2 0 21-16,-3 0-28 15,-2 6 19 1,-7 6-8-16,0 6 8 0,0 1-16 15,0 2 4-15,-7 0-3 16,1 1-5-16,3-5 11 16,3 2-23-16,0-4 19 15,9-2-23-15,7 2 34 16,3-2-22-16,1 2 27 16,-3 1-22-16,-4-3 14 15,-5 2 1-15,-6 0 15 16,-2-3 23-16,0 3 9 15,-13-1 21-15,-4-2-35 16,-3 1 11-16,1-3-25 16,-1 1 17-16,2-3-39 15,1 0 15-15,3-2-27 16,-1-2 5-16,5-1-25 16,-1-1-34-16,4-2-45 15,2 0-90-15,5-3-114 16,0-10-280-16</inkml:trace>
  <inkml:trace contextRef="#ctx0" brushRef="#br0" timeOffset="-136139.54">32558 9699 840 0,'0'0'147'0,"0"0"17"15,0 0-62-15,70 70-13 16,-46-47-41-16,2-1 1 16,-3 0-36-16,-1 0 24 15,-5-3-31-15,-3-3 21 16,-5-2-34-16,-3-5 16 16,-3 1-11-16,-3-4-9 15,0-2-15-15,0-1-34 16,-9-3-31-16,-5 0-113 15,1 0-124-15,0-12-166 16</inkml:trace>
  <inkml:trace contextRef="#ctx0" brushRef="#br0" timeOffset="-135895.08">32685 9672 800 0,'0'0'123'0,"0"0"55"16,-76 91-52-16,51-60-72 16,5-7-12-16,5-1-43 0,5-5 18 15,2-5-29-15,3-6-23 16,5-3-80-16,0-4-106 15,0 0-116-15</inkml:trace>
  <inkml:trace contextRef="#ctx0" brushRef="#br0" timeOffset="-135500.14">32681 9355 812 0,'0'0'64'15,"0"0"60"-15,0 0-17 16,0 0-30-16,0 0-13 15,45 13-1-15,-40-3-47 16,-2 3 20-16,-1 3-28 16,-2-1 10-16,0 1-12 15,0-3-1-15,0-1 2 16,0-1-10-16,0-4 11 16,0 0-19-16,0-2 22 15,0-1-23-15,10 0 30 0,4-1-37 16,2-1 17-16,4-2-53 15,1 0-48 1,-4 0-105-16,0 0-197 0</inkml:trace>
  <inkml:trace contextRef="#ctx0" brushRef="#br0" timeOffset="-134598.18">32992 9715 588 0,'0'0'130'0,"0"0"0"16,0 0-14-16,0 0-29 15,5-4-17-15,-7 4-20 16,-12 0-43-16,-3 0 0 16,-2 0-10-16,3 8 14 15,2 1-22-15,3 0 25 16,6 0-27-16,5-1 20 16,0-1-18-16,11 1 13 15,8 0 1-15,6 1-2 16,-1-1 2-16,-1 2-6 15,-4 0 16-15,-4-1-13 16,-10 1 24-16,-5 2-11 16,0 1 47-16,-4 0-29 15,-12-1 19-15,-3-1-26 16,-1 0 0-16,3-4-6 16,3 0-10-16,5-6-2 15,0 2-11-15,6-3 12 16,3 0-22-16,0-3 13 15,0-9-46-15,10-5 20 16,6-3-27-16,7-2-4 16,0-1-27-16,2 3 7 15,1 4 6-15,-3 0 34 16,-1 7 29-16,-5 5 3 16,0 4 19-16,-2 0 6 15,-1 4 32-15,-3 9-16 0,-3 5 25 16,-1 0-34-16,-4 3 6 15,2-3-21-15,-5 1-6 16,0-4-1-16,0-3-52 16,0-4-70-16,0-7-158 15,0-1-307-15</inkml:trace>
  <inkml:trace contextRef="#ctx0" brushRef="#br0" timeOffset="-134427.03">33208 9585 870 0,'0'0'-6'0,"0"0"59"16,0 0-43-16,0 0-45 16,0 0-65-16,-1 11-60 15,1 0-105-15</inkml:trace>
  <inkml:trace contextRef="#ctx0" brushRef="#br0" timeOffset="-134075.2">33316 9792 601 0,'0'0'208'0,"0"0"-16"16,0 0-70-16,0 0-16 15,0 0-42-15,0 0-1 16,23 30-43-16,-23-30 23 15,3 0-23-15,2-11 14 16,0-3-32-16,1-5-8 0,-1 2-14 16,-1 2-19-1,2 0 2-15,-6 6-15 0,2 4 27 16,0 5-20-16,1 0 29 16,1 0-12-16,2 9 26 15,0 4-9-15,2 3 30 16,1 3-1-16,1 1 9 15,0-3-3-15,-2 0-8 16,0-4-3-16,1-3-19 16,-1-3 14-16,1-4-55 15,0-1-45-15,-2-2-139 16,2 0-43-16,-2-10-293 16</inkml:trace>
  <inkml:trace contextRef="#ctx0" brushRef="#br0" timeOffset="-133561.14">33563 9654 617 0,'0'0'33'0,"0"0"10"15,0 0 79-15,0 0-40 16,13 77 0-16,-4-59-47 15,0-4 4-15,2-3-38 16,1-3 17-16,-1-2-17 16,3-4 6-16,1-2-1 15,-5 0-5-15,3-8 2 16,-3-5-11-16,-1-3 2 0,-4-4-15 16,-2 1 20-16,-3-1-30 15,0 2 21-15,0 1-18 16,0 5 18-1,0 6 0-15,0 6 17 0,-3 0 17 16,-2 9-13-16,-1 15 13 16,1 9 36-16,-3 10 18 15,0 3 1-15,3 7 25 16,5 5-42-16,0 3 20 16,0 0-41-16,0 0 32 15,2-2-20-15,5-4-4 16,-1-8 0-16,-3-10 3 15,-3-7-35-15,0-9-22 16,-9-10 26-16,-13-7-30 16,-7-4 15-16,-7 0-52 15,-10-8-7-15,-6-5-54 16,-1-1-12-16,-7 2-73 16,3-1-201-16,0-3-429 15</inkml:trace>
  <inkml:trace contextRef="#ctx0" brushRef="#br0" timeOffset="-126024.72">27606 10474 488 0,'-1'1'97'0,"-1"1"28"16,1-2-2-16,1 0-10 16,0 0 11-16,0 0-49 15,0 0 1-15,0 0-24 16,0 0-4-16,0 0-3 16,0 0-9-16,0 0 1 15,0 0-15-15,0 0 10 16,0 0-23-16,0 0 24 15,0 0-25-15,0 0 21 16,1-6-30-16,5-3 14 16,4-1-16-16,-3-1 4 15,2 2 0-15,1-1-4 16,-3 2 5-16,0 3-16 16,1 0 21-16,-1 5-22 0,0 0 25 15,2 0-28 1,-2 5 27-16,4 7-23 0,0 3 21 15,-1 1-7-15,0 0 2 16,0-3 0-16,-3-1-4 16,3-4 8-16,-1-2-15 15,-2-3 20-15,2-3-22 16,1 0 28-16,1 0-27 16,1-2 25-16,2-10-23 15,1-2 13-15,1-1-6 16,-2 0-2-16,-1 2 3 15,-3 1-7-15,-2 6 12 16,-1-1-18-16,-3 6 22 16,-1 1-24-16,0 0 28 15,0 0-31-15,0 0 25 16,3 5-17-16,-2 3 13 16,3 2-1-16,0-2-2 15,2 0 5-15,-2-1-9 16,3-3 14-16,2 0-16 15,-2-3 22-15,4-1-25 16,1 0 27-16,-1 0-29 16,1 0 22-16,0-8-20 15,0-3 6-15,1 2-1 16,-3-2-6-16,0 4 7 16,-3 0-8-16,-3 3 17 15,-1 2-18-15,0 2 21 16,-2 0-24-16,-1 0 22 15,1 1-20-15,1 7 21 16,2 0-11-16,3-1 3 16,0 1 2-16,3-1-2 15,0-2 8-15,0-2-12 0,1-1 15 16,-2-1-21-16,1-1 25 16,0 0-27-16,-3 0 26 15,3 0-26-15,-1 0 15 16,2-10-9-16,-1 2 0 15,2-4 4-15,0 1-9 16,0-2 10-16,-2 5-14 16,-3 1 22-16,0 3-20 15,-4 2 25-15,-2 2-27 16,-2 0 22-16,1 2-21 16,-2 9 18-16,1 3-1 15,-1 0-3-15,2-2 4 16,1 0-6-16,2-3 12 15,-2-3-17-15,2-3 20 16,3-2-23-16,2-1 26 16,1 0-25-16,2 0 22 15,5-4-20-15,-2-7 7 16,1-2-2-16,-1 0-3 16,-1 0 2-16,-5 4-7 15,1 1 13-15,-3 5-17 16,2 3 17-16,-2 0-20 15,1 0 29-15,4 0-24 16,1 3 21-16,-1 5-14 16,2 0 9-16,1-2 2 15,1 0 2-15,-1-2 1 0,2-1-12 16,0-2 13 0,-2-1-20-16,-4 0 21 15,-1 0-38-15,-4 0-9 0,-5 0-108 16,-3 0-120-16,0-1-288 15</inkml:trace>
  <inkml:trace contextRef="#ctx0" brushRef="#br0" timeOffset="-124400.4">30207 10441 631 0,'0'0'88'16,"0"0"38"-16,0 0-14 15,0 0-6-15,4 0-40 0,5-4 5 16,2-6-37-16,-2 0-5 15,3-3-10-15,2-1-14 16,1 1 1-16,-3 1-11 16,0 5 13-16,-3 0-17 15,2 5 18-15,-2 2-22 16,-2 0 21-16,2 1-21 16,4 10 31-16,-1 1-14 15,2 1 5-15,2 0 2 16,0-2 0-16,1-3 11 15,0-1-11-15,1-5 11 16,-2 0-22-16,-2-2 18 16,-1 0-25-16,0 0 22 15,1 0-25-15,-2-6 17 16,-2-2-12-16,3 2-1 16,-3-2-2-16,3 1-9 15,-4 3 7-15,3 0-9 16,-1 2 25-16,1 2-21 15,-1 0 28-15,2 0-27 16,-3 0 24-16,3 1-21 16,-3 4 16-16,2-1-3 15,-1-1 2-15,1-1 5 16,0-2-6-16,2 0 8 16,-1 0-16-16,1 0 17 15,-2 0-21-15,1-5 25 16,-3 1-28-16,0-2 23 15,0 0-19-15,-1 3 10 16,-3 1-2-16,1 0-4 0,-1 0 4 16,-1 2-7-1,0 0 11-15,-1 0-16 0,2 0 22 16,1 0-23-16,3 0 27 16,-1 0-26-16,1 2 23 15,0-1-17-15,3-1 8 16,3 0 0-16,0 0-2 15,1 0 5-15,1-1-11 16,0-5 15-16,-2-1-19 16,0 2 22-16,-3-2-23 15,0 3 25-15,-3 1-27 16,-1 0 21-16,-1 2-15 16,-2 1 5-16,0 0 1 15,1 0-1-15,1 0 5 16,2 7-7-16,0 1 19 15,2 0-23-15,0-3 29 16,2 0-24-16,-2-2 23 16,0-3-26-16,-3 0 17 15,-1 0-12-15,-2 0 3 16,-3 0 2-16,-2 0-8 16,2 0 6-16,-3-2-23 15,2-2 7-15,-2 0-52 16,0 0-54-16,0-2-162 15,0 0-221-15</inkml:trace>
  <inkml:trace contextRef="#ctx0" brushRef="#br0" timeOffset="-119510.59">25519 11265 483 0,'0'-4'29'0,"0"-2"30"0,0 1 13 15,0-2-25-15,0 1-10 16,-8-1-11-16,0 1-1 16,-2-1-10-16,-1 0 20 15,-3 4-13-15,-3-3 13 16,1 6-18-16,-4 0 14 16,0 0-13-16,0 0 1 15,-3 9-7-15,6 3-9 16,-1 5-4-16,5 1 8 15,0 0 6-15,6 1-11 16,5-3 15-16,2-3-14 16,0 0 29-16,5-4-6 15,9-5 23-15,3 0-21 16,5-4 4-16,1 0-6 16,-1-1-13-16,2-11-2 15,-1-3-14-15,-2-5 13 16,-1-3-18-16,-3-1 17 15,-4-4-28-15,-4-1 5 16,-2-3-33-16,-4-2-4 16,-3 0 54-16,0-2-9 15,0 3 7-15,-2 1-4 16,-6 7-8-16,-1 4 20 16,0 7 2-16,1 4-11 15,-2 9 25-15,2 1-28 16,3 1 20-16,-1 15-16 15,-1 9 21-15,2 3 7 16,5 5 0-16,0 0 0 16,0 2-1-16,0-3 9 15,6-2-23-15,9-5 12 16,-2 1-29-16,2-4 23 16,2-3-30-16,0-2 23 0,-4-3-22 15,1-5-46-15,-2-2 38 16,0-5-87-16,-4-2-53 15,-2 0-108-15,-3 0-192 16</inkml:trace>
  <inkml:trace contextRef="#ctx0" brushRef="#br0" timeOffset="-118980.52">25650 11197 757 0,'0'0'92'16,"0"0"62"-16,0 0-79 15,0 0-33-15,11 49 5 16,-5-44-35-16,2-1-2 16,1-1-9-16,-2-3 11 15,6 0-18-15,-3 0 12 16,0 0-23-16,3-7 19 15,-1-5-24-15,-2-1 5 16,3-2-7-16,-3-1 10 16,3 3 1-16,-5-1 6 15,1 4 9-15,-1 2-9 16,-4 4 15-16,-2 4-21 16,0 0 20-16,-1 12-35 15,-1 6 102-15,0 9-58 16,0 5 28-16,0 2 3 0,0 2-13 15,0 4 50-15,0-2-28 16,0-3 6-16,0-3-28 16,0-4 14-16,0-5-30 15,0-3 30-15,0-6-35 16,0-3 26-16,0 0-32 16,-12-3 8-16,-7-4-8 15,-6 2-6-15,-7-3-13 16,-2-1-20-16,-3-2-8 15,-1 0-35-15,2 0-5 16,-1-5-78-16,6-6-127 16,3-2-347-16</inkml:trace>
  <inkml:trace contextRef="#ctx0" brushRef="#br0" timeOffset="-118645.16">25129 11471 756 0,'0'0'191'0,"98"0"15"0,-28 0-70 16,10 0-61-1,9-4 2-15,0-1-39 0,1 1 6 16,-9-1-42 0,-9 2 16-16,-12 0-30 0,-10 3 0 15,-14 0-37-15,-10 0-51 16,-12 0-80-16,-8 0-205 15</inkml:trace>
  <inkml:trace contextRef="#ctx0" brushRef="#br0" timeOffset="-117745.48">25443 11936 556 0,'0'0'105'0,"0"0"-22"16,0 0-31-16,0 0-6 15,-80 7 22-15,60 7-21 16,-2 5 11-16,5 2-31 16,1 2 14-16,6-4-26 15,4-3 10-15,6 0-7 16,0-6-1-16,1-5 7 16,13-4-5-16,6-1 16 15,0 0-16-15,5 0 12 16,-2-6-32-16,0-7 5 15,-1-2 2-15,-5-2 5 16,-3-3-17-16,-2-2 4 16,-5-4-5-16,-1-1-6 15,-6-4-1-15,0-1-8 16,0 0 22-16,0 3-10 16,0 3 21-16,-3 7-22 15,0 4 25-15,-1 5-23 16,2 6 23-16,1 4-13 15,-2 0 11-15,1 14-5 16,1 7-7-16,1 6 14 16,0 5-29-16,0 0 87 15,0 4-43-15,7-4 10 16,0-2-35-16,4-3-6 0,-2-5 14 16,2 1-4-16,-1-11-13 15,3 2-14-15,0-6-20 16,1-3-43-16,-2-1-36 15,0-4-43-15,0 0-42 16,-4 0-64-16,-1-10-97 16</inkml:trace>
  <inkml:trace contextRef="#ctx0" brushRef="#br0" timeOffset="-117485.14">25614 11900 555 0,'0'0'101'0,"0"0"36"16,0 0 33-16,0 0-51 16,0 0-4-16,76 67-19 15,-54-44-36-15,0-1-11 16,-1-1-18-16,-3-3-1 16,0-3-28-16,-1-5 12 15,-4-4-26-15,0-1 13 16,-4-3-51-16,-1-2-6 15,-1 0-60-15,-2 0-36 16,-2-11-43-16,-3-4-51 16,0-2-90-16</inkml:trace>
  <inkml:trace contextRef="#ctx0" brushRef="#br0" timeOffset="-117333.71">25824 11914 548 0,'0'0'93'16,"0"0"81"-16,0 0-15 15,-69 77-21-15,48-48-46 16,-1-3-33-16,2-3-51 16,6-5 8-16,3-4-29 15,2-8-33-15,3-6-124 16,4 0-145-16</inkml:trace>
  <inkml:trace contextRef="#ctx0" brushRef="#br0" timeOffset="-116426.64">26445 10822 686 0,'0'0'61'0,"0"0"39"16,0 0 29-16,-65 89-22 16,42-38-21-16,0 12-6 15,0 5-43-15,5 6 6 16,2 5-29-16,8-2 27 16,6 0-23-16,2-5 23 0,3-5-26 15,16-9-29-15,6-6 78 16,5-11-45-1,-1-7 0-15,1-8-15 0,-3-7-7 16,-4-6 20-16,-8-5 3 16,-5-3-33-16,-4-5 31 15,-6 0-34-15,0 0 11 16,0 0-36-16,-13 0-30 16,-3-4-50-16,-4-1-98 15,-1-3-151-15</inkml:trace>
  <inkml:trace contextRef="#ctx0" brushRef="#br0" timeOffset="-114064.72">26505 11315 495 0,'-1'0'101'0,"1"0"11"15,0 0 49-15,0 0-16 0,0 0-32 16,0 0-14-16,0 0-29 15,0 0-3 1,0 0-27-16,0-4 12 0,0-3-41 16,0-3 22-16,4 0-32 15,2-1 19-15,1 0-23 16,-1 2 7-16,3 2-2 16,-5 0-2-16,-1 3 1 15,0 2-6-15,0 2 13 16,-2 0-20-16,1 0 21 15,1 2-45-15,0 9 65 16,3 5-30-16,2 4 17 16,1 2-16-16,5 1 8 15,2 1 0-15,2 0 2 16,2-2 8-16,3-3-12 16,0-2 9-16,-3-3-22 15,0-2 23-15,-1 0-28 16,-6-5 29-16,1-3-29 15,-4 0 16-15,-1-3-19 16,-2 1-8-16,2-2-6 16,0 0-8-16,-4 0-35 15,0 0 50-15,-1 0-46 16,-1 0-68-16,-3-2-31 16,0-7-147-16,0 2-181 15</inkml:trace>
  <inkml:trace contextRef="#ctx0" brushRef="#br0" timeOffset="-113761.11">26776 11210 927 0,'0'0'121'0,"0"0"29"16,-77 100-17-16,50-61-69 15,1 1-11-15,3-5-19 16,4-4-13-16,4-8-10 16,5-4-15-16,3-6 10 15,4-6-39-15,3-6-3 16,0-1-61-16,0-5-41 15,3-14-178-15,6-10-339 16</inkml:trace>
  <inkml:trace contextRef="#ctx0" brushRef="#br0" timeOffset="-113067.4">26858 10985 528 0,'0'0'100'0,"0"0"37"16,0 0-14-16,0 0-19 15,0 0-47-15,0 0 33 16,0 0-52-16,0 0 1 16,14 0-31-16,1 0 14 15,5 0-20-15,-3 0 18 16,0 0-32-16,-3 0 22 15,-5 0-17-15,-4 0 3 16,-5 4-7-16,0 4-4 16,0 5 21-16,-10-1-11 15,3-1 14-15,4 1-19 16,0-2 21-16,3-1-21 16,0-1 21-16,3 1-20 15,6-1 16-15,0 3 3 16,-1-1 1-16,-4 3 11 15,-4-1-17-15,0 2 68 16,-1-1-45-16,-15 0 20 0,0-2-26 16,-1-3 8-1,4-3-38-15,-1-1 24 0,5 0-49 16,0-4-38-16,6 0-119 16,0 0-206-16</inkml:trace>
  <inkml:trace contextRef="#ctx0" brushRef="#br0" timeOffset="-112749.22">27147 11395 1238 0,'0'0'34'0,"0"0"105"15,0 0-69-15,0 0-19 16,0 0-77-16,4 2 70 15,-4-2-74-15,-11 0-69 16,-3 0-228-16,-1-4-597 16</inkml:trace>
  <inkml:trace contextRef="#ctx0" brushRef="#br0" timeOffset="-111881.08">27437 11251 747 0,'0'0'49'0,"0"0"53"16,0 0-25-16,0 0 14 16,-42 78-71-16,29-55 8 15,6 0-19-15,1 0-4 16,6-2 4-16,0-4-6 15,7-2 12-15,12-4-1 16,6-5 16-16,4-3-19 16,4-3 13-16,-1 0-28 0,-2 0-2 15,-1-9 17 1,-5-3-7-16,-5 1-7 16,-6-4 2-16,-4 1-5 0,-4 1 12 15,-2 1 2-15,-3 3-15 16,0 2 17-16,0 3-14 15,0 4 30-15,0 0-29 16,0 0 19-16,0 0-23 16,0 10 11-16,0 1-5 15,-1 4 1-15,1 0 1 16,0 0-6-16,0-3 12 16,10-1-15-16,7-3 20 15,4-2-18-15,2-3 37 16,4-3-32-16,2 0-3 15,-2 0 34-15,-3-2-21 16,-1-8 1-16,-5 2-4 16,-4-3 18-16,-7-1 3 15,-3-2 9-15,-4 0-27 16,0-1 18-16,0-1-30 16,-14 3 20-16,-4 1-28 15,-5 1 16-15,-4 5-34 16,-5 6-8-16,-4 0-21 15,-2 0-61-15,4 2-116 16,2 6-208-16</inkml:trace>
  <inkml:trace contextRef="#ctx0" brushRef="#br0" timeOffset="-111175.21">28045 11276 676 0,'0'0'70'0,"0"0"54"16,0 0-35-1,0 0-60-15,-55 38 3 0,41-29-27 16,5 1 20 0,5-3-26-16,4-1 13 15,0 1-22-15,1-1 18 0,15 0-9 16,3 0 0-16,2 2 2 16,1-1 1-16,-3 1 21 15,-3 2 0-15,-6 0 35 16,-6 0-9-16,-4 2 29 15,0-1-18-15,-1 1 3 16,-12-2-32-16,-3-1 3 16,0 0-20-16,-1-3-9 15,2-4-1-15,-2 0-34 16,4-2-35-16,0 0-61 16,4 0-58-16,6-2-142 15,2-8-281-15</inkml:trace>
  <inkml:trace contextRef="#ctx0" brushRef="#br0" timeOffset="-110647.17">28285 11297 714 0,'0'0'49'0,"0"0"79"15,0 0-28-15,0 0-57 16,0 79-13-16,0-70-33 0,4-1 17 16,6-6-22-1,2-2 21-15,2 0-37 0,-2 0-2 16,5-5-30 0,-4-9-22-16,4 1-11 0,-2-5 16 15,-1 0-23-15,-2 4 40 16,-2-2 50-16,0 7 35 15,-7 1 51-15,1 6-21 16,-1 2 41-16,0 0-33 16,-1 14-21-16,0 9 44 15,3 6-4-15,2 8 4 16,0 5-10-16,2 6-1 16,1-1-24-1,3 4 17-15,3-1-24 0,4-1 28 16,3-5-32-16,3-3 16 15,-7-4-20-15,1-6 0 16,-8-6-35-16,-12-3-1 16,0-5 7-16,-13-5-10 15,-16-2 10-15,-9-3-28 16,-8-6 20-16,0-1-41 16,-3 0 8-16,4-5-48 15,0-5-4-15,3-2-58 16,3-1-125-16,3-3-281 15</inkml:trace>
  <inkml:trace contextRef="#ctx0" brushRef="#br0" timeOffset="-106636.21">25363 10151 86 0,'20'1'33'0,"2"2"17"16,-1 0-10-16,0-1-24 16,2-1 11-16,1 1-13 15,2-1 13-15,5-1-17 16,-1 0 18-16,2 0 1 16,2 0 9-16,-2 0-8 15,1 0-8-15,-4 0-14 16,0 0-8-16,-1 0 5 15,-2 0-10-15,-2 0 11 16,2 0-18-16,2 0 10 16,-2 0-16-16,1 0 16 15,0 0-5-15,1 0 4 16,-2 0 3-16,2 0-1 16,-2 0 3-16,1 0-5 15,0 0 8-15,1 0-11 0,-2 0-7 16,-1 0-39-16,0 0 12 15,1 0-7-15,0 0 11 16,-1 1 4-16,-1 2 7 16,0-3 23-16,-1 0 2 15,-3 0 3-15,-4 3-2 16,2-3 11-16,-1 0-12 16,0 0 6-16,-1 0-6 15,2 0 7-15,1 0-11 16,2 0 3-16,-1 0-20 15,3 0-37-15,-4 0 26 16,2 0 27-16,-1 0 11 16,-2 0 2-16,2 0 25 15,-1 0-16-15,-3 0-9 16,1 0-12-16,-1 0 7 16,-3 0-5-16,-2 0 21 15,0 0 35-15,0 0 0 16,-1 0-14-16,2 0-12 15,5 0-7-15,3 0-21 16,2 0 5-16,4 0-10 16,0 0 13-16,0 0-15 15,-3 0 7-15,-4 0-5 16,-3 0 4-16,-5 0 1 16,-2 0-3-16,-2 0-9 15,-1 0-29-15,-3 0 0 16,1 0 26-16,1 0 20 15,0 0-10-15,2 0-11 16,1 0-138-16</inkml:trace>
  <inkml:trace contextRef="#ctx0" brushRef="#br0" timeOffset="-105478.06">29310 10181 170 0,'0'0'37'0,"0"0"-10"16,1 0 49-16,7 0-28 0,-4 0 0 15,4 0-1-15,0 0 3 16,2 0-15-16,2 0-3 16,5 0-8-1,4 0-11-15,6 0-4 0,2 0-11 16,5 0 7 0,5-2-17-16,-1 1 8 0,1 0-37 15,1-1 13-15,-4-1-3 16,-4 0 25-16,-2 2 1 15,-4-2 5-15,-4 1 0 16,1-1 15-16,-1 1 8 16,2-1-5-16,-2 0 18 15,4 0-16-15,0-1 25 16,0 3-8-16,-2-2-10 16,-5 2-28-16,-3 1 16 15,-4 0-10-15,-3 0 0 16,-4 0-4-16,-5 0-2 15,1 0 5-15,-1 0-12 16,0 0 7-16,0 0-40 16,0 0-26-16,0 0-84 15,-2 0-136-15</inkml:trace>
  <inkml:trace contextRef="#ctx0" brushRef="#br0" timeOffset="-104354.45">28800 11215 687 0,'0'0'97'16,"0"0"66"-16,0 0-37 15,0 0-9-15,2 0-70 16,-2 0 33-16,3 3-50 0,0 9-3 16,2 8 20-16,1 1-19 15,0 2 1 1,-2 1-22-16,2-1 7 16,-3-2-21-16,4-4 22 0,-4-3-26 15,0-4 28-15,-2-5-32 16,1-1 13-16,-2-2-38 15,0-2-26-15,0 0-36 16,0 0-40-16,0 0-38 16,-6 0-112-16,-7-4-182 15</inkml:trace>
  <inkml:trace contextRef="#ctx0" brushRef="#br0" timeOffset="-104146.08">28689 11318 639 0,'0'0'155'0,"0"0"35"16,83-5-23-16,-47 2-88 16,1 3-26-16,-1-2-34 15,-4 1-23-15,-3-1-26 16,-2 2-90-16,-8-1-95 15,0-3-157-15</inkml:trace>
  <inkml:trace contextRef="#ctx0" brushRef="#br0" timeOffset="-103311.77">29434 11162 751 0,'0'0'30'0,"0"0"85"15,0 0-11-15,0 0-32 16,38-62-48-16,-32 45 30 16,-2 2-30-16,-2 3 4 15,-1 1 12-15,-1 3 5 16,0 0-28-16,0 5 1 15,0 0-3-15,0 3-9 16,0 0 2-16,0 0-13 16,0 0 11-16,0 6-23 15,0 9 29-15,0 4-23 16,0 5 26-16,0 3-25 16,0 2 21-16,0 1-13 15,8 2 2-15,1-1 3 16,0-2-5-16,1 2 8 15,0-4-16-15,0-2 21 16,0-5-30-16,-1-3 13 16,-5-2-42-16,-1-5-7 15,-1-1-24-15,-2-4-30 16,0 1-35-16,-3-3-4 16,-9 0-100-16,-5 0-123 15</inkml:trace>
  <inkml:trace contextRef="#ctx0" brushRef="#br0" timeOffset="-103102.15">29375 11458 698 0,'0'0'118'16,"0"0"59"-16,77 0 24 15,-34 0-117-15,3 0 9 0,6 0-50 16,-4-4-13-16,-2 1-21 15,-7 1-5-15,-10 0-24 16,-9-2-49-16,-10 4-72 16,-7-4-72-16,-3-2-96 15</inkml:trace>
  <inkml:trace contextRef="#ctx0" brushRef="#br0" timeOffset="-101624.35">28504 11015 141 0,'0'0'20'0,"0"0"41"15,0 0-1-15,0 0-32 0,0 0 11 16,0 0-16-16,0 0 22 16,0 3-5-16,0 4 23 15,3 1-11-15,4 4 28 16,4 3-65-16,3 3-13 15,0 5 4-15,5 4-10 16,-1 4 14-16,-1 5-16 16,-1 4 15-16,-6 0-16 15,-6 2 16-15,-4-1-17 16,0-1 14-16,-9 1-7 16,-12-5 2-16,-4-1 6 15,1-3 3-15,2-5 4 16,0-4-19-16,5-5 12 15,7-5-40-15,1-4-60 16,5-4-119-16,0-2-113 16</inkml:trace>
  <inkml:trace contextRef="#ctx0" brushRef="#br0" timeOffset="-100269.31">26569 11043 254 0,'0'0'67'0,"0"0"42"16,-69 67-27-16,48-34-4 15,1 2-16-15,4 4-3 16,2 2-33-16,7 2 6 16,4 2-12-16,3-1-5 15,0-4 20-15,10-6-12 16,9-4 8-16,0-3-16 16,1-6 1-16,1-4-17 15,-2-3 11-15,0-6-20 16,-6-3-28-16,0-3-99 15,-9-2-175-15</inkml:trace>
  <inkml:trace contextRef="#ctx0" brushRef="#br0" timeOffset="-98924.81">29652 10599 503 0,'0'0'49'0,"0"0"43"16,0 0 9-16,-20-16-45 16,19 15-8-16,-1 1-5 15,2 0-11-15,0 2-31 16,0 13 32-16,5 7 51 16,9 7-16-16,4 6-17 15,6 9-4-15,3 8 0 16,7 6-18-16,0 8 7 15,1 4-25-15,0 3 29 16,-3-1-33-16,-4-1 23 16,-3-3-27-16,-5-4 20 15,-4-6-10-15,-3-4 10 16,-6-2 1-16,-5-6-2 16,-2-6 8-16,0-3-18 15,0-6 20-15,-8-5-26 16,1-4 19-16,-1-4-8 15,0-3 9-15,1-4-35 16,3-1 17-16,-1-3-10 16,-2-2-10-16,4-1-10 15,2-4-23-15,1 0-9 16,0 0-36-16,0 0-36 16,11-2-106-16,5-12-98 15,7-1-291-15</inkml:trace>
  <inkml:trace contextRef="#ctx0" brushRef="#br0" timeOffset="-98420.7">30210 11355 771 0,'0'0'81'0,"0"0"86"16,0 0-23-16,0 0-47 16,88-11-31-16,-65 11-22 15,-6-3-62-15,-2 3 49 16,-7-1-52-16,-3 0-8 16,-2-1-84-16,-3 1-33 0,0-2-107 15,-2-1-147-15</inkml:trace>
  <inkml:trace contextRef="#ctx0" brushRef="#br0" timeOffset="-98248.9">30228 11236 901 0,'0'0'138'0,"0"0"-47"16,0 0-57-16,0 0-54 15,0 0 12-15,0 0-133 16,77-31-147-16,-68 25-419 16</inkml:trace>
  <inkml:trace contextRef="#ctx0" brushRef="#br0" timeOffset="-96820.6">30678 10922 621 0,'0'0'143'0,"0"0"-9"16,0 0-12-16,0 0-57 15,0 0 9-15,0 8-24 16,0 4 8-16,0 0-36 16,0 2 25-16,0-1-35 15,0 0 0-15,0-2 5 16,10 1-2-16,3-4 15 16,7-1-23-16,0-3 27 15,6 0-31-15,0-3 23 16,0-1-34-16,-7 0 23 15,-2 0-24-15,-5 0 4 16,-6 0-26-16,-2 0-17 16,-3 0-15-16,-1 0-51 15,0-4-42-15,0 0-61 16,0 0 14-16,2-3-43 16,-1-1-8-16</inkml:trace>
  <inkml:trace contextRef="#ctx0" brushRef="#br0" timeOffset="-96535.58">30873 10868 641 0,'0'0'116'0,"0"0"-17"16,0 0 48-16,0 0-22 15,0 101-9 1,4-62-8-16,5-1-50 0,1 1 7 15,4-4-37-15,-4-2 23 16,2-4-43-16,-2-4 23 16,0-6-41-16,-4-5 23 15,-2-3-22-15,-2-4 4 16,2-3-25-16,-4-1-24 16,0-3-18-16,0 0-57 15,0 0-42-15,0-7-180 16,-3-5-272-16</inkml:trace>
  <inkml:trace contextRef="#ctx0" brushRef="#br0" timeOffset="-96257.49">31231 11107 1094 0,'0'0'70'0,"0"0"95"16,0 0-100-1,0 0-36-15,0 0-19 0,76 0-8 16,-67 0-31-16,-2 0-77 15,-1-3-90 1,0-3-195-16</inkml:trace>
  <inkml:trace contextRef="#ctx0" brushRef="#br0" timeOffset="-95520.95">31463 10930 643 0,'0'0'130'0,"0"0"20"16,0 0-21-16,0 0-48 0,0 0-12 16,12-9-33-1,5 6-8-15,2 2 1 0,3 1-17 16,-1 0 17-16,1 0-32 15,-2 0 16-15,-4 0-24 16,-4 7 23-16,-9 4-26 16,-3 0 2-16,0 5-15 15,-8-1 10-15,-6 2 0 16,2-1 8-16,4 0 13 16,2-1-14-16,6 0 19 15,0 1-27-15,14 1 35 16,2-1-26-16,6 3 26 15,-2 0-23-15,-4-3 16 16,-5 1 4-16,-5-2 20 16,-6-1 12-16,0-1-2 15,-1-5 10-15,-15 1-26 16,2-2 8-16,-5-4-38 16,1-2 23-16,1-1-47 15,-3 0-8-15,4 0-67 16,-3 0-78-16,6 0-199 15,-1-6-379-15</inkml:trace>
  <inkml:trace contextRef="#ctx0" brushRef="#br0" timeOffset="-95016.65">31823 11021 772 0,'0'0'133'16,"0"0"55"-16,0 0-43 15,0 0-44-15,82 79-39 16,-62-55-8-16,1-1-20 16,-1 1 4-16,-1-4-23 15,-3-1 14-15,-2-3-33 16,-4-5 26-16,-2-2-38 16,-4-4 30-16,-1-2-45 15,-2 0-8-15,-1-3-20 16,0 0-37-16,0 0-53 0,0-6-112 15,-4-8-144 1</inkml:trace>
  <inkml:trace contextRef="#ctx0" brushRef="#br0" timeOffset="-94780.99">31993 11011 831 0,'0'0'143'0,"0"0"52"0,-77 79-77 15,49-53-54-15,6 1-38 16,2-8-11-16,6-3-22 16,4-1 13-16,7-7-63 15,3-2-45-15,0-6-97 16,0 0-92-16,11 0-341 15</inkml:trace>
  <inkml:trace contextRef="#ctx0" brushRef="#br0" timeOffset="-94395.14">32077 10703 947 0,'0'0'81'16,"0"0"77"-16,0 0-41 0,0 0-53 15,0 0-19 1,0 0-20-16,61 36 4 15,-61-22-22-15,0 2 18 0,0 2-28 16,-3-1 23-16,-3-1-29 16,3-3 22-16,3-1-18 15,0-2 5-15,0-1 1 16,3-2-2-16,7-3 6 16,5-1-12-16,0-3 12 15,2 0-33-15,1 0-1 16,-2 0-112-16,-1 0-149 15,-5-7-375-15</inkml:trace>
  <inkml:trace contextRef="#ctx0" brushRef="#br0" timeOffset="-93369.18">32413 11033 548 0,'0'0'102'16,"0"0"55"-16,0 0-27 16,0 0 16-16,3 0-51 15,-3-1-5-15,-3 1-33 16,-8 0-19-16,-2 0-30 15,-6 0-13-15,-1 0 11 16,3 5-18-16,1 1 25 16,7 0-27-16,4 1 24 15,5 0-36-15,0 1 17 16,2 2-9-16,16-2 10 16,1 4 7-16,2-1-1 0,2 1 4 15,-5 3-10-15,-3-5 16 16,-6 3-19-1,-3-2 25-15,-6 2-22 0,0-4 40 16,0 3-19-16,-15-5 15 16,1 1-18-16,-2-2 3 15,-1-2-6-15,2-1 0 16,3-3 0-16,4 0-17 16,2 0 12-16,6 0-26 15,0-5 16-15,0-7-34 16,14-5 20-16,7 1-17 15,6-4-23-15,5 1 3 16,2 1 30-16,2 4 11 16,-2 3 9-16,-2 2 15 15,-3 5-15-15,-6 4 24 16,-7 0-10-16,-2 0 40 16,-8 7-22-16,-3 6 32 15,-3 1-29-15,0 2-8 16,0-2-12-16,-3 0-6 15,-6-4-29-15,2-2-54 16,-3-7-69-16,3-1-198 16</inkml:trace>
  <inkml:trace contextRef="#ctx0" brushRef="#br0" timeOffset="-93196.1">32682 10921 943 0,'0'0'25'0,"0"0"47"16,0 0-36-16,0 0-48 15,0 0-84-15,-2 5-21 16,-3 9-115-16,2 3-164 16</inkml:trace>
  <inkml:trace contextRef="#ctx0" brushRef="#br0" timeOffset="-92865.45">32763 11123 535 0,'0'0'180'0,"0"0"18"0,0 0-33 15,0 0-35-15,0 0-49 16,0 0-14-16,39 35-39 16,-31-35 30-16,1-11-39 15,3-4 6-15,1-3-34 16,2 1 13-16,-2-3-4 15,-1 3-17-15,-3 3-5 16,-3 5-7-16,-1 4 10 16,-3 2-6-16,4 3 15 15,-2 0-20-15,-1 12 43 16,5 3-26-16,-3 1 32 16,2 1-19-16,1-1 12 15,-3-1-8-15,1-4-4 16,2-2 2-16,-1-2-23 15,1-3-28-15,1-2-81 16,2-2-41-16,-2 0-120 16,4 0-241-16</inkml:trace>
  <inkml:trace contextRef="#ctx0" brushRef="#br0" timeOffset="-92319.71">33185 10986 748 0,'0'0'9'0,"0"0"80"16,0 0-19-16,0 0-24 16,0 0-22-16,4 78 18 15,5-65-34-15,1-1 18 16,4-4-29-16,-2-2 12 15,5-2-6-15,-2-4 0 16,1 0 1-16,0 0-9 16,-1-4-1-16,-1-8-17 15,0-2 12-15,-4-1-19 16,-3-2 26-16,1 1-34 16,-3 4 24-16,-2 0-21 15,-2 4 21-15,1 3 12 16,-1 5 3-16,2 0 14 15,0 2-3-15,-3 15 25 16,3 9 22-16,2 8 6 16,4 9-8-16,2 5 62 15,3 5-28-15,3 5-1 16,0 1-39-16,-2-2 24 16,-2-6-3-16,-6-4-25 15,-4-8 2-15,-3-8-29 16,0-10 4-16,-11-5-22 15,-11-9 25-15,-7-3-35 16,-10-4 23-16,-4 0-49 0,-7 0 12 16,0-4-46-1,0-3-29-15,0-1-3 0,4 2-45 16,7-2-130-16,8-3-232 16</inkml:trace>
  <inkml:trace contextRef="#ctx0" brushRef="#br0" timeOffset="-85101.26">25613 10727 83 0,'-9'0'25'16,"5"0"34"-16,0 0 8 16,-2 0 0-16,-2 0-35 15,2 0 19-15,0 0-15 16,-3 0 6-16,2 0-13 16,-3 0-9-16,-1 0 0 15,3 0-13-15,-4 0 1 16,1 0-12-16,-2 5 13 15,-5-1-16-15,4 1 16 16,-6 2-17-16,0 1 16 16,1 0-13-16,-3 3 3 15,1-1 3-15,-1 4 0 16,-1-1 0-16,0 2-3 16,0 1 5-16,3 3-8 15,0-3 9-15,2 3-10 16,3 1 14-16,0-2-12 15,0 2 13-15,2 0-14 16,-2-1 7-16,1 1 7 16,0-1-6-16,2 0 0 15,1 1-8-15,0-2 11 16,3 2-14-16,2 1 18 0,-4-1-18 16,3 4 17-16,1 0-17 15,-3-1 14 1,1 4-10-16,-1-3 4 0,1-1-1 15,-1 0-2-15,1-1 5 16,2 1-6-16,1-2 10 16,-1-2-11-16,0 1 18 15,2-1-7-15,2 0 8 16,0 1-19-16,2 1 13 16,-3 2-8-16,3-3 4 15,-2 3 4-15,1-2-1 16,-2 0 1-16,1-2-13 15,-1-1 12-15,2-2-15 16,-1-1 16-16,2 1-18 16,0 1 15-16,0-1-13 15,0 3 10-15,0-1-4 16,0 2 1-16,0-2 2 16,2 1-4-16,7-1 6 15,1-1-10-15,1-1 13 16,-1 0-13-16,1 0 20 15,-1 1-18-15,-5-3 18 16,3 3-15-16,-5 1 5 16,0 1-2-16,-1-1 17 15,1 1 41-15,0 1-58 16,0-1 7-16,3 0-15 16,0-3 17-16,-1 3-20 0,3-3 22 15,2 1-18 1,0-5 13-16,3 1-12 0,0-2 7 15,0-1 0-15,3-1 4 16,0 0 1 0,-1 0-11-16,4 0 10 0,-1 0-13 15,0-1 16 1,1 0-17-16,3 0 17 0,2-1-16 16,1-1 14-16,-2 0-7 15,2 1 6-15,-2-1-4 16,0 1-1-16,-4-2 2 15,-2-1-5-15,0 0 9 16,0-1-13-16,-2 0 17 16,1-1-19-16,-3 0 18 15,3 0-19-15,-2-1 15 16,2-1-7-16,2 0 4 16,-1 0 11-16,3 0-4 15,-4 0 5-15,2-3-15 16,0-1 10-16,-1 0-14 15,-2-2 24-15,0 2-29 16,2 0 20-16,-3 1-18 16,-2-1 7-16,0-2 3 15,0 1-2-15,0 1 0 16,-1-3-4-16,1 0 8 16,-1 3-4-16,1-1 19 15,-1-2-24-15,2 1 19 16,0 0-21-16,2-1 19 15,1 0-18-15,-2-1 7 16,1 0-1-16,-1-1-2 16,-3 2 3-16,0 0-6 15,-1-2 10-15,-3 3-12 0,2-2 15 16,-2 1-17-16,3-4 23 16,-3 2-16-16,2-2 24 15,0-1-9-15,1 1-10 16,-3-3 9-16,2 2-8 15,0-4 3-15,2 2-12 16,-4-1 12-16,2 2-16 16,-2-2 19-16,-3 2-21 15,-1 3 22-15,0-3-20 16,0 4 14-16,0-4-10 16,-2 0 4-16,1 1 1 15,1-3-2-15,1 0 5 16,0 0-12-16,0-3 17 15,1 2-18-15,1-4 20 16,0 5-21-16,2-3 22 16,-2 1-22-16,0 0 16 15,-3 5-6-15,-1 1 4 16,1 1 11-16,-1-2-4 16,-2 2 9-16,0-4-21 15,3-1 13-15,-2-5-12 16,2-3 17-16,0-4-25 15,3 2 20-15,-4-2-19 16,3 0 9-16,-2 0-1 16,0 4-2-16,0 2 4 15,-3 5-7-15,0-3 10 16,0 3-13-16,0-1 17 16,1 1-20-16,1-3 24 15,-2 0-22-15,0-1 23 0,0-4-16 16,0 0 7-1,0 4-1-15,0-4-4 0,-3 0 7 16,-3 5-10-16,-2-1 11 16,1 1-14-16,-1 0 20 15,-1 3-15-15,2-1 26 16,-2 2-25-16,-2 1 13 16,5-1-16-16,-3 1 5 15,2-1-1-15,-3 1-3 16,2-1 5-16,0 1-10 15,-2-3 16-15,0 2-20 16,-1-2 23-16,-1 2-24 16,0 2 24-16,-2-1-27 15,2 3 24-15,-1 1-12 16,0 1 3-16,0 1 7 16,-1 1 0-16,-1 0 7 15,-1 2-19-15,-1-2 16 16,-3 1-23-16,-3 3 28 15,-2-1-27-15,-1 1 21 16,1 0-18-16,-1 0 11 16,3-2-5-16,3 1 0 15,1-2 3-15,5 2-5 16,-3 0 11-16,3 0-16 16,3 2 18-16,-1 2-24 15,-3 0 28-15,-1 0-26 16,-4 2 22-16,0 8-23 15,-3 2 10-15,0 2-32 0,3-3-60 16,3 3-80 0,3-2-80-16,0-2-240 15</inkml:trace>
  <inkml:trace contextRef="#ctx0" brushRef="#br0" timeOffset="-80951.1">26155 11837 82 0,'0'0'29'0,"0"0"54"15,0 0-12-15,0 0-19 16,0 0 4-16,0 0-22 16,0 0 6-16,0 0-23 15,0 0 13-15,0 0-9 16,0 0 15-16,0 0-25 15,1 0 6-15,6 0 8 16,3 0-4-16,2-1 0 16,4 0 7-16,0-1 13 15,2 2-26-15,1-3-2 16,1 3-19-16,0-2 19 16,0 0-16-16,-3 2 23 15,0 0-21-15,-1 0 3 16,1 0 1-16,-2 0-5 0,2 0 6 15,-1 0-10 1,3 0 13-16,-3 0-15 16,4 0 18-16,0 0-19 0,-1-4 20 15,1 4-21-15,-1-1 18 16,2 0-12-16,0-1 4 16,-2 2 1-16,2-1-2 15,1 1 4-15,-3-2-10 16,1 2 16-16,0-1-13 15,-1 0 20-15,-1 1-20 16,4-2 17-16,-1 2-20 16,2-2 13-16,-2 0-9 15,0 2 3-15,-1-4 1 16,-2 2-3-16,-3 2 6 16,-1 0-12-16,-2 0 15 15,-2 0-16-15,1 0 20 16,1 0-20-16,1 0 18 15,0 0-16-15,2 0 11 16,2-2-4-16,1 0-1 16,0 0 2-16,2 1-3 15,-1 0 6-15,1-1-11 16,-1 2 14-16,-3 0-15 16,0 0 19-16,-3 0-21 15,1 0 18-15,-2 0-15 16,-1 0 9-16,2 0-3 15,-1 0 0-15,2 0 3 16,-1 0-6-16,0 0 10 16,3 0-13-16,-1 0 15 15,2 0-17-15,3-1 20 16,-2-2-20-16,2 3 16 0,-3-1-11 16,2-3 4-16,-2 4 1 15,-4 0-3-15,3 0 2 16,-6 0-6-16,2 0 13 15,-1 0-15-15,1 0 17 16,1 0-17-16,1 0 19 16,5 0-20-16,0 0 15 15,1 0-9-15,0 0 4 16,2 0-1-16,-1 0-1 16,-3 0 4-16,1 0-9 15,-2 0 13-15,-1 0-17 16,1 0 21-16,-2 0-19 15,5 0 18-15,-1 0-19 16,1 0 14-16,0-1-5 16,-1-2 1-16,1 3 2 15,-3 0-4-15,1 0 6 16,0-2-11-16,0 2 13 16,-1 0-15-16,-1-1 21 15,1-1-23-15,-1 1 22 16,2 0-19-16,-1 1 12 15,0-2 2-15,2 1 5 16,0 0-10-16,1-1-4 16,0 2 7-16,-1-2-11 15,3 1 14-15,-1 1-17 16,1-3 20-16,4 3-20 16,-3-1 17-16,0 1-13 15,-2-1 6-15,0-1-1 16,-2 2 0-16,-3 0 1 0,4 0-5 15,-3 0 10-15,5 0-11 16,-2-1 15-16,4-2-19 16,1 2 21-16,3 0-22 15,-2-1 17-15,1 1-12 16,-1 0 6-16,-2-1 0 16,0 2-3-16,-1 0 4 15,0 0-7-15,0 0 13 16,0 0-18-16,3 0 21 15,0 0-20-15,-1 0 19 16,-1 0-19-16,-3 0 16 16,-1-3-11-16,0 3 4 15,-4 0 1-15,1 0-3 16,-1 0 6-16,6 0-11 16,-1 0 15-16,8 0-18 15,3 0 22-15,4 0-22 16,3 0 21-16,2 0-20 15,2 0 12-15,-6 0-3 16,-2 0-1-16,-3 0 2 16,-3 0-4-16,-3 0 9 15,-3 0-13-15,-3 0 17 16,2 0-20-16,-1 0 23 16,1 3-22-16,3-3 27 15,-1 0-22-15,2 2 7 16,-3-2 1-16,2 0-4 15,-2 0 1-15,3 0-5 16,1 0 10-16,5 0-13 16,0 0 17-16,1-2-20 15,3-2 22-15,-1-2-21 0,-2 3 17 16,-2 0-11 0,-4 0 6-16,-1-1 0 0,-4 2 5 15,-2-2 1-15,-3 2-10 16,3 0 8-16,-2-1-14 15,0 1 18-15,1 0-20 16,0-3 21-16,1 2-23 16,1-1 20-16,0 2-11 15,-1-1 10-15,-1 2 7 16,0-1-7-16,-7 2 3 16,-3 0-14-16,-3 0 26 15,0 0-15-15,-3 0 9 16,-1 0-28-16,-1 0 26 15,0 0-22-15,1 0 18 16,2 0-3-16,-3 0 0 16,1 0 7-16,-2 0-10 15,0 0 2-15,0-1-11 16,-10-5-25-16,-9-1-220 16</inkml:trace>
  <inkml:trace contextRef="#ctx0" brushRef="#br0" timeOffset="-78748.64">26627 12327 464 0,'0'0'107'16,"0"0"35"-16,0 0-57 15,0 0-7-15,0 0-36 16,0 1 8-16,0-1-26 16,0 0 32-16,0 0-21 15,0 0 13-15,0 0-6 16,0 0-6-16,0 0 2 15,0 0-6-15,0 0 4 16,0 0-19-16,0 0 12 16,0 0-31-16,0 0 30 15,1 0-28-15,3-6 22 16,1-4-30-16,1 1 11 0,-2-3-1 16,0 2-1-16,2 1 3 15,-3 2-9-15,0 4 16 16,0-2-22-16,-2 3 25 15,1 2-27-15,-2 0 29 16,1 0-29-16,3 0 23 16,1 0-19-16,3 0 12 15,2 9 6-15,4 3 1 16,1 2 6-16,3 3-5 16,3 0 15-16,4 2-18 15,-1 0 29-15,4-3-29 16,-2 3 24-16,2-3-32 15,-1-3 22-15,-1 0-15 16,-2-2 0-16,-2-2 1 16,-8 0-8-16,0-2 6 15,-7-3-15-15,-3-1 21 16,-1 0-25-16,-3-2 23 16,0 1-40-16,0-2 13 15,0 0-36-15,0 0 8 16,-2 0-32-16,-6 0-68 15,-5 0-88-15,0-7-117 16,-2-5-321-16</inkml:trace>
  <inkml:trace contextRef="#ctx0" brushRef="#br0" timeOffset="-78488.22">26946 12189 811 0,'0'0'86'0,"0"0"74"15,-61 70-28-15,37-38-25 16,1 5-33-16,-1 0-25 16,3-1-26-16,1-7 1 15,4-2-23-15,1-5 13 16,4-7-26-16,5-5 14 15,0-3-63-15,2-4-30 16,4-3-84-16,0 0-108 16,0-15-294-16</inkml:trace>
  <inkml:trace contextRef="#ctx0" brushRef="#br0" timeOffset="-77853.12">27070 12065 393 0,'0'0'59'0,"0"0"57"0,0 0-21 16,0 0-7-1,0 0-9-15,0 0 6 0,0 0-20 16,0 0 13-16,0 0-31 15,0 0 13-15,0 0-31 16,0 0 10-16,3 0-26 16,7 0 6-16,4 0-1 15,3-3-13-15,0 3 0 16,-4-3-10-16,1 3 13 16,-4 0-18-16,-5 0 19 15,-4 7-28-15,-1 5 19 16,0-1-23-16,-1 1 28 15,-5-2-9-15,-1-1 3 16,4-3 2-16,3 1-4 16,0-1 6-16,0-1-13 15,0 1 20-15,10 2-18 16,-3-1 29-16,2 0-17 16,-2 1 22-16,-6-2-23 15,-1 3 22-15,0-1 7 16,-1 0-3-16,-9 0-14 15,-3-1-12-15,0-1 5 16,-1-3-30-16,3-1-26 16,2 0-98-16,1-1-143 15,4-1-237-15</inkml:trace>
  <inkml:trace contextRef="#ctx0" brushRef="#br0" timeOffset="-77582.49">27342 12337 1109 0,'0'0'36'15,"0"0"87"-15,0 0-53 16,0 0-37-16,0 0-26 16,1 0-7-16,-1 0-19 15,0 0-101-15,-3 0-127 16,-3 0-247-16</inkml:trace>
  <inkml:trace contextRef="#ctx0" brushRef="#br0" timeOffset="-76796.92">27662 12222 785 0,'0'0'42'0,"0"0"56"16,0 0-7-16,0 0-37 15,0 0-39-15,-48 49 18 16,34-31-38-16,4 1 20 15,3-1-25-15,1-3 19 16,6-2-13-16,0 1 4 16,7-6-3-16,11-2-4 15,5-1 5-15,4-5-16 16,-1 0 10-16,0 0-23 16,-4 0 26-16,-2 0-11 15,-5-5 27-15,-4-1-22 16,-2 2 20-16,-3 0-10 15,-2-1 10-15,1 4 2 16,0-4-7-16,-2 2 4 16,0 2-15-16,1-1 18 15,0 2-22-15,1 0 23 16,2 0-24-16,-1 0 23 16,1 7-21-16,2 0 16 15,2-1-8-15,2-1 3 16,6 0 1-16,0-4-5 15,4 2 9-15,0-2-15 16,0-1 21-16,-1 0-24 16,-1 0 29-16,-2-4-10 15,-7 0 32-15,-2-5-20 16,-4-1 16-16,-1 2 7 16,-5-4 4-16,0 0-9 0,0-3-21 15,-1 0 6 1,-12 0-26-16,0 1 17 0,-7 2-26 15,-3 4 27-15,1 1-40 16,-7 7 17-16,0 0-12 16,-1 0 2-16,1 4-22 15,3 6-11-15,3 0-11 16,7 0-43-16,6 1-47 16,8-2-63-16,2-3-105 15</inkml:trace>
  <inkml:trace contextRef="#ctx0" brushRef="#br0" timeOffset="-76348.37">28257 12189 594 0,'0'0'6'0,"0"0"108"16,0 0-17-16,0 0-49 15,-88 44-20-15,80-36-12 16,6 0-2-16,2-1-21 15,6 1 30-15,13 0-20 16,4 1 23-16,3 1-31 16,-2 2 18-16,-3-1-16 0,-4 1 44 15,-7 1 23 1,-3-1 7-16,-5-1 6 0,-2-1-4 16,0 0 5-16,-6-3-39 15,-9-2 10-15,-6 0-39 16,-2-3 14-16,-2 2-34 15,2-2 19-15,-2-2-52 16,4 0-50-16,2 0-97 16,5 0-153-16,5 0-308 15</inkml:trace>
  <inkml:trace contextRef="#ctx0" brushRef="#br0" timeOffset="-74597.11">28582 12223 406 0,'0'0'67'0,"0"0"77"16,-7 12-9-16,7-3-39 15,0 0-33-15,0 3 4 16,0-1 1-16,0-1-37 16,0-1 10-16,6 0-26 15,1-2 24-15,3-4-31 16,0 2 19-16,2-5-27 16,1 0 15-16,3 0-14 15,-1 0-1-15,0-7 0 16,2-4-14-16,-1-3 2 15,-1-1-21-15,-5-1 18 16,-1 0-17-16,-1 1 22 16,-5 0-34-16,-2 3 22 15,-1 3-3-15,0 5 22 16,0 4-17-16,0 0 20 16,0 0-2-16,0 15-2 15,-1 4 29-15,-2 5 0 16,3 1 36-16,0 5-6 0,0 2 35 15,0 1-30-15,3-1 18 16,6 1-30 0,1-3 6-16,0 0-10 0,0-3-6 15,0-2 7-15,0-5-20 16,-4-4 7-16,-2-5-28 16,-2 0 17-16,-2-5-30 15,0-1 29-15,-15-2-34 16,-11-1 24-16,-7 0-39 15,-10-2-3-15,-2 0-34 16,-1 0-28-16,-1-2-44 16,3-8-125-16,8-7-187 15</inkml:trace>
  <inkml:trace contextRef="#ctx0" brushRef="#br0" timeOffset="-73227.51">28825 11833 92 0,'0'0'70'0,"0"0"47"16,53 45-54-16,-31-19 7 15,4 5 12-15,-3 2-12 16,2 6-6-16,-1 0-26 16,-5 2 1-1,1-2-2-15,-7 4 14 0,-1 1-6 16,-5-4-20-16,-6 2 19 16,-1-1-28-16,0-2 11 15,-1-3-22-15,-8-4 2 16,-2-3-4-16,-1-5-5 15,2-3 2-15,0-7-19 16,1-4-36-16,0-1-67 16,1-6-96-16,-2-3-217 15</inkml:trace>
  <inkml:trace contextRef="#ctx0" brushRef="#br0" timeOffset="-72426.65">26715 11878 465 0,'0'0'30'0,"0"0"104"15,-86 103-23-15,53-49-22 16,-2 6-20-16,0 10-21 15,2 1-5-15,4 1-14 16,10-4-12-16,12-7-8 16,7-4-1-16,23-11-20 15,23-10 12-15,16-4-55 16,12-10-43-16,8-7-116 16,0-7-263-16</inkml:trace>
  <inkml:trace contextRef="#ctx0" brushRef="#br0" timeOffset="-71620.58">29384 12223 758 0,'0'0'71'0,"0"0"79"0,20 68-43 16,-10-41-26-16,2-2-42 16,-1-6 5-16,-2 1-49 15,-3-7 18-15,-2-1-21 16,2-6-4-16,-6-2-46 15,0-3-46-15,0-1-90 16,-10 0-74-16,-6-4-315 16</inkml:trace>
  <inkml:trace contextRef="#ctx0" brushRef="#br0" timeOffset="-71461.2">29374 12304 752 0,'0'0'179'0,"0"0"-36"16,85-10-71-16,-55 7-58 16,-2 1 4-16,-2-2-45 15,-2 0-77-15,-5-2-163 16,-5-1-225-16</inkml:trace>
  <inkml:trace contextRef="#ctx0" brushRef="#br0" timeOffset="-70998.08">29823 12107 757 0,'0'0'67'0,"0"0"46"16,0 0-10-16,0 0-84 16,20-79 11-16,-16 63-23 15,1 2 5-15,-4 5 3 16,2 1 8-16,0 5 8 15,-2 3-11-15,1 0 3 16,-1 3-36-16,1 14 40 16,-1 4-13-16,2 3 25 15,-3 5-42-15,3 0 17 16,0 0-16-16,1 3 2 16,-1 0 3-16,3-3-8 15,1 1-11-15,0-2-42 16,2-2-2-16,-3-5-41 15,-2-2-16-15,-1-4-48 16,-3-4-39-16,0-2-67 16</inkml:trace>
  <inkml:trace contextRef="#ctx0" brushRef="#br0" timeOffset="-70830.1">29869 12393 689 0,'0'0'139'15,"0"0"-2"-15,0 0-3 16,0 0-45-16,0 0-22 0,0 0-36 16,78 0-31-16,-49 0 7 15,-2 0-60-15,1 0-94 16,-5-2-221-16</inkml:trace>
  <inkml:trace contextRef="#ctx0" brushRef="#br0" timeOffset="-68829.23">30786 11632 212 0,'0'0'-3'16,"0"0"19"-16,0 0 3 0,0 0 2 15,-11-2-8-15,9 2 20 16,1 0-1-16,1 0 16 16,0 0 13-16,0-1-46 15,0 1 10-15,0 0-18 16,0 0 19-16,0 0-12 16,0 0 20-16,0 0-25 15,0 0-4-15,0 0-3 16,0 0-5-16,0 0-19 15,1 0 2-15,5 0 25 16,4 0-10-16,0 0 12 16,0 0-14-16,3 0 16 15,0 0-15-15,3 0 11 16,2 0-9-16,0 0-14 16,1 0-45-16,0 0 0 15,-1 0 21-15,0 3-36 16,-1-2-3-16,-1 2 16 15,0 0 52-15,-1-1 10 16,0 1 23-16,5-2-3 16,-2 2-2-16,5-2 21 15,1-1-11-15,0 0-18 16,0 0-4-16,2 0 3 16,-3 0-11-16,0 0 9 15,-2 0-17-15,0 0 17 16,-1 0-8-16,-4 0 8 15,3 0-7-15,-1 0 12 16,0 0 16-16,1 0 5 16,3 0-5-16,2 0-10 15,-1 0 6-15,3 0-18 16,-1 0 19-16,1 0-12 0,0 0 4 16,-2 0-20-1,1 0 18-15,-2 0-15 0,-1 0 4 16,-1 0-2-16,2 0 2 15,-4 0-2-15,1 0-1 16,0 0 8-16,1 0 12 16,2 0 24-16,0 0-25 15,-1 2 24-15,5-1-27 16,-1-1-1-16,3 1-13 16,1-1 1-16,-1 2 2 15,-1-2-8-15,-1 1 8 16,-2-1-8-16,-2 2 10 15,0-1-11-15,0-1 14 16,-1 1-14-16,4-1 15 16,1 0-16-16,2 0 12 15,0 0-4-15,-2 0-1 16,2 0 0-16,0 0 1 16,-1 0 2-16,0 0 0 15,-3 0 40-15,3 0-7 16,-4 0 7-16,2 0-22 15,-3 0 17-15,-1 0-24 16,1 0 9-16,0 0-11 16,3 0-6-16,1 0 2 15,4 0-5-15,-1 0 5 16,2 0-13-16,1 0 19 16,0-1-21-16,1 1 22 15,-3-1-23-15,1 1 17 16,-2-2-15-16,-2 1 8 15,-2-1-1-15,-3 2 1 16,5-1 11-16,-2 0-5 0,2 1 16 16,1-2-22-16,4 1 10 15,-1-2-19-15,-1 2 21 16,-1-3-23-16,-1 1 17 16,-3-1-10-16,-2 0 8 15,-5 1 5-15,0 0-2 16,-3 1 4-16,0-1-4 15,-2 2 15-15,0-1-13 16,0 1 23-16,0 0-29 16,-1-2 13-16,0 3-24 15,-1-2 25-15,1 2-1 16,1-3 4-16,-1 3-12 16,4 0-8-16,-1-1 4 15,1-2-10-15,2 3 22 16,-3-1-20-16,1 0 20 15,-3-1-23-15,-6 2 19 16,-1 0-25-16,-2 0 18 16,-5 0-10-16,0-1 3 15,0 1-17-15,-9-1-84 16,-8 0-99-16,-8-4-195 16</inkml:trace>
  <inkml:trace contextRef="#ctx0" brushRef="#br0" timeOffset="-67378.7">31043 12058 572 0,'0'1'68'0,"0"-1"108"0,0 3-23 15,0-3-16-15,0 0-53 16,0 1-5-16,0-1-21 16,0 0-9-16,0 0-1 15,0 0-22-15,0 0 9 16,0 0-27-16,0 0 20 15,0-1-32-15,6-7 23 16,3 0-32-16,5-2 22 16,-1 4-15-16,3 2 6 15,0 1 0-15,1 3-3 16,3 0 6-16,-4 0-13 16,3 5 20-16,0 10-22 15,1 1 28-15,0 6-27 16,-1 0 32-16,4 1-23 15,3 4 22-15,3-3-5 16,1-2 8-16,2-2-6 16,0-3-6-16,-3-4 8 15,-3 0-26-15,-9-6 21 16,-3 0-26-16,-5-2 30 16,-6-1-33-16,-3-4 18 15,0 0-43-15,0 0 3 16,-7 0-17-16,-6-2-48 0,-2-9-108 15,0-4-144-15,2-5-181 16</inkml:trace>
  <inkml:trace contextRef="#ctx0" brushRef="#br0" timeOffset="-67151.83">31410 11997 927 0,'0'0'60'16,"0"0"103"-16,-88 85-17 16,62-53-41-16,3 0-52 15,7-3-24-15,7-8-11 16,2-2-16-16,4-5 3 16,3-3-20-16,0-6-18 15,0-4-74-15,0-1-66 16,3 0-170-16,7-14-219 15</inkml:trace>
  <inkml:trace contextRef="#ctx0" brushRef="#br0" timeOffset="-66610.37">31582 11889 619 0,'0'0'83'0,"0"0"56"16,0 0-26-16,0 0-2 15,0 0-35-15,0 0 2 16,0 0-37-16,0 0 13 16,0 0-36-16,4 0 18 15,6 0-26-15,3 0-4 16,6 0 1-16,-4 0-5 16,-1 0 2-16,-4 0-12 15,-4 0 10-15,-6 1-8 16,0 9 8-16,0 1-28 15,-6 3 47-15,-3-2-35 16,2 3 12-16,1-3-1 16,6 0 2-16,0 1-1 15,3-2-4-15,13 1 16 16,3 0-12-16,0 0 21 16,-2 2-26-16,-4-2 30 15,-3-2-27-15,-8-1 45 16,-2-1-36-16,0-2 18 15,-10-2-18-15,-5 2-6 16,-5-4-34-16,2 2-44 16,-3-4-135-16,-1 0-187 15</inkml:trace>
  <inkml:trace contextRef="#ctx0" brushRef="#br0" timeOffset="-66409.41">31830 12169 1245 0,'0'0'57'15,"0"0"75"-15,0 0-81 16,0 0-28-16,0 0-17 16,2 4-9-16,-2-4-50 15,0 0-87-15,-2 0-131 16,-5-4-342-16</inkml:trace>
  <inkml:trace contextRef="#ctx0" brushRef="#br0" timeOffset="-65858.36">32172 11998 695 0,'0'0'51'0,"0"0"23"0,0 0 26 16,0 0-46-16,-85-1 6 16,56 11-21-16,5 1 3 15,2-1-42-15,6 2 13 16,6-1-19-16,6 1 8 16,4 0-2-16,0 0-3 15,11 0 5-15,7 2-9 16,1-1 13-16,2 2-14 15,-3 1 20-15,0-4-15 16,-4 5 33-16,-3-2-14 16,-4-1 37-16,-5 1-9 15,-2-1 9-15,0-2-2 16,-5 0-13-16,-8-4 1 16,-3 2-28-16,1-5 5 15,0-1-23-15,1-2 21 16,2-2-42-16,5 0 1 15,1-3-56-15,4-10-17 16,2-5-72-16,0-4-52 16,9-4-40-16,7 0-147 15</inkml:trace>
  <inkml:trace contextRef="#ctx0" brushRef="#br0" timeOffset="-65696.58">32258 12109 497 0,'0'0'137'16,"0"0"-2"-16,0 0 4 16,0 0-33-16,1 83-60 15,-5-67-51-15,-2-2 22 16,-1-4-57-16,-2-5-111 0,-2-5-252 16</inkml:trace>
  <inkml:trace contextRef="#ctx0" brushRef="#br0" timeOffset="-64822.64">32184 12039 686 0,'0'0'124'0,"0"0"41"16,0 0-29-16,0 0-65 16,-58 26-15-16,35-9 6 15,4 0-35-15,1 1 11 16,3 1-23-16,5-1 24 16,7-3-36-16,3 2 21 15,0 0-26-15,0-1 24 16,10 1-11-16,6-4 1 15,4 1-1-15,1-5-4 16,0-3 7-16,2-3-20 16,0-3 20-16,-5 0-37 15,1 0-2-15,-6-5-70 16,-2-6-52-16,-7-2-136 16,-2-2-196-16</inkml:trace>
  <inkml:trace contextRef="#ctx0" brushRef="#br0" timeOffset="-64515.58">32121 12065 952 0,'0'0'77'0,"0"0"98"15,0 0-69-15,-94 65-41 16,75-46-16-16,4 1-29 16,7-1-8-16,5-2-6 15,3 3 4-15,0-5-11 16,17-2 17-16,6-2-25 16,3-3 24-16,3-4-32 15,-3-2 18-15,0-2-45 16,-3 0-26-16,-6 0-93 15,-5-10-130-15,-7 1-184 16</inkml:trace>
  <inkml:trace contextRef="#ctx0" brushRef="#br0" timeOffset="-63940.88">32308 12075 728 0,'0'0'54'16,"0"0"36"-16,0 0 58 15,0 0-80-15,0 0-3 16,-13 74-23-16,13-58-11 15,0 4-6-15,0-4 9 16,13 0-4-16,7-3-2 16,-1-3 4-16,6-2-17 15,-1-4 15-15,1-3-29 16,-5-1 28-16,-2 0-33 16,-4 0 36-16,-6-8-32 15,-2-4 21-15,-3 1-6 16,-3-6 4-16,0 3-3 15,-1-4-12-15,-11 0 3 16,-6 0-22-16,-3 3 16 16,-1 6-33-16,-5 3 24 15,1 0-36-15,-3 6 7 0,3 0-40 16,5 0-65-16,5 0-61 16,4 2-160-16</inkml:trace>
  <inkml:trace contextRef="#ctx0" brushRef="#br0" timeOffset="-63524.81">32657 12019 727 0,'0'0'41'15,"0"0"53"-15,0 0 47 16,-76 4-71-16,62 4-21 16,5 1-41-16,6 1 12 15,3 2-30-15,0 1 20 16,11 2-3-16,9-2 5 15,3 2 1-15,-3 2 3 16,2-2 16-16,-7 0 5 16,-4-2 23-16,-7-2-21 15,-4 0 25-15,0-1-32 16,-3-3 20-16,-12-3-40 16,-2 0 4-16,-4-2-21 0,0 0-28 15,1-2-45 1,3 0-77-16,4 0-130 15,4 0-235-15</inkml:trace>
  <inkml:trace contextRef="#ctx0" brushRef="#br0" timeOffset="-63005.27">32805 12121 708 0,'0'0'27'16,"0"0"96"-16,0 0 20 15,0 0-36-15,0 0-57 16,19 65-4-16,-12-59-33 16,3-3 9-16,0-2-12 15,2-1 15-15,-2 0-34 16,4-1 18-16,-3-10-23 15,-3-1-10-15,1-2-9 16,-3 0-6-16,0 2 0 16,-4 2 6-16,1 5 34 15,0 2-13-15,1 3 23 16,-4 0-23-16,0 10 42 16,0 9 26-16,0 6 11 15,-10 5-15-15,0 5 15 16,-3 1 6-16,2 5-25 15,2-1 25-15,5 3-26 16,4-4 16-16,0-2-29 16,0-2 51-16,11-4-64 0,0-9 1 15,-2-7-26-15,-6-2 19 16,-1-8-12-16,-2-2-2 16,-9-3 1-16,-16 0-17 15,-5 0-17-15,-7-4-46 16,-7-4 20-16,2-2-52 15,3-2-6-15,4-2-160 16,6-5-151-16</inkml:trace>
  <inkml:trace contextRef="#ctx0" brushRef="#br0" timeOffset="-62534.54">33330 12020 910 0,'0'0'70'0,"0"0"79"0,0 0 15 16,5 81-83-16,5-56 1 16,-3 3-50-16,2-4-1 15,-3-2-29-15,0-4 10 16,-4-3-8-16,0-4-13 16,-2-2-22-16,0 0-60 15,-7-6-32-15,-9-1-142 16,-3-2-188-16</inkml:trace>
  <inkml:trace contextRef="#ctx0" brushRef="#br0" timeOffset="-62357.25">33250 12188 893 0,'0'0'144'15,"0"0"10"-15,95-10 13 16,-54 7-91-16,-4-3-40 15,-5 5-31-15,-4-4 1 16,-11 0-20-16,-8 0-65 16,-9-4-92-16,0-3-258 15</inkml:trace>
  <inkml:trace contextRef="#ctx0" brushRef="#br0" timeOffset="-62106.66">33710 11910 1047 0,'0'0'91'0,"3"73"67"15,2-29-54-15,-2-2-30 16,1-2-70-16,-1-3 17 15,0-5-39-15,0-6-17 16,-2-5-93-16,-1-6-104 16,0-7-241-16</inkml:trace>
  <inkml:trace contextRef="#ctx0" brushRef="#br0" timeOffset="-61446.21">33107 11914 525 0,'0'0'113'15,"33"77"17"-15,-19-33-31 16,-5 3 4-16,-6-3-32 15,-3-1-39-15,0 1 2 16,-4-7-6-16,-15 0 7 16,-7-5-38-16,-6-5 19 15,-7-2-39-15,-6-5-17 16,-4-4-132-16,-4-5-88 16,2-3-141-16</inkml:trace>
  <inkml:trace contextRef="#ctx0" brushRef="#br0" timeOffset="-60723.4">31147 11787 577 0,'0'0'93'16,"-75"98"29"-16,42-35-47 15,4 3 13-15,6 2-53 16,8-1-4-16,8-6-32 15,7-7 3-15,0-8 1 16,19-9-16-16,7-8-41 16,4-7-89-16,2-7-99 15,1-7-331-15</inkml:trace>
  <inkml:trace contextRef="#ctx0" brushRef="#br0" timeOffset="-59436.61">26217 11727 286 0,'0'0'0'0,"0"0"16"16,0 0 7-16,-6 12-22 15,6-12 6-15,6 0 0 16,8 0 11-16,5 0-12 0,7 0 23 15,7 0 7-15,13-11 16 16,15-3-32-16,21-6-1 16,26-9-1-16,26-6-9 15,23-9-11-15,21-3 2 16,11-5 0-16,10-2-4 16,-4 8 20-16,-4 3 15 15,-9 3 44-15,-9 7-38 16,-11 1-18-16,-15 2 0 15,-16-1 36-15,-15 4-1 16,-21 3-18-16,-21 1-31 16,-21 4-9-16,-18 5-5 15,-15 5-19-15,-14 2 9 16,-6 4-28-16,0 3-28 16,-15 0-153-16,-3 0-144 15</inkml:trace>
  <inkml:trace contextRef="#ctx0" brushRef="#br0" timeOffset="-58653.88">26852 12517 445 0,'112'-29'36'0,"27"-5"44"0,25-9-31 15,19-6-6-15,15-3-7 16,6-3 17-16,11-2-3 16,10 0 8-16,-3 1-24 15,1 1-17-15,-2 1-5 16,-15 5-19 0,-18 2 9-16,-26 3-21 0,-31 5-85 15,-34 5-242-15</inkml:trace>
  <inkml:trace contextRef="#ctx0" brushRef="#br0" timeOffset="-55991.47">25512 13245 525 0,'0'-2'64'0,"0"0"110"15,0 0-34-15,0 0-52 16,-1 0-30-16,-8-1-41 15,-4 2-4-15,-5 1-6 16,0 0 8-16,-4 0-25 16,-3 0 25-16,-1 12-31 15,1 4 30-15,-1 4-22 16,4 2 9-16,3-2 0 16,9 0-2-16,10-3 2 15,0-3-5-15,3-5 26 16,17-5 5-16,3-4 15 15,5 0-19-15,-3 0 15 16,0-13-36-16,-2-5 13 16,-5-3-19-16,-3-5 5 15,-5-2-13-15,-7-4-21 0,-3-4 2 16,0 0-8-16,0-3 16 16,-10 1-4-1,-6 1 27-15,0 2-14 0,1 10 23 16,0 5-19-16,1 5 16 15,4 7-11-15,1 8 5 16,2 1 9-16,4 19-5 16,3 6 12-16,0 10-10 15,0 5 54-15,8 0-22 16,5 0 16-16,6-2-40 16,-1-5 11-16,-1-5-29 15,0-6 12-15,2-5-9 16,-3-4-4-16,0-5-43 15,-2-3-48-15,4-3-13 16,-8-3-93-16,1 0-61 16,-2 0-143-16</inkml:trace>
  <inkml:trace contextRef="#ctx0" brushRef="#br0" timeOffset="-55518.41">25614 13243 432 0,'0'0'49'15,"0"0"76"-15,0 0 30 16,0 0-52-16,0 0-21 16,10 52-2-16,-7-38-21 15,2-3-11-15,1-1-26 16,1-4-6-16,3-1 7 16,2-2-7-16,2-3 7 15,-1 0-25-15,4 0 12 16,-2-8-19-16,-1-6 15 0,1-1-34 15,-4-1 16 1,-1 0-9-16,-4 0 8 0,0 4 4 16,-2 4 1-16,-1 4 11 15,1 4-11-15,-1 0 12 16,1 6-21-16,1 11 53 16,4 7-20-16,0 7 34 15,3 5-22-15,2 3 30 16,1 2-4-16,1-1 1 15,0-2-8-15,-5-2-16 16,2-8 23-16,-5-5-37 16,-6-5 9-16,-2-5-27 15,0-4 21-15,-21-3-19 16,-8-3 20-16,-10-2-52 16,-5-1-10-16,-3 0-26 15,1 0-29-15,1 0-90 16,4 0-166-16,5-4-303 15</inkml:trace>
  <inkml:trace contextRef="#ctx0" brushRef="#br0" timeOffset="-55232.16">25249 13553 933 0,'0'0'227'0,"162"-10"-82"15,-68 4-46-15,2 3-54 16,-3 2-6-16,-7-1-33 15,-13 1-2-15,-13 1-9 16,-14 0-42-16,-14 0-69 16,-13 0-177-16,-10 0-255 15</inkml:trace>
  <inkml:trace contextRef="#ctx0" brushRef="#br0" timeOffset="-54465.18">25482 13943 829 0,'0'0'106'0,"0"0"12"0,0 0-51 16,0 0-14-16,-91 14-12 15,67 2-7-15,1 6-30 16,2 2 30-16,3 0-25 16,5-3 17-16,9 1-29 15,4-6 21-15,0-3-7 16,10-5 2-16,12-4 2 15,5-4-9-15,3 0 6 16,2-5-16-16,-1-12 20 16,-3-2-25-16,-5-3 25 15,-8-3-25-15,-5-2 24 16,-7-4-29-16,-3 0 14 16,0-1-8-16,-7 4-1 15,-3 1 4-15,-1 7 3 16,2 7 9-16,1 3-16 15,4 8 26-15,1 2-18 16,2 4 18-16,1 11-34 16,0 7 32-16,0 5-13 15,8 4 26-15,7-1-2 16,1 0-7-16,4-2 0 16,-3-2-15-16,3-4 8 15,0-2-20-15,-2-4 22 16,1-4-26-16,-3-4 21 15,-2-2-51-15,-2-5-1 16,-1-1-16-16,-2 0-40 16,0-7-76-16,-4-8-97 15,4-3-63-15,-5-3-159 16</inkml:trace>
  <inkml:trace contextRef="#ctx0" brushRef="#br0" timeOffset="-54241.44">25737 13886 816 0,'0'0'83'0,"0"0"84"16,0 0-5-16,0 0-65 15,54 91-11-15,-31-70-47 16,0-2 5-16,0-2-38 16,-1-3 4-16,-2-3-3 15,-2-3-7-15,-3-3-5 16,-2-1-30-16,-3-1-16 15,0-3-42-15,-2 0-24 16,-2 0-95-16,-1 0-56 16,-2-10-190-16</inkml:trace>
  <inkml:trace contextRef="#ctx0" brushRef="#br0" timeOffset="-54065.66">25902 13950 719 0,'0'0'136'16,"0"0"48"-16,-91 75-73 16,60-48-33-16,6-3-52 15,5-2-25-15,5-6-8 16,5-4-70-16,5-5-74 16,4-6-136-16,1-1-296 15</inkml:trace>
  <inkml:trace contextRef="#ctx0" brushRef="#br0" timeOffset="-53404.44">26292 13646 753 0,'0'0'138'16,"0"0"53"-16,0 0-60 15,0 0-65-15,88 15 8 16,-78-15-61-16,-1 0 1 16,-2 0-18-16,0 0-34 15,-7 0-49-15,0-7-104 16,0-3-138-16,0 0-296 15</inkml:trace>
  <inkml:trace contextRef="#ctx0" brushRef="#br0" timeOffset="-53232.43">26282 13533 931 0,'0'0'34'0,"0"0"91"15,0 0-66-15,0 0-32 16,0 0-37-16,83 0-69 16,-58-2-147-16,-2-1-238 15</inkml:trace>
  <inkml:trace contextRef="#ctx0" brushRef="#br0" timeOffset="-51862.55">27049 13139 489 0,'0'0'144'16,"0"0"-8"-16,0 0 11 16,0-6-37-16,1 6-28 15,-1 0-26-15,2 11 33 16,-2 1-43-16,0 4 8 15,0 1-39-15,0 2 37 16,0-1-38-16,0-1 1 16,8-2-7-16,4-1-2 15,6-4 9-15,4 1-2 16,4-5 9-16,0-2-18 16,0-2 14-16,0-2-28 15,-4 0 28-15,-5 0-32 16,-2 0 13-16,-4 0-40 0,-2-4-12 15,-3-2-31-15,-2 0-44 16,-3-1-62-16,-1-2-90 16,0 2-121-16</inkml:trace>
  <inkml:trace contextRef="#ctx0" brushRef="#br0" timeOffset="-51593.21">27274 13112 787 0,'0'0'63'0,"0"0"119"15,0 0-35-15,0 81-22 16,0-46-32-16,0 3-32 16,0 1-20-16,0-1-17 15,0-4 2-15,1-3-24 16,5-5 14-16,-2-3-26 15,1-5 26-15,1-4-34 16,-1-2 1-16,2-5-42 16,-1-1-19-16,-1-2-58 15,2-4-103-15,-3 0-131 16</inkml:trace>
  <inkml:trace contextRef="#ctx0" brushRef="#br0" timeOffset="-51355.63">27635 13355 995 0,'0'0'156'0,"0"0"-6"0,0 0-100 15,0 0-34-15,87-8-20 16,-77 5-19-16,-3 0-110 16,-1-2-112-16,-2-1-253 15</inkml:trace>
  <inkml:trace contextRef="#ctx0" brushRef="#br0" timeOffset="-50780.27">27929 13140 641 0,'0'0'65'15,"0"0"78"-15,0 0-16 16,0 0-47-16,0 0 11 16,-14-3-39-16,18 3 17 15,11-1-60-15,2-2 29 16,5 3-28-16,1 0 0 0,0 0-8 15,0 0-3-15,-4 0 3 16,-2 10-8-16,-5 0 10 16,-6 3-35-16,-5 2 23 15,-1 2-22-15,0-1 32 16,0 2-20-16,-3-3 27 16,2 1-16-16,1-1 7 15,0-3 0-15,4-1-1 16,13 1 14-16,1 0-7 15,0 0 10-15,0 4-14 16,-5-1 39-16,-9 1-23 16,-4 1 40-16,0 1-12 15,-13 0 8-15,-10-2-30 16,-3-1-5-16,-1-4-7 16,1-1-12-16,4-6-6 15,0-4-54-15,5 0-27 16,2 0-149-16,4-11-259 15</inkml:trace>
  <inkml:trace contextRef="#ctx0" brushRef="#br0" timeOffset="-49978.72">28285 13286 757 0,'0'0'112'0,"0"0"56"16,0 0 10-16,0 0-68 16,91 53-5-16,-55-31-52 15,0-1 12-15,0 1-46 16,-4-1 23-16,-2-2-25 16,-4-3 1-16,-7-1-12 15,-2-5-6-15,-5-2 5 16,-5-3-16-16,-4-2-9 15,-3-2-47-15,0-1 1 16,0 0-45-16,-7 0-25 16,-6-1-176-16,1-11-125 15</inkml:trace>
  <inkml:trace contextRef="#ctx0" brushRef="#br0" timeOffset="-49758.49">28578 13222 829 0,'0'0'115'16,"0"0"78"-16,-81 81-36 16,51-48-91-16,1-3-17 15,4-3-48-15,2-3 17 16,6-5-29-16,5-6-31 15,6-5-79-15,5-5-118 16,1-3-170-16</inkml:trace>
  <inkml:trace contextRef="#ctx0" brushRef="#br0" timeOffset="-49374.42">28779 12978 1045 0,'0'0'86'0,"0"0"40"15,0 0-93-15,0 0 5 16,0 0-32-16,0 0 11 15,50 44-20-15,-50-26 23 16,-10 0-27-16,-4 1 18 16,1-2-14-16,0-3 6 15,7-1 3-15,3-4-5 16,3 0 6-16,0-2-14 16,7-1 25-16,12-2-10 15,4 0 21-15,3-1-37 16,-1-3 17-16,2 0-45 15,-1 0-8-15,-6 0-66 16,-4 0-176-16,-3 0-381 16</inkml:trace>
  <inkml:trace contextRef="#ctx0" brushRef="#br0" timeOffset="-48299.19">29031 13350 970 0,'0'0'63'0,"0"0"44"0,0 0-29 16,0 1-62-16,2-1-20 16,-2 0-85-16,0 0-127 15,0 0-226-15</inkml:trace>
  <inkml:trace contextRef="#ctx0" brushRef="#br0" timeOffset="-47740.85">29499 13247 713 0,'0'0'36'0,"0"0"98"0,0 0-53 16,-89 0-41-1,63 0-15-15,-2 10-20 16,8-1 6-16,3 0-18 16,9 1 17-16,7 0-21 15,1 0 26-15,9-1-28 0,11 2 25 16,2 1-18-16,2 1 9 16,-1-1-2-16,-1 1-2 15,-9-1 3-15,-4 0-3 16,-5 0 26-16,0-1 14 15,-4 0 32-15,0-1-23 16,0-1 29-16,-11-1-40 16,-1 0 5-1,-2-1-30-15,-2-3-2 0,2 0-6 16,-1 0-4-16,3-2 4 16,1-2-23-16,5 0 0 15,6 0-21-15,0-6-7 16,0-8-83-16,19-3 23 15,3-4-70-15,4-1-15 16,4 0-30-16,-1 1-23 16,0 2 35-16</inkml:trace>
  <inkml:trace contextRef="#ctx0" brushRef="#br0" timeOffset="-47705.57">29499 13247 309 0</inkml:trace>
  <inkml:trace contextRef="#ctx0" brushRef="#br0" timeOffset="-47604.41">29499 13247 309 0,'93'60'174'0,"-79"-60"-14"0,-1 0 19 0,-4 5-47 15,0 8-3-15,-2 6-35 16,-2 0-11-16,-2 3-28 15,2-2-16-15,-2-2-23 16,-2-4-16-16,-1-3 1 16,0-4-72-16,0-6-87 15,0-1-208-15</inkml:trace>
  <inkml:trace contextRef="#ctx0" brushRef="#br0" timeOffset="-47424.2">29661 13156 1022 0,'0'0'75'15,"0"0"-2"-15,0 0-61 16,0 0-40-16,0 0-71 16,0-1-99-16,0 13-53 15,0 3-85-15</inkml:trace>
  <inkml:trace contextRef="#ctx0" brushRef="#br0" timeOffset="-47094.36">29784 13372 472 0,'0'0'209'0,"0"0"-3"16,0 0-38-16,0 0-37 16,0 0-49-16,0 0-4 15,49 61-44-15,-37-61 14 16,-1-8-45-16,6-8 9 15,-2-1-19-15,2-3-10 16,-5-1-7-16,-2 2-24 16,-3 4 1-16,-3 3-7 15,-1 4 33-15,0 5-7 16,0 3 32-16,4 0-23 16,-3 4 40-16,2 9-7 15,3 0 18-15,1 2-5 16,-1 1-12-16,-2-2-5 15,2-1-12-15,-1-2 5 16,0-1-53-16,-1-5-28 0,2-2-111 16,-1-3-115-16,2 0-326 15</inkml:trace>
  <inkml:trace contextRef="#ctx0" brushRef="#br0" timeOffset="-46576.23">30194 13212 797 0,'0'0'41'0,"0"0"22"16,0 0 61-16,0 0-68 16,0 79-1-16,0-56-30 15,10 0 14-15,5-5-29 16,2-4 20-16,-1-3-34 15,1-6 18-15,1-3-25 16,-1-2-11-16,-4 0-19 16,1-10-19-16,-2-5-8 15,-1-1-16-15,-2-5 25 16,-3 1 10-16,-2 4 60 16,1 0-12-16,-4 6 42 15,-1 4 13-15,0 6 33 16,0 0-26-16,0 6-21 15,-9 16-4-15,2 7 44 16,0 10 11-16,0 6-36 16,5 7 27-16,2 6-39 15,7 2 25-15,9-2-26 16,7 0 65-16,3-6-71 0,-4-9-17 16,-5-8 6-16,-9-10-8 15,-8-7-11-15,-6-7 2 16,-26-6 21-16,-10-3-32 15,-13-2 15-15,-7 0-51 16,0 0 5-16,0-4-63 16,4-1 18-16,8-3-46 15,6 1-41-15,8-1-222 16,6-5-467-16</inkml:trace>
  <inkml:trace contextRef="#ctx0" brushRef="#br0" timeOffset="-44494.08">26967 13672 320 0,'0'0'15'0,"0"0"14"16,5 4 70-16,1-4 1 15,0 1-20-15,-1-1 14 16,2 0-24-16,-1 0-16 16,0 0 8-16,3 2-16 15,1-1 12-15,3-1-27 16,4 1 18-16,2 0-29 0,7 1 6 16,0 0-15-1,6 1-3-15,4 0 1 16,0 1-7-16,4-1 4 0,1 1-13 15,-5 1 17-15,0-1-21 16,-3 1 26-16,-4-1-27 16,-3-2 24-16,-3 1-22 15,0 0 15-15,-4-2-5 16,3-1-1-16,2 1 5 16,4-1-6-16,2 2 10 15,6-2-17-15,3 0 21 16,5 0-24-16,0 0 27 15,1 0-27-15,0 0 23 16,-6 0-21-16,-3 0 11 16,-4 0-2-16,-6 0-2 15,-3 0 5-15,-3 0-8 16,0 0 14-16,2 0-18 16,-1 0 22-16,3 0-23 15,3 0 24-15,3 0-25 16,2 0 21-16,0 0-15 15,0 0 6-15,0 0 1 16,-1 0-4-16,0 0 2 16,-1 0-7-16,2 0 16 15,-5-2-19-15,2 1 22 16,-3 0-23-16,0-1 22 16,0 2-23-16,0-1 20 15,-4 1-10-15,4-1 2 16,1 1 2-16,-1-3-3 15,3 2 6-15,-2-1-12 16,2 0 15-16,-1 0-22 0,2-1 28 16,-1 2-25-1,3-1 25-15,-3 1-26 16,4-2 20-16,1 1-9 0,1-1 0 16,0-1 5-16,1 0-7 15,-3 0 10-15,0 1-16 16,-1 0 21-16,0 1-23 15,-3 1 27-15,3-2-28 16,-1 2 26-16,1-2-24 16,3 0 16-16,-2 0-5 15,1-1 0-15,-2 0 3 16,0 0-7-16,-3 1 12 16,-4-1-18-16,2 0 22 15,-4 1-24-15,3 2 27 16,-1-1-27-16,-2 1 22 15,3-1-17-15,3 2 9 16,4 0-2-16,-1-2 0 16,1-2 3-16,-1 1-9 15,2-1 14-15,-6 0-17 16,-1 0 21-16,-1-1-22 16,0 0 34-16,0 1-25 15,0 0 22-15,0 0-17 16,-1-1 6-16,1 4 2 15,-3-3 9-15,-2 0 4 16,-3 2-12-16,-1-1 19 16,-2 2-17-16,-3-2 22 15,0 1-25-15,0-1 24 16,-1 2-35-16,1-3 18 16,-5 3-17-16,2-2-1 15,-5 2 1-15,-1-1-6 16,-3 2-5-16,0 0-31 15,-3-1-22-15,-14-2-125 0,-5 3-191 16</inkml:trace>
  <inkml:trace contextRef="#ctx0" brushRef="#br0" timeOffset="-43328.6">27038 14220 453 0,'0'0'117'0,"-3"0"57"0,2 0-44 16,1 0 12-16,0 0-42 15,-2 0 7-15,1 0-44 16,1 0 11-16,0 0-49 16,0-3 13-16,0-5-12 15,0-2-8-15,9-3-8 16,3 0-7-16,3-1 6 16,0 4-18-16,0 0 24 15,-1 4-23-15,-5 3 31 16,0 3-33-16,-1 0 24 15,-1 0-24-15,0 7 16 16,2 9 0-16,2 0 6 16,2 4-2-16,3-1-8 15,3-1 11-15,4 3-19 16,-1-1 28-16,4 1-22 16,1-1 26-16,0 1-31 15,1-2 22-15,-5-3-23 16,-1-1 10-16,-4-4-3 15,-4-3-2-15,-3-2 1 16,-5-3-24-16,-2-2-2 16,-2 0-33-16,-2-1 8 15,0 0-45-15,0 0-26 16,-3 0-144-16,-6-1-105 16</inkml:trace>
  <inkml:trace contextRef="#ctx0" brushRef="#br0" timeOffset="-43058.16">27401 14116 794 0,'0'0'109'0,"0"0"80"16,-69 96-23-16,45-58-79 15,0 0-11-15,2-1-53 16,6-6-5-16,2-5-18 16,4-6 0-16,4-4-1 15,3-8-38-15,3-3-25 16,0-5-73-16,0 0-95 16,0-2-127-16,0-15-271 15</inkml:trace>
  <inkml:trace contextRef="#ctx0" brushRef="#br0" timeOffset="-42345.94">27479 14021 187 0,'0'0'83'16,"0"0"63"-16,0 0-12 15,0 0 4-15,0 0-47 16,0-2 5-16,0 2-21 15,0-1 1-15,0 1-17 16,0 0-22-16,0-1 28 16,3-2-32-16,10 1 10 15,0-1-40-15,2 1 33 16,2-1-42-16,0 2 23 16,-4 1-42-16,1 0 43 15,-5 0-23-15,-3 9-1 16,-6 2 7-16,0 2-7 15,0-1 8-15,0 0-9 16,0-3 14-16,-3-2-17 16,3 0 21-16,0 1-25 15,0-1 22-15,6 0-21 16,8 2 27-16,-1-1-12 16,0-2 8-16,-4 1 2 15,-5-1 4-15,-4 2 12 16,0-2 1-16,-7 1 14 0,-9 1-41 15,0-1 13 1,-1 1-38-16,2-2 37 0,1-2-74 16,4-1-35-1,1 0-114-15,-1 0-167 0</inkml:trace>
  <inkml:trace contextRef="#ctx0" brushRef="#br0" timeOffset="-41708.24">27880 14341 1086 0,'0'0'80'16,"0"0"45"-16,0 0-42 15,0 0-54-15,0 0-18 16,0 0-4-16,0 0-18 16,0 0-31-16,0 0-71 15,0 0-120-15,0 0-306 16</inkml:trace>
  <inkml:trace contextRef="#ctx0" brushRef="#br0" timeOffset="-40675.06">28142 14211 666 0,'0'0'82'16,"0"0"27"-16,0 0 14 0,0 0-78 16,-26 21-12-16,15-9-21 15,-4 6 15 1,0 0 2-16,-1 2-10 0,5-2-6 16,1 0-18-16,6-2 21 15,4-2-26-15,0-4 25 16,11-3-20-16,9-1 18 15,8-4-21-15,1-2 15 16,2 0-10-16,1 0 1 16,-3-5 0-16,-3-2-2 15,-6-1 8-15,-8 3-18 16,-5-1 21-16,-3 4-16 16,-2 0 25-16,-2 0-28 15,0 2 25-15,0 0-25 16,4 0 14-16,2 5-13 15,3 4 10-15,4 2 3 16,4 0-5-16,3 1 10 16,0-5-28-16,5 2 45 15,1-4-32-15,0-2 27 16,0-3-28-16,1 0 24 16,-2 0-20-16,-4-4 12 15,1-7-3-15,-9-2 4 16,-4-3 9-16,-4 0 3 15,-5-2 18-15,0-1-28 16,-5-1 7-16,-13 2-30 16,-3 0 24-16,-8 7-35 15,-3 3 7-15,-1 5-26 16,-2 3-5-16,2 0-25 0,1 7-52 16,8 4-38-16,6 4-65 15,7-4-120 1</inkml:trace>
  <inkml:trace contextRef="#ctx0" brushRef="#br0" timeOffset="-40219.49">28695 14195 550 0,'0'0'75'0,"0"0"36"15,0 0-27-15,0 0-39 16,-71 55-4-16,67-46-16 15,4 1-19-15,0 1 7 16,4 0-2-16,13 0 13 16,5-1-24-16,-2 4 19 15,2-1-24-15,-3 0 41 16,-6-1 9-16,-4 3 11 16,-4-4 0-16,-5 1 4 15,0-2-3-15,-8 0 6 16,-7-3-10-16,-4-1-40 15,0-2 7-15,-2 0-30 0,1-2 23 16,2 0-63 0,1-2-24-16,4 0-91 15,0 0-78-15,6 0-155 16</inkml:trace>
  <inkml:trace contextRef="#ctx0" brushRef="#br0" timeOffset="-39626.48">28845 14299 618 0,'0'0'50'15,"0"0"94"-15,0 0-16 16,-7 70-41-16,7-56-35 16,7-2-5-16,6-2-28 15,3-3 22-15,-3-3-31 16,4-4 18-16,-4 0-28 16,0 0 9-16,2-4-7 15,-4-9-7-15,1-1-1 16,-2-4-15-16,-1-1 3 15,2 1 2-15,-4 2 22 16,-1 5-19-16,-3 3 29 16,0 4-27-16,-3 4 28 15,0 0-25-15,0 12 17 16,0 7 30-16,-1 7-4 16,-8 5 14-16,1 5 3 0,-1 0 5 15,0 6-13-15,3-1 27 16,3-2-30-16,2-3 32 15,1-1-35-15,0-7 17 16,0-5-32-16,0-3-19 16,0-4 47-16,0-4-28 15,-10-1 4-15,-5-3-19 16,-5-1 9-16,-2-1-19 16,-5-2 20-16,-2-1-45 15,0-3 10-15,0 0-66 16,3 0 5-16,0-3-51 15,2-10-35-15,6-6-189 16,3-5-455-16</inkml:trace>
  <inkml:trace contextRef="#ctx0" brushRef="#br0" timeOffset="-38923.68">29220 13911 364 0,'0'0'111'15,"0"0"7"-15,0 0-30 16,0 0-59-16,21 28 44 16,-1-1-8-16,6 8 25 15,4 8-7-15,5 3-18 16,0 5 7-16,1 2-37 15,-6 0 6-15,-4-2-28 16,-9-2 30-16,-8-5-30 16,-9-4 18-16,-3-5-40 15,-20-6 36-15,-6-4-22 0,-4-5-11 16,-5-5-26 0,2-3-41-16,6-6-68 15,3-2-132-15,6-4-139 0</inkml:trace>
  <inkml:trace contextRef="#ctx0" brushRef="#br0" timeOffset="-38469.33">29820 14189 950 0,'0'0'77'0,"0"0"68"15,0 0-19-15,14 90-69 0,-8-64-6 16,-3 0-47-1,1-3 18-15,-1-5-36 0,0-1 26 16,-1-4-55-16,-2-3-51 16,0-4-95-1,0-2-113-15,-3-4-212 0</inkml:trace>
  <inkml:trace contextRef="#ctx0" brushRef="#br0" timeOffset="-38272.14">29781 14307 886 0,'0'0'128'0,"0"0"-22"0,0 0-68 16,94-8-44-16,-70 8 14 15,2 0-81-15,-4-1-139 16,-2-1-164-16</inkml:trace>
  <inkml:trace contextRef="#ctx0" brushRef="#br0" timeOffset="-37892.16">30268 14083 784 0,'0'0'59'0,"0"0"110"0,0 0-66 16,0 0-21-16,0 0-14 16,17-69-34-1,-17 67 17-15,0 2-37 0,3 0 9 16,-3 14-39-16,4 7 30 15,0 4-1-15,-1 7-2 16,3 1-3-16,-3 3-7 16,3 0 2-16,-3-2-7 15,2-1 9-15,1-2-24 16,-3-4 6-16,0-2-41 16,-3-4-2-16,0-3-66 15,0-4-16-15,0-3-56 16,-3-4-45-16,-7-4-190 15</inkml:trace>
  <inkml:trace contextRef="#ctx0" brushRef="#br0" timeOffset="-37734.72">30237 14434 806 0,'0'0'150'0,"0"0"48"16,80-10-84-16,-43 6-67 15,-4 0-15-15,-2 0-41 16,-4 0 17-16,-8 1-89 16,-3 0-100-16,-6-5-232 15</inkml:trace>
  <inkml:trace contextRef="#ctx0" brushRef="#br0" timeOffset="-36806.72">27099 13822 682 0,'0'0'132'0,"0"0"53"15,-98 90-77-15,58-41-19 16,2 7-41-16,6 6-1 15,8 2-34-15,9 1 14 16,14-4-32-16,1-3 21 16,27-6-21-16,12-9 21 15,11-8-17-15,6-6-4 16,1-7-21-16,1-8-41 16,-6-2-91-16,-10-9-178 15,-9-3-351-15</inkml:trace>
  <inkml:trace contextRef="#ctx0" brushRef="#br0" timeOffset="-32570.21">25034 12795 160 0,'0'0'24'16,"0"0"37"-16,0 0 11 16,0 3-36-16,0-3 12 15,6 0 2-15,-4 1-12 16,3 0-2-16,-1 0 21 16,2-1-30-16,0 3-21 15,-2 0 22-15,2-1-12 16,3 1 13-16,0-1-24 15,3 1 31-15,1-2-17 16,2 0-4-16,-2 1-15 16,1-1 1-16,2 0-2 0,0-1-4 15,0 0 6 1,2 2-11-16,0-2 18 16,-2 1-18-16,1 0 23 0,-1-1-23 15,0 2 9-15,1-2 4 16,2 0-2-16,1 0 0 15,-1 0-2-15,2 0-4 16,1 1 6-16,-2-1-5 16,2 3-22-16,-3-2 19 15,0 2-8-15,-2-1 25 16,0 0-20-16,3 1 18 16,2-3-14-16,1 0 7 15,8 0-1-15,1 0 1 16,3 0-5-16,3 0-18 15,0 0 19-15,1 0-14 16,-3 0 23-16,2 0-26 16,-1 0 5-16,-7 0-13 15,-1 0 8-15,-3 1 30 16,-1 2-10-16,-5-1-1 16,-2 0 1-16,-2 1 3 15,2-3-8-15,-4 1 8 16,-1-1-13-16,-1 0 10 15,-2 0-18-15,0 0 18 16,-4 0-12-16,1 0 16 16,-1 0-6-16,-3 0 2 15,4 0 2-15,-4 0-4 16,2 0 5-16,0 0-8 16,1 0 10-16,0 0-25 15,2 0 10-15,-1 0-11 16,1-1 25-16,-1 1-19 0,3 0-18 15,1-2-6-15,7 2 21 16,2 0 18 0,5 0 13-16,5-1 46 0,5 1-62 15,3-2 8-15,4 2-22 16,9-1 16-16,4-2 17 16,4 3 21-16,8-1-41 15,2 1-6-15,0 0-1 16,-1 0 10-16,0 0 8 15,-3 0-3-15,2 0 5 16,-3 0-14-16,-2 0 16 16,-1 0-23-16,-1 0 46 15,0 0-37-15,-2 0 12 16,2 0-10-16,0 0-2 16,-1-1 10-16,-3 0-10 15,0 1 7-15,-4 0-9 16,-2 0 12-16,-3 0-15 15,-4 0 17-15,2 0-16 16,-4 1 15-16,2 0-16 16,2-1 14-16,1 1-8 15,3-1 1-15,0 0 2 16,5 0-2-16,-1 0 5 16,2 0 0-16,2 0 19 15,3 0-16-15,-2 0 18 16,4 0-31-16,0 0 35 15,0 0-23-15,3 0 11 0,-3 0-6 16,1 0 2 0,1 0 2-16,1 0-5 15,2 0 3-15,-1 0-12 0,2 0 11 16,-3 0-18-16,4 0 23 16,-1 0-21-16,0 0 17 15,0 0-14-15,1 0 9 16,-1 0-3-16,1 0-4 15,-1 0 4-15,2 0-7 16,0 2 7-16,-2-1-11 16,-1 0 15-16,-4 1-18 15,-1-1 21-15,-2 2-27 16,-4-2 29-16,-3 1-21 16,-2 2 9-16,-2-1-1 15,-4-1-2-15,-2 1 2 16,-7 1-5-16,-3-3 10 15,-7 2-13-15,-3 0 17 16,-8-2-19-16,-2 2 20 16,-6-3-21-16,-3 1 18 15,-1-1-13-15,-3 0 7 16,2 0 2-16,-2 0-2 16,1 0 3-16,2 0-9 15,0 0 12-15,2 0-17 16,3 0 21-16,1 0-22 15,1 0 22-15,4 0-26 16,-2 0 24-16,-2 0-14 16,0 0 3-16,-3 0 1 15,-1 0-4-15,-4 0 4 16,-1 2-12-16,-1-1 13 16,1 2-10-16,-1-1 35 0,2 1-29 15,-2 0 18-15,0 1-22 16,0 0 16-16,0 1 3 15,0 1 2-15,0 1 7 16,0 1-5-16,0 2 6 16,0-1-20-16,0 3 7 15,-4 3-9-15,-1 1 14 16,2 0-24-16,-3 3 20 16,3 3-17-16,2 3 9 15,-1 1-2-15,2 5 0 16,0 0 3-16,0 5-6 15,0 0 27-15,2 3-23 16,5 1 12-16,2 4-15 16,-2 1 22-16,6 3-27 15,-1 1 27-15,2 1-21 16,-1 1 8-16,0 2-4 16,-1-2-2-16,-2 0 6 15,-2 0-12-15,-2-3 12 16,-1-2-15-16,-2 2 10 15,-2-5-4-15,2 0 14 16,-3-3-24-16,1-1 21 16,-1-2-14-16,0 1 5 15,0-3 1-15,0 0-3 16,0 2 5-16,-4-1-11 16,1-1 16-16,0-1-18 15,0 0 22-15,3-1-21 16,0-1 20-16,0-2-21 15,0-1 17-15,0 1-10 16,0 0 1-16,0-3 3 16,0 2-4-16,0-3 9 15,0-1-15-15,0-2 17 0,0-3-20 16,0-2 15-16,0-1-16 16,0-5 22-16,0-3-23 15,0-1 12-15,0-4-7 16,0 0 1-16,0-1-9 15,-8-3-6-15,-4 0 24 16,0 0-9-16,-5 0 17 16,1 0-19-16,-4 0 23 15,-3 0-25-15,0 0 17 16,-2-4-33-16,-1 1 19 16,-1-1 3-16,-2 1-2 15,0-1-14-15,-6 3-13 16,-1 0 37-16,-4 1-11 15,-2 0 20-15,-3 0-15 16,-4 0 26-16,-3 0-26 16,0 6 14-16,-6-1-13 15,-1 3 4-15,-3-2 1 16,0-1-3-16,-3-1 5 16,0 1-10-16,-1-3 14 15,-2 2-17-15,0 0 20 16,0-1-20-16,-3 1 20 15,2-3-22-15,1 0 18 16,0 2-17-16,3-1 3 16,1-2-3-16,1 0 3 15,1 0 9-15,1 0-18 16,-1 0 31-16,0 0-25 0,-3 0 21 16,0 0-21-16,-1 0 22 15,-1 0-23-15,-2-2 14 16,-1-1-7-16,-2 0 2 15,0-1 3-15,0-2-4 16,-3 5 7-16,0-2-11 16,-2 1 15-16,2 1-17 15,-6 0 23-15,2 1-25 16,-2-2 23-16,-1 2-20 16,1 0 9-16,0 0 1 15,-1 0-1-15,5 0 3 16,-2 0-5-16,3 0 9 15,0 0-21-15,2 0 29 16,2 0-24-16,-3 3 22 16,4-2-25-16,2 1 20 15,0 2-14-15,5-4 12 16,3 3-1-16,4 0 1 16,6-2-3-16,0 2-9 15,5-2 13-15,2 0-15 16,1 0 18-16,3 1-21 15,-3-1 22-15,2 2-21 16,-3-2 15-16,-1 2-12 16,-4 0 5-16,1-2-18 15,-1 2 32-15,3-2-11 16,-3 2-7-16,1-1 12 16,-1 4-25-16,-2-4 39 15,5 2-27-15,-1 0 29 16,2 0-14-16,5-2 16 0,2 2-2 15,7-2-3 1,6-1-8-16,5 1-3 0,3-2 11 16,7 0-21-16,3 0 10 15,-2 1-19-15,2 1 21 16,1-1-26-16,-1 0 20 16,3 1-17-16,-3-1 19 15,4 1-10-15,3-2 4 16,-3 0-23-16,1 0 43 15,-2 0-13-15,-3 2-15 16,-3 0 20-16,-3 0-14 16,-7 1 25-16,0 0-19 15,-3-1 18-15,1 2-25 16,-4-1 12-16,2-1-8 16,1 0-2-16,2-1 2 15,3 2-8-15,1-3 12 16,5 0-15-16,-1 0 18 15,2 0-30-15,0 0 28 16,-1 0-21-16,1 0 24 16,-1 0-23-16,0 0-4 15,0 0-32-15,0-4-50 16,1 0-81-16,2-4-264 16</inkml:trace>
  <inkml:trace contextRef="#ctx0" brushRef="#br0" timeOffset="-31002.9">13214 17130 658 0,'2'-3'60'16,"-1"2"-21"-16,5 1 76 16,-1 0-30-16,3 7 13 0,1 11-11 15,-1 5 10-15,2 8-47 16,0 2-10-16,-2 0-1 15,2-1-9-15,-2-4 3 16,1-3-12-16,1-4 13 16,3-8-21-16,3-4 19 15,9-9-23-15,9-4 34 16,12-35-13-16,19-27 26 16,11-27-17-16,12-31-4 15,9-20-17-15,2-17-11 16,-1-2-11-16,-5 7-77 15,-11 16-68-15,-13 24-146 16,-19 26-603-16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5T17:28:38.81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10058 2915 482 0,'0'0'44'0,"2"0"22"0,-2 0-14 15,0 0-4 1,0 0-18-16,0 0 10 15,0 0-6-15,0 0 9 0,3 0-24 16,-2 0 10 0,1 0-22-16,-1 0 21 0,4 0-17 15,-1 0-4-15,0 0-4 16,6 0 2-16,-1 2 7 16,4 0-9-16,0 2 9 15,3-4-13-15,1 2 15 16,-1 0-16-16,3-2 19 15,-1 0-20-15,2 0 16 16,0 0-17-16,-1 0 8 16,1 0 2-16,-2 0-5 15,0 0 3-15,0 0-8 16,-1 0 12-16,1 0-16 16,-2 2 18-16,-1-1-20 15,-1 2 18-15,-1-1-15 16,2 1 11-16,0 0-7 15,-3 2 3-15,4-5 2 16,-2 3-3-16,2-3 5 16,-1 1-11-16,2-1 16 15,-1 0-16-15,2 2 15 16,0-1-16-16,1-1 19 16,1 2-21-16,0-1 15 15,3-1-7-15,0 1 1 16,2 1 2-16,-2-2-3 15,2 1 7-15,-2 1-13 16,1 1 16-16,-1-2-16 16,-1 2 19-16,2-2-20 15,1 2 17-15,1-3-15 16,0 0 10-16,-1 0-3 16,1 0 0-16,1 0 2 15,-3 0-6-15,1 0 8 0,-2 0-10 16,2 1 14-1,-2 2-16-15,-2-2 18 0,0 2-20 16,-1-2 18-16,0 2-13 16,1 0 5-16,-3 0 2 15,2-1-4-15,-1 0 4 16,1-1-6-16,1-1 10 16,-1 1-13-16,0-1 17 15,-1 0-18-15,1 0 17 16,0 0-18-16,-1 0 15 15,4 0-9-15,-1 0 3 16,1 0 2-16,0 1-4 16,2-1 5-16,-1 0-9 15,2 0 13-15,4 0-15 16,-1 0 17-16,3 0-17 16,0 0 18-16,4 0-18 15,0 0 13-15,3 0-7 16,1 0 1-16,2 0 3 15,0-2-4-15,0 1 6 16,2-1-10-16,-1 1 14 16,-1 1-18-16,-2-1 22 15,3 1-22-15,-4 0 19 16,0 0-19-16,2 0 13 16,-2 0-5-16,1-2 0 15,-1 2 4-15,3-4-5 16,-1 4 7-16,2-3-11 15,2 2 16-15,-2-1-19 16,2 2 22-16,-3-1-21 16,1 1 16-16,0 0-13 15,-1 0 7-15,1 0 0 0,-2 0-3 16,1 0 5-16,1 0-7 16,-1 0 9-16,4 0-12 15,-2 0 16-15,-1 0-19 16,2 0 22-16,-2 0-21 15,0 0 16-15,-4 0-11 16,2 0 4-16,-1 0 2 16,-4 0-5-16,0-1 7 15,-1 1-10-15,-2 0 13 16,-2-2-14-16,-2 2 17 16,-4-1-19-16,-2 1 21 15,-3-1-22-15,-5 1 15 16,-3 0-8-16,-5 0 1 15,0 0 3-15,-5 0-3 16,1 0 6-16,-1 0-11 16,3 0 16-16,2-2-19 15,4 0 24-15,3-1-21 16,0 2 25-16,3-4-9 16,-2 4 18-16,-2-2-12 15,-1 2-1-15,-7 1-5 16,-1 0-9-16,-4 0 6 15,0 0-24-15,-12 0-110 16,-10 0-250-16</inkml:trace>
  <inkml:trace contextRef="#ctx0" brushRef="#br0" timeOffset="9210.46">2456 3321 102 0,'0'-1'25'0,"0"0"-7"16,0-1-4-16,0 1 9 15,0-1 49-15,0 0 16 16,0 0-22-16,0-2-27 16,0 0 5-16,0 0-7 15,0 1 22-15,0-1-25 16,0-2 4-16,-3 6-35 16,2-4 8-16,-1 2 1 15,-2 0-2-15,3 0-6 16,-2 1-3-16,0 0 5 15,0-2 1-15,-1 2 5 16,-1-2-16-16,2 3 16 16,-1-1-10-16,-2 1 16 15,2 0-14-15,-2 0-3 16,2 0-2-16,-4 0 1 16,0 0 1-16,1 0-10 15,-1 4 10-15,-2 4-14 16,-3 3 6-16,2 1-12 15,-2 0 18-15,1 3-20 16,-1 1 19-16,2 0-5 16,-1 0-1-16,-1-2-1 15,3 3-1-15,1 0-3 16,-2-1-10-16,2 0 12 16,0 3-8-16,-1 0 9 15,0-2-18-15,0 2 14 16,1 0-5-16,0-1 13 15,1 1-7-15,1 1 0 0,0-1 0 16,-2 4-14-16,3-1-4 16,-1 0 5-16,0-3 43 15,0 1-16-15,1 1 5 16,0-3-9-16,2 0 8 16,-1-3-10-16,1 4 11 15,2 0-2-15,-3-3-4 16,4 2 6-16,-1-3 25 15,1 4-13-15,-1-3-20 16,1 2 8-16,-1 0-11 16,-1-2 14-16,2 3-7 15,-2-1 11-15,1-1-16 16,1-1 4-16,1-3 2 16,0 2 8-16,0 0-1 15,0 2-8-15,0 4 3 16,-1-2-8-16,1 1 22 15,0 2 0-15,0-4-7 16,0-3-12-16,0-1 13 16,0-4-10-16,0 1 6 15,0-2-6-15,4 1-3 16,0 2 3-16,2 2-6 16,-1 0 8-16,1 2 4 15,0-1 29-15,-1 2-38 16,-1-5 10-16,3 1-17 15,-1-3 13-15,1 1-5 16,-1-3 0-16,1-2-1 16,-1 0 0-16,4 0 3 15,-3 1-9-15,2 1 12 16,1 2-14-16,0 0 17 0,3 1-10 16,-1 0 12-1,1-2-16-15,-3 2 9 0,3-3-4 16,-3-1-1-16,0 0 2 15,0-2-2-15,0 1 3 16,-1-2-6-16,1 2 9 16,-3-4-9-16,1 1 12 15,-1 0-15-15,0-1 15 16,0-1-14-16,-1 1 9 16,3-2-5-16,-1 0 1 15,4 0 17-15,-2 0-10 16,4 0 0-16,-2 0-10 15,4 0 9-15,-3 0-11 16,1-2 13-16,-2 1-23 16,0 0 22-16,0 1-14 15,0-3 12-15,1 2-5 16,-3-3 1-16,5 0 3 16,-1-2-9-16,1-1 13 15,0 1-12-15,1 0 13 16,1-1-16-16,0 2 18 15,0-1-18-15,1 1 15 16,-2-1-11-16,2 0 4 16,-2-1-4-16,-1 3 0 15,0-3 5-15,-1 2-4 16,-3-3 8-16,-3 3-11 16,2-1 12-16,-3-2-12 15,-1 3 11-15,0-3-13 16,1-3 15-16,0 0-5 0,-1 0 3 15,4-3-3 1,-1 2-3-16,3 1-1 0,-1-2-7 16,2-1 11-16,-1 2-8 15,-1 1 13-15,2 0-12 16,-4 0 13-16,-2 0-14 16,-1 1 10-16,0 0-4 15,-3 1 2-15,-1-1 2 16,1 0-4-16,2-1 5 15,-1-1-9-15,-1 0 11 16,4-2-13-16,-3 1 16 16,2-2-18-16,0 0 15 15,-2 1-13-15,1-1 8 16,-2 2-2-16,1-1-5 16,-1 1-2-16,-2 2 0 15,2-2 6-15,0 1-7 16,0-4 14-16,0 1-10 15,1-1 15-15,-2-2-12 16,1 0 14-16,-2 2-14 16,-1 1 4-16,0-1 0 15,0 1-4-15,0 3 4 16,0-1-4-16,0-1 7 16,4 1-13-16,-4-1 14 15,0 1-15-15,2-2 18 16,-2-1-18-16,0 0 16 15,0 0-10-15,0 0 4 16,0-1 4-16,0 2-3 16,0-1 2-16,0 3-5 15,0 3 16-15,0-1-14 16,0 0 14-16,0 1-3 0,0 0 16 16,0-3-23-1,-4 0 12-15,-4-4-12 0,2-2-2 16,-2 1 3-1,-1 1-3-15,0 0 6 0,1 2-11 16,-1 1 20-16,-1 2-15 16,0 2 19-16,0 0-16 15,-3 1 20-15,1-1-9 16,-1 0-7-16,0 1-5 16,1-1 1-16,-2-1 0 15,3 0-6-15,-2 1 10 16,0-2-12-16,-2 0 11 15,2 1-13-15,-1 1 19 16,-1 0-10-16,1 2 16 16,-2 1-20-16,3 2 13 15,-3-1-8-15,3 1 0 16,-4 2 0-16,1-1-7 16,-1 0 9-16,-1 2-12 15,-2 1 13-15,0 1-20 16,1-2 27-16,-3 2-22 15,1 0 13-15,0 0-8 16,-2 0 7-16,3 0-9 16,1 0 3-16,-1 0 0 15,6 0-6-15,2 0 14 16,3 0-16-16,2 0 14 16,0 0-23-16,3 0-3 15,1 0-71-15,0 2-65 16,0-2-89-16,0 0-281 0</inkml:trace>
  <inkml:trace contextRef="#ctx0" brushRef="#br0" timeOffset="10043.87">2944 2985 563 0,'0'0'63'15,"0"4"45"-15,0 4-49 16,0 3-23-16,0 4 14 0,0 3-9 16,-4 2 5-16,4 1-12 15,0-2 7-15,0-1-17 16,0-5 6-16,0-1-30 16,3-3 14-16,4-3-12 15,3-5 0-15,3-1 0 16,0 0 0-16,3-8 4 15,1-10-6-15,1-6 12 16,-1-3-19-16,-3-3 20 16,0-2-21-1,-4 4 13-15,-2 4-22 0,-1 4 8 16,-4 8-4-16,0 4 12 16,-3 4 2-16,2 4-3 15,-1 0-1-15,4 17-20 16,1 11 28-16,3 7 7 15,3 7 40-15,2 6-12 16,1 0 41-16,1-2-35 16,-2-4 13-16,2-4-23 15,-1-7 2-15,-3-4-4 16,-3-2-20-16,0-5 8 16,-5-1-8-16,-4-1 14 15,0-2-20-15,0 1 23 16,-13 0-28-16,-7-3 23 15,-4 0-29-15,-4-3 10 16,2 1-11-16,-2-5-11 16,4-5-22-16,4-2-27 15,5 0-23-15,4-2-96 16,5-13-117-16,3-8-171 16</inkml:trace>
  <inkml:trace contextRef="#ctx0" brushRef="#br0" timeOffset="10585.35">3366 2903 505 0,'0'0'93'0,"0"0"43"16,0 0 6-16,0 0-14 16,0 0-23-16,0 0-7 15,0 0-31-15,0 0-11 16,0 0-27-16,0 0 9 16,0 0-24-16,0 0 16 15,0 0-33-15,0 0 16 16,0 0-18-16,0 0 7 15,0 1 1-15,0 6-3 16,0 3 1-16,0 6-5 16,0 3 15-16,-3 4-14 0,-1 2 17 15,-1-4-25 1,2-1 21-16,1-5-28 0,2-6-6 16,0-3-64-1,0-5-35-15,0-1-84 0,0 0-98 16,8-15-199-16</inkml:trace>
  <inkml:trace contextRef="#ctx0" brushRef="#br0" timeOffset="10822.87">3513 2860 980 0,'0'0'73'16,"0"0"57"-16,0 0-27 16,0 0-48-16,0 82-11 15,-1-64-28-15,-2-1-14 16,-1-2 3-16,1-3-25 16,0 0-63-16,0-1-115 15,-4 1-128-15,0 2-364 16</inkml:trace>
  <inkml:trace contextRef="#ctx0" brushRef="#br0" timeOffset="13630.99">16919 1084 442 0,'0'0'66'0,"0"0"33"0,1 0-18 15,1 0 15-15,-2 0-8 16,0 0 2-16,0 0-8 16,0 0-19-16,0 0 1 15,0 0-7-15,0-1-9 16,-3-1-36-16,-10 2 8 15,-5 0-25-15,-4 3 15 16,-3 13-22-16,-7 7 19 16,-1 7-15-16,1 4 5 15,0-1-3-15,5-1-4 16,7-6 8-16,6-5-6 16,6-6 13-16,7-3-18 15,1-5 21-15,2-4-31 16,21-3 22-16,5 0-7 15,5-11 19-15,6-11-10 16,3-2 3-16,-5-6 4 16,-2-3-8-16,-5-4 5 15,-5-5-15-15,-6-1 9 16,-9-6-20-16,-7 1 2 16,-3-1-17-16,0 3 28 15,-9 6-17-15,-8 5 27 16,1 8-5-16,-3 7 0 15,0 6 1-15,5 7-4 16,-2 7 3-16,3 0-11 16,3 19 16-16,1 10-14 0,5 6 23 15,4 6-14 1,0 5 25-16,0-1 2 0,10 0 22 16,2-3-24-1,-2-1-2-15,2-6-2 0,-1-2-19 16,-2-5 8-16,2-3-15 15,-4-6 10-15,0-4-64 16,4-4-31-16,-3-5-129 16,1-5-139-16</inkml:trace>
  <inkml:trace contextRef="#ctx0" brushRef="#br0" timeOffset="14165.76">17072 1155 685 0,'0'0'99'15,"0"0"-1"-15,0 0-44 16,0 0 2-16,11 62-25 16,-6-50 1-16,2-6-29 15,3 0 24-15,3-2-24 16,0-4 12-16,4 0-11 15,-1 0 0-15,1 0 0 16,0-4-5-16,-2-7 7 16,-2-3-13-16,-1 2 14 15,-5 1-20-15,-1 3 20 16,-2 1-19-16,-2 3 20 16,-2 4-17-16,1 0 11 0,1 3-11 15,2 13 4 1,1 7 25-16,3 9 6 0,2 4 31 15,4 8-7-15,4 3 24 16,2 3-24-16,3 2 24 16,1-6-36-16,0-1 8 15,-4-8-32-15,-5-6 6 16,-3-8-10-16,-6-7-5 16,-6-3 2-16,-1-7-2 15,-25 0 24-15,-10-2-27 16,-9-1 11-16,-10-2-34 15,-1-1 10-15,1 0-40 16,3 0 14-16,10 0-34 16,6 0-27-16,8-4-56 15,7-2-73-15,3-4-105 16,3-1-210-16</inkml:trace>
  <inkml:trace contextRef="#ctx0" brushRef="#br0" timeOffset="14448.3">16636 1568 925 0,'0'0'105'15,"0"0"44"-15,0 0-59 16,0 0-44-16,103-6 33 15,-33 0-16-15,9-4-17 16,12 1-27-16,2 1 8 16,-5 0-39-16,-10 4 24 0,-10 3-27 15,-14 1 1 1,-14 0-52-16,-13 4-13 0,-17 11-63 16,-10 3-75-16,-3 3-113 15,-21 2-298-15</inkml:trace>
  <inkml:trace contextRef="#ctx0" brushRef="#br0" timeOffset="15100.19">16881 2015 880 0,'0'0'135'0,"0"0"-17"15,0 0-75-15,0 0 13 16,0 0-18-16,-37-21-14 15,19 21-22-15,1 16-5 16,-3 3 5-16,4 1-9 16,3 4 16-16,1-4-18 15,6-1 21-15,5-1-16 16,1-3 18-16,0-3-19 16,0-3 15-16,4-2-7 0,11-4-2 15,3-3 2 1,2 0-2-16,1-12 8 0,1-7-18 15,-3-6 22-15,-1-4-23 16,-2-7 21-16,-7-6-35 16,-2-1 20-16,-1-4-27 15,-6-3 8-15,0 4 12 16,0 4 6-16,0 13 7 16,0 7-6-1,0 9 10-15,0 9-12 0,0 4 17 16,0 14-28-16,0 13 30 15,3 8-19-15,5 7 36 16,4 4-3-16,1 3 18 16,4-1-3-16,0-3-11 15,1-3-11-15,0-7-15 16,0-5 1-16,1-7-13 16,-3-7 19-16,-3-5-32 15,0-7-21-15,-3-4-61 16,-5 0-62-16,-3-8-137 15,-2-11-217-15</inkml:trace>
  <inkml:trace contextRef="#ctx0" brushRef="#br0" timeOffset="15357.28">17148 1966 845 0,'0'0'108'15,"0"0"59"-15,0 0-68 0,0 0-18 16,65 82-27 0,-46-61 3-16,-2 1-39 0,1-3 6 15,-5-2-31-15,-4-2 15 16,-1-1-10-16,-5-2-11 16,-3-2-33-16,0-1-36 15,0-1-31-15,-11-4-47 16,-1-2-34-16,-4-2-48 15,1-2-156-15</inkml:trace>
  <inkml:trace contextRef="#ctx0" brushRef="#br0" timeOffset="15533.82">17199 2019 599 0,'0'0'72'0,"0"0"61"15,0 0-61-15,-32 79-37 16,19-57-15-16,3-1-16 16,-1-2 1-16,2-6-49 15,0-1-60-15,3-6-118 16,1-6-195-16</inkml:trace>
  <inkml:trace contextRef="#ctx0" brushRef="#br0" timeOffset="16081.65">17398 1927 516 0,'0'0'126'15,"0"0"-5"-15,0 0 14 16,0 0-21-16,-62 76-32 16,36-49-24-16,-1 0-31 15,1 1 0-15,1-1-19 16,2-6 16-16,6-5-32 16,4-3 3-16,1-2-73 15,5-5-86-15,1-5-128 16,-1-1-316-16</inkml:trace>
  <inkml:trace contextRef="#ctx0" brushRef="#br0" timeOffset="16647.68">17901 1500 822 0,'0'0'141'0,"0"0"15"16,78-7-41-16,-45 3-66 15,-3-2 5-15,-1 1-51 16,-6 1 10-16,-7-1-27 16,-4-2-66-16,-8 3-134 15,-4-1-145-15</inkml:trace>
  <inkml:trace contextRef="#ctx0" brushRef="#br0" timeOffset="16823.83">17974 1356 925 0,'0'0'62'16,"0"0"-1"-16,0 0-67 16,97-13 17-16,-67 9-63 15,-1 0-104-15,-3-1-180 16</inkml:trace>
  <inkml:trace contextRef="#ctx0" brushRef="#br0" timeOffset="17374.81">18451 1337 757 0,'0'0'42'0,"0"0"32"0,-9 74-23 16,9-51-19-16,0-4 2 15,2-5-15-15,11-4 0 16,4-6-3-16,5-4-11 16,-2 0 5-16,5 0-9 15,-2-14 10-15,-3-2-20 16,0-4 18-16,0 0-23 15,-5 0 10-15,-1-1-27 16,-5 3 32-16,-2 3-2 16,-1 4 2-16,-5 5 0 15,1 6-1-15,-2 0 11 16,4 16-22-16,2 13 22 16,7 12 12-16,4 11 49 15,9 7 18-15,3 5 45 16,4 3-61-16,2-2-23 15,-2-1 6-15,-4-8-9 16,-5-6-10-16,-6-6-21 16,-8-9 19-16,-10-5-26 15,0-5 17-15,-13-3-18 16,-19-4 35-16,-4-2-48 16,-7-8 21-16,-2-4-26 15,0-4 6-15,2 0-12 16,2-11-37-16,5-12-23 15,6-7-35-15,5-9-45 16,10-4-192-16,7-9-350 16</inkml:trace>
  <inkml:trace contextRef="#ctx0" brushRef="#br0" timeOffset="17577.82">19098 934 1309 0,'0'0'22'0,"0"0"-20"16,-64 90 8-16,37-45-18 16,-2 2-4-16,0 2-65 15,1-4-74-15,-3-7-223 16</inkml:trace>
  <inkml:trace contextRef="#ctx0" brushRef="#br0" timeOffset="18831.48">20643 1281 386 0,'0'0'76'0,"0"0"48"15,0 0-20-15,0-1 4 16,0 1-14-16,0 0-12 16,-10 0-35-16,-7 0-28 15,-1 7-28-15,-2 3 17 16,4-2-13-16,-1 1 6 16,4-2 0-16,5-2-1 0,3-1 2 15,2 1-9-15,3 0 9 16,0 1-12-16,0 0 18 15,0 3-16 1,0 0 18-16,6-1-19 0,1-1 16 16,-3 0-10-16,1-1 4 15,-4-1 0-15,2-2-3 16,-3-2-22-16,0 0-45 16,3-1-13-16,0 0-54 15,1-5-99-15,6-11-221 16</inkml:trace>
  <inkml:trace contextRef="#ctx0" brushRef="#br0" timeOffset="19059.27">20627 1142 894 0,'0'0'99'16,"0"0"16"-16,-23 88-9 15,19-47-24-15,2 1-29 16,1 0-13-16,1-1-24 16,0-4 6-16,0-5-31 15,0-5 23-15,0-6-36 16,3-4-37-16,1-8-80 16,-1-5-98-16,0-4-195 15</inkml:trace>
  <inkml:trace contextRef="#ctx0" brushRef="#br0" timeOffset="19883.41">21794 1170 629 0,'0'0'102'16,"0"0"27"-16,0 0-51 15,0 0-32-15,0 0-37 16,-66-24-5-16,38 24-9 16,-3 0 25-16,-7 16-32 0,2 3 19 15,-3 10-14 1,3 0 9-16,3 4-4 0,8 0 1 16,7-3 3-1,10-4-12-15,8-6 38 0,0-5-6 16,12-5 30-1,15-9-15-15,5-1 28 0,5 0-41 16,2-18 25 0,2-5-33-16,-2-7-3 0,-2-4-3 15,-8-3-11-15,-5-4 2 16,-6-4-8-16,-10-5 2 16,-6-5-26-16,-2-6 10 15,0-3-17-15,0 2 17 16,-4 4-26-16,-3 7 30 15,-1 10 5-15,0 13 12 16,2 12 2-16,0 11-2 16,-1 5 6-16,1 18-18 15,2 19 17-15,1 11 4 16,3 10 49-16,0 5-15 16,0 3 11-16,7-7-29 15,2-2 2-15,1-9-22 16,-1-9-4-16,1-4 1 15,-1-10-4-15,-1-7-18 16,4-8-76-16,-4-7-66 16,-2-3-155-16,-3-1-285 15</inkml:trace>
  <inkml:trace contextRef="#ctx0" brushRef="#br0" timeOffset="20245.34">21927 748 945 0,'0'0'133'0,"0"0"14"15,0 0-64-15,0 0-55 16,87-25 10-16,-78 25-42 15,-4 7 16-15,-2 7-8 16,-3 8 6-16,0 0 0 16,-4 2-3-16,-6 1 4 15,-1-1-12-15,2-6 14 16,3-3-22-16,3-3 22 16,3-2-25-16,0-3 19 15,1-1-23-15,14-5 16 16,8-1-17-16,4 0-16 15,2 0-38-15,2 0-67 16,-4-6-108-16,-3 1-180 16</inkml:trace>
  <inkml:trace contextRef="#ctx0" brushRef="#br0" timeOffset="21296.05">22262 1152 491 0,'0'0'62'0,"0"0"40"0,0 0 7 16,0 0-40-16,-15 90 18 16,15-66-27-16,0-2 9 15,0-3-20-15,9-3 8 16,5-6-38-16,3-1 10 15,3-8-10-15,3-1 3 16,0 0-3-16,3-6-10 16,-2-10-3-16,-1-3-7 15,-3-4 8-15,-3-3-23 16,-6-1 8-16,-2 2-19 16,-4 2 19-16,-4 6-22 15,-1 2 25-15,0 6-15 16,0 5 7-16,0 4 7 15,0 0-2-15,0 13-7 16,0 12-3-16,3 9 25 16,5 10-9-16,4 6 42 15,5 6 2-15,4 4 28 16,2 0-7-16,1-2 20 16,-2-6-35-16,-2-5-19 15,-4-8-6-15,-6-7-6 16,-7-9 2-16,-3-3-10 15,0-7 17-15,-15-2-24 16,-12-4 19-16,-5-3-31 16,-9-4 4-16,-3 0-43 15,-5 0-4-15,0 0-62 16,-3-11-102-16,0-3-189 0</inkml:trace>
  <inkml:trace contextRef="#ctx0" brushRef="#br0" timeOffset="21627.29">21021 1656 860 0,'119'-20'133'0,"21"3"22"15,19 4-25-15,11 5-60 16,5 7 4-16,0 1-61 16,-5 0-1-16,-12 0-16 15,-15 0 5-15,-20 0 0 16,-23 0-17-16,-24-2-38 15,-24-2-70-15,-25 0-79 16,-23 1-124-16,-7 0-240 16</inkml:trace>
  <inkml:trace contextRef="#ctx0" brushRef="#br0" timeOffset="22915.06">21770 2161 548 0,'0'0'106'16,"0"0"21"-16,0 0-69 15,0 0-14-15,-32-8-33 16,13 8-3-16,-5 0 2 16,-4 4-10-16,-1 12 10 15,-1 3 1-15,0 6 1 16,2 2-11-16,5 0 25 0,5 0-21 15,7 0 14 1,8-6-24-16,3-1 34 0,0-5 5 16,15-5-2-16,7-8-1 15,2-2-1-15,2 0 10 16,0-19-27-16,-1-4 4 16,-1-7-20-16,-2-7 14 15,-2-3-21-15,-6-5 20 16,1-5-20-16,-8-5 8 15,-4-1-16-15,-3 0-1 16,0 4 3-16,0 7 7 16,-13 12 11-16,1 7-7 15,-1 13 12-15,-2 13-17 16,1 3 18-16,3 24-22 16,2 10 25-16,4 11-11 15,5 5 34-15,0 4 14 16,0-1-4-16,11-2-10 15,3-7-14-15,1-4-4 16,-1-10-22-16,1-6 16 16,2-6-28-16,-1-9-23 15,-2-6-94-15,0-6-64 16,-4 0-134-16,-5-2-279 16</inkml:trace>
  <inkml:trace contextRef="#ctx0" brushRef="#br0" timeOffset="23211.72">21932 2114 797 0,'0'0'86'0,"0"0"82"15,0 0-34-15,0 0-49 16,77 88 3-16,-58-58-40 15,4 1-1-15,0 0-28 16,-1-2-7-16,4-1-6 16,-3-5-6-16,-3-4 6 15,-3-4-11-15,-5-6 7 16,-3-3-37-16,-3-5-11 16,-5-1-61-16,-1-1-21 15,0-14-119-15,0-8-120 16,0-9-196-16</inkml:trace>
  <inkml:trace contextRef="#ctx0" brushRef="#br0" timeOffset="23370.82">22148 2181 885 0,'0'0'56'0,"0"0"55"15,-102 98-46-15,76-66-37 16,4-5-25-16,7-6 4 15,8-6-37-15,3-8-95 16,4-7-123-16,0 0-182 16</inkml:trace>
  <inkml:trace contextRef="#ctx0" brushRef="#br0" timeOffset="23862.71">22259 1901 605 0,'0'0'91'0,"0"0"44"15,0 0-43-15,0 0 22 16,0 0-4-16,68-3-8 16,-40 2-58-16,-2 1-5 15,-4 0-20-15,-4 0-4 16,-5 2-6-16,-6 10-12 15,-7 5 13-15,0 1-12 16,-3 2 18-16,-9-1-19 16,-2-1 20-16,3-4-23 15,5-4 19-15,3 0-22 16,3-5 12-16,0-1-8 16,5 1 5-16,13-5 2 15,5 1-4-15,4-1 2 16,4 0-45-16,2 0-27 15,-5-10-118-15,-3 1-119 16,-7-1-385-16</inkml:trace>
  <inkml:trace contextRef="#ctx0" brushRef="#br0" timeOffset="24948.62">23366 1666 915 0,'0'0'145'0,"0"0"-17"0,84-17-45 16,-58 14-33-16,-8-1-18 15,-6 1-34-15,-5 3 13 16,-4-2-26-16,-3 2-26 16,0 0-83-16,0-1-68 15,-12-3-113-15,-1-2-274 16</inkml:trace>
  <inkml:trace contextRef="#ctx0" brushRef="#br0" timeOffset="25148.62">23409 1487 931 0,'0'0'111'15,"0"0"0"-15,0 0-24 16,0 0-52-16,0 0-8 15,0 0-30-15,62-6 16 16,-37 3-24-16,2-1-31 16,3-1-139-16,4-3-149 15,-3-4-339-15</inkml:trace>
  <inkml:trace contextRef="#ctx0" brushRef="#br0" timeOffset="25664.56">23936 1355 824 0,'0'0'50'16,"0"0"57"-16,-3 100-36 16,3-63 7-16,5-5-37 15,10 0 10-15,0-8-38 16,4-3-1-16,-2-6-4 15,5-6 0-15,1-6 1 16,1-3-9-16,4-3 13 16,-1-15-15-16,-1-6 12 15,0-4-25-15,-3-6 12 16,-3 4-29-16,-6 1 15 16,-4 4-12-16,-3 7 23 15,-3 9 3-15,-2 9 1 16,-2 0 3-16,2 20-21 15,1 12 29-15,8 14 21 16,6 8 21-16,7 8 7 16,5 2 25-16,3 0-34 15,0 0 13-15,-3-7-13 16,-7-3-1-16,-5-7-1 16,-11-4-20-16,-6-8 1 15,-9-6-10-15,-20-2 17 0,-13-8-28 16,-6-3 17-1,-6-6-33-15,-3-6 19 16,4-4-48-16,-1 0-8 16,10-15-39-16,6-10-13 0,8-9-41 15,8-11-171-15,10-8-283 16</inkml:trace>
  <inkml:trace contextRef="#ctx0" brushRef="#br0" timeOffset="25905.9">24648 962 1163 0,'0'0'-1'0,"0"0"19"15,-22 94-1-15,7-56-1 16,1-3-23-16,0-3 17 16,3-6-56-16,5-9-90 15,-1-11-178-15,7-6-296 16</inkml:trace>
  <inkml:trace contextRef="#ctx0" brushRef="#br0" timeOffset="26064.08">24839 1056 982 0,'0'0'107'0,"0"0"24"15,-26 93-78 1,9-59-44-16,-4 2-3 0,2-6-40 16,1-8-94-16,2-9-215 15</inkml:trace>
  <inkml:trace contextRef="#ctx0" brushRef="#br0" timeOffset="28771.77">16189 3798 634 0,'0'0'46'16,"0"0"25"-16,0 0-47 15,-33 12-19-15,13-1 0 16,-3 3-10-16,-2 4 14 16,2 3-9-16,0 1 36 15,3-1 8-15,7 1 3 16,0-4-23-16,9 0 3 16,4-6-15-16,0-3 6 15,8-3 11-15,7-2-10 16,5-4 13-16,-1 0-12 15,1 0 18-15,-6-8-24 16,5-7 19-16,-3-4-33 16,-2-6 11-16,0-4-15 15,0-4 1-15,-3-4-1 16,2-5-20-16,-3-5 10 16,1-2-13-16,-7 0 13 15,1 1-5-15,-3 3 21 16,-2 10-14-16,0 5 20 0,0 9-15 15,0 10 14-15,0 7-6 16,0 4 9-16,0 0-8 16,-2 19-3-16,1 9 10 15,1 5 4-15,0 9 25 16,0 0-12-16,0 3 27 16,4-2-28-16,5-1 12 15,0-6-30-15,2-4 7 16,1-3-15-16,4-9-1 15,-2-5-1-15,3-3-12 16,2-7-45-16,2-3-72 16,-4-2-77-16,0 0-97 15,-5-9-205-15</inkml:trace>
  <inkml:trace contextRef="#ctx0" brushRef="#br0" timeOffset="29237.84">16443 3806 573 0,'0'0'123'15,"0"0"18"-15,0 0-26 16,0 0-29-16,-2 76-33 16,4-69-23-16,10 1-6 15,1-5 5-15,2-3-20 16,2 0 12-16,-1 0-25 0,4-15 21 15,-4 1-29-15,3-5 20 16,-2 0-28-16,-1 1 5 16,-2 1-2-16,-2 4 4 15,-2 2 11-15,0 7-4 16,-4 4 11-16,1 0-19 16,-1 12 14-16,-2 12-1 15,5 7 48-15,-4 7-14 16,4 4 35-16,-1 5-19 15,0-4 12-15,1 2-12 16,-2-4-10-16,-1-5 1 16,1-5-7-16,-7-6 6 15,0-2-37-15,-10-6 18 16,-17-1-16-16,-10-5 22 16,-8-2-38-16,-6-4-2 15,-3 0-32-15,3-5-17 16,1 0-36-16,7 0-74 15,2-5-102-15,7-4-185 16</inkml:trace>
  <inkml:trace contextRef="#ctx0" brushRef="#br0" timeOffset="29524.4">15892 4133 806 0,'0'0'108'0,"111"-16"105"16,-30 6-83 0,11 1-27-16,12 4-28 0,0 1-18 15,-5 4-37 1,-8 0 14-16,-12 0-40 15,-14 9 21-15,-13 3-43 0,-19-1-30 16,-14 5-56-16,-13-3-95 16,-6 2-135-16,-3-6-272 15</inkml:trace>
  <inkml:trace contextRef="#ctx0" brushRef="#br0" timeOffset="30193.47">16279 4444 842 0,'0'0'122'15,"0"0"-15"-15,0 0-63 16,0 0-12-16,0 0-5 16,-91 17-5-16,71 1-5 15,-3 3-18-15,1 4 22 0,0 3-11 16,2-1 20-1,5-1-27-15,7-4 13 0,5-2-22 16,3-2 11-16,2-6-1 16,18-5 0-16,4-3 3 15,5-4 0-15,1 0 6 16,1-7-16-16,-4-9 17 16,-2-3-22-16,-2-3 22 15,-4-4-26-15,-3-7 14 16,-4-2-16-16,-3-4 9 15,-3-3-1-15,-3-2 2 16,-3 4 5-16,0 8-5 16,0 7 11-16,0 8-13 15,0 9 17-15,-2 7-11 16,-3 1 26-16,0 8-31 16,1 14 11-16,1 5-12 15,1 7 11-15,2 6 12 16,0-2 4-16,11-1 4 15,5-6-7-15,2 1 7 16,2-8-20-16,2-1 11 16,-1-7-23-16,0 1 20 15,-5-6-26-15,0-3-11 16,-4-6-62-16,-5-2-73 16,-2 0-130-16,-3-7-156 15</inkml:trace>
  <inkml:trace contextRef="#ctx0" brushRef="#br0" timeOffset="30461.61">16551 4441 963 0,'0'0'207'15,"0"0"-58"-15,46 71-90 16,-30-42 12-16,1 0-41 15,-3 0 5-15,2-4-23 16,-4-3-8-16,-1-5 0 16,-2-2-6-16,-3-7 2 15,-2-1-43-15,-1-2-4 16,1-5-48-16,-3 0-8 16,2 0-67-16,2-5-57 15,-1-6-71-15,2-4-6 16,3-2 61-16</inkml:trace>
  <inkml:trace contextRef="#ctx0" brushRef="#br0" timeOffset="30695.38">16787 4508 343 0,'0'0'129'0,"0"0"41"16,0 0-17-16,0 0-43 16,0 0-25-16,0 0 4 15,-21-15-32-15,9 23-21 16,-1 5-8-16,-6 1 29 15,-2 5-32-15,-5 3 10 16,-2 1-24-16,-1 3 17 16,-1 2-31-16,1-4 15 15,3-1-15-15,4-2 5 16,8-6-1-16,4-6-13 16,7-5-50-16,3-4-90 15,0 0-105-15,0-5-108 16</inkml:trace>
  <inkml:trace contextRef="#ctx0" brushRef="#br0" timeOffset="31916.73">17404 4113 688 0,'0'0'163'0,"0"0"27"16,0 0-71-16,85 0-7 15,-59 0-50-15,-5 0-26 16,-3 0-40-16,-3 0 16 16,-7 0-29-16,-4 0-43 15,-4-3-126-15,0-5-129 16,0-1-347-16</inkml:trace>
  <inkml:trace contextRef="#ctx0" brushRef="#br0" timeOffset="32077.44">17430 3983 812 0,'0'0'124'0,"0"0"-26"0,88-12-94 16,-50 5 6-1,2-1-35-15,0-5-114 0,-4 1-215 16</inkml:trace>
  <inkml:trace contextRef="#ctx0" brushRef="#br0" timeOffset="33322.62">18177 3930 783 0,'0'0'113'15,"0"0"78"-15,0 0-61 16,69 0-21-16,-44 0-60 16,-4 0 7-16,-1 0-33 15,-4 0-12-15,0 0-7 0,-6 0-6 16,-1 0-24 0,1-3-68-16,0-4-96 0,-1-1-191 15,2-6-395 1</inkml:trace>
  <inkml:trace contextRef="#ctx0" brushRef="#br0" timeOffset="33728.83">18825 3556 920 0,'0'0'41'15,"0"0"80"-15,0 0 25 16,0 0-74-16,90 77 10 16,-63-50-35-16,2 0 6 15,-2 0-26-15,1-1 1 16,-4-3-18-16,-6-4-8 16,-3-6 2-16,-4-3-11 0,-5-5-21 15,-5-2-49 1,-1-3-27-16,0 0-71 15,0-13-104-15,0-8-293 0</inkml:trace>
  <inkml:trace contextRef="#ctx0" brushRef="#br0" timeOffset="33914.36">19029 3570 849 0,'0'0'133'0,"0"0"23"15,-93 102-56-15,61-64-52 16,5-2-32-16,1-4-10 16,6-3-12-16,4-6-28 15,2-3-100-15,5-10-133 16,3-1-250-16</inkml:trace>
  <inkml:trace contextRef="#ctx0" brushRef="#br0" timeOffset="34318.57">18630 3960 853 0,'0'0'82'0,"0"0"92"15,0 0-39-15,126 0-15 16,-66 0-58-16,10 0-5 15,6 0-27-15,1-4-1 16,-1 1-13-16,-5 2-11 16,-9 1 0-16,-7 0-11 15,-16 0-7-15,-10 0-58 16,-12 0-33-16,-11 0-103 16,-6 5-129-16,-8 2-253 15</inkml:trace>
  <inkml:trace contextRef="#ctx0" brushRef="#br0" timeOffset="35043.58">18776 4231 680 0,'0'0'58'0,"0"0"62"16,0 0-15 0,0 0-41-16,0 0 11 0,25 42 13 15,-20-17-31-15,1 4-12 16,-2 3-19-16,4-2 2 16,-1-4-24-16,4-1 40 15,2-5-13-15,5-6-12 16,-2-9-25-16,5-5 12 15,1 0-4-15,0-13 2 16,-2-9-1-16,0-5-9 16,-3-7 5-16,-1 1-12 15,-6-2 16-15,3 3-20 16,-7 6 20-16,-2 6-20 16,-1 7 24-16,-1 5-14 15,-2 8 8-15,0 0-8 16,0 19-7-16,0 7 9 15,1 12 3-15,4 11 14 16,2 9 7-16,4 2 26 16,4 8-3-16,-1 1 30 15,1-1-37-15,0-2 22 16,-3-6-17-16,-6-7-6 16,-2-7-3-16,-4-8-8 15,0-9 5-15,-1-10-18 16,-18-3 17-16,-10-7-16 15,-6-2 17-15,-11-4-35 16,-6-2 21-16,-6-1-53 16,-2 0-13-16,-1 0-44 15,0 0-27-15,5-3-46 0,4-2-187 16,7-3-320-16</inkml:trace>
  <inkml:trace contextRef="#ctx0" brushRef="#br0" timeOffset="43037.54">20148 4087 722 0,'6'0'34'16,"8"0"22"-16,2 2 68 16,7 4-52-16,6-3 16 15,4 1-29-15,2 0 11 16,1-3-39-16,0-1-6 15,-3 0-15-15,-5 0-10 16,-5 0 4-16,-3 0-11 16,-1 0-21-16,-5-2-77 15,-2-8-57-15,-1-2-114 16,-3 0-97-16</inkml:trace>
  <inkml:trace contextRef="#ctx0" brushRef="#br0" timeOffset="43300.93">20516 3964 511 0,'0'0'82'0,"0"0"28"15,0 0-56-15,0 0-14 16,0 0 50-16,0 0-2 16,65 53-22-16,-39-32-8 15,-1 0 3-15,-4-5-14 16,-3 1 13-16,-4-3-34 15,-8 1 13-15,-6-2-24 0,0 3 15 16,-13 0-22 0,-9 3 8-16,-7-2-20 0,-2 2-28 15,0-3-48 1,4-6-100-16,5-4-133 0,9-6-277 16</inkml:trace>
  <inkml:trace contextRef="#ctx0" brushRef="#br0" timeOffset="44350.64">21461 3889 553 0,'0'0'75'16,"0"0"45"-16,0 0-38 15,0 0-31-15,-34-23 2 16,14 22-29-16,-3 1-21 15,-4 0 4-15,-1 6-14 16,-1 12 16-16,-1 5-19 16,1 2 20-16,5 2-19 15,4-2 16-15,6-1-12 16,7-5 7-16,7-4 6 16,0-6 5-16,10-5 23 15,13-4-10-15,6 0 10 0,6-10-16 16,1-13 14-1,2-3-34-15,-4-7 15 16,-2-2-22-16,-6-6 18 0,-6-3-15 16,-10-4-7-16,-4-2-22 15,-6-4-1-15,0 1 5 16,0 5 7-16,-11 3 12 16,0 10-13-16,2 7 22 15,0 8-17-15,0 16 9 16,1 4 1-16,3 7 14 15,2 21-12-15,3 8 14 16,0 12 49-16,6 3 7 16,11 3 0-16,3-1 8 15,-1 0-2-15,1-2-48 16,1-6 7-16,-4-7-32 16,-3-5 14-16,-1-10-20 15,-4-5 4-15,1-9-62 16,-4-8-87-16,-3-1-109 15,-3-8-150-15</inkml:trace>
  <inkml:trace contextRef="#ctx0" brushRef="#br0" timeOffset="44733.26">21657 3409 961 0,'0'0'87'0,"0"0"44"16,0 0-52-16,0 0-39 15,49-2 0-15,-40 8-35 16,-2 5 16-16,0 3-27 15,-7 1 21-15,0 6-16 16,0 1 6-16,-1-1 1 16,-9 1-5-16,1-2 4 15,6-4-10-15,0-2 13 16,3-6-17-16,0-3 18 16,0-1-21-16,5-2 23 15,6-2-21-15,2 0-3 16,0 0-60-16,1 0-75 15,-2 0-112-15,-2 0-139 16</inkml:trace>
  <inkml:trace contextRef="#ctx0" brushRef="#br0" timeOffset="45316.88">21963 3827 683 0,'0'0'43'0,"0"0"54"0,0 0-21 16,0 0-36-1,52 81 25-15,-41-69-41 16,1-2 1-16,-1-5-14 0,-3-1 15 16,2-4-8-16,-3 0-9 15,2-5 0-15,-3-10-8 16,-2-4 7-16,3-3-16 16,-4-1 11-16,0 1-25 15,-1 3 16-15,-1 3-15 16,-1 7 24-16,0 5-10 15,0 4 7-15,0 0-5 16,0 13-10-16,0 10 16 16,0 9 5-16,0 8 39 15,0 6-6-15,0 6 38 16,10 4 4-16,8-1 0 16,5-1-43-16,1-2 37 15,1-5-37-15,-2-10-19 16,-7-5-2-16,-8-6 2 15,-6-6-6-15,-2-5-13 16,-17-4 17-16,-17-5-23 16,-8-1 14-16,-11-5-48 15,-5 0 5-15,-1 0-39 16,0-9-11-16,5-1-74 16,4-4-97-16,5-1-171 15</inkml:trace>
  <inkml:trace contextRef="#ctx0" brushRef="#br0" timeOffset="45620.44">21110 4197 932 0,'0'0'66'16,"96"0"89"-16,-17-8-33 15,14-3-26-15,13 2-36 16,1 0-4-16,-2 4-33 16,-4 0 6-16,-13 5-36 15,-14 0 18-15,-10 0-21 16,-16 0-7-16,-10 7-43 15,-12 2-54-15,-13 2-84 16,-10-3-130-16,-3 3-243 16</inkml:trace>
  <inkml:trace contextRef="#ctx0" brushRef="#br0" timeOffset="46718.38">21488 4631 524 0,'0'0'53'0,"0"0"41"15,0 0-1-15,0 0-57 16,-65-17 24-16,43 17-47 15,1 4 2-15,-2 12-12 16,1 5-3-16,2 6 25 16,5 2-1-16,1 1 1 15,8-1-4-15,3-3 12 16,3-4-14-16,0-5 32 16,13-3-21-16,10-6 14 15,6-5-24-15,3-3 14 16,3-4-13-16,0-17-4 15,-4-5-11-15,-2-4-2 16,-7-3 2-16,-9-6-18 16,-6-2-2-16,-7-2-35 15,0-5 27-15,0-2 0 16,-10 3 17-16,1 3-11 16,0 8 16-16,4 9-1 15,-1 9 0-15,3 15 3 16,3 3 1-16,0 9 0 15,0 18-16-15,0 8 32 16,0 10 3-16,6 3 35 16,5 2-23-16,0 0-2 15,1-3-27-15,-1-3 1 16,0-5-4-16,3-4-3 16,0-5-1-16,0-6-41 0,-2-6-31 15,-1-3-40 1,1-8-83-16,-4-5-88 0,-2-2-191 15</inkml:trace>
  <inkml:trace contextRef="#ctx0" brushRef="#br0" timeOffset="46951.72">21784 4678 750 0,'0'0'110'16,"0"0"89"-16,0 0-79 15,0 0-19-15,93 91-30 16,-69-64-37-16,-2-3-11 16,-1-1-24-16,-3-2 12 15,-2-5-20-15,-5-4 12 16,-2-5-63-16,-3-5-27 16,-4-2-70-16,-2 0-38 15,0-14-118-15,0-5-214 16</inkml:trace>
  <inkml:trace contextRef="#ctx0" brushRef="#br0" timeOffset="47118.73">21969 4706 792 0,'0'0'78'16,"0"0"87"-16,-74 94-49 15,46-55-58-15,0-3-27 16,7-4-36-16,3-5 10 15,5-8-86-15,5-6-81 16,3-13-176-16,5 0-321 16</inkml:trace>
  <inkml:trace contextRef="#ctx0" brushRef="#br0" timeOffset="47435.79">22102 4601 944 0,'0'0'43'16,"0"0"117"-16,0 0-103 16,0 0-4-16,0 0-29 15,0 0 3-15,33 60-18 16,-31-47 6-16,-2-1-9 15,1 0-4-15,2-4 2 16,1-1-8-16,2-2 12 16,5-2-13-16,3 1 23 15,3-4-21-15,0 0 18 16,6 0-33-16,0-2-39 16,-4-10-129-16,-1-1-239 15</inkml:trace>
  <inkml:trace contextRef="#ctx0" brushRef="#br0" timeOffset="48413.94">22681 4295 825 0,'0'0'35'0,"0"0"102"16,0 0-13-16,81 1-43 15,-57 2-31-15,-1-3 2 16,-1 0-38-16,-3 0 8 16,-4 0-33-16,-3 0 15 15,-6 0-83-15,-6-7-96 0,0-2-131 16,-3-3-242-16</inkml:trace>
  <inkml:trace contextRef="#ctx0" brushRef="#br0" timeOffset="48587.71">22698 4110 761 0,'0'0'39'0,"0"0"78"0,0 0-86 16,103 0-18-16,-67-3-31 15,-1-6-90-15,1-2-287 16</inkml:trace>
  <inkml:trace contextRef="#ctx0" brushRef="#br0" timeOffset="49104.94">23725 3174 644 0,'0'0'25'0,"-70"117"82"16,25-28 29-16,0 16-36 16,4 15-6-16,5 11 6 15,7 10-53-15,12 2 21 16,14-3-39-16,3-8 19 15,17-6-19-15,14-11 1 16,6-16-3-16,6-10-7 16,3-14 0-16,-4-14-17 15,-3-11 12-15,-8-14-20 16,-5-12 18-16,-11-12-27 16,-10-9 10-16,-5-3-49 15,-1-12 0-15,-18-8-104 16,-5-7-155-16,0-4-208 15</inkml:trace>
  <inkml:trace contextRef="#ctx0" brushRef="#br0" timeOffset="49491.34">23916 4085 956 0,'0'0'129'0,"0"0"42"16,0 0-104-16,91 0-2 15,-68 2-42-15,-1-1-5 16,-2-1-25-16,-4 0-29 15,-2 0-85-15,-5 0-168 16,-3 0-307-16</inkml:trace>
  <inkml:trace contextRef="#ctx0" brushRef="#br0" timeOffset="50105.56">24449 3653 723 0,'0'0'57'16,"0"0"100"-16,0 0-4 16,0 0-26-16,88 79-54 15,-65-52 2-15,2-4-42 16,-2 2 3-16,-3-5-38 16,-4-5 6-16,-3-2-4 15,-3-5-33-15,-4-5-38 16,0-3-63-16,0 0-68 0,-1-10-133 15,-1-9-202 1</inkml:trace>
  <inkml:trace contextRef="#ctx0" brushRef="#br0" timeOffset="50272.08">24665 3661 787 0,'0'0'93'0,"0"0"29"0,-74 102-41 15,52-72-70-15,2 0 0 16,3-5-13-16,5-4-65 16,4-8-117-16,2-3-180 15</inkml:trace>
  <inkml:trace contextRef="#ctx0" brushRef="#br0" timeOffset="50586.99">24514 4042 1021 0,'0'0'77'0,"123"0"56"15,-57 0-26 1,1 0-68-16,-5 0-48 16,-9 0 32-16,-9 0-23 15,-10-2-66-15,-14 1-86 16,-14 1-190-16,-6 0-489 0</inkml:trace>
  <inkml:trace contextRef="#ctx0" brushRef="#br0" timeOffset="51172.76">24673 4344 780 0,'0'0'70'0,"0"0"5"16,6 89-21-16,0-61-12 15,2 0 30-15,5-6-19 16,3-6-28-16,3-5 21 16,4-8-31-16,0-3 10 15,0 0-34-15,-1-6 34 16,-2-14-30-16,-2-6 12 16,-4-2-7-16,-4 0 0 15,0 4 0-15,-5 3-5 16,-3 7 9-16,-1 7-12 0,-1 7 19 15,0 2-25 1,0 20 17-16,0 10-20 16,5 11 32-16,5 9-3 15,3 5 50-15,4 4-12 16,5-2-1-16,-2-1-2 16,-5-3-18-16,-3-4-15 15,-9-4 37-15,-3-5-4 0,-7-4-25 16,-15-3 29-16,-6-6-55 15,-6-5 42-15,0-6-42 16,-7-10 11-16,4-7-8 16,-1-1-40-16,1-12-23 15,2-16-34-15,4-12-22 16,6-11-165-16,2-16-224 16</inkml:trace>
  <inkml:trace contextRef="#ctx0" brushRef="#br0" timeOffset="51675.82">25102 3037 615 0,'0'0'62'16,"77"102"56"-16,-24-30-26 16,4 13-18-16,-2 10 12 15,-1 12 11-15,-5 7 6 16,-7 6-50 0,-12 4-16-16,-10 3 10 0,-10 1-35 15,-10 0 20-15,-10-2-31 16,-21-6 43-16,-7-3-9 15,-6-9-1-15,-2-16-4 16,6-12-3-16,7-16-5 16,10-21-18-16,5-14 6 15,13-20-45-15,5-9-35 16,0-20-21-16,3-20-99 16,6-14-257-16</inkml:trace>
  <inkml:trace contextRef="#ctx0" brushRef="#br0" timeOffset="52098.4">25562 3314 1076 0,'0'0'162'0,"0"0"-40"16,73-72-25-16,-30 33-68 16,5-9 4-16,2-1-38 15,-1 3 12-15,-8 3-89 16,-8 7-98-16,-17 8-332 15</inkml:trace>
  <inkml:trace contextRef="#ctx0" brushRef="#br0" timeOffset="57285.53">24511 3204 941 0,'0'0'26'0,"0"0"21"0,-25-85 17 16,18 44-32-16,0-4 17 16,1-6-31-16,1 0 4 15,2 2 15-15,0 1-27 16,3 6 2-16,0 6-6 16,0 3-7-16,0 5 21 15,0 2-1-15,3 3-21 16,5 0 17-16,7 6-19 15,2-2 13-15,5 2-8 16,5 0 5-16,5 3-3 16,3 2-4-16,6-4 5 15,1 4-10-15,5 0 14 16,2-3-17-16,2 0 22 16,2-3-23-16,-1-1 18 15,-3-1-18-15,-9 1 14 16,-7 3-7-16,-8 2-21 15,-11 5 50-15,-7 1-29 16,-7 4 10-16,-1 3-24 16,-19 1-22-16,-5 0-118 15,-6 0-78-15,-3 0-293 16</inkml:trace>
  <inkml:trace contextRef="#ctx0" brushRef="#br0" timeOffset="57989.61">24381 3229 502 0,'0'0'92'16,"0"0"33"-16,0 0-4 16,0 0-1-16,0-10-24 15,0 10-3-15,0 0-59 0,0 0 52 16,0 0-51-16,1 0-14 16,5 0-7-16,1 0-20 15,6 6 47-15,0 3-27 16,1 1 15-16,1-1-19 15,1 0 27-15,-1-2-33 16,-2-3 17-16,2-3-13 16,-3-1 13-16,1 0 2 15,0-1-2-15,-1-12 5 16,1-3-11-16,-3-3 6 16,1-3-24-16,-2-2 16 15,0 1-26-15,-1 1 3 16,7-2-62-16,-2 2-7 15,5 0-129-15,2-1-139 16,4 0-382-16</inkml:trace>
  <inkml:trace contextRef="#ctx0" brushRef="#br0" timeOffset="58824.74">25587 1981 674 0,'0'0'32'15,"0"0"7"-15,0 0 40 16,0 0-27-16,-36-11-22 15,20 19-20-15,0 12-6 16,-3 7-1-16,5 5-8 16,-2 4 12-16,6 0-11 15,3-4 22-15,5-5-1 16,2-6-6-16,0-7 36 16,13-7 0-16,5-5-20 15,3-2-4-15,2-4 1 16,-1-15-1-16,0-6-2 15,-5-4-19-15,-3-7 9 16,-2-6-16-16,-9-5 12 16,-3-5-25-16,0-2 12 15,-2-3-15-15,-12 0 21 0,-2 8-2 16,0 7 3 0,2 11 0-16,-1 13 0 0,4 13 11 15,-1 5-11 1,4 12 3-16,6 17-16 0,2 7 20 15,0 5-11-15,16 5 27 16,6 0 17-16,7-2 7 16,1-4-25-16,0-7-10 15,1-4-4-15,-5-7-6 16,-1-4 4-16,-5-5-21 16,-5-6-34-16,-5-3-100 15,-4-4-128-15,-6 0-210 16</inkml:trace>
  <inkml:trace contextRef="#ctx0" brushRef="#br0" timeOffset="59440.08">25841 1955 780 0,'0'0'107'0,"0"0"20"16,0 0-62-16,67-80-32 15,-58 61-8-15,-3-2-12 16,-3 0 9-16,-3 3-14 16,0 0 5-16,0 5-17 15,-4 3 22-15,-7 6-19 16,0 4 9-16,0 7-19 16,-5 16 2-16,3 9 4 15,1 7-18-15,7 0 10 16,2 0 1-16,3-6 10 0,0-5-23 15,8-8 40 1,10-6-23-16,5-8 20 0,-1-6-19 16,3 0 19-16,3-4-6 15,-1-16 5-15,1 0 1 16,-5-5-5-16,-1 0-2 16,-5 2-7-16,-3 4 9 15,-2 3-14-15,-5 4 17 16,-1 5-17-16,3 3 17 15,-1 4-20-15,1 0 9 16,3 0-4-16,3 4 6 16,0 5 3-16,1 2 10 15,-6 0 11-15,1-3-4 16,-5-2 19-16,0-2-41 16,-6-2 66-16,0-2-36 15,0 0 29-15,0 0-23 16,0-12 3-16,-2-7-32 15,-4-4-5-15,2-4 1 16,2-2-6-16,2-1 0 16,0 1-19-16,5 2-1 15,7 3-51-15,1 3-18 16,3 3-89-16,1 6-65 16,-3 2-42-16,3 5-87 15</inkml:trace>
  <inkml:trace contextRef="#ctx0" brushRef="#br0" timeOffset="59573.06">26425 1659 645 0,'0'0'200'0,"0"0"-18"16,0 0-5-16,42 83-84 15,-36-63-29-15,0-5-51 0,-1-1-7 16,-2-5-5-16,-3-4-34 16,0-4-121-16,0-1-209 15,-9-1-431-15</inkml:trace>
  <inkml:trace contextRef="#ctx0" brushRef="#br0" timeOffset="59710.46">26416 1392 855 0,'0'0'76'0,"0"0"20"0,0 0-70 15,0 0-55-15,0 0-89 16,0 0-225-16</inkml:trace>
  <inkml:trace contextRef="#ctx0" brushRef="#br0" timeOffset="60658.33">26585 1624 850 0,'0'0'149'16,"0"0"-20"-16,0 0-54 15,0 0-27-15,81 43-41 16,-67-40 23-16,1-3-17 16,-2 0-18-16,-3 0 17 0,-2-7-22 15,-2-8 14 1,-1-4-13-16,-5-4 8 16,0-4-11-16,0 0 2 15,0-4 5-15,-12 6-3 0,1-1 10 16,2 4-11-1,-1 4 12-15,4 5-21 16,2 2 21-16,4 1-22 0,0 3 2 16,14 3-24-16,6 0 27 15,3 3-7-15,5 1 0 16,-1 0 12-16,2 0 2 16,-2 0 3-16,1 0 6 15,-5-2 5-15,-4-3-14 16,-3 1 17-16,-6-2-18 15,-4 2 15-15,-3-3-9 16,-3 3 10-16,0 2-2 16,-3 0 2-16,-9 2 10 15,-2 0-22-15,1 11 4 16,-3 4-9-16,3 3 16 16,4 1-20-16,3 0 13 15,4-3-19-15,2-3 15 16,0-2-14-16,0-6-9 15,11-1 32-15,1-4-6 16,2 0 5-16,-1 0-5 16,0-4-1-16,-2-8 10 15,-3-1 5-15,-1 0-15 16,-4-1 12-16,-1 3-16 16,0 5 11-16,-2 0-9 15,0 4 2-15,0 2-5 16,0 0-7-16,6 0-18 15,3 8 6-15,1 0 29 16,6 3-11-16,0-2 17 0,1-2-16 16,0-2 16-1,-1-1-10-15,3-4 21 16,-6 0-9-16,2-7-17 16,-1-9 36-16,-4-5-30 0,-3-6 0 15,-1-4-23-15,-3-6-8 16,-3-4-32-16,0-4-12 15,0-5-4-15,0-5 43 16,-8-2 18-16,0-1 17 16,1 6-5-16,1 7-2 15,0 10 9-15,0 11 14 16,2 14 19-16,3 10 3 16,1 11 4-16,0 24-12 15,0 7 51-15,4 13-46 16,10 6 25-16,5 0-16 15,-3 0 3-15,3-6-22 16,-3-3-23-16,-2-9 11 16,-5-7-14-16,-3-8-2 15,-6-5-68-15,0-11-90 16,-3-9-124-16</inkml:trace>
  <inkml:trace contextRef="#ctx0" brushRef="#br0" timeOffset="60915.54">27061 1080 947 0,'0'0'133'0,"0"0"12"0,106-38-96 16,-71 33-24-16,-2 5-13 15,-3 0-8 1,-2 5-10-16,-4 12 12 0,-5 8-25 15,-6 4 10-15,-7 3-33 16,0 1-3-16,-2-5-37 16,-3-4-20-16,2-6-30 15,-3-10-1-15,0-8-106 16,0 0-224-16</inkml:trace>
  <inkml:trace contextRef="#ctx0" brushRef="#br0" timeOffset="61082.14">27323 930 899 0,'0'0'66'15,"0"0"64"-15,0 0-56 16,0 0-53-16,0 0-30 16,0 0-21-16,1-18-70 15,11 27-95-15,-2 0-115 16,2 3-117-16</inkml:trace>
  <inkml:trace contextRef="#ctx0" brushRef="#br0" timeOffset="61639.73">27473 1119 560 0,'0'0'142'0,"0"0"-27"15,0 0-11-15,59 75-20 16,-40-64-26-16,-2-6-31 15,2-5-2-15,-1 0-20 16,-1-4 4-16,-4-11-18 16,-3-5 17-16,-3-5-17 15,-5-2 19-15,-2 2-11 16,0-3 4-16,0 2 4 0,-9 3-3 16,-1 4 6-16,0 5-13 15,2 5 10-15,4 5-16 16,3 2 13-16,1 2-13 15,0 0 6-15,1 5-15 16,12 4 24-16,3 2-6 16,3-2 4-16,1-1 12 15,-1-3-1-15,1-4 6 16,2-1-11-16,-3 0 16 16,-1-1-17-16,-1-12 12 15,-2-5-21-15,-2-2 15 16,0-4-23-16,-4-4 15 15,-5 0-10-15,1-2 3 16,-5 2 3-16,0 5-6 16,0 6 9-16,0 3-12 15,0 11 23-15,-5 3 3 16,-2 17 3-16,-3 12-34 16,1 10 36-16,5 4-4 15,4 4 4-15,0-4-20 16,10-5-2-16,17-9-2 15,5-6-10-15,7-5-18 16,6-8-60-16,-2-8-117 16,2-2-243-16</inkml:trace>
  <inkml:trace contextRef="#ctx0" brushRef="#br0" timeOffset="66735.92">27411 3549 706 0,'0'-8'32'15,"0"0"77"-15,-10 2-24 16,-6 4-65-16,-3 2-12 16,-4 0-15-16,-1 12 16 15,-2 8-19-15,0 7 18 0,4 1-17 16,2 3 13-16,5-5-4 16,7 0 1-16,5-8-1 15,3-4 3-15,3-9 25 16,14-3-12-16,3-2 38 15,5-2-14-15,1-16 19 16,1-5-29-16,-1-4 13 16,-3-7-35-16,-4-4 1 15,-3-4-6-15,-6-1-4 16,-6-4 2-16,-2-2-9 16,-2-1 5-16,0 3-14 15,-10 2 22-15,-6 6-23 16,0 11 19-16,-3 8-18 15,2 9 20-15,1 11-17 16,3 0 12-16,3 23-3 16,4 6-4-16,6 13 15 15,0 3 7-15,10 2 31 16,9 1-11-16,7-5 15 16,6-4-27-16,-2-7 16 15,2-5-39-15,-3-8 15 16,-3-7-18-16,-6-4-30 15,-6-5-81-15,-8-3-145 16,-6 0-234-16</inkml:trace>
  <inkml:trace contextRef="#ctx0" brushRef="#br0" timeOffset="67351.74">27688 3447 892 0,'0'0'76'0,"0"0"74"16,90-33-91-16,-67 20-13 0,-4-1-23 15,-4-1-4-15,-6 2-12 16,-4-3-4-16,-5 3 2 16,0 0-4-16,-2 2 1 15,-11 5-11-15,-6 2 14 16,-2 4-21-16,-1 0 17 15,-4 10-24-15,3 12 25 16,1 6-15-16,5 0 12 16,7 2-2-16,6-1 1 15,4-5-16-15,0-4-11 16,14-5 10-16,10-7 19 16,4-7 6-16,4-1-10 15,1 0 4-15,-1-5 9 16,-5-9 1-16,-2 0-17 15,-5 1-9-15,-4-1 20 16,-5 2 15-16,-2 1-16 16,1 2-18-16,-1 4 12 15,1 1 14-15,3 4-5 16,0 0-17-16,0 0 21 16,0 4-15-16,0 5 34 15,0-2-1-15,-4-1 16 16,-2 0-4-16,-1-4-17 15,-5 0 14-15,-1-2-10 16,0 0-3-16,0-3 34 16,0-11-33-16,0-6-24 15,0-5 14-15,0-3-25 16,0-4 18-16,6 0-15 16,1 0 0-16,0 2-14 0,2 6-17 15,4 2-16-15,-3 4-53 16,-1 4-26-16,-2 4-102 15,-3 2-103-15</inkml:trace>
  <inkml:trace contextRef="#ctx0" brushRef="#br0" timeOffset="67537.75">28211 3175 742 0,'0'0'163'0,"0"0"57"16,0 0-90-16,50 80-45 15,-36-58-40-15,0-4-11 16,-1-1-25-16,-1-4-7 16,-4-3-4-16,-2-2-49 15,-3-4-58-15,-3-4-126 16,0 0-139-16</inkml:trace>
  <inkml:trace contextRef="#ctx0" brushRef="#br0" timeOffset="67671.77">28234 2935 667 0,'0'0'25'15,"0"0"6"-15,0 0-7 16,0 0-61-16,0 0-96 16,0 0-248-16</inkml:trace>
  <inkml:trace contextRef="#ctx0" brushRef="#br0" timeOffset="68600.64">28422 3099 860 0,'0'0'182'16,"0"0"-16"-16,0 0-83 16,0 0-37-16,65 80-25 15,-55-67 3-15,3-3-25 16,-4-2 17-16,-1-3-22 15,2-3 19-15,-1-2-21 16,0 0 16-16,2-14-10 16,-4-4 3-16,1-7 0 15,-4-5-8-15,-2-1 9 16,-2-2-10-16,0 1 14 16,0 2-22-16,0 7 20 15,-2 2-19-15,1 9 15 16,1 3-27-16,0 4-9 15,10 4-18-15,10 1 20 16,3 0-11-16,3 0 0 16,0 0 33-16,-1 0 1 15,-2 0 19-15,-6 0-16 16,-4 0 19-16,-4 0-15 16,-6 0 17-16,-1 0-8 15,-2 0 28-15,0 0 13 16,0 0-20-16,-11 1-19 15,-4 11-14-15,-3 1 8 16,2 5-26-16,0-2 18 16,6 3-20-16,4-4 26 15,6-3-22-15,0-4 15 0,3-2-16 16,11-3 23-16,5-3-3 16,3 0 16-16,-2-4-4 15,3-9 8-15,-7-2 6 16,0 1-9-16,-7-4 13 15,-2 0-30-15,-4 1 21 16,-3 2-23-16,0 6 16 16,0 1-14-16,0 6 7 15,0 2-2-15,0 0-8 16,4 8-9-16,5 7 9 16,5-1 13-16,5 1-13 15,4-1 19-15,3-5-21 16,0-3 22-16,0-2-8 15,-1-4 18-15,-2 0-24 16,-3-7 4-16,-1-12-6 16,-2-8 7-16,-4-9-6 15,-1-8-30-15,-4-6-3 16,-2-9-9-16,-6-3-17 16,0-1-49-16,0 1 42 15,-4 12 46-15,-9 12 25 16,-3 12 0-16,0 18 23 15,0 8-1-15,0 18-3 16,7 17 33-16,5 14 9 16,4 5 17-16,0 6-32 15,15-2 20-15,5-2-42 16,3-7 16-16,-1-7-33 16,-2-9-2-16,-3-7-7 15,-7-8-2-15,-4-4-31 16,-6-8-69-16,0-6-79 0,-13 0-100 15,-12-9-465 1</inkml:trace>
  <inkml:trace contextRef="#ctx0" brushRef="#br0" timeOffset="68868.75">28923 2695 1098 0,'0'0'169'0,"81"-29"-70"0,-38 18-31 15,2 2-44-15,-6 9-15 16,-7 0-5-16,-3 0 0 16,-6 10-16-16,-7 11-5 15,-2 3-5-15,-7 4 21 16,1 2 7-16,-4-2-13 16,-1-5 17-16,0-3-18 15,1-7 20-15,-3-7-22 16,1-6 17-16,-1 0-48 15,-1-11-68-15,0-14-152 16,0-5-359-16</inkml:trace>
  <inkml:trace contextRef="#ctx0" brushRef="#br0" timeOffset="69025.17">29241 2488 1197 0,'0'0'109'16,"0"0"14"-16,0 0-76 15,0 0-23-15,0 0-30 16,0 0 13-16,10 18-38 16,-6 0-25-16,5 2-125 0,1 2-131 15,3-4-136-15</inkml:trace>
  <inkml:trace contextRef="#ctx0" brushRef="#br0" timeOffset="69551.33">29436 2773 650 0,'0'0'176'0,"0"0"39"0,0 0-76 16,0 0-44-16,0 0-27 15,0 0-17-15,53 16-10 16,-47-29-24-16,1-4 0 16,-2-5-22-16,-1-3 19 15,-3-4-26-15,-1 1 25 16,0 0-27-16,0 3 19 15,0 1-18-15,0 8 6 16,-4 3-5-16,3 7 6 16,1 3 7-16,0 3-8 15,1 0 7-15,13 0-24 16,5 2 32-16,6 5-34 16,4 3 61-16,-1-3-36 15,0-3 22-15,-4-1-10 16,-2-3-10-16,-3 0 20 15,-3 0-14-15,-5-6-1 16,0-5-8-16,-4-3 14 16,1-4-19-16,-5-3 21 15,0 1-24-15,-3-2 25 16,0 4-24-16,0 4 19 16,0 4-15-16,-6 8 2 15,-8 2 5-15,1 13-8 16,-1 10 4-16,2 7-4 15,2 3 14-15,7-1-17 0,3-2 21 16,10-5-47-16,16-5 71 16,10-5-55-16,9-7-12 15,10-8-56-15,3 0-121 16,-1-8-171-16,2-9-397 16</inkml:trace>
  <inkml:trace contextRef="#ctx0" brushRef="#br0" timeOffset="70124.14">30253 2306 857 0,'0'0'49'0,"0"0"77"16,0 0-62-16,0 0-39 15,0 0-9-15,-62 82 1 16,62-66 3-16,0-4-8 16,13-4 5-16,3-6-11 15,4-2 18-15,2-5-23 16,-5-14 22-16,0-5-28 16,-5-8 14-16,-2-4-20 15,-3-5 10-15,-4-5 1 16,0-8-3-16,0-1-1 15,-3-2-11-15,0 3 16 16,0 3-15-16,0 10 20 16,0 11-20-16,0 11-6 15,0 16-13-15,0 4 30 0,0 31-17 16,0 22 21 0,0 17 22-16,0 20 19 0,7 10 15 15,18 3 10-15,5-5 12 16,9-10-22-16,-1-12 3 15,-1-17-22-15,-5-13 20 16,-12-13-37-16,-4-11 13 16,-9-8-14-16,-7-8 4 15,0-6 5-15,-4-1-6 16,-16 0 1-16,-2-16-24 16,-4-4-10-16,-3-4 14 15,3-3-23-15,3 2-42 16,9 5 16-16,2 2-64 15,11 5-5-15,1 0-145 16,0 3-265-16</inkml:trace>
  <inkml:trace contextRef="#ctx0" brushRef="#br0" timeOffset="70783.05">27682 4093 812 0,'0'0'89'16,"0"0"68"-16,25 100-66 15,-16-69-32-15,-3-5-42 0,-1-4-2 16,0-3-21 0,-5-5-11-16,0-4-95 15,0-5-89-15,-15-5-105 0,-5 0-277 16</inkml:trace>
  <inkml:trace contextRef="#ctx0" brushRef="#br0" timeOffset="71454.89">27467 4066 737 0,'0'0'113'16,"80"-61"-8"-16,-37 27-58 16,-5 0-48-16,-4 3 15 15,-5 6-21-15,-7 6 19 16,-9 7-20-16,0 12 14 15,-7 0-5-15,-2 19-1 16,-1 12 6-16,3 6 9 16,2 6 18-16,4 2-23 15,1-4 32-15,7-5-9 16,3-7 22-16,1-5-20 16,1-6 17-16,3-10-34 15,-2-6 11-15,-2-2-13 16,1-5 1-16,-5-14-7 15,2-7-8-15,-2-5 5 16,-6 3-15-16,-1 0 7 16,-3 6-18-16,-4 5 23 15,-1 6-20-15,-4 7 24 16,2 4-17-16,-3 0 2 16,4 0-31-16,2 13 34 15,3 0 4-15,2 1-4 0,5 1 10 16,4-3-23-16,2-1 41 15,5-6-19-15,1-2 28 16,1-3-31-16,0 0 16 16,-5 0-19-16,-2-12 9 15,-6-4-1-15,-3-4-3 16,-3-4 2-16,-4-2-7 16,-5 1 13-16,-1-2-15 15,0 3 18-15,0 2-19 16,-9 6 29-16,-4 6-22 15,0 7 14-15,-2 3-22 16,0 9-1-16,4 14-19 16,0 8 32-16,6 5-12 15,5-1-14-15,0-2 7 16,13-6-30-16,13-7-4 16,8-5-60-16,7-10-78 15,-1-5-139-15,2 0-214 16</inkml:trace>
  <inkml:trace contextRef="#ctx0" brushRef="#br0" timeOffset="72024.71">28939 3810 513 0,'0'0'75'0,"0"0"86"0,0 0-22 16,0 0-14-16,-6-19-46 16,-1 15-1-16,-2-1-47 15,2 1-15-15,-4 1 0 16,-1 2-1-16,-1 1-10 16,-3 0-9-16,-1 5 8 15,-2 12-15-15,-1 4 17 16,4 3-14-16,3 4 20 15,6-4-26-15,5 0 22 16,2-3-14-16,0-4 14 16,15-7 5-16,2-4 5 15,6-6 1-15,-4 0 13 16,3-11 2-16,-4-10-25 16,-3-4 8-16,-4-5-24 15,-5-6 22-15,-5-5-24 16,-1-3 16-16,0-5-19 15,-4-4 6-15,-7 0-5 16,-4 2-2-16,1 8 0 16,-1 7-7-16,2 11 12 15,2 14-4-15,2 11 8 16,3 6-17-16,2 24 19 16,4 11-12-16,0 10 20 15,6 3 31-15,11 0 4 16,8-4-7-16,2-5-15 15,2-8-6-15,-2-6-10 16,1-7 6-16,-5-7-38 16,-6-4-42-16,-5-7-118 15,-8-3-153-15,-4-3-427 16</inkml:trace>
  <inkml:trace contextRef="#ctx0" brushRef="#br0" timeOffset="72691.3">29160 3775 843 0,'0'0'112'0,"0"0"70"15,0 0-95-15,0 0-30 16,0 0-3-16,65-65-12 16,-65 51-29-16,0 1 8 15,0-4-23-15,-6 4 20 16,-8 1-31-16,-1 4 21 15,-2 6-28-15,-3 2 4 16,-2 6-4-16,5 13 7 16,1 5 7-16,7 5-5 15,4 1 6-15,5-3-13 16,0-4 21-16,17-2-21 16,4-6 32-16,4-7-23 15,4-6 19-15,-2-2-16 16,1 0 4-16,-1-8 11 15,-2-5-4-15,-5-3-1 16,-3 0-7-16,0 3 13 16,-5 3-19-16,-3 1 22 15,-5 3-18-15,3 4 19 16,-4 2-25-16,-3 0 19 16,2 0-9-16,-1 0 14 15,-1 0-1-15,0 0 0 16,0 0 2-16,0 0-8 15,0 0 16-15,0 0-1 0,1-6 22 16,1-7-52-16,-1-7 35 16,1 0-42-16,1-4 16 15,1 0-19-15,1 1-9 16,1 2 9-16,2 4-4 16,2 3 2-16,3 4-9 15,0 6 25-15,3 4-11 16,0 0 22-16,1 0-18 15,-1 11 24-15,-2 5-20 16,1 2 28-16,-5-1-2 16,0 2-3-16,-3-1 4 15,-1-3-6-15,-3 0-5 16,-3-5-18-16,0-3-16 16,0-4-118-16,0-3-237 15</inkml:trace>
  <inkml:trace contextRef="#ctx0" brushRef="#br0" timeOffset="72836.08">29573 3330 1243 0,'0'0'16'0,"0"0"12"15,0 0-21-15,0 0-40 16,0-18-136-16,0 22-224 15</inkml:trace>
  <inkml:trace contextRef="#ctx0" brushRef="#br0" timeOffset="73406.32">29736 3467 1025 0,'0'0'140'0,"0"0"-16"0,0 0-21 15,0 0-70-15,71 72 1 16,-58-65-29-16,0-3 10 16,0-4-16-16,0 0 5 15,-3-1-1-15,0-15-3 16,-2-2 2-16,0-2-15 16,-5-4 10-16,-2 0-22 15,-1-2 13-15,0 3-43 16,0 1 13-16,0 6-25 15,0 3 53-15,0 7 2 16,0 4-1-16,2 2 4 16,11 0-4-16,4 0 25 15,6 6-1-15,2-2 37 16,1-1-12-16,0-3 11 16,-2 0-39-16,-2 0 15 15,-3-9-22-15,-3-1 12 16,-5-4-9-16,-2 0 2 15,-4 2 1-15,-3 0-7 16,-2 0 10-16,0-2-11 16,0 5 7-16,-13-4-11 15,-1 3 16-15,-4 4-25 16,-1 3 17-16,-1 3-30 16,2 0 14-16,5 11 4 15,5 8 2-15,3 3 5 16,5 1-4-16,2 2 13 0,16-2-12 15,2-1 21 1,-1-5-17-16,4-2 21 16,-3-5-29-16,-5-6 0 15,-4-4-134-15,-7 0-321 0</inkml:trace>
  <inkml:trace contextRef="#ctx0" brushRef="#br0" timeOffset="74657.5">30129 3241 330 0,'0'0'122'0,"0"0"-4"15,0 0-18-15,0 0 1 16,3 0-40-16,-3 0 4 15,0 0-2-15,0 0 5 16,0 0-13-16,0 0-17 16,0 0-5-16,0 0-22 15,0 0 30-15,0 0-30 16,0 0 12-16,0 0-24 16,0 0 18-16,0 0-20 15,0 0 14-15,0 0-11 16,0 0 1-16,0 0 1 15,0 0-4-15,0 0 6 16,0 0-13-16,0 0 16 16,0 0-22-16,0 0 13 15,0 0-40-15,0 0 14 16,0 0-19-16,0 0 10 16,0 0-1-16,0 0-6 15,4 0 22-15,-3 0 14 0,1-2 14 16,1 0-6-16,-3-1 32 15,1 2-8 1,-1-1 11-16,0 0-30 0,0 0 19 16,0 0-20-16,0 2 15 15,0-2-8-15,0 2-7 16,-3 0 1-16,-6 0-5 16,-2 0 3-16,1 6-14 15,-4 9 17-15,1 3-17 16,0 2 22-16,1 2-20 15,5-1 18-15,1-1-14 16,2-4 6-16,4-2-8 16,0-6 23-16,0-3 3 15,11-1-1-15,4-4 12 16,2 0-21-16,2 0 23 16,0-8-25-16,-1-5 27 15,-3-5-32-15,-1 0 11 16,-5-1-13-16,-6-2 9 15,0 1-4-15,-3 1-3 16,0 1 1-16,0 7-10 16,0-1 13-16,0 7-15 15,-3 4 17-15,2 1-20 16,1 0 16-16,0 4-30 16,0 10 27-16,0 1-4 15,4 5 6-15,6 0 2 16,4-1 23-16,1-3-11 15,1-2-18-15,0-2 10 16,2-6-18-16,1-6 19 16,0 0-41-16,-2-2-46 15,-4-12-157-15,-4-7-168 16</inkml:trace>
  <inkml:trace contextRef="#ctx0" brushRef="#br0" timeOffset="74895.46">30313 2842 922 0,'0'0'24'16,"0"0"79"-16,0 97 39 16,12-47-25-16,3 2-50 15,-1 1 0-15,2-4-41 16,-3-3 6-16,-3-5-34 15,-1-5 5-15,-5-6-3 16,-2-6-37-16,-2-5-53 16,0-9-65-16,-9-6-98 15,-8-4-247-15</inkml:trace>
  <inkml:trace contextRef="#ctx0" brushRef="#br0" timeOffset="75133.06">30207 3087 1025 0,'0'0'157'15,"88"-4"-33"-15,-40 4-66 16,-2 0 3-16,-4 14-42 16,-6 3-9-16,-7 3-3 0,-6 5-6 15,-10 3 5-15,-3-2-13 16,-6-1 16-16,-4-3-18 15,0-5 16-15,0-5-37 16,0-9-19-16,-4-3-112 16,-4-10-228-16</inkml:trace>
  <inkml:trace contextRef="#ctx0" brushRef="#br0" timeOffset="75310.17">30503 2887 1314 0,'0'0'6'0,"0"0"50"16,0 0-24-16,0 0-39 15,0 0-18-15,0 0-52 16,10 38-107-16,-7-22-94 16,0 0-29-16,1 0-126 15</inkml:trace>
  <inkml:trace contextRef="#ctx0" brushRef="#br0" timeOffset="75824.31">30630 3101 584 0,'0'0'169'0,"0"0"64"15,0 0-61-15,0 0-33 16,86 58-70-16,-69-54-12 16,-1-4-37-16,-1 0-7 15,-1 0-7-15,-2-3-3 16,0-9 0-16,-5-2-8 15,0-4 12-15,-4-3-20 16,-3-2 21-16,0-2-21 16,0 2 20-16,0 3-26 15,0 5 20-15,-3 3-10 16,-1 5-2-16,4 3 11 16,0 4-5-16,4 0 3 15,11 0-13-15,6 7 22 0,4 1-11 16,5 2 30-16,-3-4-17 15,-1-1 23-15,-2-2-21 16,-4-3 13-16,-2 0-23 16,-3 0 1-16,-3-5 4 15,-1-7-5-15,-2-6 10 16,-3-2-18-16,1-3 16 16,-4-2-21-16,-1-3 25 15,-2 0-29-15,0 5 29 16,0 3-33-16,-11 8 21 15,-2 12-6-15,-4 0-9 16,2 12 6-16,1 15-5 16,3 5 19-16,6 6-8 15,5 0 17-15,0 1-21 16,3-4 24-16,12-2-30 16,3-5 15-16,-3-4-82 15,-1-7-111-15,-8-4-301 16</inkml:trace>
  <inkml:trace contextRef="#ctx0" brushRef="#br0" timeOffset="76515.58">27994 5192 863 0,'0'0'133'0,"0"0"67"15,84-39-98-15,-52 21-50 16,-6 3-29-16,-4-1-2 15,-2 1-30-15,-8 3 15 16,-8-1-56-16,-4 3-89 16,0 2-164-16,-22 4-223 15</inkml:trace>
  <inkml:trace contextRef="#ctx0" brushRef="#br0" timeOffset="76675.05">27893 5096 841 0,'0'0'60'16,"0"0"53"-16,0 0 45 16,83-33-108-16,-50 20-35 15,3-4-23-15,-6 5-43 16,-5-3-148-16,-3 1-235 16</inkml:trace>
  <inkml:trace contextRef="#ctx0" brushRef="#br0" timeOffset="77394.87">28311 4915 809 0,'0'0'143'15,"0"0"-42"-15,0 0-11 16,0 0-45-16,97-73-7 16,-67 59-18-16,-1 7-13 0,-3 7-2 15,-8 0-4 1,-6 10 11-16,-8 15-16 0,-4 7 42 15,0 8-20 1,-11 3 22-16,-11 4-22 0,2-4 24 16,-3-4-23-16,7-6 0 15,6-6-3-15,7-8-3 16,3-3 2-16,0-6-3 16,13-4 13-16,10-2-18 15,6-4 16-15,3 0-25 16,7 0 24-16,1-13-31 15,-2-5 18-15,-5-1-37 16,-6-1-30-16,-6-1-54 16,-10 1-138-16,-11-1-161 15</inkml:trace>
  <inkml:trace contextRef="#ctx0" brushRef="#br0" timeOffset="78243.28">28711 4670 923 0,'0'0'122'15,"0"0"49"-15,0 0-67 16,0 0-43-16,0 0-8 15,40 67-25-15,-37-62 2 16,0-1-25-16,0-4 19 16,-2 0-25-16,1 0 27 15,1 0-17-15,1-13 6 0,-1-2-14 16,3-1-4-16,1-4-2 16,-3 5-8-16,1 3 9 15,-1 4-12-15,-3 3 20 16,4 3-17-16,-1 2 20 15,5 0-28-15,-1 3 28 16,4 5-14-16,4 4 12 16,0-5-4-16,4 0 0 15,1-5 0-15,4-2-19 16,3 0-37-16,-1 0-60 16,2-4-42-16,-5-4-43 15,-2 0 44-15,-6-1 67 16,-3 1 76-16,-6 0 17 15,-4-1 47-15,-3 2 54 16,0-1 7-16,0 1-20 16,-1-1-35-16,-7 4-1 15,-2-2-42-15,2 4-1 16,-4 2-22-16,1 0 16 16,-1 0-30-16,-1 4 16 15,3 8-14-15,1 0-1 16,5 1 1-16,1-1 5 15,3-2 4-15,0-3-8 16,0-1 20-16,7-2-5 16,3-4 19-16,2 0-8 15,-2 0 26-15,-3-10-2 16,3-5 16-16,-4-8-39 16,0-4-4-16,-5-5-4 15,1-6-11-15,-2-3-5 16,0-7-23-16,0-2 21 0,0 3 1 15,-3 6 13 1,-6 7-15-16,2 11 30 0,1 10-8 16,2 13 26-16,1 9-12 15,0 21-17-15,3 12 17 16,0 9 26-16,0 10 12 16,6-1-11-16,8 0 0 15,-2-5-33-15,2-4 6 16,2-8-46-16,-1-8-67 15,2-7-171-15,0-13-252 16</inkml:trace>
  <inkml:trace contextRef="#ctx0" brushRef="#br0" timeOffset="78927.03">29596 4634 764 0,'0'0'85'0,"0"0"70"15,0 0-53-15,0 0-55 16,-17 0-17-16,4 0-21 16,-4 0 0-16,-1 10-16 15,-3 9 16-15,0 3-19 16,1 3 22-16,4-1-21 15,9-2 18-15,4-1-12 16,3-9 21-16,0-1 1 16,6-7 2-16,11-4 2 15,1 0-6-15,3 0 10 16,2-19-10-16,0-2 7 16,-4-7-34-16,1-6 25 15,-5-5-26-15,-4-4 21 16,-5-7-22-16,-3-4 1 15,-3-1-4-15,0 4-15 16,0 4 14-16,-6 8-7 16,0 14 19-16,-4 11-7 15,2 14 22-15,-1 0-22 16,-1 25 16-16,4 11-22 16,2 9 36-16,4 5 13 15,0 2-1-15,0-2 14 16,13-5-2-16,4-5-11 15,3-5-28-15,2-10 9 16,-2-3-20-16,3-7 18 16,-1-3-39-16,3-7-18 15,-1-1-72-15,-1-4-57 16,0 0-105-16,-5-4-92 16</inkml:trace>
  <inkml:trace contextRef="#ctx0" brushRef="#br0" timeOffset="79561.62">29901 4632 652 0,'0'0'85'0,"0"0"88"16,0 0-17-16,0 0-46 15,50-77-35-15,-44 60-37 16,-3-1-6-16,-3 2-14 16,0 1 5-16,0 0-23 15,-3 5 16-15,-10 2-25 16,0 7 19-16,-8 1-27 15,-2 6 3-15,-1 15-11 16,3 2 3-16,2 5-6 16,6-1-9-16,7-3 15 15,6-5-11-15,0-2 17 16,10-5-21-16,10-2 27 16,8-6 0-16,2-4 19 15,3 0-14-15,-1 0 8 16,0-7-1-16,-2-4 1 15,-4 1 11-15,-7 2-5 16,0 0 20-16,-5 2-17 16,-2 5 8-16,-5-2-22 15,-4 3 21-15,0 0-19 16,-2 0 24-16,-1 0-14 16,0 0 14-16,2 0-3 15,-2 0-6-15,1 0-1 16,-1 0-12-16,0 0 14 15,3-4 0-15,2-5 21 16,1-6-30-16,3-3 8 16,0-4-25-16,2-2 18 15,-2 1-12-15,0-1 1 0,0 4 1 16,2 1-9 0,1 3 5-16,2 0-11 0,3 4 22 15,2 5-18-15,0 3 22 16,1 4-20-16,0 0 19 15,-5 7-18-15,-1 10 17 16,-5 2 0-16,-3 6 3 16,-3-2-4-16,-3-3-3 15,0-1 4-15,0-3-17 16,-2-3-12-16,-8-7-101 16,-3-6-161-16,3 0-408 15</inkml:trace>
  <inkml:trace contextRef="#ctx0" brushRef="#br0" timeOffset="79707.13">30305 4137 1110 0,'0'0'14'16,"0"0"14"-16,0 0-7 15,0 0-44-15,-13-16-105 16,8 16-206-16</inkml:trace>
  <inkml:trace contextRef="#ctx0" brushRef="#br0" timeOffset="80629.55">30519 4311 965 0,'0'0'147'0,"0"0"-13"0,0 0-63 15,0 0-10-15,0 0-45 16,0 0 14-16,82 59-22 16,-73-59-3-16,-2 0 1 15,3-10-7-15,0-8-1 16,-1-6-24-16,0-5-7 16,-4-3-31-16,-2-1-14 15,-3-2-46-15,0 6 29 16,0 2-59-16,0 4 88 15,0 6 58-15,0 3 8 16,0 5 5-16,9 4 13 16,7 0 22-16,4 4 1 15,6-2 14-15,3 3-18 16,1 0 23-16,2 0-3 16,-7 0 42-16,-5 0-51 15,-6 0-19-15,-6 0-14 16,-5 0-6-16,-3 3 5 15,0 1 3-15,-15 4-5 16,-4 3-20-16,-4 2 14 16,3 3-23-16,1 0 19 15,6-2-57-15,6 0 17 16,7-3 24-16,0 0-6 16,0-5 16-16,8-1 3 15,4-4 5-15,0-1-5 16,1 0 14-16,-3 0-14 15,-3 0 16-15,2-4-20 16,-5 0 27-16,0-4-18 0,-1 1 18 16,0 1-17-1,0-1-3-15,3 4 1 16,1-1-6-16,0 0 5 0,6 3-10 16,3 1 14-16,3 0-16 15,4 0 21-15,0 1-20 16,0 5 23-16,-5-2-7 15,0-1 18-15,-6-2-7 16,1-1-9-16,-3 0-5 16,0-6-1-16,0-10 0 15,0-4-13-15,-1-9-13 16,-1-4-58-16,-3-5-35 16,-1-8-49-16,-2-5 0 15,-2-3-23-15,0-3 18 16,0 2 3-16,-2 7 56 15,-7 9 94-15,1 12 50 16,2 10 102-16,-1 14-47 16,2 3 20-16,5 22-34 15,0 11 70-15,2 13-39 16,14 7 45-16,6 6-38 16,2 0-10-16,2 1-22 15,-4-8-32-15,-5-5-28 16,-4-8-19-16,-6-9 8 15,-4-9-26-15,-3-7-19 16,0-9-82-16,-20-5-66 16,-6-7-215-16</inkml:trace>
  <inkml:trace contextRef="#ctx0" brushRef="#br0" timeOffset="80865.75">31040 3850 1112 0,'0'0'146'0,"100"-4"-44"16,-50 4-32-16,-8 0-26 15,-4 2-26-15,-6 10-20 16,-8 3 11-16,-5 5-18 16,-6 4 23-16,-8 0-24 15,-5 5 24-15,0-2-31 16,-8-3 0-16,-5-5-80 15,-3-9-98-15,6-9-175 16,3-1-261-16</inkml:trace>
  <inkml:trace contextRef="#ctx0" brushRef="#br0" timeOffset="81547.44">31372 3710 1023 0,'0'0'121'15,"0"0"15"-15,0 0-100 16,0 0-26-16,0 0-16 16,0 0 27-16,6 60-31 15,-4-41 23-15,1-2-36 16,1-2-3-16,-1 1-22 16,4-3 11-16,5 3 22 15,1-1-6-15,2 0 23 16,3 1-9-16,2-1 20 15,0 1-4-15,-1-3 39 16,-2-4-11-16,-1-2 10 16,0-3-22-16,-3-2 22 0,0-2-2 15,-1 0-21-15,-1-13-8 16,2-3-12-16,-4-6 7 16,2-1-17-16,-5-3 20 15,0-2-25-15,-5 3 26 16,-1 0-30-16,0 4 13 15,0 7-18-15,0 4 5 16,0 5 1-16,0 5-1 16,0 0 8-16,2 0-18 15,10 2 26-15,3 6-2 16,3 2 31-16,3-2-20 16,-1-2 21-16,0-3-21 15,-2-1 11-15,-5-2-14 16,1 0 1-16,-5 0 1 15,1-5-5-15,-3-8 6 16,1-2-14-16,-4-2 16 16,-4-2-25-16,0-2 23 15,0 4-30-15,0 0 17 16,-15 8-17-16,-2 5 20 16,-3 4-11-16,4 5 1 15,-1 17 7-15,5 4-1 16,5 3 18-16,7 2-2 15,0-3 18-15,7-2-19 16,13-3 18-16,5-5-21 16,4-5 18-16,-3-7-32 15,0-4 0-15,-3-2-50 16,-5 0-56-16,-4-11-137 0,-2-4-250 16</inkml:trace>
  <inkml:trace contextRef="#ctx0" brushRef="#br0" timeOffset="81689.08">32101 3750 1250 0,'0'0'77'0,"0"0"50"15,0 0-40-15,0 0-46 16,0 0-44-16,-9 0-10 16,-13 0-112-16,-7 0-263 15</inkml:trace>
  <inkml:trace contextRef="#ctx0" brushRef="#br0" timeOffset="87713.25">26166 3345 504 0,'-20'0'1'0,"1"8"1"16,5 10 24-16,1 8 0 15,5 4 6-15,8 6 44 16,0 3-2-16,0 3-2 15,15 3-11-15,1-3 9 16,-1-1-36-16,2-2 6 16,-3-3-26-16,-2-5-4 15,-2-4-8-15,-3-7-2 16,-3-3 1-16,-4-3-11 16,0-4-39-16,0-3-69 15,-11-6-28-15,-5-1-98 16,-3 0-131-16</inkml:trace>
  <inkml:trace contextRef="#ctx0" brushRef="#br0" timeOffset="87873.6">26094 3747 703 0,'0'0'26'16,"0"0"24"-16,88-1-42 15,-56 1-29-15,-3 0-82 16,-6 0-110-16,0 0-237 16</inkml:trace>
  <inkml:trace contextRef="#ctx0" brushRef="#br0" timeOffset="88343.48">26010 4092 380 0,'0'0'61'0,"0"0"97"0,108 4-11 15,-48-4-35-15,5 0-38 16,6 0-25-16,-4 0-51 16,-2 0 10-16,-11 0-14 15,-8 0-24-15,-11 0-51 16,-11 0-70-16,-11 0-167 15</inkml:trace>
  <inkml:trace contextRef="#ctx0" brushRef="#br0" timeOffset="88898.37">26352 4385 638 0,'0'0'74'0,"0"0"14"15,0 0-18-15,0 0-25 0,0 0-26 16,-17-51 11-1,5 48-33-15,-2 3 2 16,-2 0-8-16,-1 0-4 0,4 11-2 16,1 3 2-1,7 1-1-15,5 2-15 0,0-3 14 16,1-2 11-16,18 1 19 16,1 1-12-16,0 2 24 15,2 4-4-15,1 1 9 16,-4 5-7-16,-5 5-8 15,-5-1 8-15,-3 3 16 16,-6-3 34-16,0 0-34 16,0-6-13-16,-9-5-3 15,-1-3 30-15,-3-5-23 16,0-6 9-16,0-3-19 16,3-2 6-16,1 0-11 15,1-11-11-15,2-6-1 16,6 0-9-16,0-4 2 15,0 2-31-15,14-4-6 16,3 3-48-16,8-1-50 16,1-2-78-16,0 0-99 15</inkml:trace>
  <inkml:trace contextRef="#ctx0" brushRef="#br0" timeOffset="89400.12">25949 3538 659 0,'0'0'15'0,"-36"138"56"16,17-44 7-16,4 13 5 15,-1 5-29-15,4 5-32 16,9-3-24-16,3-7 9 15,3-13-14-15,25-11 15 16,12-15-17-16,8-13 0 16,11-16-46-16,5-12-48 15,1-10-84-15,-5-14-267 16</inkml:trace>
  <inkml:trace contextRef="#ctx0" brushRef="#br0" timeOffset="89770.37">26637 3724 736 0,'21'128'10'16,"-2"4"-11"-16,-4 5 1 16,-11-11 15-16,-4-7 37 15,0-10 51-15,-7-11-43 16,-6-15-48-16,-3-16-14 15,-6-11 10-15,-2-11-13 16,-9-13 1-16,-4-18-100 16,-7-11-51-16,-4-4-370 15</inkml:trace>
  <inkml:trace contextRef="#ctx0" brushRef="#br0" timeOffset="90016.58">27120 3139 1104 0,'0'0'6'15,"-56"120"3"-15,10-33-4 16,-10 13 4-16,-6 3-25 16,-10-3-167-16,-2-6-459 15</inkml:trace>
  <inkml:trace contextRef="#ctx0" brushRef="#br0" timeOffset="92485.64">26146 5871 799 0,'0'-21'53'0,"0"-2"37"16,-6-1-19-16,-5 4-43 16,-3 5 28-16,1 3-23 15,-5 7-2-15,-2 5-23 16,-2 0-8-16,-4 17-2 16,1 14 0-16,4 4 4 15,5 10-5-15,4 7 15 16,8 2-10-16,4 3 21 15,0 0-3-15,11-3 16 16,7-2-19-16,0-3 15 16,1-6-5-16,2-2-10 15,-4-7-7-15,-7-3-8 16,-4-5 4-16,-3-4-12 16,-3-4 10-16,0-1-29 15,-12-7-15-15,-5-4-60 16,-2 1-45-16,-1-7-87 15,-5 0-43-15,1 0-183 16</inkml:trace>
  <inkml:trace contextRef="#ctx0" brushRef="#br0" timeOffset="92664.55">25896 6173 936 0,'0'0'36'16,"0"0"75"-16,0 0-41 16,0 0-72-16,89-10 1 15,-70 4-100-15,3-4-149 16,1-6-320-16</inkml:trace>
  <inkml:trace contextRef="#ctx0" brushRef="#br0" timeOffset="92863.74">26467 5918 958 0,'0'0'-21'0,"0"0"24"15,-57 91-90-15,40-68-109 16,1-4-307-16</inkml:trace>
  <inkml:trace contextRef="#ctx0" brushRef="#br0" timeOffset="93239.58">26576 6308 1227 0,'0'0'17'0,"0"0"-10"16,0 0 14-16,0 0-30 15,0 0-53-15,0 5-116 16,0-5-148-16</inkml:trace>
  <inkml:trace contextRef="#ctx0" brushRef="#br0" timeOffset="93736.78">26936 6283 415 0,'0'0'31'0,"0"0"82"16,0 0 19-16,0 0-47 15,0 0-28-15,0 0-26 16,-19-73-17-16,-1 69-14 15,-2 4 2-15,-4 0-16 16,2 8 13-16,1 7-7 16,5 4 18-16,10-1-19 15,6 2 13-15,2-1-11 16,10 1 12-16,13 2-6 16,12 1 0-16,1 2 4 15,3 7-1-15,2 4 18 16,-1 3 8-16,-8 5 36 15,-5 2 19-15,-11-3 19 16,-7-4-27-16,-6-2 4 16,-3-5-23-16,-9-5-1 15,-14-4-9-15,-2-3-17 16,-5-8-5-16,-6-2-17 16,1-8 7-16,-2-2-19 15,2 0 16-15,-1-15-40 16,1-5-3-16,8-5-62 15,5-5-50-15,9-2-123 16,9-3-112-16</inkml:trace>
  <inkml:trace contextRef="#ctx0" brushRef="#br0" timeOffset="94414.72">27275 6319 685 0,'0'0'98'0,"0"0"37"16,0 0 55-16,0 0-23 15,91 2-69-15,-53-2-18 16,2 0-47-16,-1 0 0 16,-1 0-36-16,-5 0 12 15,-4-2-80-15,-10-5-124 16,-2-1-265-16</inkml:trace>
  <inkml:trace contextRef="#ctx0" brushRef="#br0" timeOffset="94868.84">28243 6259 464 0,'0'0'34'0,"0"0"-6"15,0 0 40-15,0 0-38 16,0 0-30-16,4-14-5 15,-4 13-38-15,-6-1-39 16,-1 1-120-16</inkml:trace>
  <inkml:trace contextRef="#ctx0" brushRef="#br0" timeOffset="95307.16">28295 5857 662 0,'0'0'86'0,"0"0"67"15,0 0-32-15,0 0-70 16,-84-23-39-16,69 42-6 16,3 10-9-1,6 3 21-15,6 8-5 0,0 6 21 16,0 1-24-16,10 1 13 16,6 1-7-16,-3 0 4 15,1-1 5-15,-2 0 0 16,0-6-4-1,-3-3-7-15,-4-2 4 0,-2-6-21 16,-3-2 17-16,0-10-21 16,0 1 14-16,-3-5-38 15,-9-5-25-15,-2-3-73 16,-2-4-108-16,-4-3-117 16</inkml:trace>
  <inkml:trace contextRef="#ctx0" brushRef="#br0" timeOffset="95472.36">28139 6296 840 0,'0'0'58'16,"0"0"80"-16,104-23-102 15,-69 19-21-15,-5 1-23 16,-1 1-9-16,-3-2-166 15,-2-2-139-15</inkml:trace>
  <inkml:trace contextRef="#ctx0" brushRef="#br0" timeOffset="96029.13">28644 6292 1263 0,'0'0'56'0,"0"0"18"15,0 0-34 1,0 0-33-16,0 0-2 0,0 1-46 16,0-1-60-16,0 0-169 15,0 0-284-15</inkml:trace>
  <inkml:trace contextRef="#ctx0" brushRef="#br0" timeOffset="96539.5">29095 6264 503 0,'0'0'110'0,"0"0"18"16,0 0-4-16,0 0-51 16,0 0-26-16,-22-71-29 15,1 67-20-15,-4 4-2 16,0 0-8-16,1 7 13 16,1 10-13-16,8 1 8 15,7 1-11-15,8 2 10 16,0 1-15-16,0 1 20 15,17 3 0-15,3 1 2 16,1 3 3-16,3 3 12 16,-1 2 30-16,-4 4 4 15,-2 0 21-15,-4 1-1 16,-4-2 22-16,-8-5-30 0,-1-2-1 16,0-4-21-16,-7-5 3 15,-10-4-10-15,-6-5-8 16,-5-2-6-16,-2-6-12 15,0-2 2-15,-2-3-16 16,0 0 11-16,2-16-43 16,4-4-19-16,4-8-73 15,3-6-88-15,8-5-213 16</inkml:trace>
  <inkml:trace contextRef="#ctx0" brushRef="#br0" timeOffset="96770.33">29378 5657 1073 0,'0'0'26'0,"0"0"8"16,-39 110 7-16,16-67-34 16,-3 0-26-16,-1-1-140 15,-4-4-189-15</inkml:trace>
  <inkml:trace contextRef="#ctx0" brushRef="#br0" timeOffset="97792.09">25519 6889 596 0,'0'0'46'16,"85"0"0"-16,-5 0 73 15,24-8-27-15,28-3-17 16,21 1-37-16,22 0 5 15,22-2-38-15,9 7 1 16,10 1-8-16,4 3-1 16,3 1 4-16,-2 0-3 15,-3 0 7-15,-6 0-7 16,-8 0 12-16,-12 0-21 16,-17-6 19-16,-21-5-17 0,-21-1 18 15,-29 1-11-15,-23 1 33 16,-22 5-9-16,-23 1-3 15,-13 2-1-15,-14 2-11 16,-9 0 1-16,-7 0-23 16,-19 0-8-16,-3 7-110 15,-9 1-84-15,-2-1-150 16</inkml:trace>
  <inkml:trace contextRef="#ctx0" brushRef="#br0" timeOffset="98758.79">27427 7471 564 0,'0'0'59'0,"0"0"78"16,0 0-37-16,0 0-28 15,3-34-11-15,-3 26-16 16,0 0-12-16,0 0-26 16,-10-2 6-16,0 2-21 15,-5-1 12-15,-1 5-18 16,-2 1 9-16,-1 3-9 15,0 0 12-15,0 7-3 16,2 12-1-16,4 0 4 16,3 1-1-16,5 0 5 15,5-3-7-15,0-2 9 16,5-3-16-16,12-4 13 16,6-4-8-16,2 0 15 0,4 0-15 15,0 3 8-15,1 3-3 16,-1 9-1-16,-6 5 2 15,-3 7 0-15,-7 7 3 16,-1 2-9-16,-4 0 17 16,-2-2-13-16,0-2 40 15,-3-6 13-15,-3-3 29 16,0-2-21-16,-5-4-3 16,-15-4-8-16,-6-3-18 15,-3-5-13-15,-8-6-15 16,-2-3 7-16,1 0-27 15,2-7-22-15,-1-14-59 16,5-5-55-16,7-9-122 16,5-4-164-16</inkml:trace>
  <inkml:trace contextRef="#ctx0" brushRef="#br0" timeOffset="99175.05">27593 7170 870 0,'0'0'73'0,"0"0"18"16,0 0-6-16,0 0-49 15,0 0 16-15,72 7-28 16,-53 1-2-16,-7 0-28 16,-7 7 13-16,-5 5-6 15,0 2 11-15,-8 2 0 16,-7-2-6-16,1 0 3 15,2-5-13-15,8-2 13 16,4-6-17-16,0-1 18 16,16-1-25-16,13-3-3 15,8-1-47-15,6-2-58 16,1-1-104-16,-1 0-131 16</inkml:trace>
  <inkml:trace contextRef="#ctx0" brushRef="#br0" timeOffset="101671.78">24849 6928 848 0,'17'-4'79'16,"6"0"66"-16,2 2-57 16,-1-3-65-16,-3 1-3 15,-3 1-26-15,-4-1 0 16,-7-1-140-16,-7-3-196 16</inkml:trace>
  <inkml:trace contextRef="#ctx0" brushRef="#br0" timeOffset="101856.46">24836 6783 1003 0,'0'0'13'15,"0"0"-14"-15,0 0 10 16,0 0-76-16,98-20-103 15,-66 11-366-15</inkml:trace>
  <inkml:trace contextRef="#ctx0" brushRef="#br0" timeOffset="104257.32">24969 8776 940 0,'13'0'27'0,"3"0"18"0,0-2 20 16,1-1-51-16,-3-1-12 15,-2 0 2-15,-4 1-28 16,0-2-98-16,-5 1-77 16,-3 0-93-16</inkml:trace>
  <inkml:trace contextRef="#ctx0" brushRef="#br0" timeOffset="104476.46">24888 8606 883 0,'0'0'28'0,"0"0"8"15,0 0 43-15,0 0-70 16,103-24-4-16,-63 16-120 15,0 1-125-15,-1-3-388 16</inkml:trace>
  <inkml:trace contextRef="#ctx0" brushRef="#br0" timeOffset="105867.38">25516 8615 616 0,'0'0'45'16,"0"0"68"-16,0 0 7 15,-5 2-17-15,5-2 6 16,0 0-34-16,0 0 1 16,0 0-28-16,0 0 18 15,-2 0-34-15,2 0 10 16,0 0-25-16,0 0 2 16,0 0-1-16,13 0-4 15,9 0 10-15,10 0-9 16,11-2 13-16,8-4-23 15,5-2 24-15,3 0-28 16,-1 1 14-16,-5 2-18 16,-7 0 10-16,-7 2-5 15,-10 1 0-15,-12 2 3 16,-2 0-10-16,-9 0 10 16,-6 0-13-16,0 0 17 15,0 0-24-15,0 0 14 16,0 0-31-16,0 0-4 15,-6 0-52-15,0 0-43 16,2 0-117-16,-1 0-175 16</inkml:trace>
  <inkml:trace contextRef="#ctx0" brushRef="#br0" timeOffset="107566.77">23709 3980 107 0,'0'0'14'0,"0"0"39"0,-77 105-19 16,58-67 16-16,7 1-26 16,9 0-3-16,3-1-8 15,3-2 29-15,22-5 3 16,9-3-7-16,7-3-30 16,6-9 7-16,10-5-8 15,3-4-3-15,2-7-2 16,5 0-1-16,-1-4 0 15,0-11-11-15,-4-4-5 16,-6-2-21-16,-4-3 0 16,-9-3 28-16,-7-1 21 15,-10-3-12-15,-6-4 2 16,-9 2-4-16,-8-4 3 16,-3 0 17-16,0-5 1 15,-19 0 1-15,-10 0-14 16,-6-2 1-16,-10 5-16 15,-2 1 21-15,-11 9 27 16,-3 5-6-16,-5 11-17 16,-2 9-10-16,-4 4-8 15,1 5 3-15,1 17-1 16,7 9-4-16,5 9-53 16,8 5-79-16,9 3-102 15</inkml:trace>
  <inkml:trace contextRef="#ctx0" brushRef="#br0" timeOffset="127975.68">19437 5863 497 0,'0'-11'29'15,"0"2"43"-15,-1 0 29 16,-5-3-47-16,0 1-3 16,-2 1-7-16,2 0 3 15,-3 2-24-15,0 2 19 16,-2 1-25-16,1 5 40 15,-3 0-43-15,-1 0-8 16,-1 0-8-16,-2 11-1 16,2 5 6-16,2 4-8 15,5 7 8-15,2 4-6 16,4 5 21-16,2 3 1 16,0 5 33-16,0-1-14 15,9 1 14-15,0 0-15 16,5-1 21-16,-4 1-15 15,-1-2-28-15,1-2 1 16,-3-4-7-16,-1-1 20 16,-4-3-22-16,-1-7 9 15,-1-3-22-15,0-7 22 16,0-6-27-16,0-1 23 0,0-5-22 16,0-2 4-16,0-1-22 15,0 0-19-15,-6 0-39 16,-1-4-113-16,-6-5-66 15,-2-3-88-15</inkml:trace>
  <inkml:trace contextRef="#ctx0" brushRef="#br0" timeOffset="128192.59">19183 6293 820 0,'0'0'88'0,"0"0"42"15,0 0-87-15,0 0-31 16,91-11-16-16,-68 8 9 16,-1 1-94-16,0 0-119 15,-5 1-175-15</inkml:trace>
  <inkml:trace contextRef="#ctx0" brushRef="#br0" timeOffset="128449.85">19628 6318 759 0,'0'0'35'0,"0"0"115"0,0 0-47 15,0 0-61-15,85 0-35 16,-74 0-4-16,-5 0 0 16,-1 0-41-16,-5-6-106 15,0 0-117-15,0 0-245 16</inkml:trace>
  <inkml:trace contextRef="#ctx0" brushRef="#br0" timeOffset="128614.71">19648 6195 728 0,'0'0'77'15,"0"0"65"-15,0 0-84 16,0 0-39-16,0 0-30 15,0 0-38-15,88-2-147 16,-73 2-295-16</inkml:trace>
  <inkml:trace contextRef="#ctx0" brushRef="#br0" timeOffset="129962.16">20118 6115 469 0,'0'0'116'16,"0"0"14"-16,0 0-7 16,-2 0-19-16,2 0 1 15,0 0-45-15,0 0-8 16,6 0-1-16,4 0-19 16,0 0 0-16,3 0-15 15,3 0 15-15,-3 7-25 16,3 5 14-16,0 0-17 15,-2 3 17-15,1 1-24 16,2 0 14-16,-4 0-10 16,1-4-1-16,1 0 3 15,-4-3-5-15,1-1 4 16,-2-4-24-16,0-2-14 16,-3-2-50-16,2 0-27 15,-4 0-75-15,0-6-73 16,-4-6-144-16</inkml:trace>
  <inkml:trace contextRef="#ctx0" brushRef="#br0" timeOffset="130155.66">20310 6111 721 0,'0'0'118'0,"0"0"-6"15,-87 88-31-15,62-62-54 16,7-5-12-16,5-3-24 16,4-5 7-16,5-5-137 15,4-4-114-15,0-4-270 16</inkml:trace>
  <inkml:trace contextRef="#ctx0" brushRef="#br0" timeOffset="130993.14">20903 6375 634 0,'0'0'102'15,"0"0"37"-15,0 0 5 16,0 0-43-16,30 49-7 16,-24-35-26-16,0 5-5 15,-3-3-35-15,0 0 8 16,-3 1-23-16,0-4 12 16,0 1-29-16,-7-1 18 0,-8-2-16 15,-5 1-6-15,0-7-31 16,2-2-24-16,3-3-26 15,4 0-88-15,4-12-142 16,4-8-391-16</inkml:trace>
  <inkml:trace contextRef="#ctx0" brushRef="#br0" timeOffset="131745.38">21427 6205 631 0,'0'0'77'0,"0"0"38"16,0 0-15 0,0 0-55-16,0 0 1 0,-11-31-29 15,-2 30 8-15,-3-2-35 16,-3 3 13-16,-2 0-15 16,-1 0-9-16,2 3 12 15,1 6 2-15,4-2-6 16,4 1-22-16,5 1 19 15,5 0-5-15,1-1 14 16,0 0-24-16,13-5 28 16,4 3-2-16,6-4 12 15,3 4-8-15,-1-2 3 16,2 1 5-16,-1 7-2 16,-1 2 5-16,-4 4-3 15,-3 5 30-15,-2 2 4 16,-2 1 23-16,-3 2-18 15,-2 0 35-15,-3-2 0 16,1 3-3-16,0-1-21 16,-4-5-8-16,-3 0-12 15,0-2-15-15,0-5 5 16,0-2-21-16,-10-2 17 16,-6-4-23-16,-5-2 20 15,-5-4-33-15,-3-2-1 16,2 0-51-16,0 0-21 15,1-10-67-15,3-7-139 16,3-3-204-16</inkml:trace>
  <inkml:trace contextRef="#ctx0" brushRef="#br0" timeOffset="132237.1">21779 6273 761 0,'0'0'114'16,"0"0"59"-16,0 0-56 16,0 0-59-16,98 2 6 15,-77-2-53-15,-4 0-2 16,-5 0-12-16,-6-1-54 15,-4-4-83-15,-2-3-127 16,-3 1-239-16</inkml:trace>
  <inkml:trace contextRef="#ctx0" brushRef="#br0" timeOffset="132401.7">21803 6174 834 0,'0'0'58'0,"0"0"40"0,0 0-96 16,0 0 6-16,81 0-62 15,-64 0-139-15,0 0-369 16</inkml:trace>
  <inkml:trace contextRef="#ctx0" brushRef="#br0" timeOffset="133163.16">22165 6159 603 0,'0'0'26'0,"0"0"79"15,0 0-17-15,0 0-26 16,5 82 12-16,1-67-5 16,2-1-1-16,4-3-34 15,-1-3-4-15,4-4-14 16,-1-4 15-16,2 0-28 15,-1 0 17-15,-1-8-27 16,0-7 16-16,0-1-22 16,-3-4 4-16,-4 3-3 15,-1-1-5-15,-1 5 10 16,-3 1 1-16,-2 5 14 16,0 7-14-16,0 0 18 15,0 0-8-15,0 3 9 16,0 16-23-16,-2 6 30 15,0 6-1-15,2 9 21 16,0 6 25-16,2 5-3 16,15 2 7-16,4-2 1 15,-2 0 22-15,4-3-76 16,-3-10 5-16,-7-8-13 16,-4-4 23-16,-9-3-33 15,0-7 25-15,-14-2-11 0,-15 0 3 16,-9-5-8-1,-6-1-12-15,-6-4-10 16,-2-1-33-16,-1-3-4 0,0 0-42 16,0 0 0-16,5 0-115 15,3 0-149-15,4 0-324 16</inkml:trace>
  <inkml:trace contextRef="#ctx0" brushRef="#br0" timeOffset="134248.32">19508 6755 644 0,'0'0'97'0,"0"0"3"15,0 0-34-15,-1-37-7 16,-8 28-32-16,0-1-4 16,-2 2-29-16,-2 1 23 15,0 3-21-15,-2 4 11 16,1 0-12-16,0 0 6 16,2 15 1-16,-1 5 0 15,7 7 5-15,2 1 6 16,2 4 32-16,2 3-15 15,0 2 21-15,3-2-19 16,6 2 32-16,2-3-26 16,0-4 7-16,-3-2-24 15,-1-3-3-15,-1-2-6 16,-1-6-9-16,-4-2 2 16,-1-1-9-16,0-5 12 15,0 0-26-15,-3-2 2 16,-7-5-56-16,-6-2-28 15,0 0-138-15,-4-2-112 16,-3-10-204-16</inkml:trace>
  <inkml:trace contextRef="#ctx0" brushRef="#br0" timeOffset="134407.21">19341 6960 849 0,'0'0'108'0,"0"0"16"16,76-29-64-16,-48 20-41 16,-4-1-24-16,-2 0-3 0,-6 0-148 15,-2-3-220-15</inkml:trace>
  <inkml:trace contextRef="#ctx0" brushRef="#br0" timeOffset="134601.39">19739 6777 918 0,'0'0'-2'0,"0"0"1"0,0 0-36 16,-47 83-46-16,38-64-78 15,3-2-162-15</inkml:trace>
  <inkml:trace contextRef="#ctx0" brushRef="#br0" timeOffset="134898.56">20014 7049 1053 0,'0'0'133'0,"0"0"-21"15,0 0-82-15,0 0-33 16,0 0 13-16,0 0-37 16,72 0-51-16,-74-3-149 15,-14-3-310-15</inkml:trace>
  <inkml:trace contextRef="#ctx0" brushRef="#br0" timeOffset="135065.92">20014 7049 837 0,'47'-95'114'0,"-28"95"32"15,0 0-117-15,-6 0-28 16,0 0-2-16,-2-3-96 16,-5-3-164-16,0-4-411 15</inkml:trace>
  <inkml:trace contextRef="#ctx0" brushRef="#br0" timeOffset="135282.89">20263 6841 1047 0,'0'0'59'16,"0"0"66"-16,14 96-23 0,-7-65-48 15,-2-4-27 1,0-4-12-16,-1-6-18 0,-2-3 1 16,-1-6-75-16,-1-4-85 15,0 0-225-15,-1-4-411 16</inkml:trace>
  <inkml:trace contextRef="#ctx0" brushRef="#br0" timeOffset="136817.35">21566 6988 499 0,'0'0'115'15,"0"0"33"-15,0 0-46 16,0-20-42-16,-1 12 16 16,-7-1-35-16,0 3 8 15,-5 0-34-15,-2 4 5 16,-3 2-29-16,-1 0 12 15,-3 0-12-15,-1 12 3 16,4 3-4-16,3 0 1 16,6 1 3-16,3-1-11 15,7-3 20-15,0-3-15 0,0-4 22 16,7-1-32-16,8-2 22 16,2-2-6-16,3 0 10 15,2 0-5-15,0 0 3 16,-3 0-2-16,1 0 0 15,-5 0 2-15,0 0-10 16,-3 9 16-16,-1 10-8 16,1 4 44-16,-4 6-15 15,4 6 29-15,-3 1 3 16,1-1 5-16,-2 2-10 16,-1-3-11-16,-1-2 0 15,-1-6-1-15,-5-1-4 16,0-2-16-16,0-7 10 15,-12-1-33-15,-11-6 28 16,-4 0-35-16,-4-6 20 16,-3-3-35-16,0 0-1 15,1 0-20-15,6-12-18 16,4-8-25-16,5-6-76 16,5-6-130-16,10-6-226 15</inkml:trace>
  <inkml:trace contextRef="#ctx0" brushRef="#br0" timeOffset="137017.26">21826 6743 962 0,'0'0'27'0,"0"0"50"0,0 0-9 15,-58 86-57-15,38-58-5 16,3 1-21-16,-2-3-101 16,0-3-182-16,3-2-424 15</inkml:trace>
  <inkml:trace contextRef="#ctx0" brushRef="#br0" timeOffset="137586.48">21949 7160 896 0,'0'0'63'0,"0"0"104"15,0 0-85-15,0 0-35 16,85-6-39-16,-73 2-6 16,-4 4-6-16,-5-4-67 15,-1 3-64-15,-2-3-120 16,0 0-138-16</inkml:trace>
  <inkml:trace contextRef="#ctx0" brushRef="#br0" timeOffset="137784.76">21983 7063 772 0,'0'0'94'0,"0"0"20"15,0 0-69-15,0 0-28 16,0 0-15-16,0 0-6 16,58-9-51-16,-34 6-90 15,2 2-61-15,-1-3-117 16</inkml:trace>
  <inkml:trace contextRef="#ctx0" brushRef="#br0" timeOffset="138160.67">22363 6913 733 0,'0'0'99'16,"0"0"22"-16,0 0-14 15,0 0-30-15,0 0 9 16,15 30-15-16,-7-10-14 16,3 3 0-16,0 2-22 15,-1 2-4-15,0 4-29 16,0-5 20-16,-4 0-27 15,0-5 20-15,-2-2-24 16,-1-2 16-16,0-3-32 16,-3-5-34-16,2-2-41 15,-2-3-67-15,0-3-114 16,0-1-167-16</inkml:trace>
  <inkml:trace contextRef="#ctx0" brushRef="#br0" timeOffset="138367.34">22656 7090 1237 0,'0'0'47'0,"0"0"33"15,0 0-40-15,0 0-26 16,0 0-14-16,-6 0-50 15,-5-1-94-15,-2-2-219 16,-3 1-371-16</inkml:trace>
  <inkml:trace contextRef="#ctx0" brushRef="#br0" timeOffset="139172.24">23002 6932 542 0,'0'0'113'0,"0"0"22"15,0 0-60-15,0 0 7 16,0 0-28-16,4-35 1 16,-19 31-33-16,-3 4-10 15,-7 0-25-15,-1 0 15 16,1 9-10-16,3 5 9 16,1 1-3-16,8-1-1 15,3 0 2-15,8-4-2 16,2 1 6-16,0-3-11 15,0-1 17-15,2-3-17 16,11 0 25-16,0-1-21 16,5-3 18-16,-1 0-15 15,5 0 9-15,-1-10-5 16,0-3 0-16,-1-3-4 16,-5-4-5-16,-3-2 11 15,-5-2-18-15,-2-3 16 16,-5-2-17-16,0-2 19 15,0-2-25-15,-5 2 11 16,-5 3-12-16,1 5 15 16,0 3 5-16,1 10 0 15,-2 9 3-15,0 1-8 16,1 4 11-16,4 19-13 16,0 6 39-16,4 4-11 15,1 3 51-15,0 2-11 16,1-2 6-16,9-3-42 15,1-4-2-15,1-4-16 16,2-5-6-16,0-6 5 16,-2-3-35-16,2-7-38 0,-1-1-68 15,-1-3-57 1,-1 0-153-16</inkml:trace>
  <inkml:trace contextRef="#ctx0" brushRef="#br0" timeOffset="139638.35">23141 6889 734 0,'0'0'24'0,"0"0"57"15,0 0-22-15,0 0 13 16,0 0-4-16,2 65-28 16,5-55-17-16,-1-4-19 15,2-2 9-15,-3 0-9 16,4-3 16-16,0-1-26 15,-1 0 25-15,1-1-28 16,1-10 20-16,-3-2-25 16,1-4 0-16,-3 0-6 15,2-2-16-15,-4 3-24 16,0 4-1-16,0 2 44 16,0 4 6-16,-1 6 20 15,0 0-24-15,1 14 37 16,-3 8 22-16,0 7 35 15,2 6-13-15,-1 4 22 16,5 3 3-16,1 4-2 16,3-2-14-16,7-1-24 15,-2-2 15-15,2-4-38 16,-1-4 4-16,-4-8-21 16,-7-5 18-16,-5-5-35 0,0-3 23 15,-17-5-15 1,-13-1 3-16,-8-4-15 15,-7-2-34-15,-1 0-13 0,-3 0-29 16,6-8-11-16,4-2-101 16,3-3-99-16,4-1-132 15</inkml:trace>
  <inkml:trace contextRef="#ctx0" brushRef="#br0" timeOffset="139886.34">22779 7165 990 0,'0'0'124'16,"0"0"58"-16,132-4-105 15,-66 2-9-15,7-3-44 16,1 1 3-16,-4-1-37 15,-7 1 15-15,-11 0-71 16,-10 0-61-16,-11 0-106 16,-11 0-116-16,-9 4-192 15</inkml:trace>
  <inkml:trace contextRef="#ctx0" brushRef="#br0" timeOffset="140586.96">22997 7532 614 0,'0'0'109'15,"0"0"45"-15,0 0-27 16,0 0-36-16,0 0-21 16,-26 3-50-16,3 9-14 15,-3 4-10-15,1 3 15 16,-2 2-16-16,4 3 22 15,3-4-14-15,8 0 20 16,6-5-17-16,6 0 10 16,0-3-4-16,3-3 5 15,14-3 9-15,4-5 0 16,4-1 2-16,0 0-26 16,0 0 12-16,1-8-21 15,-3-7 21-15,-3-6-28 16,-4-3 18-16,-3-2-25 15,-5-6 9-15,-6-3-14 16,-2-1-2-16,0 0 0 16,0 1-5-16,-4 7 10 15,-2 5 3-15,2 9 26 16,1 8-17-16,0 6 33 16,-1 0-25-16,-2 9 18 15,2 13-21-15,-1 2 13 0,2 8 17 16,-1-1 10-16,4 0 6 15,0 2-9-15,4-5 4 16,8-2-13-16,3-2 16 16,0-5-36-16,2-6 18 15,-2-1-31-15,-2-5 19 16,0-4-42-16,-3-1-12 16,1-2-40-16,-2 0-35 15,0-12-73-15,0-4-149 16,-1-3-201-16</inkml:trace>
  <inkml:trace contextRef="#ctx0" brushRef="#br0" timeOffset="140831.35">23230 7545 784 0,'0'0'186'15,"0"0"-39"-15,0 0-27 16,0 0-35-16,84 77-15 15,-63-63-38-15,-2 0 5 16,0-5-24-16,-4 2-1 16,-3-4-7-16,-1-3-6 15,-3-3-6-15,-1-1-42 16,1 0-5-16,-3-5-44 16,3-11-48-16,0-3-60 15,-4-4 24-15,2-1-122 0,-3 3-138 16</inkml:trace>
  <inkml:trace contextRef="#ctx0" brushRef="#br0" timeOffset="140970.76">23442 7527 604 0,'0'0'145'0,"0"0"4"15,-86 63-10-15,50-35-39 16,2 0-23-16,1-4-64 16,4 1-5-16,5-6-13 15,6-5-67-15,2-6-129 16,6-4-155-16</inkml:trace>
  <inkml:trace contextRef="#ctx0" brushRef="#br0" timeOffset="149961.25">26504 8625 476 0,'0'0'52'15,"0"0"29"-15,0 0-28 16,0 0 10-16,0 0-5 16,0 0-23-16,0 0 5 15,3 0-19-15,0 0 13 16,0 4-17-16,1-4 14 15,2 0-24-15,0 0 23 16,5 3-15-16,1-3 4 16,3 0 3-16,1 0-2 15,5 0-7-15,-2 0-16 16,1 0 10-16,0 0-14 16,-1 0 18-16,1 0-20 15,-4 0 20-15,1 0-21 16,2 0 17-16,-3 0-10 15,2 0 3-15,0 0 1 16,2 0-2-16,-1 0 4 16,0 0-9-16,1 0 14 15,0 0-16-15,-1 0 19 16,4 0-18-16,-2-3 20 16,1 3-22-16,3-4 16 15,-1 4-9-15,4-3 2 0,-2 2 2 16,1-2-6-16,-1 3 9 15,2-3-12-15,-4 2 15 16,-2 0-17-16,-3 1 22 16,-2-3-24-16,0 3 21 15,-2 0-19-15,-2 0 13 16,3 0-4-16,0 0-1 16,1 0 3-16,1 0-7 15,2-1 13-15,1-2-18 16,1 1 21-16,-3-1-22 15,4 2 24-15,-3-2-24 16,-1 3 23-16,-2-1-21 16,2 0 11-16,0-1-1 15,-1 2-3-15,0-1 4 16,2-1-6-16,0 2 11 16,2-2-13-16,-2 0 14 15,3 2-16-15,-1-2 19 16,-1 0-21-16,1 2 18 15,-3 0-13-15,0 0 5 16,-1 0 3-16,1 0 3 16,0 0 16-16,0 0-26 15,2 0 10-15,1 0-15 16,1 2 21-16,-1 0-21 16,1 2 20-16,3-4-20 15,-3 0 15-15,2 0-9 16,-2 0 2-16,-3 0 2 15,-1 0-3-15,-1 0 7 16,0 0-13-16,-4 0 16 16,2 0-18-16,0 0 23 0,0 0-23 15,0 0 21-15,1 0-19 16,-1 0 13-16,1-4-7 16,1 4 1-16,2 0 2 15,3-4-3-15,1 4 6 16,1 0-11-16,4 0 16 15,3 0-20-15,-2 0 24 16,0 0-24-16,1 0 21 16,-4 0-18-16,1 0 11 15,-4 0-3-15,-1 0-1 16,-4 0-1-16,-2 0 0 16,1 0 6-16,-1 0-12 15,-1-1 16-15,3-2-18 16,2 2 24-16,0-2-30 15,2 2 25-15,0-1-19 16,1 0 11-16,-2 0-2 16,1 2-4-16,0-2 0 15,-3-2-9-15,1 4 17 16,-1 0-14-16,3-2 16 16,-4 1-20-16,4 0 25 15,-5 1-21-15,0 0 15 16,-1 0-11-16,-1 0 8 15,3 0-1-15,-3 0-2 16,1 0 4-16,2 0-8 0,-2 0 14 16,0 0-16-1,0 0 17-15,-2 0-18 16,1 0 20-16,0 0-21 16,-3 0 15-16,1 0-19 0,-2 0 2 15,1 0 5-15,0 0 3 16,-3 0 8-16,4 0-15 15,-2-3 18-15,1 2-16 16,3-2 22-16,-1 2-25 16,2-1 25-16,0 2-24 15,-1 0 17-15,4 0-10 16,-2 0 2-16,2 0-7 16,-4 0 2-16,4 0 8 15,0 0-10-15,-1 0 13 16,1 0-20-16,-1 0 30 15,0 0-25-15,1 0 26 16,-4 0-20-16,1 0 8 16,-2-1-3-16,0 0 1 15,0-2 4-15,-2 3 4 16,0-4 3-16,0 4-13 16,-1 0 14-16,-1-3-23 15,2 1 28-15,0 0-19 16,0 0 28-16,0 1-22 15,1-1 5-15,-2 2-2 16,1 0-4-16,0 0 7 16,-3 0-15-16,-1 0 24 15,-1 0-9-15,0 0 9 16,-4 0-27-16,-1 0 20 16,-3 0-24-16,0 0 3 15,0 0-69-15,-16 0-141 16,-7 0-364-16</inkml:trace>
  <inkml:trace contextRef="#ctx0" brushRef="#br0" timeOffset="151364.48">26599 5857 392 0,'0'-5'74'15,"0"1"47"-15,0 2-3 16,0-1-32-16,0 0-8 16,0 1-11-16,-1 2-12 15,-2 0-21-15,-1 0 19 16,1 0-43-16,0 0 9 16,-1 0-18-16,-1 0 24 15,-2 0-21-15,-3 5 12 16,0 7 3-16,-6 3 1 15,-1 6 8-15,-5 2-12 0,0 4 6 16,-2 2-11 0,-5 1 10-16,0-1-20 0,3-2 18 15,1-3-29-15,8-5 20 16,1-5-18-16,9-6 8 16,2-4 0-16,5-4-10 15,0 0-28-15,5-4-18 16,11-10-15-16,3 2-49 15,1-4-79-15,-4 1-121 16</inkml:trace>
  <inkml:trace contextRef="#ctx0" brushRef="#br0" timeOffset="153094.68">26805 8178 542 0,'0'0'111'15,"0"-4"-3"-15,0 4 37 0,0 0-14 16,1 0-46-1,3 5-14-15,0 6 12 0,1 2-5 16,1 6-43-16,-3 5 6 16,1-3-37-16,0 2 21 15,-1-3-25-15,0-1 6 16,-2-4-6-16,1-3-4 16,-2-5-18-16,0-2-49 15,0-3-42-15,0-2-93 16,0 0-89-16,-10-2-318 15</inkml:trace>
  <inkml:trace contextRef="#ctx0" brushRef="#br0" timeOffset="153481.9">26606 8064 706 0,'0'0'100'16,"0"0"-10"-16,-57 79-13 16,45-46-13-16,4 1-8 15,5 1-38-15,3-2 19 16,0-1-21-16,17-4 2 16,4-2-15-16,6-3-3 0,2-4-1 15,1-3-18-15,2-6-23 16,0-7-77-16,-6-3-108 15,-4 0-254-15</inkml:trace>
  <inkml:trace contextRef="#ctx0" brushRef="#br0" timeOffset="153823.76">26924 8025 926 0,'0'0'109'16,"0"0"5"-16,74 99-34 15,-48-59-17-15,-1-4 3 16,-5 2-18-16,-6-2-21 16,-5-1 5-16,-9-7-29 15,0 0 13-15,-5-1-23 16,-16-6 18-16,-5-2-41 16,-6-2-28-16,-1-3-82 15,-1-6-146-15,3-7-264 16</inkml:trace>
  <inkml:trace contextRef="#ctx0" brushRef="#br0" timeOffset="154635.67">27258 8337 1179 0,'0'0'20'15,"0"0"54"-15,0 0-4 16,0 0-25-16,0 0-25 15,0 0-17-15,0 0 0 16,0 0-42-16,3 0-62 16,-3 0-145-16,0-4-203 15</inkml:trace>
  <inkml:trace contextRef="#ctx0" brushRef="#br0" timeOffset="155757.42">27454 8247 706 0,'0'0'32'15,"0"0"69"-15,0 0-10 16,0 0-6-16,0 43-11 16,0-32-38-16,0 1-1 15,0-4-17-15,6 0 13 16,3-4-24-16,1 0 15 16,4-4-20-16,1 0 14 15,0 0-17-15,0 0 9 16,1-8-5-16,-3-3-3 15,1-3 0-15,-2 0-11 16,0-1 9-16,-1 3-19 16,-5 3 16-16,1 1-21 15,-1 3 32-15,-3 2-18 16,2 3 19-16,0 0-18 16,-1 12 6-16,5 5 15 0,0 6 16 15,2 6 8 1,1 6-8-16,2 0 30 0,-1 3-16 15,4-1 21-15,-2-2-30 16,-1-3 18-16,-4-5-24 16,-2-7 10-16,-3-1-23 15,-3-6 0-15,-2-2-2 16,0-3-4-16,-4-1 8 16,-14-2-14-16,-5-1 11 15,-6-4-29-15,-1 0-2 16,-2 0-40-16,2-1 4 15,4-11-59-15,3-6-50 16,7-3-158-16,1-1-282 16</inkml:trace>
  <inkml:trace contextRef="#ctx0" brushRef="#br0" timeOffset="156911.85">28031 8255 544 0,'0'0'80'16,"0"0"70"-16,-5-1-32 16,5 1 0-16,0 0-33 15,0 0 3-15,2 0-38 16,12 0 6-16,5 0-11 16,10 0-3-16,4 0-16 15,5 0-8-15,5 0 4 16,-1 0-10-16,2 0 2 15,-6 0-20-15,-3-3 18 16,-8 2-23-16,-9 0 24 16,-4-1-40-16,-8 2-8 0,-5 0-43 15,-1 0-37 1,0-1-92-16,-1-3-201 0</inkml:trace>
  <inkml:trace contextRef="#ctx0" brushRef="#br0" timeOffset="159760.2">28672 8242 369 0,'-2'0'106'0,"2"0"50"0,0 0-7 16,0 0-36-16,0 0 6 15,0 0-44-15,0 0 1 16,0 0-22-16,3-4-7 16,6-3-12-16,1-2-3 15,0-4-9-15,2 0-16 16,1 1 5-16,0 0-17 16,-1 3 16-16,0 1-22 15,0 3 24-15,2 2-24 16,-5 3 20-16,1 0-17 15,0 0 9-15,0 6-2 16,-1 5 2-16,2 3 5 16,0 0-6-16,-1 3 12 15,3 0-17-15,0-1 18 16,-1 0-21-16,0-3 22 16,1 0-23-16,0-1 17 15,-3-4-13-15,0-2 5 16,-1 1-5-16,-3-5-20 15,-2 0-22-15,1-2-38 16,-1 0-35-16,0 0-90 16,-1-3-69-16,-2-6-195 15</inkml:trace>
  <inkml:trace contextRef="#ctx0" brushRef="#br0" timeOffset="160012.7">28991 8105 730 0,'0'0'96'0,"0"0"81"0,0 0-47 16,-89 90-58-16,65-63 7 15,1-2-49-15,3-1-6 16,4-5-33-16,3-3 20 15,6-4-31-15,1-5-39 16,6-3-60-16,0-4-67 16,0 0-98-16,2-4-285 15</inkml:trace>
  <inkml:trace contextRef="#ctx0" brushRef="#br0" timeOffset="160387.22">29434 7793 926 0,'0'0'93'16,"0"0"58"-16,-50 113-67 16,27-62-6-16,1 3-45 15,2 2 1-15,7 0-7 16,3-1-4-16,10-4 3 0,0-6-7 16,4-2 4-16,15-8-25 15,2-5 19 1,1-7-26-16,3-4 25 0,-4-7-27 15,-3-2-3-15,-4-6-50 16,-4-4-41-16,-7 0-137 16,-3-3-229-16</inkml:trace>
  <inkml:trace contextRef="#ctx0" brushRef="#br0" timeOffset="163622.07">29826 7922 323 0,'0'-3'56'16,"2"-1"7"-16,1 2 47 16,0-1-23-16,0-1 8 15,-1 1-34-15,-1-1 10 16,-1 4-19-16,0-4 0 16,0 2 4-16,0 0-11 15,0 2-18-15,-9 0-23 16,-3 0 3-16,-3 0-17 15,-5 0 21-15,-3 8-22 16,1 4 22-16,-1 6-23 16,3 0 21-16,5 0-11 15,4-2 1-15,5-4 2 16,6-3-4-16,0-2 6 0,0-3-6 16,13-4 14-1,3 0-13-15,4 0 21 16,3-7-21-16,-1-7 18 0,1-4-24 15,-2-5 15 1,0-3-8-16,-2-4 0 0,-2-4 2 16,-6-3-13-1,-2 0 1-15,-6-2-5 0,-3 1 20 16,0 2-16-16,0 4 18 16,-3 4-18-16,-4 7 21 15,-3 7-16-15,-2 5 10 16,2 7-2-16,0 2 2 15,0 0-3-15,4 19-6 16,3 4 11-16,3 9 3 16,0 1 36-16,3 5-15 15,7-3 16-15,5-2-24 16,-2-2 10-16,4-4-28 16,-4-2 5-16,0-3-4 15,0-5-4-15,-3-2 2 16,2-2-16-16,-5-6-34 15,0 2-59-15,2-6-53 16,-5-3-71-16,2 0-64 16</inkml:trace>
  <inkml:trace contextRef="#ctx0" brushRef="#br0" timeOffset="164105.91">30041 7816 490 0,'0'0'93'0,"0"0"38"0,0 0-13 16,0 0-26-1,0 0-23-15,26 56-15 16,-18-49-26-16,1 1 12 0,-2-4-33 16,2-3 17-16,4-1-23 15,-1 0 16-15,2 0-19 16,2-5 10-16,1-8-7 15,-4 2-3-15,3-5-3 16,-3 0-7-16,-1 3 9 16,-1 0-16-16,-3 5 19 15,-3 4-12-15,0 4 21 16,0 0-27-16,-2 6 21 16,0 11-9-16,0 10 17 15,1 4 13-15,-1 5 11 16,0 4 23-16,3 0-2 15,-3-1 18-15,2-1-33 16,0-5 19-16,-1-5-36 16,-2-6 13-16,-1-5-31 15,-1-8 16-15,0-1-23 16,0-2 6-16,-12-5-1 16,-11-1-7-16,-7 0-22 15,-6 0-43-15,-4 0-11 16,-4-4-56-16,5-4-69 15,2-6-137-15,1 0-299 16</inkml:trace>
  <inkml:trace contextRef="#ctx0" brushRef="#br0" timeOffset="164381.85">29713 8065 784 0,'0'0'78'0,"0"0"42"0,98-5 40 16,-37 2-28-16,10 1-72 16,5 1 0-16,1-1-41 15,-4 0-4-15,-8 2-12 16,-11 0-2-16,-9 0-9 15,-14 0-49-15,-9 0-36 16,-12 0-122-16,-7 4-128 16,-3 1-263-16</inkml:trace>
  <inkml:trace contextRef="#ctx0" brushRef="#br0" timeOffset="165040.06">29855 8344 689 0,'0'0'61'0,"0"0"32"0,0 0 17 15,0 0-30-15,0 0-27 16,-19 10-53-16,9 1 13 16,-2 3-21-16,5 3 19 15,1-3-4-15,3 0 18 16,3-3-3-16,0-3-1 15,0 0 2-15,2-5-9 16,11-3 17-16,4 0-19 16,3 0 9-16,3-11-26 15,2-4 21-15,-5-5-25 16,0-2 21-16,-4-4-21 16,-4-1 2-16,-3-2-9 15,-5 0 0-15,-3 3 6 16,-1 2-4-16,0 4 15 15,0 6-9-15,0 3 19 16,-4 5-22-16,-2 6 29 16,-1 0-28-16,-2 0 18 15,-1 9-13-15,4 7 6 16,2 7 3-16,4-3 14 16,0 9 9-16,0-4-8 15,3 1 15-15,7-2-22 16,6 0 16-16,0-2-26 15,4-6 15-15,-3 0-26 16,2-5 18-16,0-3-19 16,-3-4-29-16,1-1-34 15,-5-3-68-15,-1 0-103 16,-7-3-165-16</inkml:trace>
  <inkml:trace contextRef="#ctx0" brushRef="#br0" timeOffset="165295.66">30178 8337 771 0,'0'0'141'16,"0"0"25"-16,0 0-58 15,85 64-25-15,-63-45-20 16,1 0-28-16,-3-1-24 15,-4-1 5-15,0-4-20 16,-3-3 15-16,-3-1-24 16,-4-5 5-16,-2-3-62 15,-1-1-25-15,0 0-65 16,-3-12-97-16,0-7-137 16</inkml:trace>
  <inkml:trace contextRef="#ctx0" brushRef="#br0" timeOffset="165457.13">30328 8360 731 0,'0'0'137'0,"0"0"31"16,-105 76-78-16,73-54-73 16,5-6-7-16,9-3-55 15,4-9-130-15,7-4-217 16</inkml:trace>
  <inkml:trace contextRef="#ctx0" brushRef="#br0" timeOffset="165941.67">30525 7461 773 0,'0'0'110'0,"60"107"69"16,-28-42-58-16,0 5-35 15,-5 4-36-15,-4-1 10 16,-8-1-32-16,-4-4 21 15,-6-4-34-15,-5-8 9 16,0-6-22-16,-8-7 0 16,-9-4-5-16,-3-4-14 15,-5-3-30-15,-4-3-72 16,-2 0-52-16,-8-1-160 16,3-7-231-16</inkml:trace>
  <inkml:trace contextRef="#ctx0" brushRef="#br0" timeOffset="166697.45">29775 8529 563 0,'0'0'84'0,"0"0"40"15,0 0-3-15,0 0-26 16,107 13 8-16,-48-13-13 16,16 0-24-16,16 0-17 15,9 0-15-15,6 0 3 16,3 0-22-16,-6 0 8 15,-5 0-26-15,-11 0 25 16,-11 5-29-16,-12-2 22 16,-14-2-17-16,-8-1 7 15,-15 0-4-15,-8 2-1 16,-6-2 2-16,-4 0-26 16,-5 0-41-16,-1 0-78 15,0 0-115-15,-3 0-255 16</inkml:trace>
  <inkml:trace contextRef="#ctx0" brushRef="#br0" timeOffset="169895.01">28149 9078 751 0,'0'0'90'0,"0"0"16"16,0 0 22-16,-4 8-78 15,-1 7-3-15,4 6-7 16,-2 2 11-16,3 3-32 16,0-1 18-16,0-3-18 15,9 1 2-15,4-5-7 16,1-5-1-16,2-2 3 16,4-3-12-16,0-6 10 15,1-2-21-15,-1 0 21 16,3-12-24-16,-1-6 24 15,-1-6-28-15,-1-5 15 16,-2 0-18-16,-4-1 8 16,-2 5-1-16,-3 2-3 15,-1 7 9-15,-2 5-3 16,0 7 14-16,1 4-20 16,3 6 15-16,0 19-16 15,5 7 31-15,5 11-14 16,1 8 23-16,4 5-6 15,0 2 17-15,4 0 7 16,1-1 3-16,-1-5 4 16,-3-4-20-16,-3-6 10 15,-7-7-23-15,-5-3 9 16,-8-8-31-16,-3-2 26 16,-11-2-23-16,-20-2 19 0,-6-4-17 15,-8-2-4-15,-3-5-5 16,2-6-12-16,3-1-8 15,7-7-50-15,7-14 0 16,4-5-43-16,8-6-83 16,4-5-212-16,7-2-310 15</inkml:trace>
  <inkml:trace contextRef="#ctx0" brushRef="#br0" timeOffset="170296.37">28611 8876 1082 0,'0'0'28'0,"0"0"56"15,0 0-33-15,0 0 13 16,0 0-23-16,91 25-19 16,-71-12-6-16,-4 2-13 15,-7 1 11-15,-2 3-15 16,-7 3 29-16,0 0-27 16,-2-1 20-16,-7 0-26 15,3-4 17-15,0-6-11 16,4-2 0-16,2-3 1 15,0-2-4-15,8-2 7 16,9-2-11-16,8 0 18 0,5 0-25 16,6 0 5-16,0-8-58 15,2 0-37-15,-5-1-131 16,-4 3-144-16</inkml:trace>
  <inkml:trace contextRef="#ctx0" brushRef="#br0" timeOffset="174792.68">23229 8596 599 0,'0'-6'46'15,"0"2"43"-15,0-2 19 16,0 0-33-16,0 3 12 15,0-1-1-15,-6 2-26 16,-6 0-11-16,-5 2-36 16,-5 0-2-16,-3 8-17 15,-3 7 16-15,-1 8-21 16,1 3 22-16,4 0-22 16,5 3 20-16,6-3-14 15,9-3 5-15,4-7-2 16,1-3 0-16,24-5 7 15,6-8-7-15,8 0 13 16,4 0-14-16,3-16 17 16,-6-5-19-16,-4-3 18 15,-5-6-23-15,-5-1 17 16,-9-9-9-16,-7-3 2 16,-6-6-4-16,-4-3-16 15,0-6 2-15,-3 2-5 16,-11 0 21-16,-3 3-13 0,0 5 23 15,-3 6-21-15,3 8 23 16,0 8-19 0,0 8 14-16,3 6-7 0,0 10 1 15,5 2 13-15,5 12-13 16,3 15 6-16,1 11 2 16,0 8 37-16,11 8-23 15,3 5 28-15,3 3-23 16,0-1 23-16,-3-3-33 15,1-5 4-15,-4-7-11 16,0-9-8-16,0-7 1 16,-4-10-10-16,0-3-20 15,-4-11-60-15,0-4-69 16,-3-2-149-16,0-4-235 16</inkml:trace>
  <inkml:trace contextRef="#ctx0" brushRef="#br0" timeOffset="175193.82">23458 8207 900 0,'0'0'80'0,"0"0"76"0,0 0-78 15,0 0-23-15,46 8-20 16,-38 2-26-16,-1 0 4 16,-4 2-10-16,-3 2 22 15,0 3-19-15,0 0 23 16,-9 1-28-16,0-6 16 15,4 3-23-15,0-6 11 16,4 0-6-16,1-3 0 16,0-2 2-16,6-1-5 15,11-1 2-15,2-2-21 16,4 0 3-16,1 0-82 16,-3 0-105-16,-3 0-168 15,-5 0-275-15</inkml:trace>
  <inkml:trace contextRef="#ctx0" brushRef="#br0" timeOffset="175830.42">23792 8547 736 0,'0'0'47'0,"0"0"76"0,7 74-34 16,0-50 24-16,3-1-42 15,5-4 0-15,1-2-30 16,1-4 0-16,-2-3-22 16,0-5-5-16,-5-2-7 15,2-3-7-15,-6 0 9 16,-1-16-11-16,-2-6 13 16,-1-7-26-16,-2 0 19 15,0 0-25-15,0 5 19 16,0 5-14-16,0 3 17 15,0 11 0-15,0 5-3 16,0 0 1-16,0 8-11 16,0 12 14-16,7 12 1 15,6 4 22-15,2 8-17 16,2 5 29-16,6 4-12 16,2 1 30-16,3 1-12 15,3 0 5-15,-2-3-5 16,-3-9-21-16,-6-3-3 15,-12-9-8-15,-6-7 5 16,-2-7-20-16,-15-3 26 16,-18-5-27-16,-6-3 21 15,-12-4-38-15,-5-2-4 16,-4 0-38-16,-3 0-10 16,3-6-33-16,1-7-104 15,5-4-177-15,9-4-308 16</inkml:trace>
  <inkml:trace contextRef="#ctx0" brushRef="#br0" timeOffset="176109.85">22894 8857 1033 0,'80'-15'40'16,"27"1"96"-16,27 0-19 15,19 3-52-15,3 5 0 16,-5 4-48-16,-15 2 8 16,-20 0-34-16,-20 0 21 15,-25 2-41-15,-21 7-34 16,-20-1-76-16,-18 0-129 15,-12-1-159-15</inkml:trace>
  <inkml:trace contextRef="#ctx0" brushRef="#br0" timeOffset="176797.01">23348 9358 742 0,'0'0'26'0,"0"0"34"16,0 0 29-16,0 0-38 15,-91 45 13-15,72-22-15 16,2 1-20-16,6 0-14 15,1-1-1-15,5-1 2 16,5-5-7-16,0-4 11 16,0-2-18-16,8-6 20 15,7-3-14-15,1-2 18 16,5 0-28-16,-1-16 17 16,-1-7-20-16,-1-8 9 15,-2-7-7-15,-4-7-14 16,-4-5-7-16,-5-4-9 15,0-2 27-15,-3-1-5 16,0 7 21-16,0 9-20 16,0 9 25-16,-3 12-11 15,0 11 34-15,-2 9-11 16,-1 8-7-16,3 19-21 16,3 10 2-16,0 9 3 15,0 5 6-15,10 3 23 16,10-2 2-16,4 0 8 15,4-7-28-15,1-4 19 16,2-6-33-16,-6-6 10 0,1-6-15 16,-4-7-4-16,-4-6-29 15,-4-6-43-15,-4-4-80 16,-6 0-159 0,-4-15-218-16</inkml:trace>
  <inkml:trace contextRef="#ctx0" brushRef="#br0" timeOffset="177051.82">23647 9331 941 0,'0'0'167'16,"0"0"-17"-16,0 0-66 15,80 80-26-15,-56-59-16 16,-1-2-11-16,-3-3-9 15,-1-1-17-15,-1-4 6 16,-10-1-20-16,1-3 11 16,-3-3-54-16,-3-4-1 15,-1 0-68-15,0 0-45 16,-1-11-95-16,-1-7-87 16,0-6-91-16</inkml:trace>
  <inkml:trace contextRef="#ctx0" brushRef="#br0" timeOffset="177208.61">23805 9339 732 0,'0'0'99'0,"-54"68"92"15,23-25-25-15,2 0-59 16,1-3-50-16,6-4-30 0,4-8-31 16,8-8 9-16,4-6-63 15,6-10-64-15,0-4-122 16,0-8-130-16</inkml:trace>
  <inkml:trace contextRef="#ctx0" brushRef="#br0" timeOffset="177647.95">23788 8914 904 0,'0'0'81'15,"0"0"22"-15,0 0 22 16,0 0-59-16,0 0 4 16,57 7-47-16,-44 4 6 15,-6-1-24-15,-1 2 7 16,-1-2 4-16,-5 3-2 16,0-1 6-16,0-2-11 15,0-1 8-15,0-1-21 0,0-2 16 16,3-2-22-1,6-3 23-15,5-1-25 0,4 0 13 16,3 0-26-16,5-3-32 16,-2-6-83-16,-1-2-174 15,-7 1-364-15</inkml:trace>
  <inkml:trace contextRef="#ctx0" brushRef="#br0" timeOffset="185169.9">8564 10868 559 0,'0'1'76'16,"0"-1"25"-16,0 0 16 0,1 0-41 15,1 2-16-15,-1 1 0 16,2-1 5-16,4 4-17 15,-3 2 0-15,1 1-1 16,1 5-12-16,0-1 13 16,-2 3-49-16,-1-3 46 15,2 0-40-15,-3-4 25 16,-1-1-28-16,1-5 16 16,1-1-14-16,0-2 9 15,2 0 9-15,8-10 2 16,6-16 14-16,9-13-12 15,5-14 10-15,6-9-38 16,7-11 17-16,-1-1-25 16,4 1 14-16,-4 9-78 15,-2 10-52-15,-10 11-223 16,-10 14-634-16</inkml:trace>
  <inkml:trace contextRef="#ctx0" brushRef="#br0" timeOffset="191630.59">26432 7587 440 0,'-3'0'12'0,"0"0"35"0,-1 0 63 16,-2-4-49-16,-3 0-13 15,1-1-8-15,-1-1-11 16,-5 2 12-16,-1 0-7 15,-1 2 6-15,-1-1-34 16,-3 2 9-16,-2 1-22 16,0 0 13-16,1 0-10 15,-2 6 3-15,4 4-1 16,0 4-13-16,6 7 6 16,2 5-10-16,2 8 22 15,3 7-13-15,4 5 20 16,1 6-18-16,1 7 18 15,0 0-18-15,-2 3 16 16,1 3-10-16,0-1 1 16,-5 2-9-16,2 0-3 15,1-2 6-15,0 0-6 16,0-1 20-16,0 2-17 16,-1 1 22-16,1-4-17 15,-7 5 25-15,3-3-26 16,-5-2 9-16,2-2-2 15,3-2-2-15,4-8 2 16,0-1-4-16,3-5 8 16,0-4-12-16,0-2 15 0,0 2-17 15,0-4 22-15,-2 2-18 16,-2-3 14-16,0-6-14 16,1-1 23-16,-1-5-12 15,1-3-8-15,0-4 3 16,3-7-7-16,0-2 10 15,0 0-11-15,0-3 16 16,0-3-13-16,0 0 22 16,4 1-20-16,3-1 15 15,0 2-14-15,2-3 6 16,4 4-2-16,2-2-2 16,5 2 6-16,3-2-3 15,6 2 11-15,3-3-19 16,5 3 17-16,2-1-21 15,0-2 20-15,3 1-30 16,-2-2-61-16,1 0-158 16,1 0-293-16</inkml:trace>
  <inkml:trace contextRef="#ctx0" brushRef="#br0" timeOffset="193166.07">31020 7393 351 0,'0'0'21'0,"0"0"39"16,62-9 30-16,-40 7-25 15,-1 2-33-15,-2 0 23 16,0 0-38-16,-4 8 0 16,-1 11-8-16,-2 3 16 0,-4 6-13 15,2 8-3-15,-1 7 9 16,-5 9-4-16,2 8 6 15,-2 11-13 1,-4 7 8-16,0 6-18 0,0 4 18 16,-10 2-23-16,-1 0 17 15,-5 1-16-15,-2-4 8 16,4 0-3-16,1 0 2 16,3 0 2-16,0-2-6 15,7-2 45-15,0-2-41 16,3-7 11-16,0-5-18 15,0-2 22-15,0-5-12 16,6-4 33-16,-2-4-17 16,-4-5 2-16,0-2 1 15,0-7 12-15,0-2 5 16,0-2-19-16,-3-6 2 16,0-1-22-16,3-3 22 15,0-3-3-15,0-3 6 16,0-4-36-16,0-3 38 15,8-2-11-15,2-5-7 16,-2-3 0-16,3 2-1 16,-3-4-2-16,-2 2-9 15,-2-2 14-15,-2-1-17 16,-2 0 25-16,0 0-14 16,0 0 45-16,-5 0-24 15,-9 0-2-15,-8 0-24 16,-2 0 1-16,-7 0 8 15,-2 0-4-15,-5 0 0 0,-2 0-12 16,0 0 15 0,-1 0-36-16,-2 0-7 0,7 4-39 15,4 0-1 1,9-1-107-16,3-2-120 0</inkml:trace>
  <inkml:trace contextRef="#ctx0" brushRef="#br0" timeOffset="194820.17">25701 8250 427 0,'0'0'10'15,"0"0"21"-15,0-1 20 16,0-6-15-16,0 3 20 15,0-3 0-15,0 1-21 16,0-2-16-16,0 0 13 16,0-2-18-16,1-2 15 15,4-1-10-15,0-1 15 16,1-5-25-16,5-3 9 16,0-1-24-16,5-3 6 0,3 0 3 15,4-1-9-15,3-2 6 16,3 2-12-16,7-1 17 15,0 2-15-15,1 5 19 16,3 2-17-16,-2 2 16 16,0 3-17-16,1 5 14 15,2 2-10-15,-1 2-1 16,2 2-8-16,-3 3 1 16,-3 0 7-16,0 0-5 15,-6 0 18-15,-4 10-17 16,-3 0 19-16,-1 4-18 15,-3 0 18-15,-3 0-13 16,1 3 16-16,-3-2 0 16,2-2-1-16,-1 1 5 15,-2-5-5-15,0 0 6 16,-3-3-15-16,0-2 12 16,-6-4-17-16,-1 4 20 15,-1-4-16-15,-2 0 37 16,0 0 13-16,0 0-3 15,-3 0-42-15,-3 0-7 16,-1 0-7-16,1-4-22 16,2 2 1-16,1 0-14 15,0 0 12-15,1 0-32 16,1-1 23-16,-1 0-11 16,1-2 9-16,-3 1-57 15,1 2-91-15,2-1-93 16</inkml:trace>
  <inkml:trace contextRef="#ctx0" brushRef="#br0" timeOffset="195256.59">26578 7893 381 0,'0'0'77'16,"0"0"-6"-16,0 0-12 15,0 0-13-15,0-25 2 16,0 21-30-16,0 0-5 16,0-1-10-16,0 4 1 15,0-2 2-15,0 3 4 16,0 0 8-16,0 0-8 16,0 0 10-16,1 0-8 15,1 0 23-15,0 10 12 16,3 1 5-16,-2 3-3 15,1-4-13-15,-1 1-3 16,0 0 6-16,-2 0-6 16,-1-2 7-16,0 0 20 15,0 1-33-15,0-2 10 16,-6-2-19-16,-7 0 15 16,2-1-31-16,-6-1 18 15,-2-4-18-15,-1 4 6 16,-2-4-7-16,1 3-2 15,3-3-1-15,-1 0-34 16,8 0-22-16,2 0-74 16,3 0-89-16,6 0-132 15</inkml:trace>
  <inkml:trace contextRef="#ctx0" brushRef="#br0" timeOffset="196526.73">25707 8154 255 0,'0'0'31'0,"0"0"12"16,0 0 19-16,0 0-15 15,3-61-19-15,1 45 9 16,3-4-20-16,1 3 4 15,0-2-17-15,1-2-3 16,1-1 3-16,1 1-1 16,0 2 10-16,2-5 3 15,-1 1 6-15,5 0-17 16,0 2 13-16,-1-1-15 16,4 1 11-16,1 2-18 15,2-1 6-15,1 3-2 16,2 2-1-16,0 0 2 15,3 3-4-15,1-1 8 16,2 2-10-16,1 2 10 16,2-3-14-16,-2 2 16 15,2-3-18-15,-1 4 15 16,1-2-12-16,-2 2 7 0,-4-1-7 16,0 3-11-16,-3 1 8 15,-2-1 5-15,1 0 9 16,1 3-9-16,-3-1 13 15,2-3-14-15,1 4 16 16,0-2-15-16,1 2 11 16,0-2-8-16,1 2 4 15,-1 0-1-15,-2 0-2 16,0 1 2-16,-1-1-6 16,-1 1 9-16,0 2-9 15,-1-3 12-15,2 1-12 16,4 1 14-16,1-1-17 15,1-2 0-15,2-1-6 16,2 3 12-16,0-1 2 16,-5 1-3-16,1 1 5 15,-4 0-19-15,-3 2 2 16,-4-1 0-16,1 1 16 16,-4 0-13-16,1 0 18 15,-4 0-10-15,0 0 7 16,0 0-5-16,1 0 2 15,0 0 0-15,3 0-5 16,-1 0-1-16,3 0-20 16,-2 0-17-16,2 0-38 15,-6 0-5-15,-3 0-17 16</inkml:trace>
  <inkml:trace contextRef="#ctx0" brushRef="#br0" timeOffset="197844.82">27898 7550 133 0,'0'0'27'16,"0"0"-17"-16,0 0-5 16,92 28-1-16,-73-19 5 15,1 3 10-15,-4-1-4 16,-2 3-11-16,-2 2 3 16,1 1-8-16,-1 4 16 15,2-2-3-15,-1 1 6 16,4-2-9-16,1-1 23 15,3-1-11-15,1 1 6 16,-2-2 5-16,2 1-13 16,-2 0 2-16,-1-1-13 15,0 2 3-15,-3-3-13 16,-2-1 12-16,-4-4-16 16,0 1 14-16,-4-5-15 15,-2 2 13-15,-1-6-6 16,0 1 5-16,-3 0 15 15,0-2 1-15,2 0 9 16,-1 0-8-16,2 0 7 16,0 0-28-16,0 0 9 15,-3 0-17-15,4 0 9 16,-4 0-17-16,0 0 5 16,0 0-1-16,0 0 1 0,0 0 10 15,0-4-2 1,0 0 6-16,0 3-11 0,0-4 10 15,0 2-18-15,0 0 9 16,0 2-27-16,1-2 5 16,4 3-10-16,-1-4 30 15,0 4 5-15,1 0 0 16,-2-4 4-16,0 0-3 16,1 0 11-16,-3 0 5 15,2 0 13-15,1-3-24 16,1 0 18-16,-2 2-10 15,1 0 10-15,-1 1-10 16,1 3 14-16,0 0 3 16,-1 1 7-16,2 0 3 15,-1 0-29-15,1 0 11 16,0 5 0-16,4 1 9 16,-3 2-24-16,1 0 14 15,-1 2-12-15,0-4 20 16,-1 1-7-16,-2 0 17 15,0-3-5-15,-2 0-3 16,-1 0 4-16,0 0 7 16,0-3 25-16,0 3-13 15,-11 0-1-15,-2 0-40 16,-6-1 11-16,-1 1-26 16,-3 1 13-16,-3-1-14 15,-3 0-28-15,2 2-57 16,3 2-113-16,0-3-153 15</inkml:trace>
  <inkml:trace contextRef="#ctx0" brushRef="#br0" timeOffset="198982.71">24722 11068 833 0,'0'0'42'15,"37"0"80"-15,-12 0 7 16,2 0-89-16,-2 0 2 16,0 0-42-16,-5 0 17 15,-6-1-29-15,-2-2-5 16,-7 2-75-16,-3-3-81 15,-2 0-106-15,0-2-220 16</inkml:trace>
  <inkml:trace contextRef="#ctx0" brushRef="#br0" timeOffset="199162.89">24730 10942 837 0,'0'0'69'16,"0"0"22"-16,0 0-18 16,0 0-65-16,0 0 7 15,80-7-66-15,-51 1-170 0,4-1-365 16</inkml:trace>
  <inkml:trace contextRef="#ctx0" brushRef="#br0" timeOffset="200103.84">25582 10940 463 0,'0'0'125'0,"0"0"39"15,0 0-48-15,0 0 18 16,41 2 23-16,-14-1-45 0,5-1-17 16,3 0-43-1,0 0 8-15,-1 0-38 0,-2 0 1 16,-4 0-17 0,-5 0-4-16,-5 0 1 0,-6 0-21 15,-2 0-27-15,-4 0-57 16,-2 0-53-16,-1 0-155 15,0-1-220-15</inkml:trace>
  <inkml:trace contextRef="#ctx0" brushRef="#br0" timeOffset="200914.48">26414 10686 611 0,'0'0'67'0,"0"0"-7"0,0 0 61 16,-17 70-29-16,16-37-34 15,1 1-4-15,0-2-20 16,0-3-2-16,3-4-16 16,4-8 6-16,3-1-16 15,-3-7 10-15,0-3-24 16,5-6 25-16,-4 0-26 15,3 0 22-15,1-11-18 16,2-5 6-16,-1-5 0 16,0-4-7-16,-2-1 6 15,1-1-10-15,-5 3 13 16,0 4-16-16,-2 5 23 16,-2 5-21-16,-3 7 22 15,0 3-30-15,0 1 20 16,0 20-12-16,0 6 12 15,3 12 6-15,5 9 10 16,6 7 23-16,11 5 30 16,10 2 8-16,7-1-4 15,4 0 22-15,-1-6-77 16,-2-10 31-16,-10-4-10 16,-10-9 3-16,-11-9-27 15,-12-6 6-15,0-6 12 16,-20-6-4-16,-17-4-5 15,-3-1-28-15,-12 0 19 16,-3 0-39-16,0-1 7 16,-1-6-51-16,4 1 4 0,4-1-63 15,6-3-39 1,11-4-185-16,8-3-357 0</inkml:trace>
  <inkml:trace contextRef="#ctx0" brushRef="#br0" timeOffset="201967.09">27272 10690 517 0,'0'0'113'0,"0"0"21"16,0 0-25-16,0 0-22 15,0 11 23-15,0 6-21 16,0 2-19-16,3 4-35 15,3 2 23-15,0-1-29 16,0 0-3-16,1 1-15 16,-2-5-2-16,0 1-3 15,-2-5-5-15,0-5 4 16,-2 0-14-16,-1-3 15 16,2-7-41-16,-2 2-20 15,0-3-64-15,0 0-23 16,0 0-113-16,-6-7-127 15</inkml:trace>
  <inkml:trace contextRef="#ctx0" brushRef="#br0" timeOffset="202169.77">27176 10816 732 0,'0'0'113'0,"0"0"68"15,0 0-72-15,0 0-35 16,0 0-36-16,78-17-14 16,-45 15-35-16,1 2 25 15,3 0-76-15,0 0-85 16,-2 0-156-16,-2-1-338 16</inkml:trace>
  <inkml:trace contextRef="#ctx0" brushRef="#br0" timeOffset="202854.6">27846 10819 750 0,'0'0'65'0,"0"0"64"16,0 0-14-16,0 0-24 0,0 0-35 15,52-51-12-15,-38 42-29 16,2-1-9-16,-3 6 2 16,3 3-13-16,-3 1 16 15,3 0-15-15,-3 8 26 16,2 5-18-16,-1 7 28 15,1 2-27-15,0 0 24 16,2 3-17-16,2-1 2 16,1-3-1-16,2 1-8 15,-2-1 3-15,2-5-17 16,-2 1 19-16,-1-3-23 16,-3-3 23-16,-3-1-49 15,-2-3 10-15,-2-2-52 16,-2-2-36-16,-1-3-74 15,-3 0-43-15,0 0-106 16</inkml:trace>
  <inkml:trace contextRef="#ctx0" brushRef="#br0" timeOffset="203100.63">28201 10740 841 0,'0'0'135'15,"0"0"36"-15,-107 84-102 16,71-49-15-16,1-3-9 0,5-2-29 16,8-6-10-16,8-7-28 15,4-2-55-15,6-7-93 16,4-4-121-1,0-4-262-15</inkml:trace>
  <inkml:trace contextRef="#ctx0" brushRef="#br0" timeOffset="204613.07">28936 10433 293 0,'0'0'71'0,"0"0"29"16,0 0-33-16,-17-32-6 15,2 25-23-15,-2 3-9 16,-2 2-7-16,0 2-5 15,-2 0 3-15,-1 2-17 16,5 9 22-16,0 6-5 16,2 1 5-16,2-1-11 15,6 2 20-15,4-1-24 16,3-1 15-16,0-4-14 16,0-2 9-16,10-3 4 15,6-7-7-15,0-1 5 0,4 0-13 16,-3 0 7-1,-1-13-17-15,1-4 21 16,-3-3-28-16,-3-5 18 0,-1-3-24 16,-1-2-18-16,-2-4 2 15,2-4-5-15,-5 0 9 16,-1-1 11-16,0 1 13 16,-3 3-7-16,0 2 18 15,0 7-18-15,0 6 20 16,0 8-18-16,-3 6 21 15,1 6 0-15,1 0 23 16,1 18-31-16,0 8 9 16,0 6 33-16,7 7 13 15,8 0 19-15,-1 3-32 16,-2 0 0-16,2-5-34 16,-5 0 15-16,0-4-33 15,-1-7 15-15,-2-3-16 16,-2-5-12-16,1-4-58 15,-2-6-69-15,-2-6-93 16,0-2-189-16</inkml:trace>
  <inkml:trace contextRef="#ctx0" brushRef="#br0" timeOffset="205287.01">29163 10394 566 0,'0'0'90'0,"0"0"25"16,0 0-65-16,0 0 7 15,1 54-28-15,8-47 22 16,4-2-25-16,0-2 4 15,3-2-9-15,-3-1-15 16,4 0 1-16,-1 0-8 16,-2-4 11-16,-1-7-18 15,-2-1 19-15,0-2-22 16,-2 1 19-16,-5-1-27 16,-1 3 20-16,0 3-10 15,0 3 9-15,-3 5 0 16,4 0-5-16,-3 6-7 15,2 12 15-15,3 5 29 16,0 7-9-16,3 2 45 16,2 3-19-16,-1 0 26 15,2 1-34-15,1-2 24 16,-1-2-24-16,-1-7 4 16,-2-3-11-16,-2-5-14 15,-4-5 1-15,-3-1-17 16,0-3 17-16,-10-3-23 0,-13 1 22 15,-6-2-34 1,-5-3 10-16,0-1-42 0,-4 0 5 16,5 0-52-16,1-6-80 15,5-7-156-15,2 1-329 16</inkml:trace>
  <inkml:trace contextRef="#ctx0" brushRef="#br0" timeOffset="205617.75">28673 10603 722 0,'0'0'157'15,"129"-8"41"-15,-44 8-78 16,9 0-23-16,1 0-39 16,-1 0-13-16,-4 0-20 15,-11 0-17-15,-14 0-1 16,-13 2-10-16,-12 0-1 15,-12 0-65-15,-14-2-67 16,-11 0-177-16,-3 0-149 16</inkml:trace>
  <inkml:trace contextRef="#ctx0" brushRef="#br0" timeOffset="206286.39">28936 10951 557 0,'0'0'25'0,"0"0"62"15,0 0 1-15,-81 67-52 16,64-44 1-16,7 0 8 15,7-4-1-15,3-2-17 16,0-5 27-16,3-4-21 16,14-5 16-16,3-3-33 0,5 0 10 15,2-9-16 1,2-7 2-16,-3-5-6 16,-5-5-3-16,-3-3 2 0,-6-4-8 15,-5-3 8-15,-4-6-31 16,-3 2 21-1,0-2-17-15,0 6 30 0,-3 5-21 16,-7 8 21-16,1 9-11 16,-1 10 0-16,-3 4 6 15,3 11-7-15,1 12 5 16,1 9-10-16,8 7 20 16,0 2-6-16,0-3 35 15,14-1-18-15,4-4 22 16,3-7-36-16,2-2 11 15,0-8-19-15,2-2 1 16,-3-7-8-16,-1-4-29 16,-5-1-45-16,-3-2-75 15,-4 0-24-15,-5 0-78 16,-1-7-98-16</inkml:trace>
  <inkml:trace contextRef="#ctx0" brushRef="#br0" timeOffset="206518.08">29187 10957 509 0,'0'0'91'0,"0"0"106"15,0 0-87-15,0 0 23 16,91 60-33-16,-66-40-23 16,1 1-30-16,0-2-16 15,-3-3-3-15,0-2-19 16,-5-2 2-16,-3-4-19 15,0-3 20-15,-2-2-43 16,-2-3-15-16,-2 0-77 16,1-2-77-16,-6-11-111 0,2-3-144 15</inkml:trace>
  <inkml:trace contextRef="#ctx0" brushRef="#br0" timeOffset="206680.51">29404 10986 751 0,'0'0'133'0,"0"0"-9"16,-87 70-56-16,63-49-50 15,2-5-22-15,6-5 13 16,6-3-66-16,2-6-94 16,2-2-154-16</inkml:trace>
  <inkml:trace contextRef="#ctx0" brushRef="#br0" timeOffset="207253.65">28702 10114 571 0,'0'0'81'0,"-41"79"76"16,17-18-63-16,-2 11 12 16,0 9-50-16,3 8-25 15,7-1-26-15,9-1-4 16,7-6 4-16,0-9-7 15,22-7-14-15,11-12-66 16,7-10-76-16,2-7-122 16,1-9-191-16</inkml:trace>
  <inkml:trace contextRef="#ctx0" brushRef="#br0" timeOffset="207904">29771 10090 424 0,'0'0'71'16,"42"96"80"-16,-13-35-21 15,1 6 4-15,3 9-38 16,-4-2-31-16,-5 5-18 16,-6-1-1-16,-10-3 9 0,-8-3-23 15,0-5-1-15,-18-7-38 16,-11-4 27-1,-6-7-32-15,-7-5 18 0,-4-7-63 16,-3-6-88-16,3-4-147 16,-5-8-226-16</inkml:trace>
  <inkml:trace contextRef="#ctx0" brushRef="#br0" timeOffset="209729.59">25850 11349 304 0,'0'0'33'16,"0"0"25"-16,0 0 3 15,0 0-2-15,0 0-15 16,0 0 24-16,0 0-37 16,0 0 3-16,0 0-22 15,0 0-3-15,1 0-12 16,5 0 7-16,0 0-3 16,0 3-1-16,2 0 3 15,4 0-7-15,1-1 11 0,0 0-15 16,6-1 11-1,-2 0-16-15,2 0 17 0,1 2-15 16,0-2 15-16,0 2-8 16,2 1 0-1,-1 1 5-15,1-1-3 0,3 0 8 16,2-2-17-16,1 1 7 16,2-2-11-16,3 1 0 15,0-2-9-15,4 1 31 16,3-1-15-16,2 0 11 15,3 0-4-15,4 0 22 16,1 0 10-16,2 0-34 16,2 0 9-16,-2 0-14 15,-3 0 17-15,1 0-18 16,1 0 22-16,1 0-20 16,3-3 20-16,3-1-5 15,2 2 55-15,4-2-17 16,4 1-38-16,3 0-5 15,2 0-3-15,4 2 6 16,-1-2-10-16,5 2 17 16,0 1-18-16,1 0 27 15,-1 0-22-15,1 0 22 16,1 0-19-16,1 0 13 16,1 0-7-16,0 4-6 15,3-3 2-15,3-1-8 16,-2 3 11-16,1-3-14 15,-2 0 18-15,2 0-20 16,-2 0 23-16,-3 0-23 16,2 0 18-16,-2 0-14 15,0 0 5-15,0 0 0 16,-2 0 0-16,-4 0 1 0,0 0-7 16,-3 0 13-16,-4 0-19 15,-6 0 22-15,-1 0-22 16,-3 0 23-16,-4 0-24 15,-3 0 21-15,-7 0-12 16,-2 0 3-16,-7 0 3 16,-7 0-4-16,-8 0 5 15,-6 0-11-15,-7-1 15 16,-7 1-17-16,-4-2 22 16,0 2-14-16,0-1 36 15,0 1-52-15,-3-3-17 16,-2 2-25-16,-1-1-4 15,-1 1-30-15,1-2-156 16</inkml:trace>
  <inkml:trace contextRef="#ctx0" brushRef="#br0" timeOffset="210739.43">27665 11809 655 0,'0'0'71'0,"0"0"25"16,0 0-4-16,0 64-14 16,0-40-20-16,0 1-11 15,0-3-10-15,0-3 0 16,0-3-31-16,9-4 14 15,2 0-23-15,4-7 33 16,2-1-37-16,5-2 20 16,-3-2-21-16,4 0 11 0,0-6-4 15,0-7-5-15,-4-1-2 16,-1-4-14 0,-2 0 1-16,-1 0-19 0,-5 2 25 15,-1 2-10-15,-2 5 30 16,-3 2-26-16,-3 4 26 15,1 2-14-15,-1 1 6 16,1 1-6-16,1 15 6 16,3 4 13-16,5 7-4 15,1 4 22-15,5 4-5 16,0 4 33-16,5 2-34 16,-2-2 33-16,0 4-15 15,-1-4 16-15,-3-1-29 16,-2-3 4-16,-3-4-2 15,-4-2-7-15,-4-5 5 16,-3-4-21-16,0-4 22 16,-6 0-24-16,-15-3 23 15,-7-2-32-15,-4-2 25 16,-4-1-32-16,6-4 21 16,5-4-18-16,2 0-7 15,9-4-12-15,5-11-33 16,2-6-35-16,4-3-51 15,0-3-51-15,3-7-183 16</inkml:trace>
  <inkml:trace contextRef="#ctx0" brushRef="#br0" timeOffset="211173.53">28165 11619 897 0,'0'0'8'0,"0"0"89"15,0 0-6-15,0 0-32 16,33 13 2-16,-26-4-31 16,2 1 4-16,-3 3-25 15,1 1 27-15,-6 3-26 16,-1 2 23-16,0-1-32 16,0 1 21-16,0-2-19 15,-1-3 4-15,-3-3-2 16,4-3-5-16,0 0 4 15,0-3-11-15,11-1 17 16,7-4-22-16,5 0 26 16,7 0-33-16,2 0 11 15,4 0-58-15,3-3-36 16,-3-1-87-16,-6 2-124 16,-3 0-205-16</inkml:trace>
  <inkml:trace contextRef="#ctx0" brushRef="#br0" timeOffset="-212336.08">29197 10151 389 0,'-1'0'58'16,"1"0"45"-16,0 0 8 0,0 0-27 15,0 0-30 1,0 0 19-16,0 0-29 0,0 0 18 15,0 0-25 1,-1 0 14-16,-1 0-21 16,2 0 11-16,-1 0-13 15,-2 0-12-15,1-6 0 16,1-2-9-16,1-2 19 0,0 0-18 16,0-4 19-16,0 1-28 15,0-4 23-15,0 1-28 16,6-2 21-16,1 1-19 15,2 2 8-15,-1-2-2 16,1 3-3-16,1-1 4 16,3 1-8-16,0-1 13 15,4 2-19-15,4-1 22 16,3 0-23-16,5 1 25 16,3-1-26-16,7 3 20 15,1 2-15-15,4 1 5 16,3 1-2-16,7 0-6 15,2 4 8-15,2 2-10 16,4 1 20-16,-1 0-22 16,-1 0 23-16,-1 0-22 15,-4 1 26-15,0 5-23 16,-6-2 18-16,2 0-11 16,-5-1 4-16,-3-2 2 15,-7-1-3-15,-4 0 9 16,-6 0-6-16,-8 0 15 15,-6 0-25-15,-6 0 24 16,-3 0-26-16,-3 0 23 16,0 0-37-16,-18 0-30 15,-6 0-125-15,-9 0-132 16,-9 0-332-16</inkml:trace>
  <inkml:trace contextRef="#ctx0" brushRef="#br0" timeOffset="-211350.07">29175 9995 517 0,'0'0'106'0,"0"0"18"16,0 0-20-16,0 0-21 15,0 0 8-15,0 0-41 16,0 0 0-16,0 2-46 16,0 6 43-16,0 1-13 15,0 3 2-15,0 1-3 16,1-1-12-16,2-2-3 15,1 2-6-15,-1 0 11 16,0-1-19-16,0-1 22 16,0 2-25-16,-1-3 23 15,1 1-32-15,-1-2 21 16,1-1-17-16,-2-3 9 16,1-1-1-16,-1-1-3 15,2 0 5-15,-3-2-10 16,0 0 14-16,0 0-18 15,0 0 23-15,0 0-25 16,0 0 26-16,1 0-23 16,-1 0 21-16,5 0-15 0,2 0 8 15,5 0 2-15,5-3-3 16,4-5 6-16,4-3-14 16,1 2 15-1,1-2-24-15,-2 0 27 0,-5 2-28 16,-2 2 26-16,-4-1-27 15,-5 0 9-15,-2 1-27 16,-4 1-21-16,-2-1-54 16,-1 3-82-16,0 0-109 15,0 0-203-15</inkml:trace>
  <inkml:trace contextRef="#ctx0" brushRef="#br0" timeOffset="-210709.77">29072 9932 450 0,'0'0'101'16,"0"0"28"-16,0 0-38 16,0 0-28-16,0 0 19 15,0 0-30-15,1 0 13 16,2 4-28-16,2 6 52 16,0 3-41-16,4 4 6 15,-2 2-15-15,2 0-9 16,1 3 10-16,-1-1-30 15,-2-4 5-15,2-1-20 16,-1-3 17-16,-1-2-23 16,2-4 24-16,-3-2-65 15,1-4-35-15,-1-1-118 16,0 0-163-16</inkml:trace>
  <inkml:trace contextRef="#ctx0" brushRef="#br0" timeOffset="-209728.41">30717 10003 780 0,'0'0'102'16,"0"0"43"-16,0 0-25 16,56 0-25-16,-27 0-25 15,0 0-22-15,-2 0-32 16,-1 0 2-16,-7-4-28 15,-3 2 24-15,-4 0-45 16,-5 1-2-16,-6-2-66 0,-1 0-32 16,0-2-103-1,-10 0-228-15</inkml:trace>
  <inkml:trace contextRef="#ctx0" brushRef="#br0" timeOffset="-209513.74">30773 9903 789 0,'0'0'95'0,"0"0"53"0,0 0-7 16,0 0-111-16,78-2-3 15,-59 2-29-15,4 0-10 16,0-1-100-16,-4-2-142 15,1-1-233-15</inkml:trace>
  <inkml:trace contextRef="#ctx0" brushRef="#br0" timeOffset="-208914.66">31485 9999 840 0,'0'0'82'16,"0"0"66"-16,0 0-57 15,0 0-11-15,0 0-13 16,40-2 14-16,-18 2-43 16,-2 0 17-16,2 0-39 15,-6 0 14-15,0 2-31 16,-6-2 3-16,0 0-5 16,0 2-33-16,0-2-33 15,-1 0-70-15,2 0-75 16,1 0-194-16</inkml:trace>
  <inkml:trace contextRef="#ctx0" brushRef="#br0" timeOffset="-206699.09">32008 9867 729 0,'0'0'55'16,"0"-7"93"-16,0 3-40 15,0-1-31-15,0-1-38 16,10 0-11-16,2 0-3 15,2 1-10-15,0-1 10 16,1 5-13-16,2-1 20 16,-4 2-25-16,0 0 26 15,-3 0-35-15,3 9 22 16,-3 4-16-16,-1 4 8 16,4 2-2-16,0 1-7 15,0-1 6-15,2 1-12 16,-1-1 13-16,0-2-19 15,-2-3 22-15,-1-5-24 16,-2-1 25-16,-3-1-39 16,-2-3-2-16,-1-1-38 15,0-2-23-15,-3-1-40 16,2 0-62-16,0 0-32 16,0 0-131-16</inkml:trace>
  <inkml:trace contextRef="#ctx0" brushRef="#br0" timeOffset="-206466.32">32220 9794 800 0,'0'0'27'16,"0"0"65"-16,0 0 14 15,-88 87-52-15,74-67-45 16,3 1-1-16,3-1-17 16,2-3-28-16,0 0-88 15,2-3-57-15,-2-1-248 16</inkml:trace>
  <inkml:trace contextRef="#ctx0" brushRef="#br0" timeOffset="-206065.1">31956 10152 785 0,'0'0'100'16,"114"0"55"-16,-46 0-62 15,-2 0-32-15,-1 0-16 16,-9 0-17-16,-5 0-11 16,-8 0-23-16,-11 0 16 15,-6 0-50-15,-8 1-24 16,-8 2-87-16,-6-1-94 16,-4 0-127-16</inkml:trace>
  <inkml:trace contextRef="#ctx0" brushRef="#br0" timeOffset="-205379.8">32132 10411 697 0,'0'0'24'0,"0"0"47"16,0 0-2-16,0 0 15 15,0 0-13-15,23 53-25 16,-14-36-2-16,1-1-11 16,-1-3-9-16,-1-1-17 15,2-3 11-15,1-4-20 16,0-5 21-16,5 0-24 16,0 0 29-16,3-9-32 15,-1-9 16-15,1-2-18 16,1-2-1-16,-4 0 3 15,0 3-2-15,-6 2 7 16,-1 4-7-16,-3 5 20 16,-5 5-21-16,1 3 22 15,-2 0-29-15,0 9 29 16,0 11-14-16,0 8 24 16,0 12-10-16,0 7 1 15,1 7 25-15,8 5 65 16,5 3-21-16,2-1-72 15,1-3 26-15,1-6-5 16,-4-9 16-16,-4-7-40 16,-4-6 30-16,-6-9-35 15,0-5 20-15,-16-5 7 16,-11-3-3-16,-8-4-8 16,-7-4-16-16,-3 0 11 15,-4 0-31-15,2-12 6 16,-1-6-48-16,6-2 11 15,4-3-72-15,1-9-56 16,8-4-186-16,7-3-322 16</inkml:trace>
  <inkml:trace contextRef="#ctx0" brushRef="#br0" timeOffset="-203192.78">31345 9683 302 0,'0'0'52'0,"0"0"17"15,0 0-33-15,-85 89 15 16,66-61 2-16,3 1-15 16,0 3-6-16,3 3-19 15,2 0 9-15,-1 2-16 16,-1 2 19-16,0 0-28 0,3 1 18 15,-2-1-20-15,1 0 14 16,-1 1-8 0,2-2-1-16,2-2 2 15,2 0-5-15,3-1 5 0,0-6-9 16,3 2 13-16,0-3-16 16,0-1 23-16,0 0-24 15,4 1 21-15,-1 0-14 16,2 3 6-16,-4-2-1 15,5 1-3-15,-2 1 5 16,0 0-8-16,5-1 10 16,0 1-10-16,2-4 14 15,1-2-15-15,4-1 18 16,-2-2-21-16,2-4 17 16,0-3-16-16,1-3 8 15,-2 3 3-15,2-4-4 16,1-1 3-16,0 1-6 15,1-2 14-15,1 1-17 16,-1-1 12-16,0 1-28 16,1-1 0-16,-3 1-10 15,2 1 32-15,1-2-15 16,-4 1 10-16,4-2 5 16,1 2 0-16,-1-1 3 15,0-2-8-15,3 1 12 16,-1-2-14-16,1-1 19 15,2 2-21-15,-1-1 18 16,3-1-15-16,-1-1 12 16,1 3-6-16,0-2 7 15,-1-2-4-15,1 1-3 0,-1-2 5 16,-1 1-9-16,0 0 16 16,1 1-3-16,1-4 13 15,2 2-28-15,0-1 18 16,1-1-16-16,0 0 21 15,-2 0-5-15,-1 0-3 16,-4 0-3-16,-1 0-5 16,1 0 9-16,-3 0-9 15,-1 0 14-15,1 0-10 16,0 0 21-16,2 0-31 16,1 0 20-16,0-3-9 15,0 0 12-15,1-1-2 16,0-1-3-16,-1-2-4 15,2 2-9-15,-2-2 8 16,3-1-13-16,-1-2 14 16,0 1-16-16,0-1 22 15,-3-1-20-15,-1 0 24 16,1 1-12-16,-4-1 16 16,2-2 3-16,-2-1-3 15,1 3 2-15,3-3-6 16,-1-2 13-16,1-2-21 15,0-2 12-15,-1-3-24 16,1-2 22-16,-2-2-30 16,0-1 23-16,-2-1-18 15,-1 0 9-15,-2 1 0 16,-2 1 4-16,-5 1 9 16,0-1-3-16,-4-2 17 15,2 0-17-15,-2-2 19 16,0-2-22-16,-1-3 14 0,0-3-26 15,0-3 20 1,0-1-16-16,-3-4-2 0,0-3 3 16,0 1-5-16,0 1 6 15,-9-1-12-15,-2-1 18 16,-4 5-18-16,2 3 24 16,-3 1-24-16,0 2 31 15,1 3-27-15,0 1 15 16,-1 1-13-16,0 0 3 15,1 0 1-15,0 2-2 16,-1 0 2-16,0 1-12 16,-2 6 20-16,-3 0-25 15,1 5 23-15,-6 1-22 16,-1 1 19-16,-4 1-22 16,-3 3 20-16,-3-2-10 15,3 3 4-15,-4-2 3 16,2 5-7-16,0 1 13 15,-2 1-18-15,-5 1 19 16,1 4-30-16,-7 1 17 16,0 2-22-16,-3 0 31 15,-1 0-14-15,-1 0 13 16,-4 5-4-16,2 3 0 16,-3 3 3-16,4 0-7 0,1 0 11 15,1 2-14 1,4-1 14-16,7 5-29 15,3-2 18-15,3 5-21 16,8 2 32-16,4 1-16 16,5 3 10-16,3 1-3 15,5 2-23-15,-1-2-19 16,0-2-33-16,0-2-33 0,0-3-55 16,-5-5-93-16</inkml:trace>
  <inkml:trace contextRef="#ctx0" brushRef="#br0" timeOffset="-198274.97">7680 6605 398 0,'0'0'56'15,"0"0"-35"-15,0 0 1 16,0 7 0-16,-1 9-5 16,-2 3-3-16,3 6 14 15,0 5-3-15,0 3 5 16,0 1-11-16,0 3-5 15,1 2 0-15,2 3-13 16,0 2 4-16,1 1-10 16,-4 3 12-16,1 2-12 15,1-2 10-15,1 3-17 16,0-5 14-16,0-1-9 16,0-2-2-16,-2-1 6 15,1-1-13-15,-1-2-3 16,0 0-17-16,1-1 5 15,-1-1-10-15,2-1 26 16,1-4-9-16,-1-1 4 16,-1 0 15-16,1-4 8 15,0-2 0-15,-1 2-2 16,1-2 0-16,0-2-2 16,2-1 6-16,-2-3-10 15,1-2 10-15,1-3-9 16,1-3 11-16,0-4-16 0,3-4 15 15,2-1-8 1,2-2 4-16,5 0 9 0,-1 0 0 16,6 0-5-16,5 0-3 15,-1 0 23-15,3 0-18 16,1-2 8-16,3 0-12 16,0-2 13-16,-1 3-15 15,-1-1 8-15,2 2-13 16,0 0 3-16,-3 0 2 15,1 0 13-15,2 0 43 16,0 0-44-16,0 0-1 16,4 0-5-16,0 0 4 15,3-1-19-15,1-6 15 16,2 3-23-16,-1 0-15 16,0 0-16-16,2 3 2 15,-3-1-12-15,1 1 18 16,2 1 9-16,-1 0 13 15,0-3 19-15,0 1-6 16,0-2 9-16,-2-1-9 16,-1 0 8-16,2-1-16 15,-4 0 16-15,0 4-10 16,0-1-3-16,-2 3 7 16,-1 0-4-16,-2 0 8 15,-4 0-6-15,-1 3 16 16,-3 2-5-16,-3-2 23 15,0 1-11-15,-1-1 14 16,1-2-9-16,-1-1-3 0,1 0-19 16,4 0-2-1,1 0 0-15,2 0-8 0,0-2-5 16,-1-3-22-16,-2 1 14 16,1 0-18-16,-6 0 22 15,-1-1 5-15,-1-1 22 16,-5 1-10-16,-3 1 2 15,1 0-2-15,-5-1 1 16,1-1 10-16,1-2 20 16,0 0 3-16,0-1-20 15,3-1-3-15,-4-2-17 16,1-1 12-16,-1 2-13 16,-2-1 15-16,0-4-10 15,-2-1 22-15,-1-2 12 16,0-3 7-16,-3-3 17 15,1-3-22-15,-2-8-11 16,0 1-26-16,0-8 11 16,0-1-16-16,0-4 18 15,0-3-19-15,0 3 17 16,0 2-14-16,0 1 7 16,0 3 9-16,0 6 9 15,-2-2 5-15,-1 2-4 16,0-3 9-16,0 1-16 15,1 0-1-15,2-1-16 16,0 0 16-16,-1 3-19 16,1 4 13-16,0 4-12 15,0 1 7-15,-2 5-2 16,2 3 0-16,-4 1 1 16,1-1-3-16,0 2 9 15,-1 2-9-15,-5 2 9 16,0-2-14-16,2 3 14 0,-5 1-18 15,1 2 16-15,1 2-14 16,-1 2 12-16,-1 3-2 16,2 0-5-16,-5 1 2 15,2-2-6-15,-4 3 17 16,-1 0-15-16,-5-4 20 16,-1 2-18-16,-5 1 14 15,-4-2-18-15,-2 2 15 16,-2-2-10-16,-3 2 2 15,-1-3-1-15,-1 0-1 16,-1 1 7-16,-1-1-10 16,-2-1 12-16,-3 1-11 15,-6 1 16-15,-6 1-17 16,-1-1 13-16,-1-1-13 16,2 3 18-16,-1-2-7 15,3 0-6-15,4 1 1 16,6 0-4-16,3-2 8 15,5 2-11-15,5-1 15 16,7-1-16-16,0 0 18 16,3 1-24-16,0-2 18 15,-3 3-13-15,-4 2 7 16,-4 0-9-16,-10 0 7 16,-8 2-2-16,-7 11 8 15,-8 1 0-15,-3 2-7 16,0-2 14-16,2 1-11 15,9-4 16-15,8-1-11 16,10-4 8-16,11-2-12 16,8-3 3-16,10 1 0 15,7-1 1-15,4-1-3 0,4 0-3 16,0 0-8 0,0 0-6-16,0 0 17 0,0 0-9 15,0 0 18-15,0 0-21 16,-5 0-10-16,-2 0 22 15,-5 0 4-15,-3 3-2 16,1-1-2-16,-3 2 8 16,1-1-8-16,0 0 16 15,2 1-19-15,-3 1 12 16,5-1-16-16,1 0 19 16,3-3-23-16,1 0 16 15,3 1-15-15,4 2-37 16,0-3-73-16,0 2-101 15,0-3-11-15</inkml:trace>
  <inkml:trace contextRef="#ctx0" brushRef="#br0" timeOffset="-196360.8">24582 13245 907 0,'24'0'40'16,"4"0"112"-16,0 0-39 16,0-2-41-16,-5 0-21 15,-3-2-38-15,-5 4-2 16,-7-2-19-16,-3 2 19 15,-2 0-31-15,-3 0-9 16,0-2-74-16,0 0-43 16,-8-1-117-16,-7-2-268 15</inkml:trace>
  <inkml:trace contextRef="#ctx0" brushRef="#br0" timeOffset="-196155.18">24583 13104 946 0,'0'0'63'0,"0"0"59"16,0 0-62-16,0 0-65 15,0 0 13-15,97-19-86 16,-75 15-212-16,-1 0-359 15</inkml:trace>
  <inkml:trace contextRef="#ctx0" brushRef="#br0" timeOffset="-195350">25279 13144 756 0,'0'0'96'0,"0"0"93"16,0 0-47-16,0 0-56 16,93 0-3-16,-67 0-51 15,-2 0 12-15,1 0-48 16,-2 0 19-16,0 0-26 15,-3 0-4-15,3 0-43 16,2 0-62-16,1 0-75 16,0-5-124-16,-3-4-342 15</inkml:trace>
  <inkml:trace contextRef="#ctx0" brushRef="#br0" timeOffset="-194030.09">25899 13034 491 0,'0'0'73'16,"0"0"61"-16,0 0-57 15,-20 34-8-15,17-15 26 16,3-2-28-16,0 2-9 15,0-1-16-15,1-2 2 16,12-2-23-16,2-4 8 16,5-4-19-16,-1-3 26 15,2-3-37-15,1 0 20 16,-2-4-29-16,-1-10 15 16,0-1-15-16,-3-5-14 15,-4 0-12-15,-1-2-16 16,-3 2 3-16,0 3-7 15,-4 3 28-15,-1 6 0 16,1 8 37-16,-1 0-22 16,1 8 9-16,1 16 2 15,2 8 27-15,3 9 18 16,3 8 5-16,4 6 12 16,1 3 11-16,3 4 18 0,2-2-25 15,-4-2 9 1,1-4-38-16,-5-5 28 0,-7-5-35 15,-3-5 27-15,-5-9-29 16,0-6 3-16,-3-3-5 16,-11-7-9-16,-5-6-3 15,-4-6-12-15,-3-2 15 16,0 0-28-16,-4-6 9 16,-2-8-48-16,0-4 4 15,3-1-65-15,0-3-26 16,4 1-169-16,4-4-273 15</inkml:trace>
  <inkml:trace contextRef="#ctx0" brushRef="#br0" timeOffset="-192562.74">26696 12982 701 0,'0'0'72'16,"0"0"62"-16,1 27 25 15,-1-6-51-15,0 3-24 16,2 3-40-16,-1 0-5 15,1 1-16-15,1-5 1 16,0-1-23-16,1-5 13 16,-1-4-24-16,1-2 26 15,-1-5-35-15,-3-1-8 16,0-1-60-16,0-4-51 16,0 0-84-16,0 0-85 15</inkml:trace>
  <inkml:trace contextRef="#ctx0" brushRef="#br0" timeOffset="-192353.06">26595 13111 885 0,'0'0'66'0,"0"0"141"0,84-7-94 16,-41 4-34-16,2 0-66 15,1 0 1-15,-1-1-19 16,-3 0-7-16,-3 2-70 16,-9 1-116-16,-4-1-155 15</inkml:trace>
  <inkml:trace contextRef="#ctx0" brushRef="#br0" timeOffset="-191122.6">27206 13061 701 0,'0'0'77'0,"0"0"62"15,0 0-1-15,59-22-10 16,-28 7-46-16,2 0-15 16,-1 3-40-16,-2 1-1 15,-4 4-6-15,-5 7-6 16,-2 0-1-16,-7 3-16 15,-4 12 16-15,0 2-17 16,-1 5 23-16,-4 0-25 16,0-1 26-16,2 0-29 15,3 1 18-15,4 0-13 16,3-3 4-16,4-3 2 16,-2-1-3-16,2-4 6 15,1-4-15-15,-5-1 2 16,-1-2-42-16,-4-4-1 15,-3 0-82-15,-1 0-46 0,-4 0-112 16,-2-8-171 0</inkml:trace>
  <inkml:trace contextRef="#ctx0" brushRef="#br0" timeOffset="-190890.96">27544 12987 908 0,'0'0'113'16,"0"0"49"-16,-100 90-90 16,70-62-23-16,4-2-47 15,8-2 2-15,6-4-9 16,6-4-61-16,6-4-79 15,0-7-149-15,6-5-176 16</inkml:trace>
  <inkml:trace contextRef="#ctx0" brushRef="#br0" timeOffset="-189906.96">28275 12598 525 0,'0'0'128'0,"0"0"54"16,0 0-33-16,0 0-58 16,-61 39-19-16,31-5 11 15,-1 8-41-15,1 10 24 16,3 6-42-16,5 5 15 16,6 5-24-16,7 0 8 15,8 1-9-15,1-3-3 16,7-1 5-16,13-5-5 15,5 2 9-15,4-6-15 16,3-3 27-16,-2-5-36 16,-1-6 28-16,-5-6-32 15,-4-10 24-15,-6-5-26 16,-7-8 16-16,-3-5-14 16,-4-5-37-16,0-3-17 15,-13 0-48-15,-4-1-139 16,-4-14-260-16</inkml:trace>
  <inkml:trace contextRef="#ctx0" brushRef="#br0" timeOffset="-189069.07">28384 13101 705 0,'0'0'129'0,"0"0"92"15,0 0-60-15,0 0-48 16,84 0-60-16,-65 2 2 16,-2-2-51-16,-2 0 13 15,2 0-29-15,-4 0-4 16,3 0-70-16,-3 0-139 16,0-2-263-16</inkml:trace>
  <inkml:trace contextRef="#ctx0" brushRef="#br0" timeOffset="-188049.04">29023 12730 399 0,'0'0'117'0,"0"0"23"15,0 0-16-15,0 0-38 16,11 2 10-16,-2 0-11 16,3 4-22-16,2 0 4 0,2 5-17 15,1 1 6 1,3 4-31-16,-1 0 16 0,4 4-27 15,-1-1 19 1,-3 0-28-16,2-2 22 0,-2 2-22 16,-3-3 0-16,-3-3-1 15,-1-2-7-15,-4-3-5 16,-2-5-36-16,-3-3-4 16,0 0-93-16,-3 0-113 15,0-5-209-15</inkml:trace>
  <inkml:trace contextRef="#ctx0" brushRef="#br0" timeOffset="-187843.1">29228 12761 787 0,'0'0'42'0,"0"0"83"15,-81 75-54-15,59-49-56 16,-1-2-20-16,6 1 15 16,4-5-73-16,4-4-42 15,6-5-106-15,3-3-192 16</inkml:trace>
  <inkml:trace contextRef="#ctx0" brushRef="#br0" timeOffset="-187479.57">28997 13099 708 0,'0'0'81'0,"0"0"97"16,128 2-63-16,-69-2-10 15,6 2-44-15,0-1-11 16,-4 2-40-16,-8 1-4 15,-11-1-3-15,-10 1-7 16,-9-1-33-16,-7-2-86 16,-8 0-88-16,-6-1-132 15</inkml:trace>
  <inkml:trace contextRef="#ctx0" brushRef="#br0" timeOffset="-186402.36">29213 13440 563 0,'0'0'25'0,"0"0"109"15,0 0-41-15,0 88-23 16,0-65-16-16,0-1-12 16,9-5-5-16,4-4-15 15,3-3 18-15,1-5-27 16,2-5 13-16,1 0-27 16,-2 0 23-16,0-7-27 15,0-9 17-15,-1-3-18 16,-1-3 6-16,-3-2-4 15,-3 1-6-15,-1 2 8 16,-2 4-7-16,-4 5 15 16,-2 5-14-16,-1 7 20 15,0 0-22-15,0 10 21 16,0 13-24-16,0 8 32 16,0 10-15-16,2 5 12 15,5 2 28-15,3 1 14 16,6 0 6-16,-3-3-18 15,4-4 8-15,-5-5-29 16,-1-8 27-16,-5-4-27 16,-3-7 19-16,-3-5-31 15,0-7 23-15,-17-3-22 16,-8-2 2-16,-8-1-10 0,-6 0-23 16,-3-6-19-1,0-8-39-15,-1-3-15 16,4-8-114-16,4-3-152 0,5-6-445 15</inkml:trace>
  <inkml:trace contextRef="#ctx0" brushRef="#br0" timeOffset="-185750.71">29648 12439 634 0,'0'0'54'0,"0"0"-29"16,77 61 101-16,-31-13-48 15,6 11 1-15,4 12-9 16,-1 8 5-16,-3 5-27 15,-7 2 3-15,-13 1-17 16,-12-2 6-16,-13-1 6 16,-7-5-20-16,-9-2 11 15,-18-5-9-15,-3-8 9 16,-4-4-35-16,1-9 20 16,-2-5-30-16,5-9 23 15,4-7-27-15,3-6-2 16,4-7-31-16,6-8-37 15,3-6-36-15,2-3-64 16,2 0-122-16,0-4-291 16</inkml:trace>
  <inkml:trace contextRef="#ctx0" brushRef="#br0" timeOffset="-181882.57">25154 14158 302 0,'0'0'41'16,"0"0"46"-16,0 0 13 15,0 0-50-15,4 0-4 16,0 0-27-16,1 0 5 16,1 0 3-16,-1 0-8 15,1 0-6-15,0 1 3 16,0-1 9-16,-1 0-22 15,5 2 8-15,-2-1-19 16,2-1 22-16,0 0-18 0,1 0 23 16,4 0-24-1,1 0 7-15,0 0-1 0,1 0-1 16,2 0 3-16,0 0-8 16,-2 0 11-1,-1 0-15-15,1 0 18 0,-2 0-21 16,-3 0 20-16,-1 0-18 15,-1 0 17-15,3 0-12 16,-5 0 6-16,7 0-1 16,-4 0 0-16,4 0 3 15,4 0-8-15,-1 0 11 16,1 0-15-16,0 0 9 16,0 0-17-16,1 0 20 15,-1 0-20-15,-2 0 18 16,0 0-7-16,-4 0 6 15,2 0 0-15,-5 0-2 16,0 0 4-16,-2 0-7 16,0 0 12-16,1 0-16 15,-1 0 18-15,4 0-18 16,-4 0 20-16,3 0-19 16,-1 0 15-16,0 0-11 15,-1-1 3-15,-1 1 2 16,1-2-3-16,-3 2 7 15,-1 0-12-15,4 0 12 16,-3 0-19-16,0 0 18 16,-1 0-15-16,7 0 20 15,-2 0-19-15,5 0 5 16,-1 0-9-16,-1 0 8 16,1 0 7-16,-2 0-4 15,4 0 9-15,-6 0-14 16,3 0 28-16,4 0-16 0,6 0 11 15,3 0-26-15,10 0 25 16,5 0 23-16,11 0-32 16,0 0-4-1,7 0-2-15,3 0 4 0,5 0-6 16,0 0 10-16,3 0-7 16,1 0 16-16,3 0-21 15,-1 0 20-15,-1 0-23 16,0 0 17-16,0 0-16 15,-2 0 9-15,-2 0 0 16,1 0-3-16,-1 0 6 16,-3 0-9-16,-3 0 14 15,0 0-14-15,2 0 17 16,-4 0-23-16,-2 0 23 16,0 0-24-16,-2 0 20 15,-2 0-13-15,-2 0 3 16,1 0 5-16,-1 0-6 15,0 0 5-15,3 0-10 16,0 0 14-16,1 0-17 16,3 0 21-16,-2 0-21 15,2 2 23-15,0 0-24 16,2 1 18-16,-2 0-11 16,0 1 4-16,3-1 1 15,2-2-2-15,2 1 5 16,2-2-11-16,4 0 16 15,2 0-19-15,2 0 22 16,1 0-22-16,4 0 21 16,0 0-17-16,-2-2 11 15,3 0-7-15,1 0 2 0,2-1 1 16,3 1-4 0,0 0 6-16,5-5-9 0,-1 3 17 15,0-1-16-15,1 0 22 16,-5-1-26-16,0 1 23 15,-7-1-19-15,-2 2 16 16,-3-2 4-16,-7 2-3 16,0-2-3-16,-7-1-7 15,-8 1 9-15,-4 1-13 16,-8 1 18-16,-6 0-18 16,-11 1 29-16,-8 3-19 15,-8-3 20-15,-8 2-30 16,-1-1 10-16,0 0-20 15,-11 0-63-15,-6-1-90 16,-2-3-161-16</inkml:trace>
  <inkml:trace contextRef="#ctx0" brushRef="#br0" timeOffset="-180714.12">27417 14534 418 0,'0'0'113'0,"3"-10"37"0,-3 6-21 16,0 2-6-16,0 1-40 15,0 1-6-15,0 0-36 16,0 0-14-16,0 9-23 16,0 6 2-16,0 3 10 15,0 2 2-15,3-1 7 16,4-2-28-16,1-2 20 16,4-5-23-16,4-2 29 15,0-7-23-15,5-1 18 16,1 0-17-16,0-6-3 15,1-8-2-15,-2-4-11 16,0-1 6-16,-5-1-19 16,-5 2 16-16,-1 0-13 15,-3 4 31-15,-2 4-21 16,-4 3 22-16,-1 4-17 16,2 3 14-16,-2 0-8 15,1 10-7-15,2 12 14 16,3 9 7-16,4 7 8 15,2 8-15-15,5 7 30 16,6 0-17-16,-1 3 36 16,4-4-9-16,0 0 21 15,-5-9-30-15,-3-3 3 16,-7-8 0-16,-5-7-10 16,-6-3 9-16,0-2-11 0,-20-4 11 15,-6-1-30 1,-7-3 16-16,-2-2-35 0,0-3 35 15,2-7-39-15,3 0 15 16,4 0-48-16,1-14-10 16,5-7-16-16,0-4-46 15,4-8-91-15,3-5-189 16</inkml:trace>
  <inkml:trace contextRef="#ctx0" brushRef="#br0" timeOffset="-180278.69">27834 14286 1021 0,'0'0'52'0,"0"0"42"16,0 0 9-16,0 0-46 15,75 3-4-15,-50 6-42 16,-5 0 8-16,-4 2-13 16,-3 4 3-16,-9 2 5 15,-4 4-6-15,0-1 9 16,-4 3-22-16,-9-3 21 0,3-3-26 15,-2-5 29 1,5-3-30-16,6-4 25 16,1 0-24-16,0-5 15 0,7 0-6 15,13 0 1-15,6 0 4 16,4 0-11-16,4 0 1 16,-1 0-29-16,-4-2-5 15,-5-1-75-15,-5 3-77 16,-3-1-136-16,-10 1-215 15</inkml:trace>
  <inkml:trace contextRef="#ctx0" brushRef="#br0" timeOffset="-177828.4">8133 13534 656 0,'0'0'42'0,"0"0"54"16,0 0-11-16,2 0-20 15,1 0-1-15,0 0 14 16,0 0-26-16,4 3 2 16,-3 1-20-16,2 2 15 15,0 1-27-15,-2 1 14 16,3 3-21-16,-1 2-5 15,0 0 19-15,1 2-24 16,0 1 3-16,2-5-10 16,-2-1-1-16,-1 0 8 15,0-5 6-15,-2-2-19 16,3 0 26-16,-4-3-15 16,3 0 25-16,0 0-12 15,6-14 10-15,6-10 1 16,6-15-8-16,10-13 0 15,11-16-16-15,8-11 15 16,8-10-26-16,4-4 21 16,1 4-51-16,-1 5-29 15,-6 12-101-15,-8 15-196 16,-14 14-568-16</inkml:trace>
  <inkml:trace contextRef="#ctx0" brushRef="#br0" timeOffset="-176810.25">7954 12161 659 0,'0'0'46'0,"0"0"33"15,0 0-1-15,12 15-13 16,-3-2 43-16,-2 3-52 16,2 2 6-16,0-1-22 0,0-2 9 15,0-2-20 1,-1 0 0-16,-2-1 4 16,3-1-6-16,-5-1-1 15,1-1-9-15,0-2 11 16,0-2-23-16,2-3 15 0,5-2-22 15,8-2 34 1,9-22-18-16,10-15 15 0,10-14-37 16,7-11 24-16,9-10-14 15,3-4-4-15,3-2-12 16,-2 8-45-16,-1 7-36 16,-6 7-132-16,-13 13-245 15</inkml:trace>
  <inkml:trace contextRef="#ctx0" brushRef="#br0" timeOffset="-167092.39">24612 15651 839 0,'17'0'4'15,"5"0"139"-15,7 0-41 16,3 0-61-16,1 0-19 15,-3 2-17-15,-2 0 3 16,-8 3-15-16,-4-4 7 16,-12 0-87-16,-4-1-85 15,0 0-79-15,-17 0-235 16</inkml:trace>
  <inkml:trace contextRef="#ctx0" brushRef="#br0" timeOffset="-166911.99">24595 15527 1020 0,'0'0'14'0,"0"0"75"0,0 0 1 16,81-15-67-1,-50 11-32-15,0 1-68 0,-1-2-225 16,-5 0-396-16</inkml:trace>
  <inkml:trace contextRef="#ctx0" brushRef="#br0" timeOffset="-164009.71">25278 15677 633 0,'-2'-1'73'0,"2"0"47"15,0-1 6-15,0 1-34 16,2-1-40-16,7-2 31 16,5 4-20-16,2-2 22 15,2 0-40-15,-1 2 10 16,1 0-37-16,0 0 9 16,-1 0-24-16,3 0-2 15,-1 0-1-15,3 0-38 16,3-1-64-16,-3-3-137 15,6-2-130-15,-2-2-359 16</inkml:trace>
  <inkml:trace contextRef="#ctx0" brushRef="#br0" timeOffset="-163312.24">25795 15534 635 0,'0'0'5'0,"0"0"40"16,0 0 68-16,0 0-35 16,0 0-6-16,8 49-44 15,-3-38 27-15,1 0-33 16,0-3 21-16,2 1-22 16,1-2 11-16,1-3-21 15,0 0-2-15,2-4-3 16,-1 0-4-16,3 0 6 15,0 0-13-15,1-6 15 16,0-7-18-16,2-2 22 16,-2-1-24-16,-1-1 21 15,-2-1-26-15,-4 3 14 16,1 4-4-16,-5 3 3 16,-2 2 3-16,-1 5-2 15,-1 1 5-15,0 0-18 16,0 12 10-16,0 9-2 15,0 6 31-15,0 7-18 16,0 2 40-16,0 8-11 0,6-1 26 16,6 2-13-16,2-2-3 15,1 1-2-15,-1-5-12 16,-3 0 12-16,1-5-24 16,-3-5 19-16,-4-5-21 15,0-4 29-15,-5-3-39 16,0-3 23-16,0-5-31 15,-6-1 15-15,-14 1-6 16,-5-4-2-16,-7-1-1 16,-4 0-10-16,2-4-2 15,2 0-42-15,5 0 1 16,5-3-65-16,6-6-20 16,9-4-149-16,4-1-238 15</inkml:trace>
  <inkml:trace contextRef="#ctx0" brushRef="#br0" timeOffset="-157262.33">26427 15639 117 0,'-1'0'54'16,"1"0"21"-16,-1 0 8 15,1 0-31-15,0 0 7 16,-2 0-8-16,1 0 4 16,1 0-1-16,0 0 5 15,0 0 9-15,0 0-21 16,-2 0 8-16,1 0-25 15,1 0 22-15,0 0-16 16,0 0 26-16,0 0-20 16,0 0 1-16,0 0-3 15,0 2 3-15,0-2 9 0,0 0-7 16,0 0 2-16,0 0-22 16,6 0 10-1,7 0-24-15,7 0 41 0,6 0-40 16,6 0 18-16,1 0-24 15,1 0 8 1,3 0-6-16,-6 0-1 0,0 0 3 16,-7 0-9-16,-4 0 15 15,-5 0-20-15,-2 0 21 16,-7 0-28-16,-2 0 28 16,-1 0-31-16,-2 0 25 15,-1 0-30-15,2 0-19 16,1 0-24-16,0-4-44 15,1 0-98-15,-1-4-188 16</inkml:trace>
  <inkml:trace contextRef="#ctx0" brushRef="#br0" timeOffset="-153189.97">27075 15516 340 0,'0'-1'59'0,"0"-3"48"0,0 2 18 16,0 0-19-16,0 2-45 16,0-2 28-16,0 2-8 15,0-1-1-15,0 1-23 16,0 0-5-16,4 0 1 15,6 0-8-15,3 0 6 16,4 11-26-16,1 3 18 16,5 4-25-16,1 1 26 15,2 4-26-15,-3 0 12 16,2 0-20-16,-2 0 4 16,-4-1-2-16,0-1-4 15,-2-5 5-15,-4-1-12 16,-4-3 15-16,-1-3-26 15,-4-4 26-15,1-1-28 16,-5-3 19-16,0 1-43 16,0-2 8-16,0 0-19 15,0 0-21-15,0 0-56 16,-5-3-57-16,-3-5-46 16,1-2-62-16,-2 1-180 15</inkml:trace>
  <inkml:trace contextRef="#ctx0" brushRef="#br0" timeOffset="-152867.73">27343 15492 759 0,'0'0'39'16,"0"0"117"-16,-64 79-29 16,41-48-63-16,2 1-18 15,2-4-19-15,3-4-16 16,4-2-15-16,4-6 12 15,2-3-36-15,6-6-33 16,0-4-74-16,0-3-67 16,0 0-127-16</inkml:trace>
  <inkml:trace contextRef="#ctx0" brushRef="#br0" timeOffset="-152422.52">27485 15353 734 0,'0'0'24'16,"0"0"99"-16,0 0 14 16,0 0-91-16,0 0-1 15,49-2-31-15,-43 2 14 16,-2 3-33-16,-3 5 34 16,-1 3-13-16,0 2 0 15,0-1 5-15,-1 2 0 16,-6-4-3-16,1 2-13 15,3-5 9-15,1-1-19 16,2 1 19-16,0-2-23 16,6-1 25-16,13 2-23 15,1-3 22-15,5 0-20 16,1-1 5-16,0 0-49 16,-6-1-80-16,-4 0-99 15,-7 2-230-15</inkml:trace>
  <inkml:trace contextRef="#ctx0" brushRef="#br0" timeOffset="-151682.54">26981 15876 607 0,'0'0'112'0,"0"0"61"16,0 0-50-16,0 0-2 16,111-4-34-16,-63-4-4 15,11 0-46-15,3 0 7 16,3 1-24-16,4 3-2 15,-4 1-6-15,-6 2-11 16,-5 1 7-16,-8 0-17 16,-10 0 19-16,-12 0-26 15,-9 0 7-15,-5 0-48 16,-9 0-8-16,-1 0-77 16,0-2-58-16,0 0-207 15</inkml:trace>
  <inkml:trace contextRef="#ctx0" brushRef="#br0" timeOffset="-150887.27">27284 16016 551 0,'0'0'60'0,"0"0"69"16,0 0-7-16,0 0-46 15,0 0-53-15,6 12 26 16,-3 3 1-16,0 4-20 15,1 2-2-15,3-1 8 16,-1-1 2-16,1-4-23 16,2-1 25-16,4-5-31 15,-2-2 24-15,2-4-26 16,2-3 9-16,2 0-8 16,-3-6 0-16,2-7-2 15,-4-4-7-15,0 1 9 16,-4 1-18-16,-2 2 22 15,-3 6-24-15,-2 1 30 16,1 4-31-16,-2 2 26 16,1 0-24-16,2 0 6 15,3 9-10-15,4 7 15 16,0 6 5-16,3 7 1 16,4 3 21-16,-2 6 0 15,2 2 29-15,-1 2-23 16,-6 2 37-16,0-2-43 15,-5-4 29-15,-4-3-27 0,-1-7 1 16,0-5-4 0,-1-5-7-16,-14-4 4 0,-5-3-20 15,-5-3 16-15,-5 0-28 16,-3-1 25-16,0-3-30 16,-2-1 30-16,2-3-41 15,2 0 20-15,1 0-47 16,4 0-33-16,2-5-32 15,-1-6-66-15,2-5-239 16</inkml:trace>
  <inkml:trace contextRef="#ctx0" brushRef="#br0" timeOffset="-148842.18">25533 16015 309 0,'5'0'98'15,"5"0"16"-15,0 0-51 16,5 0-5-16,8 0-22 15,4 0-3-15,6 0-2 16,6 0 9-16,6-3-37 16,3-1 14-16,1-2-8 15,0 2-4-15,-1 0 0 16,2-1-5-16,1 0 4 16,1 0-12-16,-5 1 15 15,-2-1-24-15,-6 1 7 16,-9-1-27-16,-5 2 20 15,-6 2-22-15,-9 0 10 16,-6-1 13-16,-2 2-18 0,-2 0-48 16,0 0-2-1,0 0-13-15,0 0-44 16,0 0 1-16</inkml:trace>
  <inkml:trace contextRef="#ctx0" brushRef="#br0" timeOffset="-148355.14">25887 16312 668 0,'0'0'66'0,"0"0"17"15,0 0 31-15,0 0-20 16,12 69-14-16,-5-38-6 16,0 2-12-16,2-1-1 15,-2 2-36-15,-1-6 16 16,1-2-39-16,0-7 9 0,-2-4-10 15,-2-5-3-15,-2-4-22 16,0-5-69-16,-1-1-73 16,0 0-123-16,2-15-201 15</inkml:trace>
  <inkml:trace contextRef="#ctx0" brushRef="#br0" timeOffset="-145332.04">24843 16893 208 0,'0'0'57'15,"1"0"68"-15,-1 0-27 16,0 0-11-16,0 0 1 16,0 0-22-16,0 0-13 15,0 0-14-15,0 0 12 16,3 0-31-16,0 0 24 15,2 0-12-15,2 0 12 16,3 0-26-16,2 0 12 16,1 0 26-16,5 0-35 15,2 0-7-15,-1 0-2 16,4 0 13-16,2 0-22 16,-1 0 15-16,0 0-26 15,2 0 25-15,0 0-30 16,-3 0 25-16,3 0-19 15,-4 0 10-15,2 0 0 0,0 0-1 16,2 0 8-16,0 0-6 16,5 0 14-16,-2 0-17 15,4-2 22-15,-3 0-24 16,2-3 19-16,0 1-28 16,-3 1 20-16,-1 0-15 15,3 2 6-15,-6 0-1 16,1-1-1-16,-1 2 4 15,0 0-10-15,1-2 16 16,0 2-20-16,2 0 24 16,-2 0-24-16,2 0 24 15,0 0-24-15,1 0 17 16,-3 0-9-16,-1 0 3 16,-1 0 2-16,2 0-4 15,-2 0 7-15,1-2-13 16,1 1 18-16,-2 0-22 15,1-1 27-15,1 2-28 16,-2 0 25-16,2-1-23 16,0 1 17-16,-2 0-7 15,2-1-1-15,0-1 5 16,0 2-6-16,1-1 9 16,2-2-14-16,0 2 17 15,0 1-20-15,-1-1 25 16,3-2-29-16,-6 3 27 15,2-2-22-15,0 0 12 16,-1 2-3-16,-1 0-1 16,-2 0 3-16,-1 0-7 15,1 0 13-15,0 0-16 16,-1 0 20-16,1 0-23 0,1 0 28 16,1-2-29-16,1 2 24 15,-3-2-17-15,3 2 7 16,1 0 0-16,1 0-3 15,-1-3 5-15,0 2-9 16,2 1 14-16,-1-3-18 16,-3 2 22-16,1-1-23 15,-3 2 24-15,0 0-26 16,-3 0 22-16,3 0-16 16,-1 0 6-16,1 0 4 15,0 0-5-15,2 0 7 16,-1 0-13-16,2 0 18 15,3 0-22-15,0 0 26 16,-1-4-25-16,3-1 25 16,-2 2-27-16,1 0 21 15,-2 2-11-15,1-2 1 16,-2 3 4-16,0-1-6 16,1 1 10-16,-4-2-16 15,2-1 21-15,0 3-23 16,2-4 29-16,-2 0-29 15,3 0 25-15,-2 1-23 16,1 1 18-16,-1-2-5 16,-4 2 0-16,0 0 2 15,-1-2-2-15,1 4 10 16,-5-4-16-16,0 3 24 16,2 0-21-16,-2-2 24 15,-3 1-31-15,-1 0 32 16,-2 1-24-16,-3 0 15 15,-3 1-2-15,-3-2-4 0,-3 2-6 16,0 0-8 0,0 0 13-16,0 0-22 15,-9 0 3-15,-5 0-101 0,-7 0-89 16,-6 0-222-16</inkml:trace>
  <inkml:trace contextRef="#ctx0" brushRef="#br0" timeOffset="-144298.47">26267 17118 632 0,'0'0'60'16,"0"0"56"-16,-1 0-41 15,1 4-16-15,0 5 40 16,0 1-27-16,0 5-20 16,4-1-21-16,5 2 8 15,1-3-26-15,0 0 17 16,2-1-38-16,2-4 25 15,2-2-27-15,1-4 18 16,1-2-9-16,0 0-9 16,1-5-7-16,-5-10-8 15,1-4-4-15,-2-2-33 16,-4-1 23-16,-2 1-12 16,-5 3 37-16,3 1-7 15,-5 6 33-15,0 5-18 0,0 4 22 16,0 2 12-1,0 0 7-15,0 10-28 16,0 10-5-16,0 8 38 0,0 7-4 16,1 6 21-1,8 3-21-15,3 1 35 0,1 3-36 16,-3 0 31-16,1-5-29 16,-5 2 10-16,0-6-9 15,-3-5-6-15,0-5 5 16,0-8-12-16,-2-4 5 15,1-6-28-15,-2-4 24 16,0-4-35-16,0 0 31 16,-9-3-33-16,-7 2 29 15,-10-2-30-15,-6 0-17 16,-1 0-10-16,-5 0-44 16,4-5-25-16,1-8-71 15,2 0-154-15,5-6-385 16</inkml:trace>
  <inkml:trace contextRef="#ctx0" brushRef="#br0" timeOffset="-143864.95">26627 17045 892 0,'0'0'164'0,"0"0"-22"0,0 0-74 15,0 0-34-15,65 4-2 16,-55 7-6-16,-1 4-17 15,-5 1 17-15,-1 4-22 16,-3-1 21-16,0 0-24 16,0 0 34-16,0-4-38 15,0-1 24-15,0-5-24 16,0 0 8-16,0-4-3 16,0-1-2-16,7-3 3 15,6-1-7-15,6 0 17 16,4 0-22-16,-1 0 8 15,1-6-53-15,0-1-27 16,-4 0-113-16,-4-1-103 16,-1 1-232-16</inkml:trace>
  <inkml:trace contextRef="#ctx0" brushRef="#br0" timeOffset="-142546.55">28575 16058 772 0,'0'0'59'0,"0"0"132"16,45 0-63-16,-22 0-18 16,0-1-54-16,-3-2-22 15,2-3-22-15,-5 3-11 16,-2 1 1-16,-4-1-37 16,-5-1-41-16,-5 2-95 15,-1-3-112-15,0 0-301 16</inkml:trace>
  <inkml:trace contextRef="#ctx0" brushRef="#br0" timeOffset="-142362.23">28543 15918 768 0,'0'0'93'16,"0"0"71"-16,0 0-66 15,78-25-75-15,-49 19-23 16,2 2-10-16,-4-4-126 16,-4 3-136-16,-7 1-395 0</inkml:trace>
  <inkml:trace contextRef="#ctx0" brushRef="#br0" timeOffset="-137467.83">26172 15775 151 0,'0'-2'22'15,"0"2"68"-15,0 0-17 16,0 0-30-16,0 0-25 16,1 0 9-16,1 0-14 0,-1 0 9 15,2 0-17 1,1 0 0-16,1 0-3 16,-1 0-14-16,5 0 57 15,-2 0-45-15,2 3 11 0,2 2-3 16,2-1 11-16,3 3-8 15,-2 0 22 1,5-1-32-16,-1 4 11 0,0-3-20 16,0 2 13-1,2 3-8-15,0-3 6 0,-2 1-3 16,2-1-2-16,0 0 6 16,-3 1-13-16,2-2 9 15,-2 3-14-15,1-2 22 16,-2 2-26-16,-1-1 19 15,-1 2-8-15,0-3 10 16,-4 1-3-16,4-1 0 16,-2-2 2-16,3 1-4 15,-1-1 8-15,0 1-16 16,4-1 17-16,-2-1-13 16,1 3 16-16,0 0-20 15,1-1 19-15,-1 2-15 16,0-2 9-16,2 2-4 15,-2-2 2-15,4-2-2 16,-4 3-1-16,0-3 9 16,0 1-13-16,-2 0 14 15,1 1-16-15,-2-2 17 16,2 2-15-16,0-1 12 16,3-1-12-16,-3 3 9 15,1-1-4-15,-1 2-1 16,0-2 6-16,1 1-9 15,-4-1 6-15,-1 1-5 0,-1-2 14 16,-1 1-19 0,-1 0 18-16,-1-1-13 0,1-1 14 15,0 1-1-15,-2-1 9 16,2 0 2-16,0-1-2 16,-2 0 0-16,3 1-11 15,-3-2 7-15,-1-1-16 16,1 1 17-16,-2-2-19 15,0 0 16-15,-2-1-14 16,-3-1 12-16,0 1-10 16,0-1 2-16,-5 0-29 15,-10 0-150-15,-8-4-332 16</inkml:trace>
  <inkml:trace contextRef="#ctx0" brushRef="#br0" timeOffset="-136566.58">26188 15895 310 0,'0'0'103'16,"0"0"5"-16,0 0 16 16,0 2-7-16,0-2-23 15,0 0-11-15,0 0-2 16,0-2-29-16,-3-7-28 15,-1-5-16-15,-2 0 14 0,0-3-23 16,-3-1 18-16,4 0-26 16,-3 2 19-1,2-1-13-15,2 3 3 0,3 1 1 16,-1 5-1-16,1 1 8 16,1 5-3-16,0-1 14 15,0 3-27-15,0 0 23 16,3 0-26-16,13 0 22 15,7 0-21-15,7 0 18 16,5 1-12-16,1 5 4 16,2 1 0-16,-3-1-24 15,-1 0-50-15,-1 0-111 16,-7-1-116-16,-1-1-242 16</inkml:trace>
  <inkml:trace contextRef="#ctx0" brushRef="#br0" timeOffset="-135365.2">26136 16431 295 0,'0'0'93'16,"0"0"34"-16,0 0-43 15,0 0 6-15,33-16-29 0,-21 9 0 16,-1-2-28-16,5-2 10 16,2-2-25-16,6-4-6 15,5-1-9-15,3-3-1 16,1-1 3-16,6-3-10 16,0 0 13-16,3-1-20 15,-1-2 1-15,0 1-48 16,1-1 10-16,-1 5-15 15,-1-3-15-15,-6 6-22 16,-2 1 0-16,-2 3 8 16,-2-1 42-16,-2 2 39 15,-3 3 13-15,-3-1 13 16,-1 2-15-16,-3 2 7 16,-2 1-10-16,-5 0 11 15,-2 4-12-15,-1-2 10 16,-3 2 0-16,-3-1 21 15,0 4 22-15,0-2-8 16,-2 1 12-16,-6 1-26 16,-2 1-6-16,1-2-21 15,-1 1 12-15,4 0-18 16,2-1 13-16,1-2-11 16,3 1 0-16,0-4 21 15,0 1-5-15,3 0-6 16,6-2-8-16,2 1 7 15,-1 2-35-15,2 2 25 16,-2 2-29-16,0 1 25 16,-4 0-2-16,0 0 12 15,-1 3-7-15,-1 5 32 16,1 1 11-16,-5 1 2 16,3 3 24-16,-3-3-43 15,0 4 6-15,0-1-12 0,0 1 21 16,0-1-15-16,0 1-3 15,0 0-26-15,0-3-17 16,0 0-88-16,0-3-105 16</inkml:trace>
  <inkml:trace contextRef="#ctx0" brushRef="#br0" timeOffset="-134379.99">26319 16558 340 0,'0'0'80'0,"0"0"45"15,0 0-22-15,80-5-40 16,-47 3-26-16,7-2-19 15,2 2-7-15,3-2-3 16,2 2-14-16,-2 1 16 16,0 0-21-16,-4-1 24 15,-2 1-25-15,-2-2 12 16,-5 2-20-16,-5-2 3 16,-5 2-21-16,-3 0 19 15,-9-2 14-15,-3 2 2 16,-1-1 10-16,-6 1-5 15,0-4 44-15,0 0-29 16,0-1 8-16,0-2-16 16,-7-3 17-16,1 1-20 15,0-1-1-15,3 0-3 0,2 1-3 16,1 0 4-16,0 4-9 16,0 0 13-1,6 2-16-15,4 4 21 0,0 0-9 16,0 0 32-16,0 0-7 15,0 10 11-15,-1 0-21 16,-5 2 8-16,0 0 11 16,-2-3-2-16,1 2 0 15,-3-1-18-15,1-1 12 16,-1 1-17-16,0 0 15 16,0-1-33-16,0 1 22 15,0 0-31-15,0-3-12 16,0 0-30-16,0 0-43 15,-8-1-55-15,-1-1-66 16,-7-3-292-16</inkml:trace>
  <inkml:trace contextRef="#ctx0" brushRef="#br0" timeOffset="-133630.09">26411 16476 265 0,'0'0'117'0,"0"0"43"15,0 0-14-15,0 0-34 16,0-1-45-16,-5 1 20 0,-5 4-36 15,-5 6 7 1,-4 0-27-16,1 6 13 16,2-1-35-16,-1 0 6 0,3 0 3 15,6-2-9 1,1 4-3-16,7-2-13 0,0 0 12 16,0 0-10-16,7-3 17 15,10 0-23-15,8-4 24 16,5-4-24-16,8-4 19 15,3 0-59-15,0 0-98 16,1 0-140-16</inkml:trace>
  <inkml:trace contextRef="#ctx0" brushRef="#br0" timeOffset="-129960.62">29213 15597 593 0,'-5'0'60'16,"2"0"52"-16,0 0 50 15,3 0-48-15,-2 0-50 16,2 0-3-16,0 0-28 16,0 0 8-16,0 0-31 15,3 0 30-15,9 0-7 16,1 0 19-16,2 0-27 16,3 0 4-16,2 0-9 15,1 0-10-15,0 0 3 16,2 0-16-16,0 0 14 15,-4 0-22-15,1 0 16 16,-2 0-51-16,-1 0 10 16,2 0-56-16,-5 0-49 15,2 0-107-15,-6 0-122 16</inkml:trace>
  <inkml:trace contextRef="#ctx0" brushRef="#br0" timeOffset="-129174.24">29694 15448 464 0,'0'0'60'15,"0"0"143"-15,0 0-83 16,0 0-40-16,0 0-19 16,-33 78-4-16,33-59 0 15,0 0-21-15,3 0 14 16,7-5-28-16,3-3 16 15,-1-1-29-15,2-6 17 16,-1 1-29-16,1-5 16 16,1 0-14-16,-1 0 4 15,-1-9 4-15,3-6-6 16,-4-2 0-16,-2-3-18 0,1-2 19 16,-2 3-19-16,-3 1 27 15,0 4-28-15,-5 6 29 16,2 3-23-16,1 5 18 15,-1 0-11 1,3 4-15-16,-2 14 14 0,5 7 10 16,1 8 24-16,0 5-9 15,0 5 25-15,3 2-10 16,2 1 27-16,-1-1-37 16,-2-4 28-16,1-3-26 15,-3-4 22-15,-1-6-5 16,-5-5-5-16,-1-6-7 15,-3-2-15-15,0-4 4 16,0-1-23-16,-16-2 20 16,-6-1-25-16,-4-3 16 15,-4-4-51-15,-2 0 10 16,0 0-47-16,4-8-8 16,2-11-41-16,5-5-131 15,4-7-214-15</inkml:trace>
  <inkml:trace contextRef="#ctx0" brushRef="#br0" timeOffset="-128711.83">30035 15258 919 0,'0'0'103'0,"0"0"35"16,0 0-54-16,0 0-27 15,62-8-18-15,-40 8-20 16,-2 0 6-16,-5 0-21 16,-4 2 11-16,-1 6-25 15,-7 3 33-15,-3 1-28 16,0 3 29-16,-6 0-24 16,-7 1 16-16,0-4-5 15,3-2-5-15,2-1 3 16,3-5-10-16,4-2 10 15,1 2-19-15,0-4 20 16,7 0-24-16,12 2 22 16,4-2-50-16,4 0-14 15,5 0-92-15,-2 0-131 16,-2 0-215-16</inkml:trace>
  <inkml:trace contextRef="#ctx0" brushRef="#br0" timeOffset="-124201.83">30321 15538 523 0,'0'0'87'0,"0"0"40"16,0 0-14-16,0 0-30 16,0 0 7-16,1 0-6 15,5 0-15-15,0 0 2 16,0 0-27-16,1 0 10 16,5 0-30-16,1 5 23 15,4-1-38-15,2 0 25 16,4-1-31-16,1-3 6 0,2 0-7 15,-1 0-1 1,-5 0 2-16,-3 0-8 0,-2 0 11 16,-5 0-35-16,-6 0-4 15,1 0-67 1,-4 2-50-16,-1 0-136 0,0-2-138 16</inkml:trace>
  <inkml:trace contextRef="#ctx0" brushRef="#br0" timeOffset="-123447.74">30816 15477 635 0,'0'0'119'0,"0"0"30"15,0 0-6-15,0 0-73 16,-5 0-12-16,5 0-27 15,0 6 41-15,11 4-30 16,2 5 14-16,6 4-37 16,0 2 22-16,4 2-22 15,3 1 0-15,-2-1 5 16,1 0-7-16,-3-3 3 16,-1-5-17-16,-2 0 15 15,-6-4-26-15,-3-4 26 16,0 0-30-16,-4-3 28 15,-3-2-32-15,-2 0 6 16,-1-1-25-16,0-1-6 16,0 0-13-16,0 0-27 15,0 0-44-15,0-7-119 16,-4-2-89-16,1-5-206 16</inkml:trace>
  <inkml:trace contextRef="#ctx0" brushRef="#br0" timeOffset="-123162.14">31085 15405 883 0,'0'0'174'15,"0"0"-13"-15,-84 75-50 16,52-47-72-16,2 1 3 16,4-3-41-16,3-4 18 15,6-2-23-15,5-3 6 16,5-2-12-16,1-1-26 16,3-5-19-16,3-1-41 15,0-4-43-15,0-4-109 16,0 0-94-16</inkml:trace>
  <inkml:trace contextRef="#ctx0" brushRef="#br0" timeOffset="-122717.92">31231 15154 907 0,'0'0'52'0,"0"0"117"0,0 0-56 16,0 0-61-16,0 0-14 15,50-11 8-15,-39 11-34 16,-4 0 16-16,-3 4-32 16,-1 4 33-16,-2 2-35 15,-1 1 26-15,0 2-24 16,0 0 8-16,0 0-2 16,0-3-3-16,0-1 5 15,3-3-12-15,3-1 18 16,3-2-20-16,1-1 25 15,3-2-26-15,0 0 30 16,4 0-39-16,-1 0 1 16,0-2-60-16,-6-1-96 15,0 1-183-15,-3 2-317 16</inkml:trace>
  <inkml:trace contextRef="#ctx0" brushRef="#br0" timeOffset="-119955.77">29267 15943 271 0,'0'0'44'0,"-3"0"51"16,3 0-28-16,0 0-3 15,0 0-21-15,0 0 9 16,0 0-3-16,-1 0-1 16,1 0-29-16,-2 0 18 15,2 0-13-15,0 0 1 16,0 0-7-16,0 0-12 0,0 0 4 15,0 0-10-15,0 0 12 16,0 0-14-16,0 0 27 16,0 0-21-16,2 0 17 15,5 0-22-15,4 0 13 16,1 0-2-16,6 2 11 16,3 0 17-16,8-2-8 15,3 0-11-15,5 2-16 16,-1-2 12-16,3 0-23 15,-4 0 24-15,-2 2-27 16,-4-2 21-16,-3 0-18 16,-5 0 15-16,-3 0-3 15,-1 0 0-15,2 2 4 16,1-2-7-16,6 0 12 16,3 0-16-16,4 0 16 15,5 0-23-15,-2 0 29 16,1 0-31-16,1 0 24 15,-5 0-21-15,-4 0 10 16,0 0 0-16,-5 0-1 16,-2 0 3-16,0-2-9 15,-1 2 15-15,0 0-18 16,2 0 21-16,0 0-25 16,3-2 28-16,1 2-27 15,4-2 22-15,-1 2-17 16,-2 0 7-16,-1-2 2 15,-4 2-3-15,0 0 4 16,-4 0-10-16,1 0 16 16,0 0-20-16,-2-2 26 15,2 2-19-15,1 0 21 0,0 0-26 16,2 0 17-16,0 0-11 16,0-2 2-16,2 2 3 15,-1 0-3-15,2-2 5 16,0 1-12-16,-3 1 17 15,-1-1-19-15,0-1 24 16,-2 1-25-16,-3 1 23 16,2-1-23-16,0-1 17 15,4 1-8-15,0 1 2 16,1-1 2-16,2-2-3 16,1 2 10-16,-3-2-12 15,1 2 19-15,-4 1-26 16,1-3 26-16,-2 3-30 15,-1 0 27-15,1 0-23 16,-1 0 13-16,2 0-2 16,0 0 1-16,-1 0 12 15,0 0-11-15,-4 0 12 16,1 0-10-16,-2-2 14 16,2 2-25-16,-5-1 28 15,-2 1-29-15,0-2 25 16,-3 2-13-16,-4 0 15 15,0 0 2-15,-3-1-6 16,0 1 4-16,0 0-13 16,0-1 15-16,-12-1-41 15,-2 1-40-15,-2-1-115 16,-5-1-104-16,-1 2-290 16</inkml:trace>
  <inkml:trace contextRef="#ctx0" brushRef="#br0" timeOffset="-117485.53">30214 16166 548 0,'-4'0'106'0,"1"0"5"15,0 2-34-15,0 11-51 16,0 1 59-16,-1 4-35 15,4 2-2-15,0-4 0 16,0-1-8-16,7-2-9 16,6 0-24-16,3-5 17 15,0-3-22-15,3 0 23 16,0-4-30-16,-1-1 20 16,1 0-22-16,-3 0 12 15,1-8-9-15,-5-4 1 16,-2-2 2-16,1-3-5 15,-3 0 3-15,-2 3-22 0,-2 0 24 16,-1 3-18 0,-2 2 33-16,-1 5-29 0,2 2 21 15,-2 2-19-15,2 0 1 16,1 15-8-16,0 4 21 16,3 7 7-16,1 6 4 15,6 6 20-15,0 3 0 16,6 1 38-16,0 3-18 15,1-1 21-15,0-3-31 16,-4-5 15-16,0-4-18 16,-6-6 7-16,-4-6-13 15,-3-3 0-15,-3-5-3 16,0-2-18-16,-9-4 13 16,-12 1-22-16,-8 0 24 15,-7-3-38-15,-8 0 25 16,-2 0-47-16,1-3 14 15,-1 2-31-15,4-3-20 16,3 0-23-16,2 0-54 16,5-4-121-16,5-8-177 15</inkml:trace>
  <inkml:trace contextRef="#ctx0" brushRef="#br0" timeOffset="-115987.17">25673 15216 149 0,'0'0'28'16,"-18"0"-11"-16,9 0-20 15,1 0-3-15,-1 0-17 16,2 2-3-16,-2-1 6 16,-3 1-5-16,1 2 30 15,-3 1-18-15,-1 2 4 16,-2 0 33-16,-1-1-2 16,0 3 15-16,-1-2-5 0,0-2 3 15,0 0-7 1,5 2 5-16,-2-3 3 0,4 2-34 15,2-1-34-15,2-1-15 16,-1 3-33-16,0 0 17 16,-1-1-28-16</inkml:trace>
  <inkml:trace contextRef="#ctx0" brushRef="#br0" timeOffset="-115619.47">25017 15680 3 0,'0'0'3'0,"0"0"2"16,0 0 38-16,-29 70-22 15,24-54 3-15,2 1-15 16,2-3 8-16,-1 1-3 16,1 2 17-16,0-2-14 15,1 0-10-15,0-2-5 16,0 1-7-16,0 2-1 15,0-3-18-15,0 5-1 16,0-2-17-16,0 3-4 16,0-1-2-16</inkml:trace>
  <inkml:trace contextRef="#ctx0" brushRef="#br0" timeOffset="-115535.64">24985 16062 0 0,'0'0'19'16,"0"0"-18"-16,0 0-7 15,0 0-2-15,0 0 2 16</inkml:trace>
  <inkml:trace contextRef="#ctx0" brushRef="#br0" timeOffset="-115385.12">25028 16183 6 0,'0'0'26'0,"0"0"5"16,0 0-22-16,0 0 0 15,14 77 13-15,-8-64-1 16,3 0 37-16,-3-1-45 16,2-1-9-16,3 0-6 15,0 0 5-15,-2-1-12 16,-1 4-17-16,4-2-20 15,-6 2 16-15,-1 1 2 16</inkml:trace>
  <inkml:trace contextRef="#ctx0" brushRef="#br0" timeOffset="-115297.2">25164 16483 16 0,'0'0'17'0,"0"0"-3"16,0 0-17-16,0 0 0 15,0 0-10-15,0 0-15 16</inkml:trace>
  <inkml:trace contextRef="#ctx0" brushRef="#br0" timeOffset="-115191.8">25266 16609 29 0,'0'0'6'0,"0"0"-22"16,0 0-3-16,0 0 19 15</inkml:trace>
  <inkml:trace contextRef="#ctx0" brushRef="#br0" timeOffset="-112934.36">25385 16692 36 0,'0'0'29'15,"0"0"-4"-15,0 0 12 16,0 0-1-16,0 0-9 16,0 0-29-16,85 35 5 15,-73-27-22-15,-3 0 14 16,5-3-4-16,-3 1 10 15,2-2-9-15,0 1 11 16,3-2 3-16,2-1 0 16,-1 0 0-16,0 0 1 15,-1-1-3-15,3 3-8 16,-3 2 10-16,1-4-13 16,0 0 8-16,2 2-17 15,0-2 14-15,-3 0-2 16,4 0 5-16,-3-2-1 15,0 1 2-15,4 0 8 16,-5-1 7-16,1 0 13 16,-1 0-18-16,1 0-1 15,-2 3-14-15,-1-3 16 16,1 0-13-16,-1 0 8 16,-1 1-12-16,2-1-2 15,0 0-8-15,0 0-1 16,1 0 0-16,0 0-3 15,1 0-3-15,0 0 2 0,1 0 19 16,-1 0-31 0,2 0 15-16,2 0 16 0,1 0 17 15,0-1-6 1,-2-2-9-16,3 2 6 0,-6 0 20 16,3 1-4-16,-2 0-1 15,-2 0 23-15,-1 0-2 16,0 0-19-16,1 0-18 15,-5 0 17-15,4 0-9 16,-1 0 10-16,-2-3-15 16,2 0-7-16,-2 2 1 15,1 0-4-15,-3 1 14 16,2 0-7-16,2 0 1 16,1 0-8-16,-1-2 29 15,3 0-14-15,0 0 20 16,1 2-20-16,1-4 0 15,-1 2 1-15,-3 2-5 16,1-2-3-16,0 2-2 16,-2 0 2-16,-1-2-11 15,0 2 11-15,0 0-15 16,-1 0 18-16,0 0-17 16,-1 0 24-16,-1 0-14 15,3 0 10-15,-3 0 8 16,2 0-8-16,0 2-5 15,2-2 0-15,0 0 6 16,0 0-13-16,4 0 7 16,-4 0-17-16,2 0 20 15,-4 0-21-15,-2 0 15 16,3 0-11-16,-6 0 6 16,2 0-1-16,2 0 1 15,-1 0 0-15,1 0-4 16,0 0 9-16,1 0-12 0,2 0 15 15,-4 0-18-15,2 0 21 16,-1 0-18-16,2-2 15 16,0 1-11-16,0 0 2 15,0 0 1-15,0 1-3 16,-1-2 5-16,-2 2-8 16,0-1 11-16,0 1-13 15,-1-1 16-15,1 1-17 16,0-2 17-16,-1 2-17 15,2-1 13-15,-1 1-7 16,1-1 2-16,3-3 1 16,-1 2-3-16,0 0 7 15,1-1-12-15,2 0 13 16,-4 0-14-16,2 2 18 16,-1-2-23-16,4 2 16 15,1-1-16-15,0-1 14 16,0 1 4-16,2-1-10 15,0 0-16-15,-5 1 15 16,-1-1 9-16,-2 2-9 16,-4-1 13-16,0 2-12 15,0-3 31-15,-1 2-33 16,1-2 18-16,-1 0-16 16,3 0 7-16,0 0-1 15,2-1-1-15,1-2 0 16,-2 1-4-16,2 0 9 15,-1-1-13-15,0-1 17 16,-1 2-15-16,-1-1 15 16,-1-1-14-16,1 2 18 0,0-1-17 15,0 1 4-15,1 0 2 16,0-1-2-16,-1 1 2 16,0-2-8-16,0 0 11 15,2-2-14-15,1 1 18 16,-3-2-21-16,4-3 23 15,-1 3-21-15,3-1 17 16,-4 0-10-16,-1 2 3 16,1-1 3-16,-2 1-4 15,-3 2 12-15,1-1 4 16,0 2 5-16,-2-3-20 16,0 0 13-16,1-2-20 15,0 0 17-15,-1-1-19 16,2-2 15-16,1-2-9 15,1 1 2-15,-3-2 2 16,2 1-3-16,1 0 6 16,-4 1-10-16,3 0 13 15,-2 1-16-15,0 0 20 16,-1 3-19-16,-2-3 19 16,0-1-17-16,-1 3 12 15,2-4-4-15,-2 0-2 16,0-2 1-16,2-1-5 15,-1 0 8-15,1 1-12 16,1-1 16-16,-2 1-17 16,2 1 21-16,1-1-21 15,-1 1 21-15,0-1-12 0,-2 0 13 16,2-1-4 0,-2 0-4-16,2-3-2 0,-2-1-5 15,2-2 7-15,0 1-14 16,-2 1 16-16,1 2-20 15,0 2 24-15,-2 4-21 16,-3 2 21-16,0 1-11 16,0 3 11-16,0-1-1 15,0 1-5-15,0-1 2 16,0-2-4-16,0 0 9 16,0 0-20-16,-3-1 19 15,0-1-21-15,-5 3 17 16,2-3-29-16,0 3 19 15,-3 0-4-15,1-1 0 16,-1 2 4-16,2 0 2 16,-2-3 5-16,-1 2-11 15,3-3 14-15,-2 2-16 16,1-2 19-16,-1 3-26 16,3 1 15-16,-3-3-27 15,1 4 11-15,2-1-12 16,-1 1 0-16,1-1 8 15,-4-1 13-15,3-1 8 16,-2 1-7-16,0-1 13 16,-1 0-16-16,0-1 11 15,-3 1-43-15,-1 1-32 16,2-1-29-16,-4 1 19 16,3-1 9-16,0 2 18 15,2 0 18-15,-1-2-38 16,-1 5 60-16,3-2 14 15,0 2 8-15,-2 2-6 0,2-1 32 16,-1 1 15-16,-1-2-9 16,2-2-36-1,-4 3 0-15,2-3 3 0,-4 0-5 16,2 1-15-16,-2-2-21 16,0 2-23-16</inkml:trace>
  <inkml:trace contextRef="#ctx0" brushRef="#br0" timeOffset="-112350.02">27561 15157 42 0,'-14'-3'81'0,"1"0"-5"0,1 0-41 16,-1 2-17-16,-1-2-11 16,-2 2 10-16,0-1-20 15,-4 1-17-15,-2 0 21 16,2-2-15-16,-3 1 12 16,0-2-1-16,0 2 17 15,4-1-26-15,-1 0 16 16,1 1-4-16,1-1 5 15,1 2 6-15,1-2 8 16,-2 2-17-16,-4 0-7 16,-4 1-6-16,-5 0-38 15,-3 0 8-15,-4 0 23 16,-2 0 6-16,1 0 39 16,-3 0-44-16,2 0 13 15,-2 0 2-15,-2 0 3 16,7 0-7-16,-2 0 1 15,3 0-5-15,4 0 12 16,1-2-7-16,3 1 17 16,2-2 10-16,-3 3-1 15,1-1-24-15,-3 1 5 16,-3 0 9-16,-3 0-4 0,-2 0-6 16,-3 0-1-16,-2 0 21 15,1 0-1-15,3 1 18 16,1 2-24-16,5 2 4 15,6-2-24-15,5-1 13 16,5 1-11-16,4-2 3 16,1 2-10-16,-2 0-1 15,1 1 7-15,-6 1-4 16,-5 1 13-16,-4 1-5 16,-1 1 17-16,-2-1-6 15,-1-2 4-15,1 2-11 16,2-1 6-16,5-3-13 15,3 2-3-15,5-3-16 16,6 3 16-16,2-1-11 16,5-2-15-16,2 2-12 15,2-1-110-15</inkml:trace>
  <inkml:trace contextRef="#ctx0" brushRef="#br0" timeOffset="-110865.18">29430 15179 144 0,'0'0'5'0,"0"0"31"16,-36 2-23-16,21 2 30 16,0 2 12-16,0-1-11 15,-2 2-28-15,1-1 7 16,-1 4-18-16,1-2 8 16,-2 3-19-16,2 1 13 15,-2-2-12-15,3 2 5 16,-4 1 2-16,3 0-3 15,-1 0 2-15,0 1-3 16,2-2 8-16,0 2-11 16,0 1 11-16,5 2-14 15,-4 1 9-15,2-1-30 16,-1 2 18-16,3 3-28 16,-2 2 9-16,-1-2-27 15,0 2-4-15,-2-1 15 16,0 1 8-16,-1-2 38 15,3 2-8-15,-1-3 4 16,2 2-2-16,5-3 9 16,0-1-70-16</inkml:trace>
  <inkml:trace contextRef="#ctx0" brushRef="#br0" timeOffset="-109464.08">29053 16595 63 0,'0'0'50'0,"0"0"2"16,0 0-1-16,0 0-3 0,55 46-42 15,-38-36 21-15,-2 0-22 16,-1-1 9-16,-1 1-12 16,1-2 0-16,-2 0-1 15,1 0 3-15,1 0 5 16,1-1 6-16,2-1-1 16,1-1-5-16,2 0 29 15,0 1-19-15,2-2 3 16,-2 2-2-16,0-1-7 15,-4 2-14-15,3-2 0 16,-6 2 1-16,3 1-3 16,-3-1 6-16,1 1-9 15,-1 0 12-15,3-3-11 16,0 0 16-16,0 0-6 16,0-1 33-16,1-2-37 15,1 2 9-15,-1 0 5 16,-1 0-10-16,2 0-3 15,1-2-4-15,0 2 10 16,1-1-12-16,-1-2 12 16,1 2-17-16,-1-1 19 15,-6 0-19-15,1 0 17 16,-2 1-14-16,-3 2 7 16,1-3-1-16,-2-1 2 15,4 2 5-15,2-3 16 16,1 1 15-16,2-1-29 0,2 0 7 15,-2 0-22 1,-1 0 18-16,0 0-21 16,-3 0 19-16,0 0-15 0,0 2 6 15,-2-1-1 1,1-1-4-16,-3 1 4 0,5-1-5 16,-2 2 7-16,2-2-22 15,2 0 11-15,-2 0-18 16,2 0 21-16,0 0-6 15,0 0 15-15,0 0-6 16,0 0 4-16,1 0-1 16,-1 0-1-16,3 0 1 15,-3 0-17-15,1 0-3 16,3 0 4-16,-5 0 24 16,2-3-30-16,-1 2-25 15,1-1-5-15,-2 1 6 16,1-1-21-16,-2 0-6 15,3 0 28-15,-1-2 38 16,2 2 10-16,-4-1-14 16,2-1-10-16,0 0 2 15,-2 0 5-15,1 0-49 16,-1-2 27-16,2 1 26 16,1 0 24-16,0-2 15 15,-2 1-5-15,1 1-1 16,0 0 24-16,-3-2-17 15,0 2-13-15,0 0-2 16,1-1-12-16,-2 0 10 16,-2 0-15-16,3 1 27 15,-3-1 3-15,-1 0 24 16,1 3-28-16,-3-1-5 16,-1 0 21-16,-2-1-8 15,1 1-10-15,-1 1-13 0,0-1 1 16,-1 2-17-16,0-2 15 15,0 2-17-15,-2-2-3 16,2-2-52-16,0 1-13 16,3 0 24-16,1-1-58 15,0-1-36-15</inkml:trace>
  <inkml:trace contextRef="#ctx0" brushRef="#br0" timeOffset="-107879.42">30899 16634 73 0,'0'0'17'0,"0"0"42"16,0 0 28-16,56-21-3 16,-43 17-24-16,-3 1-13 15,0-1-28-15,2 0 2 16,-2 0-20-16,2 0 17 16,2-3 5-16,1 0 9 15,0 1-15-15,1-3 10 16,-2 2-9-16,0 0-7 15,-2 1 13-15,2-1-20 16,-3 0 7-16,2-1-18 16,0 0 21-16,1-4-25 15,1 2 22-15,2-2-19 16,-1 1 11-16,2-3-3 16,-1 3-1-16,0 0 0 15,-1 0-5-15,0 0 8 16,-1 2-8-16,-1-1 15 15,-2 1-18-15,0 0 21 0,2-1-21 16,-3 0 18 0,3 0-15-16,1 0 7 0,2-1-1 15,-2 0-1-15,2 0 4 16,0-1-5-16,-4 2 16 16,2 0-8-16,-1 1 14 15,-4-1-7-15,3 2 16 16,-4-1-27-16,1-2 11 15,3 0-17-15,2-2 6 16,0-1 2-16,1-1-3 16,3-1 1-16,-3-3-7 15,1 0 12-15,-1 0-14 16,0-1 16-16,0-2-18 16,0 2 19-16,-3 1-20 15,1 0 13-15,-5 2-13 16,0 1 4-16,-2 1-6 15,-3 0-3-15,2-2 1 16,-2 1 4-16,1-5 17 16,-1-1-15-16,3-2 17 15,0-1-18-15,-1-1 14 16,3-2-18-16,-1 2 7 16,0 2-5-16,-2-1-41 15,-1 2-5-15,-2 1 44 16,0 0 17-16,1 0-9 15,-2 1 12-15,-1 0-14 16,2-1 18-16,-1 1-20 16,0-1 18-16,4-1-17 15,-3-2 7-15,2 2-11 16,-1-1-20-16,0 1 5 16,-3 2 14-16,2 5 18 0,-3-1-10 15,0 3 15 1,0 3-19-16,0-4 20 0,0 5-22 15,0-4 0-15,0 0-49 16,0 0 0-16,-3-3-38 16,-2-1 18-16,-1 0 59 15,0-1 18-15,-1 1 6 16,-2 3-2-16,-2-1 32 16,1 1 23-16,-2 1 15 15,-1 1-25-15,1 1 13 16,-2-2-45-16,1-1-4 15,-4 1 17-15,2-1-23 16,-3 0-1-16,0 1-6 16,-3 0 9-16,-2 0-12 15,-5 3 14-15,-1-1-15 16,-1 4 15-16,-3-1-18 16,0 3 16-16,1-1-8 15,0-1 4-15,3 0 0 16,2-1-3-16,2 0 5 15,0-1-3-15,1 2 8 16,-2 0 11-16,0 0 0 16,0 4-26-16,-4-2 14 15,-2 1-13-15,-3 0 9 16,-1 0-5-16,-5 1-6 16,-3 0 5-16,-2 0-2 15,-5 2-8-15,-4 0 8 0,3 0 10 16,-1 1-14-1,1 1 18-15,5-2-17 0,3 1 14 16,3 1-12-16,5-1 6 16,0-1-1-16,0 2-1 15,3 0 0-15,-5 0-4 16,1 0 8-16,-4 0-10 16,-2 0 12-16,0 0-12 15,-3 0 17-15,2 3-15 16,-2 5 11-16,4 1-4 15,1-1 1-15,0 2-1 16,3-1-3-16,2 1 1 16,0-1-5-16,1 0 10 15,0 1-9-15,1-2 10 16,1 2-13-16,0-2 15 16,-2-1-13-16,3 4 12 15,-1 0-11-15,-2 1 2 16,2 4 2-16,-2 1-1 15,2 2 3-15,3 1-7 16,5-1 10-16,4 1-12 16,6-3 13-16,5-1-11 15,3 1 12-15,1-2-16 16,0 0 9-16,-2-1-20 16,-1-1 6-16,-4-1 4 15,0 2-26-15,-2-2 20 16,0 1-25-16,3-3 21 15,0-1-3-15,5-2-26 16,3-2-137-16</inkml:trace>
  <inkml:trace contextRef="#ctx0" brushRef="#br0" timeOffset="-103484.27">32019 15792 571 0,'0'-6'2'16,"0"3"123"-16,3-3-22 16,6 4-43-16,1-3-6 15,3 2 0-15,-3 2 4 16,-1 1-17-16,-2 0 9 15,-6 0-29-15,-1 4 2 16,0 9-4-16,-8-1 53 16,-4 0-39-16,-1 0 3 15,3-2-16-15,3-4-9 16,4-1 2-16,0-4-9 16,3-1 7-16,0 0-16 15,0 0 19-15,0 0-14 0,0-3 21 16,6-2-36-1,1-1 14-15,-4 2-48 0,-1 3-43 16,-2 1-73-16,0 0-97 16,-10 0-212-16</inkml:trace>
  <inkml:trace contextRef="#ctx0" brushRef="#br0" timeOffset="-100306.75">27296 17348 274 0,'0'0'4'0,"0"0"55"16,23 6-12-16,-16-4-40 15,3 0 28-15,0 0-4 16,0 0-5-16,3-1-8 15,2 0 14-15,2-1-17 16,2 2 7-16,1-2-14 0,3 1-6 16,4-1 1-1,2 0-7-15,3 0 5 0,0 0-25 16,1 0-1 0,-1 0 5-16,-2 0 30 0,0 0-19 15,-2 0 18-15,-3 0-14 16,-1 0 9-16,1 0-3 15,-2 0-2-15,-3 0 1 16,2 0-1-16,2 0 4 16,1-1-9-16,-2-1 13 15,6 1-15-15,-2-2 19 16,1 1-20-16,-1-2 16 16,-1-2-11-16,0 3 20 15,-4-1 8-15,-1 2 1 16,1 1 5-16,-3 1-14 15,0 0-1-15,1 0-13 16,-1 0 13-16,2 0-21 16,1 0 17-16,2 0-19 15,0 0 16-15,2 0-13 16,1 0 6-16,0 0 1 16,1 0-4-16,2 0 6 15,2 0-12-15,-2 0 15 16,-1 0-17-16,0 0 20 15,0 0-30-15,-3 0 28 16,-1 0-37-16,-2 0 28 16,0 3-22-16,-3 0 7 15,2 0 15-15,-1 1-26 16,-2-1 25-16,3 1-5 16,1-2 14-16,0 1-15 15,0 0 18-15,3-2-19 16,0 2 16-16,0-2-19 0,-2 1-2 15,1-1-10 1,-3 0 11-16,-2 1 9 0,3-2-3 16,-4 2 7-16,2 2-6 15,1-4 10-15,0 2-12 16,1-2 19-16,-2 0-18 16,0 0 15-16,1 0-11 15,-2 0 12-15,-3 0 3 16,0 0 9-16,-2 0 8 15,2 0-2-15,-2 0 0 16,5 0-22-16,0 0 9 16,4 0-9-16,1 0 29 15,4 0-18-15,1 0 10 16,-1 0-12-16,0 0 8 16,0 0-11-16,-5 0-3 15,1 0-3-15,-6 0-7 16,1 0 9-16,0 0-15 15,-2 0 17-15,3 0-17 16,1 0 20-16,3 0-22 16,2 0 18-16,3 0-13 15,1 0 7-15,-1-2-1 16,-1-2-2-16,-2 2 4 16,-1 0-9-16,-3 1 13 15,-4 0-15-15,0 1 18 16,-2 0-19-16,2 0 20 15,1 0-19-15,4-2 13 16,3 1-7-16,0-1 1 0,5 0 2 16,-3-1-3-16,1 0 4 15,-1 1-9-15,-3 0 15 16,0 0-17-16,-3 2 20 16,0 0-20-16,2-2 20 15,-2 1-19-15,1-2 12 16,5 0-5-16,-4-1 1 15,4-2 1-15,0 1-2 16,1 1 5-16,-1-1-10 16,-3 3 13-16,0-2-15 15,-2 1 19-15,1 0-20 16,-2 2 17-16,3 0-15 16,-3-2 9-16,3-1-2 15,1 1-1-15,-2-1 2 16,1 0-5-16,0-1 10 15,0 1-12-15,-3 0 14 16,-1-1-17-16,1 1 21 16,2 0-23-16,-2-1 19 15,-1 1-12-15,2-2 6 16,-1 1-2-16,0-2 4 16,-1 0 14-16,1 0-4 15,-1 1 9-15,-3-1-10 16,-1 1 12-16,2 0-32 15,-1-1 21-15,-2 0-20 16,1 0 23-16,2-1-3 16,0 1 16-16,-1-1-11 15,0 0-9-15,-1 0-1 16,1 1-7-16,0-1 17 0,-3-1-18 16,4-1 18-1,-4 0-21-15,4 0 22 0,-1 0-19 16,-3 1 15-16,4-1-16 15,-4 0 3-15,3 0 1 16,-2-1-5-16,-1 3 7 16,-2-3-11-16,1 2 18 15,-3-1-18-15,-1 2 22 16,-1 0-26-16,1-2 22 16,1 0-23-16,-2 1 16 15,6-2-8-15,-3 1 1 16,3-3 1-16,-3 2-2 15,0 0 7-15,3 0-14 16,-6 0 18-16,3 1-19 16,-4-1 24-16,0 0-26 15,0 2 24-15,0-3-21 16,0 5 12-16,2-4-4 16,-2 5-1-16,-2-2 4 15,2 1-6-15,-2 0 9 16,0-2-13-16,-1 4 19 15,-3 1-23-15,0-1 26 16,-3 2-23-16,0 0 22 16,0 0-21-16,-9 2 7 15,-8 0-2-15,-2 1-14 16,-2 0 0-16,-1 0-7 16,6-2 12-16,3 1-19 15,4-2 31-15,5-1-12 16,1 0-1-16,3-3-28 0,0 2 47 15,0-2-10 1,6 1 6-16,3 0 2 16,4 1 0-16,-2 0 8 0,2 0-8 15,-1 2 10 1,-1 0-19-16,2 2 27 0,-3 1-13 16,-2 0 24-16,2 0-32 15,-2 0 16-15,-2 4-10 16,0 6 12-16,2 2 0 15,-3 2-4-15,-2 0 14 16,0 4-17-16,-2 0 18 16,-1 1-24-16,0 0 28 15,0-1-37-15,0 0 19 16,0-5-31-16,0-1-22 16,-6-6-96-16,-5-5-133 15,2-1-330-15</inkml:trace>
  <inkml:trace contextRef="#ctx0" brushRef="#br0" timeOffset="-98882.1">32695 15198 779 0,'-3'0'105'0,"3"0"56"16,0 6-58-16,0 12-35 15,0 7 11-15,0 7-31 16,0 2 8-16,5 6-30 16,3 1 20-16,4 1-35 15,1-1 22-15,-1-3-10 16,0-2-3-16,-1-4-2 16,-3-4-10-16,0-9 3 15,-3-2-20-15,-2-9 22 16,-1-3-51-16,-2-5-11 15,0 0-79-15,0-2-62 16,-5-9-262-16</inkml:trace>
  <inkml:trace contextRef="#ctx0" brushRef="#br0" timeOffset="-98429.16">32288 15740 648 0,'0'0'117'16,"0"0"86"-16,111 0-18 16,-37 0-53-16,14 0-43 15,17 0-24-15,11-3-36 16,4 1 12-16,1-1-32 15,-7 0 22-15,-7 2-34 16,-12-2 23-16,-14 0-32 16,-17-1 22-16,-17 2-13 15,-15-2 3-15,-13 1-9 16,-10 2-22-16,-9 1-7 16,0 0-54-16,-2 0-70 15,-13 0-251-15</inkml:trace>
  <inkml:trace contextRef="#ctx0" brushRef="#br0" timeOffset="-96918.2">32586 16085 555 0,'0'0'112'16,"0"0"9"-16,0 0-23 16,-9 12-68-16,6 7 56 15,1 5-25-15,2 3 4 16,0 4-17-16,0 0-16 16,15 0-2-16,2-2 3 15,5-3-1-15,1-5-14 16,3-3 8-16,0-5-25 15,0-4 16-15,-3-6-28 16,0-3 28-16,-1 0-29 16,-6-8 22-16,1-9-19 15,-5-3 3-15,-2-5 3 16,-6 0-2-16,-2-1 10 16,-2 2-13-16,0 1 17 15,0 5-20-15,0 4 25 16,0 5-25-16,0 5 26 15,0 4-27-15,0 0 20 16,0 11-20-16,0 15 7 16,4 8 6-16,6 8-2 15,6 5 13-15,0 6-7 16,4-1 34-16,0 0-11 16,-4-5 35-16,1-4-26 15,-6-4 25-15,-4-8-36 16,-3-5 21-16,-4-7-12 0,0-4-10 15,0-3-2 1,0-6-7-16,-7-2 9 0,-8-2-24 16,-6-2 22-16,-6 0-33 15,-8 0 21-15,-3-8-61 16,-3-7 3-16,1-1-58 16,4-2-9-16,6-4-77 15,4-2-211-15,8-6-410 16</inkml:trace>
  <inkml:trace contextRef="#ctx0" brushRef="#br0" timeOffset="-96417.46">33036 15893 784 0,'0'0'80'0,"0"0"75"16,0 0-20-16,0 0-61 0,67-10-4 15,-44 10-41-15,-3 3 11 16,-6 9-30-16,-6 5 31 16,-8 2-25-16,0 0 12 15,0 0-13-15,-6-1-1 16,-2-5 0-16,3-1-7 15,5-6 6-15,0 1-19 16,2-3 18-16,13-2-21 16,8-2 38-16,5 0-36 15,2 0 16-15,2 0-48 16,-1 0-7-16,-2-2-52 16,-4-1-97-16,-2 0-170 15,-1 1-295-15</inkml:trace>
  <inkml:trace contextRef="#ctx0" brushRef="#br0" timeOffset="-91921.96">26007 17464 414 0,'12'0'31'0,"11"-3"4"16,11-5 60-16,14 0-49 15,13 1-5-15,11-1-30 16,8 0 4-16,6-1-22 15,4 2 13-15,-5 3-12 16,-7 1 3-16,-3 2 3 16,-13 1-2-16,-14 0 3 15,-9 0-22-15,-10 1 11 16,-12 3-15-16,-7 1-19 16,-7-4-68-16,-3 1-16 15,0-2-60-15</inkml:trace>
  <inkml:trace contextRef="#ctx0" brushRef="#br0" timeOffset="-91392.36">26546 17892 530 0,'0'0'45'0,"0"0"87"0,0 0-47 15,0 0 23 1,10 99-43-16,-7-64 3 0,0-1-23 16,4 0-19-16,-1-4-24 15,0-7-3-15,4-7-17 16,1-6-101-16,-1-7-81 15,1-3-224-15</inkml:trace>
  <inkml:trace contextRef="#ctx0" brushRef="#br0" timeOffset="-84486.19">22795 11371 550 0,'0'0'67'0,"0"0"12"0,0 0 48 15,0 0-53-15,0 0-7 16,3 0-21-16,3-4 2 16,2 0-17-16,0 0 2 15,-1 1 27-15,0 0-11 16,0 2-20-16,2 0-18 16,1-1 14-16,0-1-13 15,3 2 22-15,4 0-30 16,0-2 20-16,1 2-20 15,1 0 10-15,3-1-5 16,-1 2-2-16,-2 0 0 16,1 0-5-16,2 0 11 15,-4 0-17-15,2 0 19 16,-4 0-17-16,-1 3 27 16,1 2-33-16,-3 1 21 15,-3 2-22-15,2 0 11 16,-3 3-1-16,1 1 0 15,0-1 3-15,-2 0-6 16,1-1 14-16,-1 0-18 16,0 1 20-16,-2-4-25 15,0 2 26-15,-2 3-27 16,0-1 24-16,2 2-15 16,0-1 9-16,-2 3 0 0,0 5-1 15,-1 0 4-15,-3 0-10 16,0 2 31-16,0 3-29 15,0-3 17-15,0-2-26 16,0 0 32-16,0 1-28 16,0 2 17-16,0-1-15 15,-3 2 5-15,0-4 9 16,2 1-1-16,0 3 2 16,-4-1-21-16,1-2 19 15,1 2-22-15,2-1 51 16,-2 2-41-16,-1-1 18 15,-1 0-29-15,2-1 20 16,0 1 7-16,-1 5-10 16,-3-3-3-16,1 2-4 15,0 1 11-15,-1 3-5 16,-3 3 12-16,1-1-30 16,3 0 36-16,-1 1-31 15,1 0 27-15,-1-1-28 16,4-1 13-16,1 0-5 15,-1 0 2-15,-2 0 4 16,2 0-5-16,0 3 12 16,-4-1-21-16,3 1 25 15,-2 1-28-15,0-1 33 0,2 1-35 16,0-1 30 0,-1-1-23-16,1 0 13 15,1 0-3-15,3 0-1 16,-1 0 4-16,-1 1-10 15,2-3 15-15,0 3-20 16,0-2 26-16,0 2-28 0,0 0 33 16,0 2-34-1,0 2 28-15,0-1-21 0,0 1 11 16,-3 2-5-16,3 2-1 16,-1-2 7-16,-1 1-13 15,2 2 20-15,0-2-22 16,0 2 27-16,0 0-29 15,0 0 30-15,0 2-32 16,0 0 27-16,0 0-20 16,0 1 3-16,3-2 4 15,0 2-3-15,2 3 7 16,2-1-14-16,-2 1 22 16,1 1-26-16,-1 3 31 15,1-1-31-15,-1 3 30 16,4-1-31-16,-2-1 22 15,3 1-9-15,2-2 1 16,1 0 3-16,3-3-5 16,0 3 11-16,2-3-20 15,1 0 25-15,1 1-28 16,2 1 33-16,1-2-35 16,2 0 32-16,1-3-29 15,3-1 19-15,1-1-6 16,0-3-1-16,3 0 2 15,1 0-9-15,0-1 16 16,1-1-21-16,2-1 26 16,1 2-28-16,0-2 36 15,1-1-38-15,2-2 32 0,4-2-26 16,1-2 14-16,2-1 0 16,3-2-4-1,0-1 6-15,0 0-10 0,3 2 15 16,0-1-20-16,0-2 27 15,2-2-32-15,-1-1 34 16,-1-2-32-16,-1-6 27 16,-2-1-19-16,-2-3 6 15,-4-1 2-15,-1-3-4 16,-6 0 6-16,-6-1-15 16,-7-2 22-16,-5 0-23 15,-8-1 24-15,-6-3-28 16,-3 0 32-16,-1-1-32 15,-2 0 28-15,0 0-14 16,0 0 6-16,0 0 0 16,0 0-5-16,0 0 8 15,0 0-19-15,0 0 25 16,0 0-28-16,0 0 31 16,0 0-33-16,0 0 29 15,0 0-34-15,0 0 26 16,0 0-13-16,0 0 4 15,0 0-1-15,0 0-5 16,0 0 11-16,-3 0-17 16,-2-1 29-16,1-3-29 15,-1 0 35-15,-1-1-36 16,0-1 32-16,-2-1-28 16,2-3 16-16,-3-1-5 15,1-1 0-15,0-2-4 16,0-4-15-16,0 4 21 0,3 0-21 15,1 2 25 1,1 3-26-16,2 2 38 0,-2 1-31 16,1 3 29-1,1 0-23-15,1 3 11 0,-2-1-1 16,2 1-2-16,0-1 4 16,-1 1-10-16,1 0 17 15,0 0-23-15,0 0 28 16,0 0-30-16,0 0 32 15,0 0-34-15,0 0 30 16,0 0-18-16,0 0 7 16,0 0-1-16,0 0-1 15,0 0 6-15,0 0-12 16,0-2 20-16,0 1-23 16,0 0 29-16,0-1-31 15,-2 2 29-15,2 0-32 16,0 0 25-16,0 0-15 15,0 0 6-15,0 0 0 16,0 0-3-16,0 0 7 16,3 0-16-16,9 3 24 15,2 5-26-15,4 2 30 16,0 2-32-16,3 1 31 16,1 0-31-16,-1 3 23 15,1-5-7-15,-3 2 6 16,-2-2 2-16,-3-1-6 15,-2-3 13-15,-6 3-14 16,-6 1 22-16,0 0-26 16,-12 5 38-16,-10 2-32 0,-8 1 21 15,-5 0-35-15,-3 0 17 16,-2-1-9-16,3-4-3 16,4-1 0-16,1-5-14 15,6-3-1-15,6-3-31 16,7-2-9-16,4 0-49 15,6-3 4-15,3-6-80 16,0-5-168-16,9-5-355 16</inkml:trace>
  <inkml:trace contextRef="#ctx0" brushRef="#br0" timeOffset="-83084.2">23019 11173 669 0,'0'0'75'0,"0"0"28"16,0 0 16-16,-10 3-58 16,-2 6 2-16,-5 1-24 15,0 4 17-15,-4 3-16 16,-1-1 9-16,-1 0-16 16,-2 3 1-16,0 0-9 15,-1 0-4-15,3-1-1 16,1 0-17-16,2-1 19 0,5-2-24 15,4-3 24-15,5-3-26 16,3 1 20-16,3-4-21 16,3 1 16-16,15-2 5 15,6 2 6-15,10-3 1 16,4 2-7-16,0 0 6 16,0-2-12-16,-5 4 16 15,-6-2-30-15,-7 3 24 16,-6-2-32-16,-6 1 22 15,-5 0-20-15,-3 0 11 16,0-1-4-16,0-1-8 16,0-4-11-16,0 0-47 15,0-2-37-15,0 0-138 16,0 0-267-16</inkml:trace>
  <inkml:trace contextRef="#ctx0" brushRef="#br0" timeOffset="-79631.55">28845 14830 242 0,'0'-1'76'0,"0"0"0"16,0-1 10-16,0 2-8 16,0 0-42-16,0 0-1 15,0 0-28-15,0 0 17 16,0 0-14-16,0 0 10 16,0 0-22-16,0 8 18 15,0 6 0-15,0 4-11 0,-6 4 7 16,2 2-15-1,0 5 16-15,1 2-17 0,1 2 17 16,1-1-21-16,1-1 14 16,0 0-9-16,0-1 2 15,0 3-1-15,6 0-5 16,1 1 4-16,-2 4-10 16,0 0 8-16,-2 4-47 15,-3 0 20-15,0-1 2 16,0 1 20-16,0-2-4 15,0 0 19-15,0 1-8 16,-3-3 3-16,0 1 1 16,-1 0-3-16,2-1 5 15,2-1-10-15,0-3 13 16,0-1-16-16,0-1 17 16,0-3-23-16,6 2 20 15,-3-1-11-15,0 2 12 16,-2 3 2-16,-1 0-9 15,2-2 3-15,-1 0-2 16,1-1 4-16,-1-2-8 16,2 1 12-16,0-3-15 15,0 1 17-15,0 0-16 16,1-2 15-16,-1 1-12 16,0 0 5-16,0-1-2 15,-1-1 1-15,3 1 2 16,-4-2-6-16,1 0 10 15,1 0-12-15,-2 0 14 0,1 0-15 16,-1-1 17 0,3-1-19-16,-1 1 16 15,1-4-14-15,1 2 7 0,-1-3 0 16,1 1-1 0,-1-1 4-16,-3-1-8 0,1 1 15 15,-2 2-10-15,0-2 16 16,0 1-21-16,0 2 18 15,0-1-15-15,0 0 13 16,0 0-10-16,0-3-1 16,0-1 1-16,4-1-1 15,2 1 5-15,1-3-12 16,-1-1 15-16,1 2-15 16,3 1 17-16,-1-1-18 15,-2 4 21-15,3-3-20 16,-1 1 11-16,1-1-5 15,1-2 1-15,2-1 0 16,2-5-3-16,2-1 7 16,2-3-14-16,-3-1 15 15,4-2-14-15,-1-1 19 16,1 0-20-16,0 0 19 16,-1 0-17-16,3 0 8 15,-2 0 0-15,2 0-4 16,-2 0 4-16,1 0-3 15,0-1 8-15,2-2-13 16,3 0 16-16,0-1-16 16,1 1 18-16,2-1-16 15,0 3 13-15,1-2-12 16,2 2 9-16,0 1-4 16,1-2 0-16,2 0 2 15,2-1-5-15,1-1 8 16,2-2-11-16,-1 2 15 0,-1 0-16 15,1 2 21-15,0-2-18 16,-3 3 14-16,0 0-13 16,-1 1 5-16,1-2-1 15,0 1 1-15,3 0 2 16,0-3-7-16,3 0 16 16,1-3-17-16,2 1 18 15,1 0-18-15,2 0 17 16,1 1-20-16,0-1 23 15,0 3-10-15,2 1 1 16,-2 0 1-16,1-1-2 16,1 3 6-16,-2 0-11 15,4-4 11-15,1 0-14 16,-1 0 16-16,4 0-17 16,-1 1 16-16,3-5-19 15,0 2 12-15,2 3-7 16,-2-1 0-16,-1 0 5 15,1 0 2-15,-2 4 10 16,0-2-11-16,3 0 16 16,0 0-23-16,2-1 18 15,-1 1-22-15,1 0 18 16,-3 0-19-16,2 0 13 16,-2 2-1-16,-3 0 4 15,2 0-2-15,0 0-6 16,-1 0 7-16,3 0-13 15,-1 0 17-15,1 0-17 16,2 0 29-16,0 0-23 0,-2 0 13 16,2 0-15-1,-1 0 6-15,-2 0 4 0,0 0-1 16,1 0 0-16,-3 0-6 16,1 0 7-1,1 0-17-15,-3 0 19 0,1 0-22 16,-1 0 24-16,-1 0-23 15,-1 0 19 1,-4 0-14-16,-1 0 6 0,-7 0 0 16,-3 0-2-16,-3 0 3 15,-4 0-7-15,-6 0 12 16,-7 0-16-16,-3 0 20 16,-6 0-20-16,-6 0 19 15,-4 0-21-15,0 0 14 16,0 0-33-16,-6 0-43 15,-8-8-107-15,-2-2-173 16</inkml:trace>
  <inkml:trace contextRef="#ctx0" brushRef="#br0" timeOffset="-77993.84">28802 14716 305 0,'3'0'45'0,"8"0"20"16,1 0-5-16,1 0-11 15,4 0-10-15,0-4-15 16,2 1-13-16,3 1 5 16,1-1-17-16,2-2 12 15,4 1-17-15,1-1 16 16,7 0-18-16,-2-1 15 16,4 0-8-16,-3 2 2 15,3 2-2-15,3 1 0 16,-3 1 5-16,3 0-10 15,4 0 12-15,2 0-15 16,5 0 20-16,2 0-18 16,7 0 16-16,5 0-17 15,2 0 11-15,6 0-5 16,3 0 1-16,6 0 2 16,1 0-3-16,3 0 6 0,0 0-11 15,-1 0 15 1,4 0-20-16,-3-2 28 15,1 1-24-15,1-2 17 0,2 1-13 16,2 0 6-16,0 0 1 16,4 0-4-16,3 0 3 15,2 0-6-15,1 1 8 16,0-1-10-16,0 2 14 16,-3 0-15-16,1 0 26 15,-2 0-10-15,-5-1 20 16,-1 0-21-16,-3-1 7 15,-1 0-3-15,-2 0-4 16,0-1-4-16,-3 0-6 16,-1 2 7-16,-5 0-10 15,-2-1 15-15,-3 1-21 16,-7 1 21-16,-1 0-19 16,-6 0 16-16,-1-1-12 15,-1-1 6-15,-3 1 1 16,-3-2-3-16,0-1 5 15,-6 1-9-15,-5 0 13 16,-7 1-16-16,-6-1 19 16,-8 2-18-16,-3 0 15 15,-6-1-16-15,-3 1 14 16,2-2-8-16,-1 2 2 16,1-3 1-16,6-2-3 15,1 2 5-15,4-1-13 16,2-2 17-16,2 3-17 15,-3-2 21-15,4 2-21 0,-6 0 20 16,2 1-18 0,-4 2 12-16,-4-1-7 0,-1 2 2 15,-3 0 1-15,1 0-3 16,-2 0 7-16,2 0-10 16,-2 0 13-1,-1 0-15-15,0 0 20 0,-2 0-21 16,1 0 17-16,-2 0-15 15,-2 0 8-15,-1 0-1 16,-2 0-14-16,0-1-83 16,0-3-146-16</inkml:trace>
  <inkml:trace contextRef="#ctx0" brushRef="#br0" timeOffset="-75772.7">18263 11635 661 0,'0'0'56'0,"0"0"53"16,0 0-16-16,0 0-13 15,2 0-4-15,8 0 30 16,1 0-44-16,4 0 4 15,3 0-21-15,4 1-9 16,0-1-1-16,4 0-11 16,3 0 3-16,0 0-19 15,-2 0 10-15,-1 0-24 16,-7 0 20-16,-6 0-23 16,-3-1 20-16,-7-1-36 15,-3 2-21-15,0 0-57 16,0 0-48-16,0 0-164 15,-6 0-290-15</inkml:trace>
  <inkml:trace contextRef="#ctx0" brushRef="#br0" timeOffset="-74979.84">18776 11530 673 0,'0'0'81'16,"0"0"29"-16,0 0-4 16,0 0-30-16,0 0-8 15,-12 54-42-15,12-38 13 16,0-1-13-16,0-1-4 15,3-3-7-15,6-2-2 16,1-2 3-16,2-1-16 16,2-4 12-16,-2-2-18 15,3 0 19-15,-3 0-22 16,1-5 22-16,-1-6-24 16,-2-4 13-16,1-1-8 15,-2-4 6-15,3 0 1 16,-1 0-4-16,-1 0 8 15,-1 5-13-15,-3 4 16 16,1 3-18-16,-6 4 22 16,2 4-23-16,0 0 18 15,-2 11-22-15,4 9 20 16,1 8-2-16,3 8 6 16,2 2 20-16,3 2 9 15,5 4 15-15,1-1-13 16,-1 3 10-16,4-2-26 15,-3-4 27-15,-2-2-26 16,-1-3 23-16,-4-8-16 16,-2-4-5-16,-5-7-5 0,-3-1-4 15,-3-7-3 1,0 3-10-16,-17-8 16 0,-9 1-22 16,-6-2 17-16,-4-2-30 15,-6 0 19 1,1 0-45-16,0-8 14 0,6-4-36 15,3 0-14-15,5-7-18 16,8-1-52-16,2-8-131 16,8 1-253-16</inkml:trace>
  <inkml:trace contextRef="#ctx0" brushRef="#br0" timeOffset="-74162.64">19083 11284 744 0,'0'0'124'0,"0"0"18"15,0 0-32-15,54-15-36 16,-31 15-23-16,-4 0-18 16,-2 0-12-16,-4 0-9 15,-4 9-21-15,-9 7 19 0,0 0-6 16,0 1 26-1,-12 2-28-15,-4 0 17 16,3-3-16-16,5-3 12 0,4-3-9 16,4 0-1-16,0-4 0 15,1-2 1-15,15 0 11 16,3-4-21-16,5 0 15 16,2 0-21-16,3 0 5 15,-2 0-89-15,-4 0-85 16,-4 0-200-16</inkml:trace>
  <inkml:trace contextRef="#ctx0" brushRef="#br0" timeOffset="-73348.51">19547 11573 653 0,'0'0'149'0,"0"0"46"15,0 0-53-15,0 0-31 16,48-8-43-16,-31 8-22 16,-1-3-7-16,0 2-19 15,0 1 1-15,-2 0-26 16,-1 0 20-16,0 0-25 15,-4 0 22-15,1 0-30 16,1 0-9-16,-2 0-42 0,0 0-46 16,2 0-90-1,-2 0-121-15,0 0-282 0</inkml:trace>
  <inkml:trace contextRef="#ctx0" brushRef="#br0" timeOffset="-72981.17">20008 11446 860 0,'0'0'74'16,"0"0"113"-16,0 0-73 16,0 0-19-16,79 53-58 15,-54-37 2-15,-1 2-22 16,-1 0-5-16,-2-4-5 16,0 3-8-16,-2-2 5 15,-3-2-9-15,-6 0 13 16,0-3-20-16,-4 1 15 15,-5-3-40-15,1-1-8 16,-2-2-52-16,0-4-33 16,0-1-70-16,0 0-98 0,0 0-259 15</inkml:trace>
  <inkml:trace contextRef="#ctx0" brushRef="#br0" timeOffset="-72693.87">20255 11372 778 0,'0'0'23'16,"0"0"92"-16,-77 87 13 15,50-49-46-15,0-2-16 16,3 0-39-16,1-5-4 16,6-5-30-16,2-6 22 15,7-3-33-15,1-8-33 16,5-6-120-16,2-3-116 16,0 0-260-16</inkml:trace>
  <inkml:trace contextRef="#ctx0" brushRef="#br0" timeOffset="-72244.07">20295 11182 743 0,'0'0'156'0,"0"0"15"0,0 0-62 16,0 0-44-16,0 0-35 15,74 3-6-15,-69 3-12 16,0 2 3-16,-4 0-13 16,-1 3 18-16,0 1-16 15,0-3 24-15,0-2-33 16,0 1 21-16,0-1-22 16,0-4 9-16,0-2-3 15,9-1-1-15,7 0 3 16,1 0-6-16,5 0 2 15,4 0-63-15,1 0-36 16,-2-3-93-16,0 0-71 16,-7 2-206-16</inkml:trace>
  <inkml:trace contextRef="#ctx0" brushRef="#br0" timeOffset="-69865.81">18533 11904 355 0,'0'0'36'0,"0"0"38"15,9-7 16-15,-5 4-7 16,-1 3-4-16,2-2-15 15,0 0 14-15,1 2-18 16,-2 0 2-16,2 0-20 16,3 0 3-16,1 0-11 15,4 0 4-15,5 0-23 16,3 0 18-16,1 0-14 16,6 0-5-16,0 0-5 15,3 0-6-15,-1 0 8 16,4 0-10-16,-2 0 13 15,3 0-20-15,-1 0 22 16,1 0-26-16,-4 0 23 16,2 0-19-16,1 0 11 15,0-1-4-15,4-2-1 16,-5 1 2-16,2 0-4 16,-2 1 8-16,-4 1-12 15,-3 0 14-15,-2 0-17 16,-3 0 22-16,1 0-23 15,0 0 20-15,1-1-16 16,0-1 7-16,3 1 0 16,2-1-2-16,0-4 3 0,1 5-7 15,2-2 11 1,1-1-13-16,-2 0 18 16,-3 2-21-16,-2 0 23 0,-1 2-24 15,-5-2 19-15,0 2-13 16,-1 0 6-16,0 0 0 15,1 0-1-15,0 0 4 16,2 0-10-16,1 0 14 16,3 0-16-16,1-1 20 15,4-3-20-15,-1 3 20 16,-1-3-19-16,-2 2 15 16,-2 0-13-16,0 1 5 15,-4 0 1-15,-1 1-4 16,-1 0 7-16,1 0-11 15,2 0 14-15,-2 0-16 16,3-2 22-16,2-1-19 16,-1 1 24-16,-2-2-21 15,1 1 13-15,-3 0-7 16,-2 2-2-16,-1-1 3 16,-2 2-7-16,-1 0 10 15,-1 0-16-15,0 0 19 16,2 0-19-16,0 0 25 15,0-1-24-15,2 0 25 16,-1 1-18-16,1-2 13 16,-2 2-6-16,2 0-3 15,-4-2 2-15,-2 2-3 16,0-2 12-16,-4 2-16 16,-2 0 17-16,-1 0-21 0,-3 0 22 15,-1 0-26-15,0 0 23 16,0 0-19-16,0 0 6 15,0 0-4-15,-4 0-42 16,-3 0-65-16,-4 0-124 16,0 0-133-16</inkml:trace>
  <inkml:trace contextRef="#ctx0" brushRef="#br0" timeOffset="-66387.49">19362 12233 604 0,'-7'19'31'0,"4"1"91"0,3 3-46 16,0-2-4-16,0-2-12 15,13-4-33-15,0-3 15 16,4-2-32-16,1-4 24 16,2-3-15-16,-3-3 10 15,1 0-27-15,-1 0 1 16,-2-3 0-16,-3-9-2 16,0-1 2-16,-3-1-11 15,1-3 12-15,-3-2-12 16,-1-3 18-16,1 0-22 15,-1 0 26-15,-2 4-22 16,-1 3 24-16,-2 5-9 16,1 2 12-16,-2 6 1 15,1 2-2-15,4 0-7 16,2 15-20-16,0 11 23 16,9 8-1-16,0 7 28 15,1 5-13-15,2 3 29 16,1 2-29-16,0-1 16 15,-2-5-16-15,-2-1 5 16,-5-5 0-16,-2-5-7 0,-5-5 11 16,-4-5-17-1,0-3 15-15,-3-3-27 16,-11-6 17-16,-5-2-29 0,-1-6 22 16,-5-4-28-16,-1 0 12 15,-1-7-26-15,2-9-25 16,-1-7-30-16,3-6-41 15,3-1-115-15,6-5-245 16</inkml:trace>
  <inkml:trace contextRef="#ctx0" brushRef="#br0" timeOffset="-65736.33">19816 12050 510 0,'0'0'81'0,"0"0"59"0,0 0-18 15,0 0-22-15,0 1-18 16,0-1-21-16,1 0 12 16,9 0-41-16,2-2 19 15,4-1-35-15,-2 2 11 16,2-1-30-16,-1 2 14 16,-4 0-12-16,-4 0-2 15,-4 11 1-15,-3 1-8 16,0 4 15-16,-13 3-12 15,0-2 16-15,3-2-22 16,3 1 26-16,7-6-26 16,0 0 21-16,3-2-18 15,11 0 13-15,6-1 1 16,1-1 4-16,-3-3 2 16,-3 1-6-16,-7 4 17 15,-8-3-22-15,0 2 20 16,-6 0 8-16,-12 1 11 15,-2-3-44-15,1 0 18 16,0 0-39-16,2-4-46 16,2 0-104-16,2-1-218 15</inkml:trace>
  <inkml:trace contextRef="#ctx0" brushRef="#br0" timeOffset="-63787.23">7744 14745 736 0,'0'0'51'16,"0"0"38"-16,0 0 35 16,0 0-38-16,0 0-35 15,0 0-6-15,4 6-27 16,0 4 38-16,2 4-25 16,0 1 18-16,0-1-26 15,2 0 13-15,-2-2-19 16,0-2 7-16,0-2-1 0,-1-1-7 15,4-3 5-15,2-4-4 16,4 0 22 0,7-9-3-16,5-15 16 0,5-12-33 15,7-15 7-15,8-15-33 16,7-11 18-16,8-11-26 16,4-8-37-16,5 2-53 15,-1 6-126-15,-7 11-412 16</inkml:trace>
  <inkml:trace contextRef="#ctx0" brushRef="#br0" timeOffset="-58462.21">17998 11235 406 0,'-2'20'57'0,"2"5"32"16,0 0-17-16,0 3-14 16,3 2-7-16,5 2-25 15,-2 1 10-15,0 3-14 16,-1 1 14-16,-1 1-21 16,-4 1 14-16,0-2-16 15,0 3 13-15,0-5-12 16,0 1-7-16,0-3-2 15,0-1-5-15,0 3 10 0,0-6-17 16,0 2 16 0,0 0-15-16,0-3 16 15,0 2-18-15,0-4 15 0,0 0-9 16,0 1 2-16,0 1 0 16,0-3 0-16,0 1 5 15,0 0-1-15,-3 1 2 16,2 0-12-16,-1-3 21 15,1 1-10-15,1-2 12 16,0-3-20-16,0-2 14 16,0-4-11-16,0 0 0 15,0-2 2-15,4 1-5 16,2 0 8-16,-2 1-11 16,-1 1 13-16,0 2-15 15,-2-2 20-15,1 3-18 16,1-2 15-16,-2-1-15 15,2-3 9-15,-3-1 0 16,3-2-3-16,0 0 3 16,1-1-7-16,2 1 9 15,1 1-14-15,-1 2 19 16,1 0-19-16,1 4 23 16,0-3-25-16,-4 2 20 15,1-3-13-15,-1 0 4 16,-1 0 1-16,1-2-2 15,2-4 3-15,-3 2-8 16,1-2 12-16,-1 4-15 16,0-3 19-16,0 7-19 0,-2 0 19 15,2 2-21 1,2-1 22-16,3-1-11 16,-1-4-3-16,5-3 3 15,4-3-4-15,1-1 8 16,5-1-10-16,1-1 34 0,0-1-25 15,-1 0 2-15,2 0-14 16,2 1 20-16,0 3-22 16,2-1 20-16,-1 2-11 15,3 1 0-15,1-2 5 16,-1 0-4-16,2-3 4 16,1 1-12-16,2-2 19 15,-1 0-21-15,1 1 23 16,3-1-21-16,-1 3 18 15,3 0-18-15,0-1 13 16,-1 1-5-16,1-1-1 16,-1 0 2-16,0-2-4 15,0 2 10-15,0-2-14 16,0 0 17-16,-3 0-19 16,-1 0 23-16,0 1-24 15,-4-1 21-15,4 0-18 16,-4 0 11-16,4 0-2 15,-2 0-1-15,4 0 2 16,-1 0-5-16,3 0 10 16,1 0-13-16,-1 0 17 15,0 0-19-15,3 0 23 16,-2 0-23-16,1 0 19 16,1 0-17-16,0 0 10 15,1 0-3-15,2 0 0 16,-2-5 2-16,0 0-8 15,-2 0 11-15,-4 2-15 16,0-1 20-16,-6 2-22 0,0-1 21 16,-2 0-24-1,-2-1 19-15,-3 1-9 0,2-1 4 16,2 0 1-16,-1 0-2 16,3-2 5-16,1-1-12 15,-1 2 17-15,2 0-19 16,1-1 20-16,0 2-19 15,1 0 20-15,-1 2-21 16,2-2 16-16,-1-2-8 16,1 3 4-16,1-1 4 15,-1 0-1-15,-1 0 22 16,-1 0 0-16,1 0 13 16,-4-1-35-16,0 1 15 15,-2 0-26-15,-2-1 22 16,-3-1-4-16,0 1 6 15,-3 1 4-15,-1-2 6 16,-2 0-7-16,1-1-15 16,-1 0 12-16,2-2-12 15,-3-1 16-15,1-1-23 16,-1-1 20-16,-2-2-25 16,-1-3 21-16,2 1-20 15,-4-3 10-15,1-3-4 16,-4-2-1-16,-2-1 3 15,-3-3-12-15,0-3 27 16,-3-4-29-16,2-4 27 16,-1-3-28-16,1-2 28 15,2-1-32-15,0-1 27 0,3 1-19 16,-1 1 9 0,-1 0-1-16,-1-1 0 0,0 1 4 15,2 0-5-15,-2-2 16 16,-1-1-21-16,1-2 20 15,2 2-23-15,-3-3 23 16,0 1-24 0,-3 2 18-16,0 5-11 0,0 4 3 15,0 3 2-15,0 7-4 16,-7 5 7-16,-2 2-14 16,-1 1 20-16,1 1-22 15,2-3 25-15,1 2-25 16,3-4 24-16,-1 1-24 15,3-1 16-15,1 1-8 16,0 2 0-16,0 1 4 16,0 4-5-16,0 0 10 15,0 4-16-15,0 1 20 16,0 0-23-16,-3 3 27 16,-1 0-27-16,-1 0 27 15,1 1-26-15,-2-1 14 16,-1 1-2-16,1 0-2 15,-3-1 1-15,2 0-8 16,-3 0 11-16,1 1-15 16,2-1 22-16,-2 1-25 15,-5 1 24-15,2 1-27 16,-2 1 24-16,-3 0-15 16,-3 1 8-16,-2 0 3 15,-3 0-3-15,-1 1 5 16,-3-1-9-16,-1 1 14 15,-2-3-18-15,-4 1 22 0,-4-1-23 16,2 0 25 0,-4 1-25-16,2-2 21 0,1-1-14 15,4 2 4-15,4-2 3 16,6 3-3-16,4-1 5 16,6 1-12-16,3 1 15 15,-1 2-18-15,3-2 23 16,-3 3-25-1,-3 0 25-15,-4 0-25 0,-7 0 19 16,-5 0-9-16,-4 0 1 16,-5 0 4-16,-5 0-6 15,-2 0 9-15,-1 0-14 16,-1 0 20-16,-4 0-25 16,1 0 27-16,1 2-23 15,3 0 20-15,-2 1-25 16,3-1 17-16,1 0-2 15,-1 0-4-15,-4 2 4 16,0-1-5-16,-2 0 11 16,-3 1-16-16,-1 0 19 15,-4 0-22-15,-3 0 28 16,-4 4-29-16,1 0 25 16,-4-1-20-16,0 1 10 15,2 0-2-15,4-1 0 16,-1 0 3-16,5-2-8 15,5-1 13-15,0 1-16 16,4-1 20-16,2 0-23 16,2-1 26-16,7-1-26 15,2 2 22-15,4-2-19 16,4-1 7-16,3 2 1 16,6-2-2-16,0 1 5 0,3 0-10 15,4 1 15 1,0-1-18-16,1 1 22 0,1 0-22 15,-1-2 23-15,-2 4-24 16,0-1 20-16,-2 1-15 16,-1 0 6-16,1 1 2 15,-3 1-5-15,2-3 8 16,0 2-13-16,0 0 17 16,0 0-20-16,1-1 25 15,0 0-25-15,3 2 24 16,2-3-25-16,2-1 18 15,3 1-7-15,4-3 0 16,0-1 1-16,4 0-5 16,1 0-5-16,0 0-82 15,6 3-56-15,17-3-164 16,7 0-59-16</inkml:trace>
  <inkml:trace contextRef="#ctx0" brushRef="#br0" timeOffset="-57096.64">21674 11546 699 0,'-12'7'55'0,"-3"5"43"15,-1 4-47-15,0 4 32 16,-1 5-42-16,4 1 12 0,4-2-21 16,5 1 9-1,4-2-14-15,3-4-4 0,17-5-2 16,8-3 5-16,6-8 11 16,5-3-20-16,3 0-3 15,-3-12-22-15,-4-4 19 16,-8-3-23-16,-7-1 22 15,-14-1-22-15,-6 2 15 16,-1 0-11-16,-22 3-11 16,-6 0 8-16,-6 0-12 15,-3 5 14-15,2 5-9 16,4 1 18-16,7 3-17 16,4 2 19-16,11 0-17 15,9 0 21-15,1 0-32 16,1 2 29-16,15 0-4 15,7-2 6-15,6 0 6 16,4 0 6-16,2-15 3 16,0-2-26-16,-2-8 16 15,-5-4-19-15,-4-4 18 16,-4-5-31-16,-7-3 11 16,-2-5-14-16,-5-3 17 15,-3-3 2-15,-1 2-2 16,-2 3 2-16,0 6-22 15,0 9 15-15,0 10-9 16,0 8 23-16,0 13-25 16,0 1 16-16,-3 20-34 15,-3 16 47-15,-2 10-9 16,3 9 13-16,-1 9 13 16,3 1 5-16,2-1 6 15,1-8-14-15,0-5 8 16,10-7-19-16,7-9 31 0,4-10-30 15,3-6 18-15,-2-5-26 16,-1-7 13-16,-3-4-14 16,-1-3 4-16,-4 0 1 15,-3-2-2-15,0-10 5 16,-4-3-12-16,-3-1 16 16,-1-3-19-16,-2 3 20 15,0 0-21-15,0 3 20 16,0 3-22-16,0 3 16 15,-5 3-8-15,-1 4 0 16,0 0-2-16,-5 12-2 16,1 7 11-16,-2 1-14 15,0-1 19-15,3 2-20 16,1-1 29-16,8-5-13 16,0-1 33-16,0-4-15 15,9 0 13-15,11-4-12 16,5 0-7-16,5-2-10 15,6-4-10-15,-3 0 1 16,2 0-45-16,-3 0-41 16,-5 0-112-16,-8-4-121 15,-6 4-313-15</inkml:trace>
  <inkml:trace contextRef="#ctx0" brushRef="#br0" timeOffset="-56613.26">21716 11941 798 0,'0'0'62'15,"0"0"127"-15,125-16-55 16,-65 6-60-16,2-1-24 16,-2 3-28-16,-7 0-12 15,-13 2-16-15,-8 4 15 16,-15 0-26-16,-11 2 3 16,-6 0-48-16,-4 0 12 15,-21 6 10-15,-9 7-24 16,-9 3-36-16,-5 4-1 15,-6 2 28-15,1 1 6 16,-1 2 65-16,2-2 0 16,5-2 19-16,12-3 5 15,8-5 24-15,12-4 0 16,15-5 45-16,3-4-37 16,29 0 8-16,15-9 28 15,14-5-16-15,7-7-28 16,3 2-29-16,-5-1-5 15,-8 5-20-15,-15 3 15 16,-15 3-64-16,-15 5-107 16,-13 0-194-16</inkml:trace>
  <inkml:trace contextRef="#ctx0" brushRef="#br0" timeOffset="-55375.15">17801 13998 754 0,'0'0'71'16,"0"0"49"-16,0 0 37 15,23-7-52-15,-7 2-27 16,4 1-7-16,2 1-26 16,1-3 7-16,0 5-29 15,0-2 20-15,-1 0-30 16,-3 2 15-16,1-1-27 16,-4 2 10-16,0-1-8 15,-2 1-2-15,0 0 2 16,-2 0-16-16,1 0-8 15,-4 0-44-15,-2 0-54 16,-3 0-156-16,-2 0-212 16</inkml:trace>
  <inkml:trace contextRef="#ctx0" brushRef="#br0" timeOffset="-52321.71">18848 13721 568 0,'-1'0'61'0,"-1"0"67"0,2 0 2 16,0 0-32-16,0 0-5 16,0 0-23-16,0-3 6 15,5-6-58-15,2 0 11 16,6-3-20-16,0 0 15 16,3-2-26-16,-2 3 14 15,3 1-9-15,1 3-2 16,-2 3 3-16,-3 4-1 15,1 0 6-15,-2 4-12 16,-2 13 25-16,-2 5-18 16,1 3 26-16,-3 3-24 15,1-1 20-15,5-1-22 16,-1-1 11-16,5-5-7 16,3-1 3-16,2-5 2 15,4-2-8-15,-3-2 10 16,1-3-19-16,-4 1 16 15,-5-4-22-15,-1-1 23 16,-6 1-30-16,-1-4 8 16,-3 0-37-16,-3 0-13 15,0 0-21-15,0 0-30 16,0 0-41-16,-3 0-94 16,-6 0-107-16</inkml:trace>
  <inkml:trace contextRef="#ctx0" brushRef="#br0" timeOffset="-52001.83">19182 13562 771 0,'0'0'81'0,"-49"68"103"15,27-29-41-15,-1 1-34 16,3-2-59-16,2-6-10 16,4-3-24-16,2-7-13 15,4-5-1-15,3-5-6 16,3-5 3-16,0-1-48 15,2-3-40-15,0-3-102 16,0 0-113-16,0 0-257 16</inkml:trace>
  <inkml:trace contextRef="#ctx0" brushRef="#br0" timeOffset="-51511.07">19381 13419 776 0,'0'0'45'0,"0"0"94"16,0 0-11-16,0 0-59 16,0 0-4-16,3 0-28 15,3 0 16-15,-1 0-26 16,3 3 17-16,2 1-25 16,-2 3-1-16,0 1-10 15,-4 3-4-15,-1 1-2 16,-3 5-3-16,0 1 9 15,0 1-10-15,-3-2 18 16,-3-1-15-16,0-4 24 16,1 0-27-16,5-5 15 15,0 0-20-15,0-2 9 16,4-2 0-16,9-2-4 16,7-1 6-16,1 0-11 15,3 0 3-15,1 0-44 16,-2 0-25-16,-3 0-96 15,-4 0-107-15,-6 0-149 16</inkml:trace>
  <inkml:trace contextRef="#ctx0" brushRef="#br0" timeOffset="-51117.32">19895 13650 745 0,'0'0'49'15,"0"0"113"-15,0 0-34 16,0 73-50-16,2-48-27 16,2-1-12-16,0-2-15 15,3-2-18-15,-1-4 3 16,-1-3-17-16,-1-5 18 15,-3-1-36-15,1-3-27 16,-1-3-86-16,-1-1-62 16,0 0-126-16</inkml:trace>
  <inkml:trace contextRef="#ctx0" brushRef="#br0" timeOffset="-50892.35">19842 13785 818 0,'0'0'133'0,"0"0"17"16,0 0-88-16,89-29-44 15,-66 22-8 1,-1 2-14-16,-2 0-43 0,-2 0-124 15,-4 0-177-15</inkml:trace>
  <inkml:trace contextRef="#ctx0" brushRef="#br0" timeOffset="-50308.75">20284 13693 458 0,'0'0'37'0,"0"0"65"16,0 0-26-16,0 0-24 15,17 79-19-15,-3-68 6 16,2-3-29-16,3-1 11 15,0-7-12-15,-2 0 13 16,-1 0-23-16,1 0-1 16,-1-11-3-16,-4-3-2 15,-2 0 3-15,1-4-7 16,-3 0 14-16,-1 0-12 16,-3 4 16-16,1 2-14 15,0 5 16-15,-2 4-14 16,0 3 13-16,0 0-5 15,1 15 40-15,2 6 42 16,3 7 14-16,5 6-10 16,-2 1-23-16,5 6 15 0,1-2-31 15,-3 4 9-15,0-1-25 16,-5-1 7-16,-3 0-29 16,-5-5 22-16,-2-5-12 15,0-4-1-15,0-7 4 16,-2-3-1-16,-8-4 6 15,-4-2-23-15,-1-6 15 16,-5-1-28-16,-3-4 25 16,1 0-39-16,-4 0 3 15,0-12-43-15,3-3-12 16,0-10-48-16,6-5-145 16,1-7-264-16</inkml:trace>
  <inkml:trace contextRef="#ctx0" brushRef="#br0" timeOffset="-49858.92">20584 13343 727 0,'0'0'91'0,"0"0"97"16,0 0-83-16,0 0-26 15,75 3-23-15,-62 1-39 16,-1 4 8-16,-8 3-22 16,-3 1 23-1,-1 3-21-15,0 0 30 0,-1 0-27 16,-6-1 11-16,1-5-5 16,3 1-4-16,3-2-6 15,0-3-4-15,0 2 10 16,12-5-15-16,5 2 15 15,6-4-23-15,3 0 18 16,3 0-79-16,0 0-64 16,-4 0-246-16</inkml:trace>
  <inkml:trace contextRef="#ctx0" brushRef="#br0" timeOffset="-48040.13">18751 14128 220 0,'0'0'70'16,"0"0"29"-16,0 0-29 15,0 0 28-15,0 0-24 16,5 0 0-16,-1 0-25 16,2 0 12-16,2 0 19 15,1 0-3-15,0 2-7 16,5-1-27-16,-1 1 1 16,6-2-10-16,-3 1 22 15,4-1-26-15,3 0 12 16,-2 0-33-16,2 0 13 15,0 0-11-15,1 0 5 16,-1 0 0-16,2 0-1 16,1 0 2-16,1 0-16 15,2 0 13-15,-3 0-18 16,0 0 23-16,0-1-24 16,0 1 22-16,-1-2-21 15,-2 2 17-15,-4 0-8 16,-1 0 2-16,1 0 2 15,-4 0-5-15,-1 0 6 0,2-1-12 16,-3 1 17-16,3-2-22 16,-2 0 25-1,5-1-23-15,1 2 19 0,2-3-21 16,3 2 13-16,2 0-6 16,0-1 0-16,2 0 1 15,0 0-4-15,-3 0 9 16,1 2-14-16,-2-1 19 15,1 1-23-15,-1 1 27 16,-1-4-27-16,2 3 23 16,-1-2-19-16,2 0 9 15,2-1 0-15,2 1-2 16,-1-1 4-16,-3 3-8 16,-1-1 12-16,-1 1-15 15,-5 1 18-15,-1 0-23 16,-2 0 27-16,-1 0-27 15,1 0 26-15,-1 0-23 16,1 0 11-16,2 0-1 16,1 0-2-16,2 0 6 15,0 0-12-15,0 0 17 16,-1 0-20-16,-2 0 23 16,1 0-23-16,0 0 24 15,-2 0-25-15,2 0 20 16,1 0-11-16,0 0 1 15,2 0 4-15,1 0-4 16,1 0 7-16,0 0-13 0,-1 0 17 16,-1 0-20-1,-3 0 24-15,-1 0-24 0,0 0 24 16,-3 0-24-16,-2 0 17 16,-1 0-6-16,2 0 0 15,-4-1 4-15,1 1-6 16,-2-2 7-16,0 1-13 15,3 1 17-15,0 0-19 16,0 0 24-16,1 0-25 16,4 0 23-16,-1-1-22 15,0 1 14-15,1-1-4 16,-1 1-1-16,-1 0 3 16,-3-2-4-16,-3 2 15 15,-1 0-17-15,-1 0 19 16,-2 0-24-16,1 0 29 15,-1 0-29-15,3 0 25 16,-1 0-18-16,1 0 10 16,0-1 0-16,-2 1-5 15,-3-1 1-15,-1 1-10 16,-3-2 13-16,0 1-31 16,0 1-7-16,-17-1-78 15,-9 1-167-15,-9 0-418 16</inkml:trace>
  <inkml:trace contextRef="#ctx0" brushRef="#br0" timeOffset="-46988.72">19585 14509 517 0,'0'0'116'0,"0"0"11"0,-19 54-38 16,16-32-26-16,3-3 16 15,0 0-31-15,0-3 0 16,10-6-31-16,3 0 14 16,0-5-21-16,2-2 6 15,-1-3-4-15,0 0-8 16,1 0 2-16,-2 0-9 16,0-9 12-16,-3-2-16 15,3-5 15-15,-3 0-19 16,1-1 19-16,-3-1-22 15,-1 1 18-15,-1 2-15 16,-5 4 9-16,1 4 1 16,-1 2 0-16,-1 5 3 15,2 0-8-15,-1 0 6 16,3 18-15-16,2 5 25 16,4 9-16-16,6 4 23 15,0 9-5-15,4-1 47 16,1 3-4-16,0 0 0 15,-1-3 7-15,-2-3-13 16,-2-5-1-16,-6-2-16 16,-3-2 16-16,-7-3-21 15,0-3 19-15,-1 0-28 16,-14-6 20-16,-4-1-32 16,0-4 15-16,-4-4-16 15,-1-4-2-15,-2-6 1 16,-4-1-11-16,-2 0-7 0,0-11-44 15,2-6-6 1,2-4-45-16,8-3-34 0,3-7-205 16,5-3-279-16</inkml:trace>
  <inkml:trace contextRef="#ctx0" brushRef="#br0" timeOffset="-46172.37">19951 14319 363 0,'0'0'69'0,"0"0"101"0,0 0-56 15,0 0-28-15,-1 0-25 16,1 0 9-16,0 0-24 16,0 0 9-16,0 0-1 15,1 0-12-15,8 0 10 16,4 0-10-16,2 0-3 16,2 0-31-16,0 0 8 15,0 0-23-15,0 0 19 16,-5 0-23-16,-1 7 16 15,-7 4-23-15,-4 2-10 16,0 1-4-16,-3 2 12 16,-3-1 7-16,-1-1-2 15,3-1 9-15,4-4-15 16,0 1 25-16,7-2-16 16,6-2 25-16,1 2-18 15,-1-1 20-15,-1 2-2 16,-2-2 24-16,-6 1 11 15,-4 2-7-15,0-2 14 16,0 0-12-16,-11-2 2 16,-2 2-40-16,-2-5 19 15,-2 0-29-15,0-2 17 0,2-1-40 16,0 0-36 0,-2 0-83-16,0 0-143 0,1 0-220 15</inkml:trace>
  <inkml:trace contextRef="#ctx0" brushRef="#br0" timeOffset="-42929.26">17063 13144 363 0,'0'0'51'15,"0"0"70"-15,0 0-37 16,0 27-16-16,0-13-11 16,0 4-7-16,0 1-17 15,-1 6 5-15,1 1-18 16,0 4 16-16,0 4-20 16,0 4 7-16,0-1-25 15,0 1 11-15,1 2-7 16,3-2-2-16,4 0 4 15,-3 1-7-15,0 0 8 16,-1-1-12-16,-1 2 16 16,-3 0-18-16,0-1 18 15,0-1-24-15,0-1 17 16,0 1-15-16,0 2 12 16,0 1-9-16,0-2 2 15,0 6 12-15,0-4-8 16,0 2 8-16,0-1-10 15,0 3 14-15,0-2-16 16,0 3 19-16,0-3-20 0,0-1 17 16,0-3-14-16,0 2 7 15,0-5-1-15,0 0-2 16,4 0 3-16,2 0-5 16,-3 1 10-16,1 1-13 15,-2 0 15-15,-2 0-16 16,0 0 18-16,0-2-20 15,0 0 8-15,0-1-13 16,2-3 6-16,0 0-7 16,1 1-6-16,0-2 6 15,0-1-3-15,-2 2 14 16,1-3-11-16,-1 0 20 16,2 1-12-16,0-2 16 15,0 1-16-15,2-3 12 16,3-1-7-16,3-4-1 15,5-2 0-15,3-6-27 16,4-1 6-16,3-3 0 16,3-1 25-16,0-2-13 15,3 2 20-15,1 0-17 16,-1-3 19-16,2 1-17 16,2 0 5-16,1-2-11 15,3 0 6-15,-1-1 8 16,3-3-1-16,0 0 5 15,0 0-9-15,4 0 17 16,-1 0-14-16,2-3 20 0,-2 1-19 16,4 0 17-1,-1 2-14-15,2 0 9 16,2 0-5-16,2 0 3 0,4 0-7 16,2 0-3-16,4 0 6 15,2 0-8-15,3 0 18 16,4 0-11-16,-3 0 15 15,2 0-25-15,-1 0 14 16,2 0-12-16,0 0 8 16,1 0-1-16,0 0-3 15,2 0 4-15,-2 0-4 16,1 0 9-16,-3-1-13 16,2-3 18-16,-1-1-17 15,1 0 16-15,2 0-20 16,1-1 15-16,2 1-9 15,1 1 3-15,2 0 2 16,2 1 3-16,-1 2 8 16,0-2-10-16,4 3 10 15,-1 0-20-15,2 0 18 16,-1 0-19-16,1 0 18 16,0 0-19-16,-1 0 19 15,-5 0-3-15,-1 0 3 16,-3 0-2-16,-3 0-6 15,-1 0 5-15,-5 3-13 16,-1 0 13-16,-3-3-18 16,-3 1 23-16,-4 0-23 15,-3-1 20-15,-6 0-19 16,-3 0 12-16,-7 0-3 0,-7 0-4 16,-2 0 4-1,-7 0-4-15,-5 0 9 16,-7 0-13-16,-3-1 16 0,-2-6-17 15,-6 2 27-15,0-6-23 16,0-5 14-16,0-1-15 16,0-6 7-16,0 1 4 15,-6-6-4-15,1 0 3 16,-1-5-11-16,2-4 14 16,3-5-16-16,1-3 17 15,0-3-24-15,0-4 25 16,0-3-24-16,8-1 15 15,0-1-15-15,0-4 1 16,2 2-5-16,-1-1-6 16,0-2 8-16,-1 0-4 15,-3 0 24-15,-1 1-13 16,-3 1 20-16,-1-1-19 16,0 1 19-16,0 2-18 15,0-1 13-15,0 0-9 16,0 1 4-16,0 0-1 15,0 4-2-15,0 0 4 16,-4 3-8-16,-3 3 15 16,-5 3-17-16,2 2 21 15,-4-1-19-15,2 4 16 16,-1-1-19-16,2-2 12 16,1-2-4-16,2 0 0 15,-2-2 1-15,2 4-2 16,-3 3 6-16,-3 5-11 15,-2 4 15-15,-6 5-19 16,0 4 18-16,-2 3-19 16,-2 0 23-16,3 1-19 0,-3 2 5 15,5 0 1 1,0 0 1-16,1 3 3 0,-3 2-6 16,1 3 10-1,-1 2-11-15,-3 5 15 0,-3 1-20 16,-2 0 22-16,-3 0-23 15,-2 0 20-15,-4 0-15 16,-5 0 9-16,-1 0-3 16,-6 0 0-16,-6 0 2 15,-6 0-8-15,-6 0 13 16,-10 1-15-16,-6 3 18 16,-7 2-18-16,-5 1 19 15,-2-2-16-15,-5 0 15 16,-2-1-8-16,-4 0 2 15,-1-4 0-15,0 0-1 16,-2 2 3-16,1-2-10 16,-1 0 10-16,2 0-14 15,0 1 20-15,1-1-21 16,0 1 19-16,7-1-19 16,1 2 16-16,8-2-10 15,4 0 5-15,7 0-1 16,5 0-1-16,7 0 4 15,2-3-11-15,4-2 13 16,2-1-16-16,3 1 23 16,2 1-25-16,3 2 22 15,1-2-19-15,2 4 10 16,2 0 0-16,1 0-1 0,3 0 2 16,3 0-6-1,-1 0 9-15,3 0-11 16,5 4 15-16,-1-2-18 0,0-1 21 15,0 2-19-15,0 0 16 16,-1 1-13-16,0 2 7 16,-1-2-4-16,0 3 1 15,3 1 2-15,-4 0-7 16,1 0 11-16,2-1-11 16,4 1 13-16,-1-3-15 15,5 1 17-15,1-2-10 16,6-1 12-16,7-1-13 15,0-2 3-15,6 0 3 16,1 0 14-16,7 0 12 16,2 0-16-16,0 0 11 15,0 0-24-15,0-4 3 16,0-1-32-16,5-2-10 16,4 0-65-16,-3 2-126 15,-1-1-339-15</inkml:trace>
  <inkml:trace contextRef="#ctx0" brushRef="#br0" timeOffset="-41427.37">15518 13996 431 0,'0'-5'62'16,"-3"-1"23"-16,-5 5 26 16,-1 1-44-16,-3 0-17 0,1 0-43 15,-3 12 12 1,1 7-14-16,-1 5 35 0,1 1-25 15,2 4 15-15,3-2-16 16,5-4 2-16,3-4-5 16,0-5 8-16,0-8 4 15,12-6-5-15,7 0 0 16,-1-2-18-16,4-15 16 16,0-3-21-16,1-5 16 15,-7 2-19-15,-2-1 14 16,-4 3-15-16,-5 5 3 15,-5 4-1-15,0 4-2 16,0 3 0-16,0 5-9 16,-5 0 23-16,2 0-15 15,-2 12 19-15,2 3-18 16,3 2 20-16,0-1-16 16,0 1 15-16,0-2-4 15,8-4 9-15,7-3 20 16,4-4 5-16,2-4 4 15,4 0-16-15,-2 0 8 16,0-12-17-16,0-5 10 16,-4-5-36-16,-3-2 22 15,-4-3-22-15,-1-4 6 16,-5-3-12-16,-2-2-9 16,-4-3-3-16,0 0 5 15,0-3 15-15,0 0-4 16,-4 1 15-16,-5 3-21 15,1 4 25-15,-1 8-26 16,1 7 16-16,5 7-15 0,2 9 10 16,0 3-7-16,1 13-19 15,0 14 30-15,0 9-2 16,10 5 10-16,2 3-10 16,2 0 24-16,-1 0-13 15,0-3 25-15,-2-5-22 16,1-4 14-16,-2-4-12 15,-1-5 4-15,-3-7-5 16,-1-2-6-16,1-6 1 16,-3-2-8-16,0-5 12 15,1-1-17-15,-1 0 28 16,1-10-10-16,1-3 6 16,-2-6-26-16,4 0 11 15,0-2-11-15,2 2 3 16,1 1-5-16,6 2-6 15,-2 1 7-15,3 2-8 16,-3 4 22-16,0 3-17 16,-2 2 23-16,-1 4-22 15,-2 0 21-15,-2 0-18 16,2 8 20-16,-2 3 0 16,0 3 10-16,-1 0 3 15,0 1 2-15,-6-1 13 16,0-1-13-16,0 1 15 15,-3-2-27-15,-12 3 19 16,-2-3-27-16,1 0 19 16,-3-1-30-16,1-1 10 15,2 0-4-15,-2-4-5 16,4-2-8-16,1-1-31 16,3-3-34-16,2 0-85 0,3 0-141 15,3-3-278-15</inkml:trace>
  <inkml:trace contextRef="#ctx0" brushRef="#br0" timeOffset="-40980.21">16139 13891 460 0,'0'0'111'15,"0"0"-21"-15,0 0-22 16,21 45-7-16,-8-38-8 15,5-4 39-15,2-3-13 16,3 0-16-16,0 0-44 16,0-7 5-16,-4-6-20 15,-2 3 18-15,-5-5-2 16,-1 3-1-16,-6-2 2 16,-2 1-5-16,-3 0 2 15,0 1-17-15,0 3 12 16,-15 3-22-16,2 2 17 15,-5 4-24-15,-1 0-5 0,-1 0-54 16,1 9-37-16,6-1-77 16,1 0-74-16,5-4-163 15</inkml:trace>
  <inkml:trace contextRef="#ctx0" brushRef="#br0" timeOffset="-40812.93">16511 13737 70 0</inkml:trace>
  <inkml:trace contextRef="#ctx0" brushRef="#br0" timeOffset="-39815.51">15863 14009 325 0,'0'0'46'0,"0"0"79"0,0 0-35 16,0 0-1-16,9-36-23 16,-6 14-6-16,2-3-29 15,-1-3-15-15,2-4 15 16,-1-4-11-16,-2-3-8 15,-3 0-9-15,0-1 2 16,0 1-10-16,0 0 11 16,-9 6-13-16,-3 4 18 15,-5 6-18-15,-2 7 17 16,0 5-10-16,-4 7 14 16,3 4-15-16,0 5-1 15,0 15 3-15,4 12-4 16,0 5 9-16,9 5-13 15,4 3 15-15,3 1-14 16,0-4 23-16,16-2-14 16,5-8 9-16,4-2-18 15,4-6 6-15,-4-3-23 16,-2-5-40-16,-3-3-61 16,-7-3-160-16</inkml:trace>
  <inkml:trace contextRef="#ctx0" brushRef="#br0" timeOffset="-38947.8">15304 14472 563 0,'0'0'51'0,"0"0"1"0,0 0 55 16,134-68-18-16,-54 32-1 16,11-3-34-16,10-2-4 15,4 0-24-15,-2 5 0 16,-6 1-29-16,-9 6 13 16,-15 6-17-16,-13 4 12 15,-14 8-14-15,-16 3-22 16,-11 4-16-16,-13 4-10 15,-6 0 1-15,-10 1 24 16,-16 14 37-16,-11 2-12 16,-9 5 15-16,-13 7-15 15,-9 3 15-15,-7 6-14 16,-7 3 12-16,-1 3 5 16,0-2 11-16,9-1 5 15,12-8-19-15,17-4 6 16,18-13-4-16,22-7 26 15,10-9-44-15,41-5 31 16,19-20-24-16,23-7 27 16,12-8-25-16,5-1 0 15,2 1-7-15,-15 8-57 16,-16 7-55-16,-22 10-76 16,-22 7-179-16</inkml:trace>
  <inkml:trace contextRef="#ctx0" brushRef="#br0" timeOffset="-38204.68">15954 14039 322 0,'0'0'94'0,"0"0"29"15,0 0-7-15,0 0 0 16,32 16 19-16,-12-8-11 16,-1 4-25-16,-1 2-6 15,-3 1-20-15,-7 1-21 16,-8 1-21-16,0 1 1 15,-14 2-13-15,-13-1 5 16,-4-1-28-16,-2-6 20 16,3-2-37-16,5-4-3 15,6-3-66-15,11-3-60 16,6 0-196-16,2 0-403 16</inkml:trace>
  <inkml:trace contextRef="#ctx0" brushRef="#br0" timeOffset="-19127.99">19046 13145 56 0,'-10'3'9'0,"1"-2"24"16,0-1 36-16,1 1-19 15,-1-1-23-15,0 0 13 16,1 2-11-16,-2-1-8 0,-2 2-7 16,1 3-6-1,-1-1-12-15,0 0 12 16,0 4 1-16,-2-1 7 0,0 1-14 15,1 0-2-15,-1 2 14 16,1-2 26-16,1 1-1 16,-4 0-21-16,6 0 5 15,-4 1-14-15,2 0 0 16,-1 1-14-16,3 0 10 16,-2 1-9-16,1 1 8 15,-1 3-8-15,1 1 4 16,1 2-1-16,1-1-3 15,3-1 5-15,0 1-6 16,3-1 9-16,1-2-13 16,-1-1 17-16,3 3-16 15,-3-2 15-15,0 1-23 16,0 0 17-16,2 1-6 16,-2 1 2-16,0-1 3 15,1-1-1-15,-1 4 5 16,-1-3-8-16,-1 2 10 15,0-1-14-15,2 0 17 16,2 1-16-16,-1-3 14 16,2-1-12-16,0-1 8 15,0-1-2-15,0-1-2 16,0-4 2-16,3 1 0 16,2-1 4-16,-1 0-12 15,3 0 7-15,-1 2-11 16,1 0 4-16,-1 0-38 15,4 1 32-15,-3-1-20 16,2-1 20-16,0 2 4 16,2-1 8-16,-4-3-2 15,2 0-45-15,1-1-9 16,-1-1-25-16,0 3 80 0,-1-3-23 16,2 1 7-16,-1 2-16 15,0-3-12-15,2 0 17 16,1-1 20-16,2 0 6 15,-2-1 4-15,5-2-17 16</inkml:trace>
  <inkml:trace contextRef="#ctx0" brushRef="#br0" timeOffset="-18546.65">20360 14001 60 0,'0'0'-26'0,"0"0"20"16,0 0 6-16,85-3 3 16,-59 3-30-16,0-2 23 15,-1 1 8-15</inkml:trace>
  <inkml:trace contextRef="#ctx0" brushRef="#br0" timeOffset="-17435.15">21165 13762 152 0,'0'0'7'0,"0"0"1"15,0 0 15-15,0 0-26 16,29-76-14-16,-26 59 3 16,-2-1 23-16,-1-3 7 15,0 2 6-15,0-3-5 16,0-1-2-16,-3 0 22 16,-4-2-6-16,-2 1 6 15,-1 1-15-15,1 0-19 16,-1 1-6-16,0 1 8 15,2 4-9-15,-3 2 17 16,-1 1 8-16,-2 1 31 16,-3 1-17-16,1 0-9 15,-4 2-23-15,1-4 3 16,-1-2 1-16,0 5 4 16,1-5 10-16,0 4-17 15,-1-1 3-15,1 1-13 16,-1 2 15-16,1 3-17 15,-6 0 16-15,1 0-21 16,-3 2 9-16,-2-1-12 16,-2 1-1-16,0 0 18 15,0-2-1-15,1 0 7 16,1 0-5-16,-1-1 9 16,1 1-13-16,3 2 20 0,0-1-25 15,-2 2 14 1,1 1-10-16,0 0 5 0,-2 2 0 15,-3 1 0-15,0 0-1 16,-6 0-2-16,2 0 5 16,-4 0-9-16,1 3 10 15,1 0-11 1,2 0 16-16,-1-1-18 0,4 1 16 16,-2 0-14-1,0-1 7-15,1 2-1 0,-1 2 0 16,0 0 1-16,2-3-4 15,1 3 8-15,-2-2-13 16,5 0 9-16,-3-2-15 16,0 0 17-16,2-2-12 15,-2 0 10-15,3 0-11 16,2 0 11-16,-1 0-1 16,2 0-2-16,0 0 1 15,2 0-4-15,-1 0 11 16,1 0-11-16,-4 2 17 15,-2 3-1-15,-3 0 12 16,-5 4-11-16,-1 0 35 16,0 4-9-16,-4-2 0 15,1 3-18-15,1 1-19 16,4-3 2-16,1 2-16 16,10-5 6-16,4 0 0 15,7-5 17-15,6-1-16 16,4-2 17-16,4-1-18 0,1 0 14 15,-2 0-7 1,2 0 1-16,0 0 2 16,0 0 0-16,0 0-1 0,0 0-14 15,0 0 9-15,0 0-25 16,0 0 0-16,0 0-46 16,0 0-32-16,0 0-101 15</inkml:trace>
  <inkml:trace contextRef="#ctx0" brushRef="#br0" timeOffset="-14887.45">17941 15821 495 0,'-7'-2'48'16,"-2"1"68"-16,2-2-41 15,-4 3-28-15,0 0-28 16,0 0 29-16,-3 0-20 16,0 1-12-16,-1 13-7 15,0 3-4-15,1 3 2 16,-1 2-9-16,5 2 17 15,2 1-14-15,3-5 12 16,5-2-17-16,0-5 19 16,0-4-19-16,7-6 32 15,8-3 4-15,1 0 13 16,1-7-7-16,-2-6-21 16,-1-2-6-16,-2-4-12 15,-4 2 12-15,-2 0-18 16,-2 2 19-16,-2 4-21 15,-2 3 18-15,0 2-20 16,0 6 15-16,0 0-4 0,0 0 0 16,0 6 5-1,0 2 1-15,0 7 10 0,4-4-8 16,6 1 23 0,6-2-15-16,0-4 18 15,0 0-33-15,2-2 11 16,-2-4-25-16,0 0-31 0,-3 0-98 15,-4-6-137-15,1-8-294 16</inkml:trace>
  <inkml:trace contextRef="#ctx0" brushRef="#br0" timeOffset="-14624.25">18031 15550 700 0,'0'0'46'0,"0"0"69"16,0 87 11-16,0-58-37 15,0-2-59-15,0-4-11 16,0-4-23-16,0-4 13 15,0-4-37-15,0-6-56 16,0-5-106-16,0 0-159 16</inkml:trace>
  <inkml:trace contextRef="#ctx0" brushRef="#br0" timeOffset="-14168.35">18031 15583 582 0,'0'0'30'15,"0"0"118"-15,0 0-7 16,0 0-7-16,-2 98-49 15,8-59-5-15,1-1-31 16,2-1 11-16,-2-3-37 16,2-5 9-16,-2-7-25 15,0-3 2-15,-2-2-6 16,-1-4-3-16,0-4 0 16,-4 0-35-16,0-5-47 15,0-4-78-15,0 0-113 16,0 0-251-16</inkml:trace>
  <inkml:trace contextRef="#ctx0" brushRef="#br0" timeOffset="-13506.46">18272 15702 768 0,'0'0'57'0,"0"0"50"16,0 0-52-16,0 0-44 16,0 0 5-16,-77 70-21 15,70-53 18-15,3-1-22 16,4-2 16-16,5-3-17 16,13-1 28-16,8-2 1 15,1 0 9-15,-1 0 6 16,-4-1 6-16,-2 1 11 15,-7-1-23-15,-9 2 12 16,-4 2-22-16,-1 1 29 16,-15 3-32-16,-4-3 6 15,3-1-27-15,-2-3 11 16,7-2-7-16,5-4-9 16,4-2-11-16,3 0-19 15,0-4-27-15,18-11-29 16,6-3 66-16,8-2-4 15,1-5-2-15,2 3 14 16,-5 4 31-16,-2 2-13 16,-7 4 7-16,-6 6-1 15,-4 5-2-15,-5 1 3 16,-3 0 2-16,-2 7 26 16,-1 5-2-16,0 4-5 15,3 0-26-15,3-3 19 16,4-1-24-16,6-1 16 15,6-8-10-15,5-2 14 16,3-1 6-16,5 0-4 16,-5-13 14-16,-2-1 0 0,-8-5 12 15,-6 2-13-15,-11-3 18 16,-3 2-17-16,-4 1 12 16,-21 1-42-16,-6 2 12 15,-4 4-15-15,-3 6-12 16,-3 4-40-16,0 0-95 15,2 10-115-15,2 6-284 16</inkml:trace>
  <inkml:trace contextRef="#ctx0" brushRef="#br0" timeOffset="-12806.19">17931 16216 677 0,'0'0'128'0,"0"0"28"0,0 0-80 16,105-62 8-16,-37 33-4 15,12-1-37-15,8 0-26 16,-3 5-3-16,-4 6-15 15,-13 6 10-15,-12 4-18 16,-17 5 15-16,-16 4-39 16,-14 0 6-16,-9 4-45 15,-19 10 61-15,-20 5 10 16,-14 6-6-16,-12 2 2 16,-7 1 4-16,-1 0 1 15,4-2-7-15,11-5 16 16,13-3-17-16,15-7 21 15,17-5-21-15,13-6 23 16,6 0-26-16,27-9 27 16,15-9 9-16,13-5-7 15,6 1-13-15,3-2-7 16,-2 2-6-16,-8 4-97 16,-8 2-177-16,-8 4-435 15</inkml:trace>
  <inkml:trace contextRef="#ctx0" brushRef="#br0" timeOffset="7391.46">3922 3409 375 0,'0'0'44'0,"0"0"21"0,0 0 10 16,0 0-45-16,0 0 6 15,0 0 21-15,-3 0-24 16,0 0-1-16,2 0-12 16,-2 0 9-16,1 0-13 15,0 0 20-15,-1 0-12 16,-2 0-4-16,2 0-11 16,-4 0 1-16,0 0 12 15,-2 0-15-15,-2 0-4 16,2 0-6-16,0 0 11 15,-1 0-16-15,-1 0 20 16,2 0-21-16,-1 0 19 16,-1 2-20-16,0 2 18 15,-1 2-9-15,0 0 2 16,2-1 0-16,-5 2-7 16,2 1 10-16,-1 4-10 15,-1-5 15-15,1 2-17 16,1 3 17-16,-2-1-18 15,3-2 19-15,-2 1-17 16,0 0 11-16,2-3-4 16,0 1 0-16,3 0 1 15,-1 1-3-15,2-2 7 16,-1 0-11-16,1 1 13 16,-1 0-17-16,-2 3 21 15,1-2-21-15,-2 2 20 16,1 0-18-16,-1 1 10 15,2 1-3-15,2-3 1 16,-1 0 2-16,3-2-7 16,3-1 11-16,0-2-14 15,0 0 19-15,3 0-14 0,-4 2 15 16,1 3-18 0,-1-1 14-16,-3 3-14 0,-2 3 7 15,-3 1 1-15,-1 4-2 16,1-1 2-16,0 0-8 15,2-2 13-15,-2-1-15 16,5-3 18-16,3-3-19 16,-1-2 17-16,2-1-20 15,2-2 18-15,-1 2-12 16,2 1 5-16,0 1 2 16,-1 1-2-16,-1 3 5 15,0 2-9-15,-1 1 10 16,1-1-13-16,1 1 17 15,0 2-16-15,-1-2 16 16,1-2-19-16,1-1 17 16,0-1-11-16,0-1 0 15,0-3 2-15,0-1-3 16,1-3 6-16,6 4-7 16,0-4 12-16,4 0-14 15,-4 1 18-15,0 3-17 16,3-3 18-16,-3 5-19 15,2 0 14-15,-1 0-8 16,1 1 1-16,-1 1 5 16,0-3-8-16,1 1 9 15,0 0-12-15,-1-2 14 16,2-1-18-16,0-3 21 16,2 0-20-16,-1 0 22 15,1 0-11-15,0 1 7 0,1 1-6 16,-2-1-1-1,2 2 0-15,0 1-1 0,4 0 6 16,1 0-14 0,2 0 18-16,1-1-19 0,2-3 20 15,1 0-21-15,2-3 28 16,0 0-17-16,1-1 5 16,0 2 1-16,-1-2-6 15,-2 0 1-15,2 1-6 16,-2 0 11-16,0 1-14 15,0-1 16-15,-1 2-18 16,2-3 20-16,-1 1-20 16,-2 0 16-16,3 0-10 15,-2-1 4-15,1 0-2 16,1 0 2-16,2 0 0 16,1 0-4-16,2 0 14 15,-1 0-17-15,0 0 20 16,3 0-23-16,-1 0 21 15,1 0-21-15,0 0 17 16,4 0-13-16,1 0 3 16,1 0 5-16,1-3-6 15,3-4 9-15,3 0-14 16,0 2 18-16,1-2-9 16,0 1 18-16,0 3-25 15,1 2 21-15,0-2-22 16,-1 2 15-16,0 1-8 15,1-3-2-15,0 2 5 16,0-2-5-16,-1-1 6 16,0 0-12-16,2 0 17 0,1 0-18 15,-2 0 23 1,2 0-24-16,-2-2 19 0,2 4-15 16,-6-4 9-16,2 4-3 15,-3-1 1-15,-2 0-1 16,3 2-2-16,-3-3 7 15,-3 4-12-15,2-3 15 16,-1 3-16-16,-2-2 19 16,-2 2-21-16,0 0 19 15,-3-1-18-15,3 0 10 16,-4-1 1-16,0-2-4 16,-1 2 3-16,2 0-5 15,-3 0 11-15,0-3-15 16,-1 2 17-16,-1 2-19 15,-2-3 22-15,-1 1-22 16,0 0 19-16,-3-2-16 16,-1 0 9-16,1 1-2 15,-3-3-1-15,0 3 3 16,3-3-6-16,-3 2 10 16,0-2-14-16,-1 2 18 15,0-5-19-15,1 1 22 16,0 1-24-16,3-3 19 15,-4-1-12-15,4-1 6 16,-3-2-2-16,0-2-1 16,-1 0 4-16,-2-2-9 15,-1 0 15-15,-1-1-16 16,-2-3 20-16,-1 0-20 0,2-3 30 16,-5-1-21-1,0 0 14-15,-3 0-8 0,1 2 6 16,-1 3 3-16,-3-2-10 15,0 4 16-15,0-1-18 16,0 1 12-16,0-2-18 16,0 3 18-16,-2 2-25 15,-3-2 26-15,-3 2-15 16,1 1 12-16,-3 1-13 16,3 3 0-16,-4-4 1 15,-1 5-4-15,-1-2 12 16,-3 1-17-16,-2 1 17 15,-3-1-24-15,-2-2 35 16,-1 3-32-16,0-2 22 16,-5 2-23-16,0 0 16 15,0 0-5-15,0-1-2 16,-2 3 7-16,-3 0-9 16,0 0 12-16,-3 3-18 15,-1 0 21-15,-1 1-21 16,-2 2 24-16,0 0-24 15,-2 2 19-15,1 0-16 16,-1-1 11-16,1 1-2 16,-2 1-1-16,2-3 3 15,0 3-8-15,-1-1 11 16,2 1-18-16,1 0 21 16,-1 0-20-16,4 0 24 15,-4 0-26-15,2 0 22 16,-3 0-16-16,3 0 7 15,0 0-2-15,-2 0 1 16,0 4 1-16,-1 0-8 0,0 1 17 16,2 1-17-16,-1-2 21 15,-2 0-23-15,1 0 22 16,-2-3-22-16,-1 3 18 16,1-1-12-16,-2 0 3 15,1 0 0-15,1-1-1 16,0 2 5-16,0 0-10 15,2 0 13-15,1 1-16 16,-1-2 22-16,5 1-23 16,1-2 22-16,1 1-21 15,2 1 16-15,-1-1-7 16,4 0 0-16,1-1 1 16,0 0-4-16,2-1 11 15,0 1-16-15,1 0 18 16,1-2-22-16,5 2 25 15,-3-2-25-15,5 2 23 16,2-2-20-16,4 0 13 16,1 0-3-16,3 0 2 15,-1 0 8-15,2 0-10 16,0 0 10-16,-1 0-17 16,2 0 19-16,-2 0-21 15,1 0 26-15,-2 0-27 16,-4 0 23-16,0 0-21 15,0 0 8-15,-1 0-1 16,0 0-4-16,2 0 6 16,3 1-5-16,0 2 10 15,-1-3-15-15,2 0 19 16,0 0-21-16,2 0 24 16,-1 0-26-16,5 0 22 0,-1 0-16 15,-2 0 6-15,2 0-3 16,0 0-14-1,0 0-19-15,0 0-34 0,1 0-43 16,0 0-67 0,2 0-46-16,0 4-179 0</inkml:trace>
  <inkml:trace contextRef="#ctx0" brushRef="#br0" timeOffset="10093.59">6279 4291 355 0,'0'0'9'0,"0"0"25"0,0 0 14 16,0 1-16-16,1 2 10 16,4-3-24-16,-2 1 21 15,1 2-13-15,1 0 10 16,1 0-26-16,3-1-2 16,0 1-7-16,4 1-3 15,0-3 1-15,4 2-4 16,1 0 10-16,0 0-15 15,1 1 15-15,-2 0-15 16,2 3 8-16,-3-3-11 16,0 3 13-16,-4-4-26 15,-1 3-8-15,2 1 1 16,-3-2 3-16,2 2 17 16,-4 1 7-16,0 1 3 15,0 2-60-15,1-3 43 16,0 3 13-16,2-1 12 15,2 1-21-15,3-1 13 16,1-2-68-16,2 2 59 16,3 1 27-16,-1-1-16 15,0-1 1-15,3 1-4 16,1 0 9-16,-2-1-11 16,3 0 12-16,0-2-10 15,2 1 11-15,-1 0-13 16,2 2 10-16,0-2-6 15,-2 1-2-15,0 2-22 16,-2 0-9-16,-2 2 7 0,2 0-8 16,1-1 22-1,0 1-21-15,1-1 19 16,5 0-3-16,0-3 16 0,2 3 0 16,1-1 34-1,1 2-2-15,-1-1-7 0,-1 3-13 16,1 1-4-16,-3-1 0 15,-1 1-8-15,0 0 8 16,1 1-9-16,-1-2 9 16,3-1-13-16,2-1 12 15,0-1-7-15,2-1 6 16,0 1 0-16,0 1-3 16,-3 0 0-16,1 0 0 15,-3 4 3-15,2-2-7 16,2 3 9-16,-4 0-10 15,5-2 13-15,-2-1-12 16,3-1 8-16,3 1-10 16,-2-3 8-16,1 0-2 15,-1 0 0-15,-1 2-2 16,-1 0 0-16,0 2 6 16,-1 1-8-16,-1 0 12 15,-1 2-10-15,2-3 8 16,1 2-10-16,2-3 8 15,-2 0-6-15,4 1 2 16,1-4 0-16,-1 3 0 16,1-2 2-16,-1 5-3 15,-1-1 6-15,-2 2-11 16,-2 0 13-16,-1 1-13 16,-1-2 13-16,1 1-13 0,-3 0 10 15,2-3-7-15,1 0 10 16,0 3 10-16,1-6 1 15,1 3-3-15,0-1-15 16,-1 2 5-16,2 1-9 16,-3-2 12-16,0 4-10 15,-1 0 9-15,0 0-11 16,2 0 10-16,-4 1 3 16,2-2 1-16,1-2-6 15,0 2-5-15,-1-2 4 16,0-1-4-16,0 2 12 15,-1-1-11-15,1 1 11 16,-2 0-10-16,0 3 20 16,0-2-10-16,1 2 2 15,-1-1-8-15,2 1-3 16,-2-3-1-16,2 1-2 16,2 0 8-16,-1 0-7 15,0 0 11-15,2-1-13 16,-1 0 16-16,2 0-20 15,0 0 13-15,0-1-9 16,-1 0 5-16,-1 1-3 16,-1-2 3-16,-4 0 3 15,-2-1-2-15,-1 2 6 16,-1-1-11-16,-5 0 9 16,2 3-16-16,-2-2 17 15,-2 2-15-15,0 0 11 16,2 1-10-16,-2 1 7 15,4 1 5-15,-2-1-2 16,1-2 2-16,2 4-7 16,0-4 12-16,0 1 1 0,-1 1 15 15,3-1-18 1,-1 2 12-16,2-1-16 16,-2 4 10-16,2-2-5 0,0 0 2 15,-2-2-5-15,-1-2-4 16,-4-1 0-16,0-2-6 15,-4-3 8-15,-2-1-11 16,0 0 16-16,-3-1-17 16,-4-3 16-16,-1-1-20 15,0-2 16-15,-4 0-10 16,-1-1 4-16,-1-1-4 16,-2 1-16-16,0-1-25 15,0 1-16-15,0 1 10 16,0-1-38-16,-6-2-120 15</inkml:trace>
  <inkml:trace contextRef="#ctx0" brushRef="#br0" timeOffset="11711.67">11881 7523 336 0,'0'0'19'0,"3"2"36"16,1 1-14-16,-1 0-8 0,0 1-8 15,0-3 21-15,2 6-29 16,-1-1 8-16,0 0-20 16,0 3 9-16,-1-1 1 15,2 2-11-15,-1-2 1 16,2 1-11-16,-1-3 13 15,0 0-16-15,-1 1 16 16,2-1-17-16,-2-1 21 16,1 1-23-16,2-3 18 15,-3 5-12-15,3-4-9 16,-1 3-5-16,2 3 12 16,-2 0 7-16,2-1-4 15,1 5 31-15,-1-1 0 16,1-2-16-16,-1 0-19 15,1-1 18-15,1 4-26 16,-3 0 14-16,2-2 5 16,0 0 10-16,1 2-12 15,0-2-2-15,0 0 7 16,0-1-12-16,-1 0 23 16,-2 0-4-16,3 0 1 15,-3 0-22-15,1-2 18 16,-1 2-24-16,1-2 22 15,-2 3-5-15,0-5-6 16,1 2 2-16,1-1 1 16,0 2 4-16,-4-1-10 15,2 3 14-15,-1-3-14 16,-1 2 22-16,1 0-27 16,0-3 23-16,-1 4-21 15,1 1 12-15,2 0-4 0,0-1 9 16,3 2 3-16,0 0-15 15,2-1 9-15,2-1-11 16,-2 1 17-16,2 1-8 16,-2 3 10-16,2-1-21 15,-1 2 17-15,-1-1-11 16,4 2 8-16,-3 0-3 16,3-2-2-16,-2 1 1 15,5 0-6-15,-3-3 12 16,3 1-14-16,-2 0 16 15,-1 2-18-15,0-1 21 16,-2-1-22-16,2 0 19 16,-3 2-13-16,-1-1 5 15,3-1-1-15,-3 1 0 16,1 0 3-16,-3-1-8 16,2-3 12-16,-1 3-31 15,1-1 49-15,-2-2-32 16,1 0 17-16,0 1-27 15,0-2 24-15,-2 0 8 16,-2 0-11-16,3 0-1 16,-1 2-21-16,-1 0 43 15,0 1-27-15,-1 0-9 16,3 1 26-16,-3-1-19 16,1 0 9-16,1-1 15 15,0-2-26-15,-1 0 16 16,-1-4-30-16,1-1 44 15,-1 0-18-15,-4-1-5 0,0-2 3 16,0 0-9 0,-3-1 14-16,0 2-22 15,0-1 31-15,0 0-27 0,0-1 21 16,0 0-19-16,0 1 12 16,0-2-6-16,-3-2-13 15,0 0-48-15,0 0-137 16,1 0-92-16</inkml:trace>
  <inkml:trace contextRef="#ctx0" brushRef="#br0" timeOffset="12885.27">13296 9818 400 0,'0'0'4'16,"0"0"31"-16,0 0-6 15,0 0 8-15,0 0-16 0,2 0 12 16,-1 4-9-16,1 2-4 15,1-1-2-15,-3 1-16 16,3 0 19-16,-2 1-22 16,-1 0 11-16,3 1-18 15,-1-1 18-15,-1 0-18 16,0 1 15-16,-1 0-8 16,2-1-2-16,-1 1 6 15,-1 0-4-15,4 0 3 16,-2 3-9-16,-1 0 17 15,1 1-20-15,2 0 23 16,1 1 31-16,-1 1-14 16,2-2-38-16,2 1 15 15,-1 3-10-15,2-1 5 16,0 0 10-16,1 3 11 16,-1-1-14-16,1-1-17 15,0 1 17-15,0-2-5 16,0 1 29-16,1 0-42 15,-2 0 19-15,0-1-16 16,1-2 11-16,-3 2 10 16,3 1-14-16,-4 0 1 15,3-3-5-15,-2 3 14 16,-1-2 18-16,0-2-15 16,0-3-22-16,-2 3 20 15,0-1-22-15,-1-1 20 16,-2-3-16-16,1 1 10 15,-1-4-16-15,-1-1 21 16,0-3-11-16,0 0-30 16,0 0-25-16,0 0-212 15</inkml:trace>
  <inkml:trace contextRef="#ctx0" brushRef="#br0" timeOffset="16230.99">13880 11175 311 0,'0'0'17'15,"0"0"17"-15,0 0 19 16,1 0-10-16,1 0 12 16,-2 0-8-16,1 0-25 15,-1 0 3-15,2 1 9 16,-1 1 3-16,1 2-22 16,1-1 17-16,-1 1-30 15,1 0 18-15,-1 0-20 16,1 0 6-16,1 2-5 15,-3 0 1-15,4-1-1 16,-2 3-4-16,-2 1 9 0,0 1-12 16,2-1 14-16,0 2-8 15,-1 1 87-15,1-1-88 16,0 0 12-16,1 0-18 16,1-2 6-16,0 1 9 15,-1-2-6-15,1 0-1 16,1 2-4-16,-4-2 10 15,4 1-14-15,-5 2 18 16,2 0-19-16,-1 0 25 16,-1 0-27-16,2 3 20 15,-1-1-16-15,-1-1 7 16,1 4 2-16,2-1 5 16,-1 0-4-16,1 1-10 15,3-3 14-15,-2 3-14 16,0 2 32-16,0-2-27 15,-2 0 26-15,1 1-36 16,2-3 20-16,-5 3-10 16,2-2 11-16,0 2-6 15,-2 0-6-15,1 0 8 16,-1 0-12-16,-1-1 28 16,2 0-24-16,-1 1 15 15,-1-2-23-15,2 1 23 16,-2-2-20-16,3 0 20 15,-2 0-17-15,1-1 4 16,0 2 3-16,0 0-4 16,-1-2 14-16,3 3-13 15,-1-2 8-15,0-1-17 16,0 1 21-16,1-1-30 16,-1 2 41-16,2-1-31 15,-2 1 11-15,-2-1-4 0,5 2 1 16,-3-2 3-16,1 1 3 15,-1 2 1 1,0 1-16-16,0-1 19 0,1 2-19 16,1-3 31-16,-3 5-32 15,2-2 21-15,-2 2-20 16,1-3 14-16,0 1-2 16,-2 3-3-16,-1-2 2 15,0 1-7-15,5-1 13 16,-5-1-10-16,1 3 13 15,1-2-24-15,-2-1 28 16,0-1-24-16,2 3 23 16,-2-1-20-16,0 0 6 15,0 0 1-15,0-1 1 16,0 0 2-16,0 1-10 16,0 2 13-16,0-3-16 15,2 0 22-15,-1 1-18 16,-1 3 18-16,2-2-26 15,-1-2 22-15,2 4-11 16,0 0 8-16,-3 0-4 16,1 0-4-16,4-1 9 15,-5 2-13-15,1-1 6 16,1 1-1-16,0-2 12 16,0 2-20-16,-1 0 20 15,2-4-23-15,0 3 21 16,0-1-12-16,2 1 3 15,0-1 1-15,-1-1-3 0,-1 1 8 16,0 1-12 0,2-1 16-16,-5 3-18 0,3-2 21 15,-2 1-22-15,1 1 21 16,-1 0-21-16,0 0 16 16,2 2-6-16,1-3 3 15,-2 0-1-15,2 1-3 16,1-2 6-16,-2 0-11 15,1 3 13-15,0-2-13 16,1 1 23-16,2-1-26 16,-3 2 25-16,0-1-26 15,1 2 14-15,-2-1-1 16,3 0-3-16,-4 0 3 16,4 2-8-16,-2-3 11 15,1 2-17-15,-1-1 22 16,0 0-25-16,-1 1 29 15,0 0-28-15,1 0 23 16,-1-1-17-16,2 1 9 16,-2 1-1-16,2-1-1 15,0-2 4-15,1 3-9 16,2-1 14-16,1 0-15 16,-2 0 18-16,0 3-20 15,2-2 25-15,0 1-28 16,-2 1 21-16,0-2-15 15,2 3 5-15,-1-3 1 16,3 1-4-16,0-3 6 16,1 1-10-16,0-1 14 15,2 0-15-15,0-1 19 16,2 2-21-16,-1-1 22 16,0-2-24-16,0 3 19 0,1-1-10 15,0 1 1 1,-1 1 5-16,1 0-13 0,2 0 21 15,2 2-21-15,-1-2 19 16,2 1-21-16,1 0 20 16,4-2-15-16,-4 2 19 15,4-4-21-15,1 4 15 16,0-2-7-16,-1 2 2 16,3-2 1-16,0 0-6 15,1 2 8-15,1-3-11 16,2 1 18-16,0-1-23 15,2-2 30-15,0 2-28 16,2-1 22-16,1 0-19 16,1-2 12-16,0-1 0 15,3 1 0-15,-2-1 1 16,2-2-18-16,0-1 30 16,2-1-27-16,0 0 20 15,0-2-24-15,1-1 29 16,0-1-29-16,0 0 26 15,2-2-21-15,0 1 10 16,2-1-1-16,-3 2-1 16,3-1 2-16,-1 0-6 15,1 3 15-15,-1-5-21 16,1 3 24-16,0-1-24 16,-4-1 26-16,2 0-25 15,0-3 21-15,1 2-14 16,0-3 5-16,1 0 0 0,-2 1-3 15,-1-2 3-15,-4-1-13 16,-1 3 22 0,-3-4-23-16,-3 2 23 0,-2 0-24 15,-1 0 25-15,-5-2-26 16,1-1 21-16,-3 1-13 16,-3 0 6-16,-1-1-2 15,-3-3-2-15,-3 2 7 16,-5-2-16-16,0 0 22 15,-1 1-24-15,-2-2 29 16,-1 0-29-16,1 0 26 16,-1 0-24-16,-1 0 16 15,0 0-8-15,-2 0 3 16,1 0 1-16,0 0-4 16,-1 0 9-16,-2 0-18 15,4 0 26-15,-2 0-27 16,0 0 30-16,-2 0-31 15,1 0 27-15,-1 0-23 16,-1 0 14-16,0 0-1 16,0 0-2-16,0 0 5 15,0-3-11-15,-3-1 13 16,-1-1-17-16,-4-1 21 16,-1-5-24-16,0 0 27 15,-3-3-29-15,1-3 24 16,-2-1-20-16,1 0 11 15,-1 1-4-15,3 3 5 16,1 2 2-16,1 2-12 16,1 3 16-16,1 1-20 15,3 0 26-15,-2 3-27 0,1-1 28 16,1 4-29 0,3-4 26-16,0 4-18 15,0-2 6-15,0 2 0 0,0 0-5 16,0 0 5-16,0 2-15 15,7 9 23-15,4 3-19 16,2 1 22-16,1 1-22 16,2 1 26-16,3-3-28 15,2-1 21-15,0-2-9 16,2-2 5-16,-2-2-9 16,-3-1 16-16,-1-2-1 15,-4 0-13-15,-3-2 22 16,-4 0-24-16,-6 0 23 15,0 3-29-15,0 3 34 16,-14 4-3-16,-7 4 17 16,-8 5-25-16,-5 2-10 15,-2 1 3-15,1-1-6 16,6-4 9-16,6-4-16 16,3-5 17-16,9-1-24 15,3-7 23-15,8-2-53 16,0 0-9-16,0-7-104 15,17-7-110-15,5-7-124 16</inkml:trace>
  <inkml:trace contextRef="#ctx0" brushRef="#br0" timeOffset="17866.61">19550 15902 705 0,'-3'0'66'0,"2"0"60"16,1 1 8-16,0-1-54 16,0 0-27-16,0 0 0 15,10 0 5-15,7 0-19 16,3-1 3-16,5-4-22 15,7 1 8-15,1-2-1 16,6 2 7-16,1 0-36 16,-1-3 22-16,-3 5-26 15,-4-1 15 1,-6 2-7-16,-7 1-1 0,-6 0 1 16,-7 0-10-16,-2 0 14 15,-4 0-40-15,0 0 0 16,0 0-60-16,0 2-30 15,-4 2-174-15,-2 3-143 16</inkml:trace>
  <inkml:trace contextRef="#ctx0" brushRef="#br0" timeOffset="18967.45">20541 15541 455 0,'0'0'120'16,"0"0"34"-16,0 0-59 15,0 0 12-15,0 0-29 16,-5 0-7-16,-2 0-26 16,-3 13-16-16,-2 6 5 15,-2 7 15-15,0 6-9 16,-2 7-28-16,3 0 22 16,1 5-30-16,4-2 21 15,3-3-30-15,5-2 21 16,0-3-11-16,6-2 6 15,10-5 3-15,5-2-6 16,0-2 9-16,0-3-22 16,-1-2 23-16,-3-3-28 15,-5-4 30-15,-3-2-32 16,-6-4 26-16,-1 1-33 16,-2-3-1-16,0-3-34 0,0 0-29 15,-2 0-99 1,-4 0-127-16,0-2-181 0</inkml:trace>
  <inkml:trace contextRef="#ctx0" brushRef="#br0" timeOffset="19501.31">20776 15776 564 0,'0'0'72'16,"0"0"76"-16,0 0 1 16,0 0-47-16,0 0-25 15,9 0-26-15,7-4 17 16,5-2-38-16,1 3 6 16,-4 3-30-16,-3 0 21 15,-6 0-27-15,-5 4-2 16,-4 10 2-16,0 5 2 15,-3 3 16-15,-8 1-18 0,-3 0 17 16,2-1-25 0,2-1 25-16,5-5-27 0,1-2 27 15,4-1-28-15,0-1 19 16,0-3-10-16,9-1 3 16,2-2 2-16,5-2-6 15,0-3 8-15,3-1-13 16,0 0 17-1,-1 0-46-15,-2-8-24 0,-1 2-121 16,-7-2-115-16,-2 0-187 16</inkml:trace>
  <inkml:trace contextRef="#ctx0" brushRef="#br0" timeOffset="19839.73">21194 15758 832 0,'0'0'28'16,"0"0"112"-16,0 0-39 16,0 0-22-16,0 0-36 15,0 82 16-15,8-62-37 16,8-1 11-16,0-3 2 15,3 4-7-15,-1-4 5 0,0 0-14 16,-4-1 15 0,-2 0-27-16,-5-2 18 15,0-1-34-15,-7-2 25 16,0-1-29-16,0-2 20 16,-14 0-20-16,-2-4-44 0,-6-3-33 15,-1 0-104 1,-3 0-122-16,0-13-143 0</inkml:trace>
  <inkml:trace contextRef="#ctx0" brushRef="#br0" timeOffset="20018.03">21277 15772 750 0,'0'0'137'0,"0"0"9"15,80-29-88-15,-63 23-61 16,-5 5 3-16,-4 1-54 16,-3 0-118-16,-5-2-134 15</inkml:trace>
  <inkml:trace contextRef="#ctx0" brushRef="#br0" timeOffset="20337.54">21430 15530 823 0,'0'0'41'16,"0"0"130"-16,0 0-36 15,90 100-51-15,-58-60-2 16,-2 5-44-16,0 1 17 16,-1-2-44-16,-7 2 25 0,-2-6-32 15,-4-2 11 1,-7-7-12-16,-4-5-2 16,-5-3 0-16,0-6-14 0,-13 0-19 15,-13-5-76-15,-7-4-90 16,-10-4-207-16</inkml:trace>
  <inkml:trace contextRef="#ctx0" brushRef="#br0" timeOffset="21088.91">20203 16257 585 0,'0'0'56'0,"0"0"91"16,0 0-9-16,120 0-28 15,-47-6-13-15,20-2-36 16,15 0-7-16,10 2-32 16,8-1 8-16,1 6-17 15,0 1 19-15,-5 0-26 16,-7 0 2-16,-11 0-4 15,-10 4 0-15,-12 1 14 16,-14-1 11-16,-9-3-7 16,-8-1-33-16,-11 0 28 15,-5 0-26-15,-3-5 28 16,-8-3-31-16,-5-1 23 16,-3 4-20-16,-6-1-12 15,-4 2-46-15,-6 3-50 0,0 1-105 16,-12 0-286-1</inkml:trace>
  <inkml:trace contextRef="#ctx0" brushRef="#br0" timeOffset="22187.04">20933 16529 597 0,'0'0'74'0,"0"0"39"15,0 0-19-15,0 0-5 16,-44 61-42-16,38-36 17 16,6-2-20-16,0-3 16 15,0-2-33-15,7-4 0 16,11-2 0-16,2-6-3 15,2-3-7-15,1-3-16 16,1 0 14-16,-1-3-23 16,-1-8 24-16,-3-3-31 15,-5-3 38-15,-1 0-39 16,-4-1 25-16,-3 2-25 16,-2 0 6-16,1 3 2 15,-3 4-5-15,2 4 8 16,-1 5-7-16,5 0 15 0,-1 11-21 15,6 11 32-15,1 8-25 16,3 6 32-16,4 8-18 16,2 3 37-16,4 2 5 15,1 0 9 1,-1 0-10-16,2-3-4 0,-7-5 11 16,-2-3-24-16,-6-8 9 15,-8-4-25-15,-6-3 30 16,0-3-38-16,-23-2 40 15,-6-4-45-15,-4 0 15 16,-5-4-14-16,-2-5-1 16,3-5-5-16,2 0-23 15,3-4-15-15,3-13-39 16,2-3-9-16,1-8-149 16,4-7-215-16</inkml:trace>
  <inkml:trace contextRef="#ctx0" brushRef="#br0" timeOffset="22822.12">21357 16435 378 0,'0'0'113'0,"0"0"23"16,0 0-5-16,0 0-54 16,-18-2 4-16,18 2 2 15,0 0-19-15,0-2-7 16,0 0-14-16,3 0 21 16,9 0-30-16,5-1 15 15,6 0-47-15,-1 0 19 16,0 3-32-16,-2 0 18 15,-3 0-11-15,-5 3-1 16,-4 9-3-16,-3 5-9 16,-4 2 14-16,-1 1-14 15,0 1 24-15,0-3-19 16,0-1 28-16,3-3-32 16,6-1 30-16,-4-3-24 15,4 1 14-15,-4-3 6 16,-1-2 8-16,-4 1 12 15,0 1-18-15,-6 0 19 16,-14 0-7-16,0 0 7 16,-8 2-42-16,2-2 31 15,0-1-42-15,0 0-10 16,4 0-71-16,-4-2-74 16,2 0-161-16,0-1-420 15</inkml:trace>
  <inkml:trace contextRef="#ctx0" brushRef="#br0" timeOffset="25105.6">19381 15443 237 0,'0'0'26'0,"0"0"51"0,0 0-6 16,0 80-19 0,0-52-4-16,0 1-7 0,10 3-1 15,2 1 6-15,1 2-23 16,3 2 15-16,-2 1-24 15,2 3 14-15,-1 1-23 16,-1-1 28-16,-1 2-14 16,1-1-16-1,-4-1-2-15,2-1 1 0,1 3 0 16,-3-1-8-16,1 1 11 16,-2 2-34-16,-1-1-4 15,-3-1-32-15,2 3 4 16,-2 0 3-16,-1 1 34 15,-1 0 6-15,-2 1 19 16,1 3 11-16,-2-3 7 16,1-1-15-16,-1-2-11 15,3-2 9-15,2 2-29 16,3-3 29-16,-1 0-10 16,2-1 12-16,1 1-7 15,2 2 7-15,-5-1-2 16,-1 3 2-16,-3-2 8 15,-2 3 3-15,-1-4 9 16,0 1-22-16,0-2 10 16,0-3-5-16,-3-1 11 15,-3-1-23-15,-1 0 19 16,3-5-11-16,-1 1 12 16,3-2-2-16,2-4-5 15,0-1 2-15,0-4-9 16,8-5 27-16,8-1-12 15,6-6 1-15,4-1-25 0,4-4 22 16,2 0-22-16,4-2 14 16,0-2-9-16,6-1 6 15,1 3-2 1,2-1-2-16,3 0 3 0,5-1-6 16,-1 0 12-16,6 1-16 15,4-2 29-15,3 0-17 16,7 0 15-16,2 0-25 15,4 0 18-15,2-2-13 16,3 0 4 0,-1-2 2-16,-1 0 0 0,3 1 6 15,-2 3-9-15,1-2 14 16,-1 1-17-16,0-1 18 16,-4 0-19-16,0 0 20 15,-4 0-20-15,-6 0 15 16,-3-1-11-16,-6 3 3 15,-5 0-1-15,-5 0-3 16,-6 0 4-16,-5-3-11 16,-7 2 22-16,-2-4-23 15,-4 1 23-15,-5-2-24 16,-5 2 24-16,-3-4-25 16,-3-1 17-16,0-3-4 15,-2 0 0-15,0-4 6 16,0-6-4-16,-1-2 15 15,-1-5-23-15,-1-5 19 16,0-4-9-16,0-7 17 16,-1-6-31-16,0-6 23 15,-1-4-26-15,1-3 14 16,0-3 1-16,-1 1-3 16,0 4 2-16,-2 0-2 0,0 4 7 15,0 5-13-15,0-3 15 16,-3 0-22-16,-1-2 31 15,1-2-26-15,0 0 25 16,1 0-22-16,2-1 7 16,0 1-4-16,0 3-3 15,0 3 3-15,0 2-8 16,0 7 14-16,0-1-16 16,0 5 20-16,0 3-26 15,0 2 23-15,0 3-27 16,-3 0 26-16,-2-1-14 15,-1 3 9-15,2-1-1 16,-1 2-2-16,1 0 4 16,-2 5-10-16,1 4 14 15,0 2-17-15,-1 3 22 16,3 2-23-16,-1 3 22 16,3 1-23-16,-1 3 19 15,1-1-13-15,-1 3 3 16,1-2 3-16,-2 2 0 15,-3-1 1-15,2 2-14 16,-2 1 24-16,-1 1-24 16,-1 0 26-16,0 0-28 15,1 1 28-15,-1 1-23 16,1-3 15-16,0 1-6 16,0-2 2-16,0 0 2 15,1-2-7-15,-3-1 11 0,2 2-16 16,-2 0 20-16,-1 1-23 15,-3 0 28-15,-1 0-32 16,-5 2 28 0,-4 0-22-16,0-3 12 15,-5 0-1-15,-1-1-3 0,-2-2 0 16,-3 0-2-16,-1-2 11 16,-2 2-16-16,-2 0 18 15,-6 1-27-15,1 2-39 16,-3 0-41-16,-5-3-17 15,1 0-148-15</inkml:trace>
  <inkml:trace contextRef="#ctx0" brushRef="#br0" timeOffset="27803.3">18890 13795 120 0,'0'3'50'0,"0"-3"19"16,0 0-12-16,0 0-16 15,0 0-13-15,0 0 1 16,0 0-6-16,0 0-11 0,0 0-10 16,0 1-7-1,-3 2 15-15,-1 4-16 16,1 0 15-16,-3 1-14 0,3 3 13 15,-3 1-14-15,1-1 10 16,0 6-6-16,0-1 1 16,-3 2 1-16,1 1-5 15,-3 0 2-15,3 3-14 16,-2-2 7-16,3 0-16 16,-1 0-3-16,1-1-10 15,2 1 13-15,1-2-42 16,0 0 11-16,3 0 32 15,0 1-13-15,0-3 35 16,0 2 2-16,0 0 5 16,2 1-2-16,5-3 14 15,0 1-18-15,3 1-1 16,-3-1-39-16,2-2-23 16</inkml:trace>
  <inkml:trace contextRef="#ctx0" brushRef="#br0" timeOffset="27912.32">19072 14530 2 0</inkml:trace>
  <inkml:trace contextRef="#ctx0" brushRef="#br0" timeOffset="28113.49">19460 14956 220 0,'0'0'-95'0,"0"0"62"16,73 81 36-16,-47-56 5 15,3-1-13-15,1-2-62 16</inkml:trace>
  <inkml:trace contextRef="#ctx0" brushRef="#br0" timeOffset="29091.7">19810 15250 40 0,'0'0'24'16,"0"0"-11"-16,0 0-9 15,107 79 5-15,-75-65-8 16,2-2-3-16,-1-1 3 15,1-2 3-15,-2-1 14 16,-5 0 1-16,-4 0-25 16,-6 1 18-16,-1-1 93 15,-6 0-109-15,-1 0 10 16,1-1-5-16,-4-1 20 16,3 0-9-16,-1-2-4 15,4 2 18-15,-1-2-4 16,5 0-3-16,0 2-10 15,1-1 6-15,2 0-15 16,3 2 12-16,2 1-19 16,-1 0 11-16,-1 2-8 15,1 2 45-15,-3 1-25 16,-2 0-11-16,-1 1 103 16,-5 1-100-16,1-2 1 0,-5 2-16 15,1-1 16 1,0-2-15-16,-2-2 53 0,0-1-48 15,-1-1 6-15,-2-4-8 16,3-4 4-16,-4 2 1 16,-1-2-2-16,-2 0 3 15,0 0-3-15,0 0 15 16,-6-6-22-16,-7-7 15 16,-4-3-17-16,-5 1 9 15,-4-4-34-15,-3 1-21 16,0-3-31-16,-2 2 26 15,-1 1 42-15,1 0 16 16,1 2 4-16,0 2-19 16,1-2-8-16,0 1 14 15,3-1 19-15,1-1-7 16,1-3 17-16,2-2-17 16,-1-2 6-16,0-3 6 15,-2-1 11-15,-2-2-3 16,-3 0-15-16,-2 1 5 15,0 3 2-15,-1 0 19 16,1 2-16-16,-1 0 4 16,1 2-24-16,0 0 13 15,3-2-14-15,-1-2 13 16,-2-2 6-16,3-1-4 16,-1-2-6-16,1 0-7 15,0-2 8-15,3-4-9 16,1 1 11-16,0-1-12 15,5 0 9-15,-2 0-5 16,-1 2 29-16,1 3-30 16,-1 4 2-16,0 2 1 0,2 2 1 15,0-1 6-15,2-1-12 16,6-4 9-16,2-1-14 16,2-2 8-16,2 0-22 15,1 2 34-15,-1 3-16 16,-3 4 9-16,1 2-10 15,-7 1-8-15,3 4-16 16,-4 2-7-16,-1 3 27 16,0 2-3-16,2 4 12 15,0 2-6-15,4 4 14 16,3 0-15-16,3 0 11 16,3 4-39-16,3 5-11 15,0 1-9-15,0-1-15 16,0-2-4-16,0-3-31 15</inkml:trace>
  <inkml:trace contextRef="#ctx0" brushRef="#br0" timeOffset="35493.73">19891 10578 747 0,'0'-2'109'15,"0"1"30"-15,0 1-32 0,1 0-30 16,5 9-34-16,0 10 15 15,4 7 14-15,0 4-25 16,3 1-3-16,1 0-16 16,3-4 8-16,4-7-9 15,5-5 24-15,10-13-25 16,9-2 35-16,11-29-17 16,21-26 7-16,15-28-35 15,22-34-7-15,15-38-7 16,11-28-8-16,7-29-23 15,-4-11-82-15,-17 1-81 16,-28 19-551-16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5T17:36:43.28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16272 1370 310 0,'3'0'48'15,"-3"0"-7"-15,0 0-10 16,0-1-18-16,0 1 20 16,4 0-2-16,-4 0 33 15,1 0-2-15,1 0 2 16,-1 0-5-16,-1 0-8 16,0 0 0-16,0 0-3 15,0 0 4-15,0 0-15 16,0 0 22-16,2-2-15 15,-2 0 24-15,0-2-22 16,0-1-2-16,0-2-36 16,0 0 10-16,0 0-7 15,-6 0-6-15,-4 2 0 16,-2 2-6-16,-4 3 4 16,-3 0-16-16,-4 8 13 15,-1 13-18-15,-3 7 8 16,3 2-19-16,3 1 33 0,3 1-11 15,8-6 7 1,6-6 0-16,4-3-1 0,0-7 1 16,0-1-6-16,12-5 10 15,6-4-7-15,4 0 15 16,1-1-15-16,2-15 22 16,0-3-20-16,0-5 19 15,-3-3-16-15,-2-5 2 16,-3-2-3-16,-2-4-1 15,-6-3 2-15,-3-3-8 16,-4-3 11-16,-2-1-16 16,0-2 16-16,0 6-17 15,0 4 22-15,-3 6-21 16,-2 11 20-16,-1 7-14 16,0 6 5-16,1 7-1 15,0 3-4-15,-2 6 1 16,4 16-10-16,0 8 19 15,0 9-12-15,3 6 19 16,0 4-14-16,0-3 21 16,7 0-22-16,5-3 10 15,1-4-7-15,-1-4 0 16,3-6 1-16,1-6-3 16,-5-3 6-16,3-8-44 15,-2 0-60-15,0-6-84 16,-5-3-48-16,2-3-198 15</inkml:trace>
  <inkml:trace contextRef="#ctx0" brushRef="#br0" timeOffset="482.61">16466 1347 590 0,'0'0'63'0,"0"0"13"16,0 0 38-16,0 0-15 15,15 56-15-15,-8-40-28 16,2-2-27-16,0-1-5 16,-1-4-20-16,2-3 17 15,2-5-16-15,-2-1 16 16,4 0-23-16,-2 0 13 16,4-13-11-16,-5-2 2 15,1 0-6-15,-1-1-5 16,0 1 2-16,-4 2-16 15,1 3 12-15,-3 1-12 16,-2 5 17-16,-2 3-5 16,4 1 16-16,-1 0-23 15,2 16 19-15,1 9 0 16,1 9 14-16,6 9 12 16,0 4 12-16,2 5 36 15,4 4-21-15,2-2 11 16,-3 1-23-16,-2-3 21 15,-3-4-33-15,-2-8 17 16,-9-3-33-16,-3-7 9 16,-2-4-6-16,-21-5 0 15,-7-6-3-15,-8-4-12 16,-6-3-2-16,-7-6-32 16,-1-2-5-16,2 0-53 15,-1-6-27-15,3-4-129 16,3-3-146-16</inkml:trace>
  <inkml:trace contextRef="#ctx0" brushRef="#br0" timeOffset="772.64">15997 1829 733 0,'0'0'97'16,"91"-21"96"-16,-23 9-32 16,12-3-57-16,8 4-40 15,3 0-20-15,1 3-20 16,-5 3-5-16,-6 1-25 15,-11 1 0-15,-11 3-86 16,-15 0-102-16,-17 3-211 16</inkml:trace>
  <inkml:trace contextRef="#ctx0" brushRef="#br0" timeOffset="1499.68">16230 2385 896 0,'0'0'56'16,"0"0"48"-16,0 0-55 15,0 0-24-15,0 0-9 16,-81 17-19-16,63 2 10 15,1 5-14-15,3 3 17 16,1 0-17-16,4 1 27 16,8-7-15-16,1-2 16 15,0-5-7-15,6-6 10 16,12-3 4-16,4-5 1 16,-2 0-1-16,5-12-18 15,-2-7 8-15,-3-5-21 16,-1-6 16-16,-5-6-19 15,-2-4 17-15,-6-8-24 16,-4-4 6-16,-2-3-12 16,0-2 2-16,0 5 7 0,0 7-3 15,0 9 14 1,0 10-8-16,0 10 15 16,-1 9-17-16,1 7 20 0,0 3-25 15,0 20 2-15,0 6 3 16,0 12 17-16,3 9-4 15,4 4 12-15,3 1 8 16,2 2-1-16,2-6 5 16,1-4-15-16,2-8 16 15,-1-7-29-15,1-9 13 16,-1-7-26-16,0-9-4 16,-3-7-40-16,0 0-8 15,-3 0-51-15,-3-17-78 16,-2-3-125-16,-5-7-233 15</inkml:trace>
  <inkml:trace contextRef="#ctx0" brushRef="#br0" timeOffset="1732.56">16494 2279 788 0,'0'0'126'16,"0"0"46"-16,55 72-54 15,-29-44-44-15,1 1 3 16,1-3-46-16,-1-3 2 16,-2-4-25-16,-5-4-6 15,-1-4-1-15,-6-6-15 16,-3-1-20-16,-4-4-37 16,-2 0-31-16,-3 0-62 0,-1-9-61 15,0-9-101 1</inkml:trace>
  <inkml:trace contextRef="#ctx0" brushRef="#br0" timeOffset="1884.88">16662 2362 811 0,'0'0'86'0,"-63"71"87"0,36-38-105 15,4-2-51-15,5-5-15 16,6-9-10-16,0-4-87 15,5-6-146-15,1-7-259 16</inkml:trace>
  <inkml:trace contextRef="#ctx0" brushRef="#br0" timeOffset="2444.63">17454 1711 830 0,'0'0'127'15,"0"0"56"-15,0 0-52 16,99 0-84-16,-73-4-10 16,-1-1-38-16,-4 1 11 15,-4-3-47-15,-7 0-71 16,-5 1-129-16,-5-1-224 16</inkml:trace>
  <inkml:trace contextRef="#ctx0" brushRef="#br0" timeOffset="2617.4">17457 1591 954 0,'0'0'52'0,"0"0"47"16,0 0-59-16,93-10-26 15,-57 7-22-15,-1-1-27 16,1-3-198-16,-1 1-302 15</inkml:trace>
  <inkml:trace contextRef="#ctx0" brushRef="#br0" timeOffset="3068.85">18285 1614 959 0,'0'0'115'0,"0"0"27"15,0 0-17-15,98 0-65 16,-72 0-22-16,0 0-23 16,-4 0-12-16,1 0 0 15,-3-1-27-15,-4-2-57 0,0-1-146 16,-7 0-205-16</inkml:trace>
  <inkml:trace contextRef="#ctx0" brushRef="#br0" timeOffset="3939.2">18889 1389 613 0,'0'0'118'0,"0"0"6"16,0 0 7-16,0 0-34 15,15 0-39-15,-3 9 24 16,5 6-10-16,2 5-6 16,6 0-26-16,-1 2 7 15,2-1-31-15,-1-1 15 16,-3-2-28-16,-4 0 12 15,-2-8-20-15,-2 2 8 0,-5-6-2 16,-4-1-18-16,2-2-25 16,-6-3-41-16,-1 0-39 15,0 0-108 1,0-4-139-16</inkml:trace>
  <inkml:trace contextRef="#ctx0" brushRef="#br0" timeOffset="4200.92">19088 1339 882 0,'0'0'71'0,"0"0"56"15,-70 84-80-15,41-49-9 16,2 0-28-16,0-2 4 16,4-2-22-16,3-4-26 15,4-5-65-15,4-2-112 16,3-7-143-16</inkml:trace>
  <inkml:trace contextRef="#ctx0" brushRef="#br0" timeOffset="4615.45">18646 1831 823 0,'0'0'85'15,"84"0"94"-15,-19 0-61 16,16 0-19-16,9-2-34 16,6-4 2-16,1 3-45 15,-5-1 2-15,-11 4-18 16,-13-2-5-16,-16 2-1 16,-16 0-25-16,-13 0-32 15,-14 0-69-15,-9-2-60 16,-6-2-134-16</inkml:trace>
  <inkml:trace contextRef="#ctx0" brushRef="#br0" timeOffset="5417.1">18971 2137 649 0,'0'0'85'15,"0"0"25"-15,0 69-28 16,0-43-7-16,0-3-5 16,6 0-25-16,5-7-10 15,-1-4-29-15,5-4 25 16,2-5-18-16,-1-3 17 15,4 0-29-15,2-9 9 16,-3-8-5-16,2-3-2 16,-2-2 0-16,-1 2-5 15,-3 1 7-15,-2 0-12 16,-3 6 15-16,-2 1-18 16,-4 7 21-16,-1 5-21 0,0 0 15 15,1 11-24 1,2 12 23-16,4 10 3 0,2 10 4 15,5 11 10-15,6 2 15 16,5 8 52-16,2 0-6 16,3-3-20-16,-3-4-25 15,-2-10 20-15,-7-5-34 16,-9-9 12-16,-5-6-13 16,-7-5-3-16,0-6 1 15,-22-2 0-15,-11-4-4 16,-6-2-20-16,-11-5-5 15,-7-1-38-15,-2-2 2 16,0 0-52-16,-2 0-9 16,2 0-133-16,4 0-229 15</inkml:trace>
  <inkml:trace contextRef="#ctx0" brushRef="#br0" timeOffset="14031.42">21413 1271 490 0,'3'-2'83'0,"-3"1"36"15,0-1 1-15,0 2-6 0,0 0-20 16,0 0 0 0,0 8-35-16,-4 15-13 0,-11 10-18 15,-2 10-3-15,-4 11 8 16,0 6-10-16,1 5 11 15,2-1-20-15,6-3 12 16,7-1-4-16,5-5 13 16,0-6-33-16,6-7 11 15,14-5-7-15,3-2 2 16,-1-9 4-16,1-5-3 16,-3-6 4-16,-7-2-14 15,-1-6 11-15,-7-2-18 16,-2-4 19-16,-3 2-28 15,0-3-9-15,0 0-47 16,0 0-40-16,0 0-144 16,-8-3-259-16</inkml:trace>
  <inkml:trace contextRef="#ctx0" brushRef="#br0" timeOffset="14810.58">21695 1756 653 0,'0'0'99'16,"0"0"12"-16,0 0 7 15,0 0-21-15,-6 0-34 16,6 0-10-16,0 0-32 16,0 0 5-16,0 0-14 15,0 0 23-15,0 0-26 16,0 0 19-16,0 0-9 16,0 0 5-16,0 0-2 0,0 0-4 15,0 0-1-15,0 0-10 16,0 0 9-16,0 0-19 15,0 0 15-15,0 0-20 16,0 0 19-16,0 0-20 16,0 0 8-16,-4 0-67 15,1-1-96-15,-5-6-252 16</inkml:trace>
  <inkml:trace contextRef="#ctx0" brushRef="#br0" timeOffset="15582.63">21579 1606 557 0,'0'0'84'0,"0"0"32"0,0 0-10 15,0 0-8-15,0 0-21 16,-3 1-3-16,3-1-36 15,0 0 3-15,9 0-26 16,3 0 20-16,6 0-6 16,-2 0-8-16,4 0-1 15,0 0-11-15,-2 0 0 16,-1 0-16-16,-7 4 14 16,-1 10-17-16,-5 3 20 15,-4 4-16-15,0 3 20 16,-10 0-21-16,-3 2 13 15,-1-5-7-15,2-1-2 16,6-5 3-16,3-2-6 16,3-2 8-16,0-4-12 15,5 2 17-15,7-3-17 16,3 3 22-16,1-1-20 16,-1 0 23-16,-4 3-12 15,-3 1 21-15,-4 0 4 16,-2 2 11-16,-2 0-5 15,0-2-13-15,-3 0 2 16,-8-1-17-16,-3-3 12 16,-2 0-24-16,-3-2 21 15,3-3-44-15,-2-2-6 16,0-1-72-16,2 0-47 16,3 0-120-16,3-7-207 0</inkml:trace>
  <inkml:trace contextRef="#ctx0" brushRef="#br0" timeOffset="15974.66">21986 1942 793 0,'0'0'108'0,"0"0"84"16,0 0-64-16,41 75-46 15,-34-46-13-15,-1-5-9 16,-5-1-16-16,-1 0-27 16,0-5 3-16,0-3-25 15,0-4 19-15,-3-3-32 16,-4-5-1-16,-1-3-46 16,2 0-47-16,1-14-126 0,-1-6-131 15,4-7-248 1</inkml:trace>
  <inkml:trace contextRef="#ctx0" brushRef="#br0" timeOffset="16273.78">22271 1749 1016 0,'0'0'97'0,"0"0"53"16,0 0-70-16,101 0-63 15,-75-1 1-15,-4 1-25 16,-4-2 3-16,-5 2-84 15,-5-4-80-15,-4 0-128 16,-2-1-202-16</inkml:trace>
  <inkml:trace contextRef="#ctx0" brushRef="#br0" timeOffset="16765.34">22557 1602 855 0,'0'0'68'15,"0"0"66"-15,0 0-76 0,0 0-13 16,11 76-4-16,-5-63-13 16,0-2-11-16,0-3-11 15,2-1 3-15,1-1-13 16,1-4 14-16,3-2-14 15,0 0 16-15,1 0-29 16,0-4-8-16,0-7-56 16,-1-5-7-16,0 0-25 15,-4-3 9-15,-1-1 34 16,-2-2 26-16,-3 2 37 16,0 2 1-16,-1 3 15 15,-1 6 22-15,1 3 55 16,-2 6-5-16,0 0 20 15,0 8-31-15,0 15-17 16,0 7 43-16,0 8-10 16,2 5-12-16,1 3-27 15,1-2 1-15,1-5-24 16,2-3 6-16,0-5-32 16,0-8 18-16,-1-6-25 15,-2-5 7-15,-1-8-47 16,-1-4-19-16,-2 0-48 15,0-16-98-15,0-12-293 16</inkml:trace>
  <inkml:trace contextRef="#ctx0" brushRef="#br0" timeOffset="17081.37">22831 1223 841 0,'0'0'76'0,"52"70"118"16,-15-20-49-16,3 10-53 16,2 6-15-16,-2 3-24 15,-1 3 12-15,-3-1-36 16,-6-3 16-16,-11-7-22 15,-6-9 5-15,-11-5-29 16,-2-9 7-16,-13-6-4 16,-17-4-12-16,-10-6-25 15,-10-3-34-15,-11-6-19 16,-2-8-118-16,-4-5-235 16</inkml:trace>
  <inkml:trace contextRef="#ctx0" brushRef="#br0" timeOffset="18092.34">21444 829 635 0,'0'0'79'0,"0"0"20"16,0 0 6-16,0 0-20 15,24 0-6-15,-12 0-9 16,3 0 10-16,0 6-42 16,2 2 2-16,0 2-28 15,-2 3 17-15,1-2-16 16,-2-1 9-16,2 3-4 15,-1-3-5-15,-1 4-2 16,0-1-12-16,-2-1 11 16,1-1-20-16,-4-2 17 15,-2 0-40-15,0-4-5 16,-3-1-55-16,-1-4-29 16,0 0-60-16,-3 0-58 15,0 0-131-15</inkml:trace>
  <inkml:trace contextRef="#ctx0" brushRef="#br0" timeOffset="18315.75">21634 759 876 0,'0'0'77'0,"0"0"17"0,-78 94-54 16,52-58-22-16,2-2-16 16,3-1-2-16,3-6-19 15,4-4-81-15,5-6-98 16,4-8-179-16</inkml:trace>
  <inkml:trace contextRef="#ctx0" brushRef="#br0" timeOffset="20150.59">22394 831 621 0,'0'0'55'16,"0"0"30"-16,-5 42 18 15,5-24-46-15,0-1 15 16,0-1-11-16,0 1-18 16,0-5-14-16,6-1-11 15,3-4-1-15,2-2-3 16,0-5 14-16,4 0-19 15,-2 0 6-15,5 0-18 0,-2-14 18 16,2 1-25-16,-3-3 17 16,-1-1-15-16,-1-1 4 15,-4 7 2-15,-1 1 0 16,-5 3 4-16,-1 4-6 16,-1 3 9-16,-1 0-13 15,3 4 11-15,-1 14-15 16,2 6 36-16,3 8-15 15,3 7 32-15,0 3 6 16,2-1 1-16,1 2 3 16,-1-4-5-16,-1-3-2 15,-2-5-13-15,-3-5 5 16,-3-6-32-16,-3-3 17 16,0-5-22-16,-14-2 17 15,-12-4-32-15,-10 0-11 16,-7 0-54-16,-2-2-32 15,-7-1-74-15,-1 0-168 16,-1-2-252-16</inkml:trace>
  <inkml:trace contextRef="#ctx0" brushRef="#br0" timeOffset="22037.69">25193 1537 400 0,'0'0'-6'16,"0"0"-29"-16,-5 0-85 0</inkml:trace>
  <inkml:trace contextRef="#ctx0" brushRef="#br0" timeOffset="22537.13">24193 1959 797 0,'0'0'111'16,"83"-15"20"-16,-37 8-28 16,-4 2-37-16,-3 0-18 0,-6 2-26 15,-6 2-7-15,-4-1-21 16,-5 2 17-16,-5 0-30 15,-6-1-24-15,-4 0-58 16,-3-2-67-16,0-3-128 16,-7-1-375-16</inkml:trace>
  <inkml:trace contextRef="#ctx0" brushRef="#br0" timeOffset="22798.92">24241 1781 833 0,'0'0'27'16,"0"0"70"-16,0 0 11 15,0 0-39-15,105 6-19 16,-73-4-15-16,0-2-15 15,-1 0-20-15,-3 0 6 16,-5 0-46-16,-1-6-47 16,-5-2-105-16,-7-1-70 15,-2-1-204-15</inkml:trace>
  <inkml:trace contextRef="#ctx0" brushRef="#br0" timeOffset="23089.53">24495 1646 726 0,'0'0'26'0,"0"0"82"0,0 0 2 16,0 0-51-16,96 84 51 16,-64-59-27-16,-1-2-39 15,-5 0 5-15,-1 2-42 16,-7-2 43-16,-8 1-38 15,-8 2 16-15,-2 3 3 16,-6 2-13-16,-16-3-10 16,-3-3-9-16,-3-2 3 15,0-3-29-15,5-6-11 16,3-5-60-16,9-6-62 16,2-3-160-16,6 0-227 15</inkml:trace>
  <inkml:trace contextRef="#ctx0" brushRef="#br0" timeOffset="36540.66">25133 1751 802 0,'0'0'82'0,"0"0"12"0,0 0-19 15,0 15 1-15,0 2-9 16,5 4-24-16,2 2 22 16,0 2-28-16,0-2 9 15,1 0-20-15,-5-2 13 16,3-4-17-16,-4-2-2 16,-1-4-1-16,-1-3-10 15,0-4-2-15,2 0-11 16,-2-4 14-16,3 0-15 15,1-3 24-15,4-10-17 16,0-9 12-16,5-2-25 16,-1-5 13-16,3-1-20 15,-3 4 0-15,-2 1 6 16,2 4-4-16,-3 9 9 16,-4 0-7-16,4 4 19 15,-5 7-16-15,2 1 18 16,0 0-28-16,1 13 32 15,2 3-17-15,-1 5 16 16,1 0-4-16,-2-1-2 16,2-1 1-16,0-5-4 15,-5-2 6-15,0-5-14 16,1-3 18-16,-2-1-21 16,2-3 25-16,2 0-22 15,4-7 29-15,4-10-23 0,3-5 4 16,2-1-6-16,0 0-6 15,-2 2 1-15,-4 6-5 16,-2 3 12-16,-4 6-13 16,1 3 20-16,-3 3-19 15,-2 0 17-15,2 9-12 16,0 10 21-16,2 0-15 16,-1 4 12-16,4 3-2 15,-3 0-4-15,7-2 0 16,-4 0-8-16,2-5 11 15,-3-2-17-15,-2-6-2 16,-2-2-71-16,-6-1-57 16,0-1-122-16,-2-3-106 15</inkml:trace>
  <inkml:trace contextRef="#ctx0" brushRef="#br0" timeOffset="36929.66">26003 1970 861 0,'0'0'72'0,"0"0"112"0,0 0-68 16,79 0-45-16,-54 0-25 15,-5 0-18-15,-1 0-30 16,-6 0 8-16,-3-3-65 16,-6-1-69-16,-4 0-113 15,0-3-124-15,-7 2-224 16</inkml:trace>
  <inkml:trace contextRef="#ctx0" brushRef="#br0" timeOffset="37107.26">25996 1860 990 0,'0'0'50'16,"0"0"29"-16,0 0-29 16,0 0-39-16,101-26-47 15,-74 18-117-15,-2-2-239 16</inkml:trace>
  <inkml:trace contextRef="#ctx0" brushRef="#br0" timeOffset="38005.62">26835 1675 601 0,'0'0'112'0,"0"0"37"0,0 0-33 16,0 0-47 0,0 0-14-16,-22-20-30 0,6 14-6 15,-5 5-25-15,-3 1 11 16,-3 0-10-16,-5 11-1 15,0 7 2-15,2 3-1 16,3-2 9-16,6 2-11 16,8 0 14-16,5-3-15 15,8-3 17-15,0-5-10 16,10-2 33-16,9-5-14 16,4-3 11-16,6 0 10 15,-2-3-9-15,2-11-15 16,-3-4-12-16,-3-4 7 15,-4-7-14-15,-2-4 14 16,-7-6-22-16,-2-7 11 16,-8-3-24-16,0-3 12 15,0 2-13-15,0 4 15 16,0 7 8-16,-6 10 2 16,0 9 3-16,-4 7-6 15,0 8 11-15,0 5-12 16,-2 3 10-16,1 16-23 15,0 8 28-15,4 6-8 16,3 5 27-16,4 5-4 16,0 0 2-16,0 1-4 15,13-5-8-15,0-2-2 16,3-6-8-16,0-3 4 16,-1-8-15-16,-1-4 12 15,0-5-39-15,-1-3-27 16,0-6-53-16,-3-2-79 15,-1 0-70-15,-2-2-168 16</inkml:trace>
  <inkml:trace contextRef="#ctx0" brushRef="#br0" timeOffset="38506.68">26930 1639 625 0,'0'0'134'16,"0"0"-10"-16,0 0-30 15,0 0-18-15,0 0-26 16,31 71 8-16,-22-64-42 16,0 1 14-16,0-4-20 15,4-2 17-15,-3 0-19 16,0-2 11-16,3 0-8 16,0 0-5-16,3-10 3 15,-3-6-13-15,3-2 7 16,0-1-20-16,-2-3 12 15,-4 4-16-15,-2 4 22 16,-4 3-10-16,-1 4 18 16,-3 7-13-16,0 0 14 15,0 4-6-15,-3 15-9 16,-1 6 12-16,2 7 5 16,2 7 22-16,2 6 20 15,18 5 9-15,4-1-18 16,3 3 32-16,0-2-45 15,-1-3 8-15,-6-6-18 16,-4-7 3-16,-9-7-5 16,-7-5-10-16,0-7 2 15,-14-4-7-15,-15-6 13 16,-9-4-22-16,-8-1 3 16,-6 0-40-16,-3-2 7 15,0-6-43-15,6-5-5 0,3 3-52 16,7 0-69-1,6-1-86-15,7-1-80 16</inkml:trace>
  <inkml:trace contextRef="#ctx0" brushRef="#br0" timeOffset="38826.4">26462 1989 750 0,'0'0'126'0,"96"-4"111"15,-25 3-89-15,15-1-34 16,9 2-47-16,0 0-10 15,-4 0-34-15,-10 0 5 16,-11 0-31-16,-12 0 11 16,-11 0-27-16,-12 0-47 15,-9 0-49-15,-13-3-124 16,-9-3-253-16</inkml:trace>
  <inkml:trace contextRef="#ctx0" brushRef="#br0" timeOffset="39641.36">26650 2497 575 0,'0'0'78'0,"0"0"68"16,0 0-50-16,0 0-29 15,0 0-28-15,-46-5 5 16,28 11-25-16,-1 9-16 16,-1 2 2-16,2 5 3 0,2 0 10 15,5 0-9 1,4-3 13-16,7-4-17 16,0-3 16-16,2-3-4 0,15-4 11 15,3-5-15-15,1 0 9 16,3 0-5-16,1-13-4 15,-2-5 3 1,-4-4-12-16,1-3 5 16,-7-6-15-16,0-5 9 0,-6-2-26 15,-3-4 15-15,-2 0-19 16,-2 1 16-16,0 3-12 16,0 6 17-16,0 9 6 15,0 10-2-15,0 6 5 16,-3 7-1-16,-3 3 9 15,2 18-25-15,1 7 21 16,1 10-11-16,2 3 35 16,0 5-1-16,3-1 10 15,9-1-23-15,4-7-6 16,-2-5 0-16,2-4-5 16,0-7 0-16,0-5-13 15,0-5 8-15,-2-2-44 16,1-8-22-16,-4-1-42 15,1 0-65-15,-2-10-95 16,-1-7-240-16</inkml:trace>
  <inkml:trace contextRef="#ctx0" brushRef="#br0" timeOffset="39896.91">26923 2447 775 0,'0'0'199'0,"0"0"-25"0,0 0-67 16,107 73-21-16,-74-50-19 16,0 0-29-16,-1-4-4 15,-3-1-34 1,-3-4 18-16,-6-2-27 0,-4-4 19 16,-6-4-36-16,-3-3-13 15,-1-1-17-15,-3 0-25 16,-2-8-46-16,1-9-113 15,-1-2-15-15,2-5-56 16,-3-1 7-16</inkml:trace>
  <inkml:trace contextRef="#ctx0" brushRef="#br0" timeOffset="40051.06">27231 2471 525 0,'0'0'151'16,"0"0"-29"-16,0 0 15 15,-100 52-31-15,65-24-20 16,2 3-41-16,0 0 4 15,4-2-37-15,6-2 1 16,4-7-20-16,7-5-7 16,6-5-101-16,5-8-150 15,1-2-140-15</inkml:trace>
  <inkml:trace contextRef="#ctx0" brushRef="#br0" timeOffset="40600.31">27890 2077 865 0,'0'0'180'16,"0"0"1"-16,90 0-89 15,-61 0-48-15,-2 0-42 16,-5 0 7-16,-5 0-29 16,-7 0-25-16,-2 0-113 15,-8 0-146-15,0-7-296 16</inkml:trace>
  <inkml:trace contextRef="#ctx0" brushRef="#br0" timeOffset="40775.1">27925 1966 966 0,'0'0'62'0,"0"0"38"0,0 0-44 16,0 0-50-16,98-5 1 15,-70 3-42-15,-2 2-82 16,-6 0-174-16,-1 0-413 16</inkml:trace>
  <inkml:trace contextRef="#ctx0" brushRef="#br0" timeOffset="42433.6">28454 1884 935 0,'0'0'92'0,"0"0"37"15,4 0-28-15,-2 0-24 16,2 0-23-16,6 0-6 16,1 0-8-16,6 0 3 15,4 0 1-15,5 1-24 16,4 5 5-16,2-2-23 16,3 2 18-16,-2-1-26 15,-3 0 16-15,-4 0-13 0,-7-2 5 16,-7-2 0-1,-5 0-9-15,-4-1-5 0,-3 0-29 16,0 0 7-16,0 0-18 16,0-1-35-16,-6-6-99 15,-1-3-133-15,1 2-325 16</inkml:trace>
  <inkml:trace contextRef="#ctx0" brushRef="#br0" timeOffset="44378.51">21578 1504 266 0,'0'0'51'0,"-12"-4"11"16,8 4-8-16,-3 0-31 15,-1 0-10-15,-3 0-9 16,-1 8 8-16,-5 7-16 16,1 4 12-16,-3 6 1 0,2 5 21 15,-2 3-7-15,-1 7 2 16,4 2-4-16,0 4-19 15,6 1 2-15,4 0-8 16,6-1 8-16,0-2-14 16,8-5 10-16,15-3-10 15,5-7 13-15,10-5-16 16,6-9 0-16,3-7 12 16,6-8 6-16,-2 0-3 15,2-8-3-15,-4-12 7 16,-8-8-13-16,-5-3 12 15,-7-8-19-15,-6-1-9 16,-7-6-5-16,-6-1 23 16,-9-6 1-16,-1 1 2 15,0-4 6-15,-14 3 1 16,-8 2-1-16,-7 6-8 16,-1 8 8-16,-6 12-15 15,-6 9-3-15,-3 12-5 16,-4 4-33-16,-1 4-69 15,1 12-79-15</inkml:trace>
  <inkml:trace contextRef="#ctx0" brushRef="#br0" timeOffset="45946.44">29326 1433 440 0,'0'0'40'16,"0"0"86"-16,-13 2 2 15,13-2-27-15,0 0-15 16,0 0 11-16,0 0-31 15,0 0-3-15,4 0-35 16,11 0 5-16,4 0 8 16,2 0-20-16,6 0-8 15,-3 0-1-15,0 0 7 16,-2 0-20-16,-9 0 13 16,0 3-22-16,-12 5 13 15,-1 1-6-15,0 3 8 16,-4 2-15-16,-7-2 6 15,0 0-3-15,4 0-7 16,4-3-2-16,3 0-6 16,0-2 6-16,16 0 5 15,6 3 21-15,2 0-12 0,0 1 22 16,-3 3-13 0,-2-1 27-16,-9 4-7 0,-8-2 11 15,-2 1-1-15,-5-1 2 16,-16-1 2-16,-4 0-21 15,-4-5 2-15,3-1-26 16,0-2 14-16,3-4-32 16,6-2-7-16,1 0-62 15,5 0-54-15,3 0-171 16,2-6-353-16</inkml:trace>
  <inkml:trace contextRef="#ctx0" brushRef="#br0" timeOffset="46429.64">29131 1868 741 0,'0'0'119'0,"0"0"67"16,127 0-35-16,-59-1-49 0,10-6-2 15,7-1-43-15,5-1-11 16,-2 3-28-16,-4 0-3 16,-9 2-2-16,-8 0-12 15,-13 0 5-15,-14 1-13 16,-14 0 6-16,-11 2-42 15,-11-1-7-15,-4-2-61 16,0 2-60-16,-4-4-199 16</inkml:trace>
  <inkml:trace contextRef="#ctx0" brushRef="#br0" timeOffset="48888.02">22426 2074 199 0,'31'7'62'0,"8"0"7"16,5-4-14-16,2-3-13 15,4 0 11-15,2 0-22 16,1-12-5-16,-2-5-14 15,0-2 17-15,-5-3-19 16,-3-5-7-16,-8-1-3 16,-8-3 0-16,-9-3-2 15,-7-2-27-15,-8 0 2 16,-3-2-1-16,0-7 4 16,-16 1 14-16,-5-7 12 15,-4-2-8-15,-5 0 8 16,-2-3 0-16,-5 4 12 15,-1 3 11-15,-3 7-6 16,-4 7-3-16,-2 11-18 16,-3 9 6-16,-3 14-10 15,-3 1 3-15,0 24-9 16,-2 20 19-16,3 15-12 0,7 14 3 16,5 5 2-16,12 5-1 15,10 0-1 1,8-5 0-16,10-7-25 0,3-7-43 15,3-7-40-15,17-8-27 16</inkml:trace>
  <inkml:trace contextRef="#ctx0" brushRef="#br0" timeOffset="50224.63">29339 2317 591 0,'0'0'92'16,"0"0"20"-16,0 0 13 0,0 0-7 15,7 2-8 1,6 0-10-16,4 0-4 15,4-2-29-15,-2 0-5 16,1 0-36-16,-4 0 8 16,-2 0-28-16,-5 0 13 0,-2 0-28 15,0 0 11-15,-1 0-43 16,1 0-18-16,2 0-45 16,4 0-63-16,-3-6-75 15,-1 0-110-15</inkml:trace>
  <inkml:trace contextRef="#ctx0" brushRef="#br0" timeOffset="50605.07">29628 2173 818 0,'0'0'55'16,"0"0"50"-16,0 0 2 16,0 0-51-16,0 0-3 15,0 47-19-15,0-37 5 16,7-1-15-16,6-1-5 15,-3 0-3-15,6-1-11 16,-3-3 5-16,-1 0-11 16,2-1 12-16,-4-2-19 15,3-1 17-15,-6 0-28 16,4 0 1-16,-3 0-29 16,2 0-19-16,-4 0-49 0,1 0-67 15,-1-4-34-15,0-4-133 16</inkml:trace>
  <inkml:trace contextRef="#ctx0" brushRef="#br0" timeOffset="50861.85">29823 2157 579 0,'0'0'120'16,"0"0"-17"-16,0 0 15 15,0 0 15-15,0 0-2 16,5 85-39-16,-3-53-15 15,1 4-26-15,1-3-1 16,-1 2-24-16,3-3-1 16,-2-4-8-16,1-6-12 15,2-4-2-15,-4-8-7 16,0-3 3-16,-2-3-39 16,-1-4-10-16,0 0-59 15,0-1-50-15,-4-12-186 16,-11-4-267-16</inkml:trace>
  <inkml:trace contextRef="#ctx0" brushRef="#br0" timeOffset="51340.02">29358 2098 565 0,'0'0'95'16,"0"0"27"-16,0 0-32 15,-88 86-7-15,64-50 1 16,4 3-31-16,3 0-1 15,7 5-34-15,6-3-5 16,4-1-4-16,0-3-1 16,18-3 3-16,10-5-13 15,8-8 11-15,6-3-25 16,3-6-27-16,4-8-96 16,-2-4-94-16,-3 0-262 15</inkml:trace>
  <inkml:trace contextRef="#ctx0" brushRef="#br0" timeOffset="51856.15">29960 2061 580 0,'0'0'107'0,"0"0"58"15,62 73-8-15,-33-36-23 16,-3 5-43-16,-4 4-16 15,-4-3-13-15,-6-2-12 16,-7 1-8-16,-3-6-27 16,-2-1 7-16,0-7-25 15,-7-2 16-15,-9-6-22 16,-4-1 0-16,-6-5-54 16,-6-3-36-16,0-4-100 15,-1-6-148-15,0-1-329 16</inkml:trace>
  <inkml:trace contextRef="#ctx0" brushRef="#br0" timeOffset="52649.29">29284 1166 543 0,'0'0'112'0,"0"0"45"16,0 0-54-16,-49 76-25 16,26-42-12-16,-3 6-13 15,3 3-6-15,3 0-35 16,7-3 8-16,1-1-20 16,9 0 13-16,3-4-19 15,0-3 12-15,6-3-14 16,10-3-7-16,4-3-22 15,-1-4-59-15,4-5-34 16,-2-5-35-16,-3-6-234 16</inkml:trace>
  <inkml:trace contextRef="#ctx0" brushRef="#br0" timeOffset="53161.77">29667 1189 613 0,'0'0'100'0,"0"0"26"15,56 98 0-15,-28-55-7 16,-1 4-24-16,-1 1-14 16,-6 0-13-16,-1-2-34 15,-7-4 5-15,-5-2-26 16,-7-5 10-16,0-4-21 16,-2 0 10-16,-15-6-15 15,-6-2-12-15,-6-3-30 16,-3-1-51-16,-1-6-84 0,3-5-140 15,1-2-179 1</inkml:trace>
  <inkml:trace contextRef="#ctx0" brushRef="#br0" timeOffset="54474.14">29287 177 610 0,'0'0'116'0,"0"0"-14"15,0 0 25-15,16 6-6 16,-6 3-21-16,2 5-17 15,2-1-22-15,2-2-16 16,-2 1-18-16,1-1 9 16,-2-2-35-16,-3-2 14 15,-4-2-23-15,-2-2 11 0,-1-1-47 16,0 0-25-16,-2-2-67 16,1 0-73-16,2-4-82 15,-1-6-252-15</inkml:trace>
  <inkml:trace contextRef="#ctx0" brushRef="#br0" timeOffset="54677.51">29446 166 730 0,'0'0'88'15,"0"0"31"-15,-82 57-40 16,57-38-17-16,-1 1-53 15,3-1-3-15,4 1-6 16,6-1-6-16,3 0-68 16,3 0-61-16,6-3-55 15,1-5-136-15</inkml:trace>
  <inkml:trace contextRef="#ctx0" brushRef="#br0" timeOffset="54983.16">29205 496 849 0,'0'0'146'0,"111"0"47"16,-45 0-92-16,1 0-33 0,-5-2-47 15,-7-1-6-15,-12 0-13 16,-11 2-13-16,-12 1-53 16,-11 0-78-16,-9 0-78 15,-9 0-137-15,-17 7-203 16</inkml:trace>
  <inkml:trace contextRef="#ctx0" brushRef="#br0" timeOffset="55526.26">29329 670 588 0,'0'0'128'0,"0"0"47"15,0 0-57-15,0 0-33 16,0 73-41-16,7-60-6 16,-3-3-30-16,5-1 8 15,0-4-2-15,2-2-3 16,1-3-4-16,5 0-5 15,-1 0 1-15,1-6-12 16,1-5 6-16,0-4-21 16,-3 1 18-16,-2 1-18 15,-3 2 14-15,-5 1-6 0,-1 5 20 16,-4 2-4 0,0 3 0-16,0 0 6 0,0 0 1 15,3 4 0-15,2 13-17 16,1 4 31-16,3 9-4 15,0 6 33-15,2 3-5 16,-2 2 35-16,-2 2-29 16,-1-4 8-16,-1-3-27 15,-3-7-8-15,-2-4 0 16,0-10-3-16,-3-5 13 16,-16-5-22-16,-4-2 11 15,-7-1-21-15,-6-2 8 16,-5 0-51-16,-2-2-8 15,1-8-38-15,3-2-47 16,0-6-123-16,6-4-209 16</inkml:trace>
  <inkml:trace contextRef="#ctx0" brushRef="#br0" timeOffset="55964.65">28818 485 784 0,'0'0'135'0,"0"0"37"16,0 0-67-16,0 0-34 15,98 3-54-15,-74-3-7 16,2 0-22-16,-1 0-72 16,-3-5-140-16,-4-5-215 15</inkml:trace>
  <inkml:trace contextRef="#ctx0" brushRef="#br0" timeOffset="56797.25">28443 526 221 0,'0'0'23'16,"-40"123"9"-16,36-57 47 15,4-4-50-15,7-2 47 16,29-3-25-16,12-6-29 15,14-3-7-15,17-11-3 16,12-6 19-16,12-9 11 16,9-11-9-16,4-3-31 15,4-7 5-15,-3-1-23 16,-6 0-14-16,-7-11-27 16,-7-6-14-16,-9-3-2 15,-10-5 5-15,-9-7 13 0,-7-5 26 16,-7-8 27-1,-7-9 36-15,-5-4 35 0,-7-6-38 16,-7-2-13-16,-8-4 7 16,-6 1 28-16,-6 3-2 15,-7 2 3-15,-2 2-16 16,-8 2 25-16,-16 4-35 16,-11 3-25-16,-10 3 0 15,-14 9-5-15,-16 10 10 16,-13 8-29-16,-12 7-7 15,-10 9-29-15,-7 7-5 16,-4 0 45-16,-3 0-71 16,-6 0-52-16,-4 19 20 15,-2 5-93-15</inkml:trace>
  <inkml:trace contextRef="#ctx0" brushRef="#br0" timeOffset="58083.04">30523 1914 929 0,'0'0'79'16,"0"0"36"-16,68 0-31 16,-49 0-48-16,-6 0-32 15,-2 0-1-15,-3-5-39 16,-7-1-85-16,-1 0-163 16,0-4-297-16</inkml:trace>
  <inkml:trace contextRef="#ctx0" brushRef="#br0" timeOffset="58263.02">30494 1738 960 0,'0'0'14'15,"0"0"37"-15,0 0-21 16,87-17-27-16,-57 8-24 15,2 0-152-15,0-3-331 16</inkml:trace>
  <inkml:trace contextRef="#ctx0" brushRef="#br0" timeOffset="62332.68">31452 1374 136 0,'-1'-1'21'0,"-1"1"-6"16,2 0 50-16,-1-2-3 15,-1 2-6-15,2-1 0 16,-3 1-4-16,3 0-4 16,-3 0-16-16,3 0-3 15,-3-1-3-15,3 1 23 16,0-2 1-16,-1 2 14 16,-1 0-11-16,2 0 19 15,-1-1-20-15,1 1-2 16,-1 0-15-16,1 0-17 15,0 0 3-15,0 0-4 16,0 0 10-16,0 0-4 16,5-3 2-16,10 2-19 15,7-2 21-15,2 3-13 16,0-4 5-16,-2 4-19 16,-3 0 7-16,-6 0-7 15,-3 0-1-15,-10 4-3 16,0 7-10-16,0 4 13 15,-13 3-8-15,-1 2 17 16,-1-5-16-16,5 0 18 16,4-1-19-16,6-3 16 15,0 0-17-15,0 0 7 16,12 1-1-16,7-1 1 16,-2 3 8-16,3-2-10 15,-5 1 13-15,-4 0-10 16,-5-1 30-16,-6 2-9 0,0-2 27 15,-9-1-17-15,-9 0 4 16,-4-2-21-16,0-1-5 16,1-1-6-16,2-4-12 15,7-2-52-15,1 1-95 16,2-1-139-16,3-1-331 16</inkml:trace>
  <inkml:trace contextRef="#ctx0" brushRef="#br0" timeOffset="62655.06">31224 1860 643 0,'0'0'140'15,"78"0"67"-15,-16 0-61 16,11 0-39-16,9 0-25 16,4-3-37-16,1-1-22 15,-11 0-14-15,-10 3 1 16,-13 1-13-16,-15 0 0 15,-16 0-42-15,-10 0-45 16,-12 0-107-16,0 0-95 0,-25 7-90 16</inkml:trace>
  <inkml:trace contextRef="#ctx0" brushRef="#br0" timeOffset="63082.91">31505 2119 809 0,'0'0'52'0,"0"0"51"16,0 0-29-16,0 0 0 16,0 0-46-16,-6 38 6 15,5-23-15-15,1-2 11 16,0 0-28-16,0-1 24 16,0 1-8-16,7-3 7 15,5-1 1-15,5-2-4 16,-1 0 4-16,4-1-16 15,0-5 4-15,-1 2-18 16,0-3 17-16,-6 0-30 16,0 0 11-16,-6 0-43 0,-1 0-31 15,-1 0-56 1,-4-11-73-16,-1-1-63 16,4-7-111-16</inkml:trace>
  <inkml:trace contextRef="#ctx0" brushRef="#br0" timeOffset="63302.95">31726 2085 667 0,'0'0'84'0,"0"0"71"15,0 0 23-15,0 0-39 16,0 95-41-16,0-62-10 16,0 1-33-16,0-2 2 15,3 0-41-15,0-6 0 16,0-3-15-16,3-6 1 15,-3-3-7-15,-2-5-29 16,0-4-28-16,-1-2-57 16,0-3-84-16,0 0-162 15,0-2-291-15</inkml:trace>
  <inkml:trace contextRef="#ctx0" brushRef="#br0" timeOffset="63835.61">32298 1889 798 0,'0'0'81'16,"0"0"75"-16,0 0-26 16,77 0-47-16,-57 0-44 15,-4 0-8-15,0 0-38 16,-7 0 7-16,-5 0-76 16,-4-4-97-16,0-2-152 15</inkml:trace>
  <inkml:trace contextRef="#ctx0" brushRef="#br0" timeOffset="64019.39">32357 1761 858 0,'0'0'52'0,"0"0"72"15,0 0-52-15,0 0-45 16,0 0-32-16,0 0 8 15,93-12-106-15,-73 9-116 16,3-1-164-16</inkml:trace>
  <inkml:trace contextRef="#ctx0" brushRef="#br0" timeOffset="64378.86">32750 1710 812 0,'0'0'67'16,"0"0"9"-16,0 0-6 15,0 0-46-15,0 0 11 16,-78 28-28-16,69-20 3 16,5 2-15-16,4 0 5 15,0 1-1-15,9-3-3 16,8 5 9-16,5 2-9 15,1 1 15-15,-3-2 2 16,-4 3 26-16,-4-4-11 16,-8 1 27-16,-4-2-5 15,0-2-1-15,-13 1-22 16,-6-3 1-16,-1 0-13 16,-3-2-11-16,1-4 2 15,2 0-42-15,1-2-57 0,6 0-117 16,2-9-111-1,6-5-334-15</inkml:trace>
  <inkml:trace contextRef="#ctx0" brushRef="#br0" timeOffset="64933.93">32828 1498 869 0,'0'0'105'0,"3"82"81"0,0-32-72 15,3-1-27-15,2-1-36 16,1-4-3-16,0-7-44 16,0-4 12-16,0-7-17 15,-3-9 3-15,0-3-9 16,0-7-24-16,1-7-17 15,0 0-27-15,5-3 6 16,2-11-34-16,-1-1-40 16,3-2-11-16,-1 3 85 15,-4 2 50-15,-1 2 19 16,-2 3 22-16,-3 4 28 16,-2 1 30-16,-3 2-12 15,0 0-19-15,0 0-33 16,0 8 14-16,0 5-19 15,0 1 3-15,0 0-19 16,3 0 15-16,7-5-17 16,6 0 13-16,3-3 1 15,-2-3 16-15,3-3-4 16,-2 0-6-16,-4 0 13 16,-3 0 1-16,-5-7 30 0,-1-5-22 15,-5-3 3-15,0-1-33 16,-2-3 12-16,-12 2-24 15,-3-1 2-15,-5 5-20 16,-2 2-41-16,1 6-42 16,3 2-41-16,3 3-116 15,7 0-268-15</inkml:trace>
  <inkml:trace contextRef="#ctx0" brushRef="#br0" timeOffset="65601.33">33251 2033 725 0,'0'0'152'15,"0"0"26"-15,8 73-68 16,-7-58-10-16,-1-2-29 16,0-6-28-16,0-3-16 15,0-4-6-15,0 0 9 16,0-3-5-16,-6-13-3 15,-4-9-28-15,5-7 4 16,0-7-23-16,5-3 3 16,0 0-23-16,0 2 17 15,17 6-11-15,2 5 12 16,4 10 16-16,0 7 5 16,-4 6 6-16,1 6-7 15,-4 0 24-15,-4 7-12 0,-3 10 28 16,-4 2-13-1,-1 3 27-15,-4-2-21 16,0-1 4-16,0-1-21 0,-6-2 2 16,-11-4-3-16,-3-3-6 15,1-4-5-15,-1-1-30 16,3-4 3-16,7 0-22 16,5 0 15-16,5 0-13 15,2-3 13-15,19-5-27 16,8-3 22-16,7-1 42 15,7-1-1-15,-1-1 3 16,1-1 10-16,-6 1 22 16,-3-1-9-16,-9 2 23 15,-4-4-25-15,-7 2 24 16,-6 1-23-16,-6-3 14 16,-2 3-16-16,0 1-4 15,-10 2-15-15,-7 2-2 16,-5 9 1-16,-2 0-8 15,1 0 13-15,2 5-15 16,4 11 20-16,7 2-20 16,8 7 22-16,2-1-21 15,3 2 18-15,18-2-17 16,8 2 6-16,2-4-19 16,1-3-53-16,-4-7-116 15,-5-5-293-15</inkml:trace>
  <inkml:trace contextRef="#ctx0" brushRef="#br0" timeOffset="66803.12">31079 1216 415 0,'0'0'67'15,"-11"86"71"-15,6-33-26 16,2 4-5-16,-1 8-16 16,3 0-16-16,1 2-8 15,-2 2-8-15,2-1-12 16,0 2-24-16,0-5-2 15,12 2-14-15,-1 0 13 16,4-1-25-16,-5 2 18 16,0 2-20-16,-5-4 15 15,-1 0-1-15,-4-3 1 16,2-8-4-16,-2-3 4 16,3-7 6-16,0-5-9 15,3-7 14-15,0-2-17 16,1-4 14-16,3-3-22 15,0-4 17-15,2-1-19 16,2-6 14-16,1-2-9 16,1-1 0-16,1-5-2 15,6-1-1-15,5-4 6 16,6 0-12-16,9 0 18 0,8 0-16 16,11-2 18-16,6-4-19 15,7-2 22-15,7 4-20 16,2 0 12-16,7 1-4 15,6 2 0-15,3 1 4 16,4-2-5-16,8 1 7 16,4-2-8-16,2-1 16 15,-1 0-15-15,0-1 25 16,-10-2-31-16,-4 3 28 16,-18 0-13-16,-9 1 22 15,-14 2-9-15,-10-1-3 16,-10 2-3-16,-11 0-8 15,-8-1 7-15,-9 0-19 16,-5-2 10-16,-5-3-70 16,-4-2-32-16,-5 0-151 15,-16-4-242-15</inkml:trace>
  <inkml:trace contextRef="#ctx0" brushRef="#br0" timeOffset="68952.52">31076 1205 353 0,'0'0'117'0,"0"0"-30"16,0 0-20-16,-1 0 19 15,11 0-51-15,7-5 3 16,3 1 9-16,2-1 14 15,4 1-16-15,0 2-8 16,3-2-21-16,4 4-21 16,-1 0 12-16,6-2-14 15,3 1 16-15,4 1-15 16,3-1 10-16,1 1-12 16,5-2 10-16,0 1-3 15,4 0-2-15,-3-1 6 16,3 1-5-16,-2 0 6 15,-2 1-9-15,-5 0 11 16,-2 0-12-16,-2 0 14 16,-2 0-17-16,2 0 15 15,1 1-17-15,-1 0 6 16,3 3 3-16,1-2 2 16,2-1 0-16,0 2-3 15,0-3 6-15,1 2-7 16,1 0 12-16,-5 0-16 15,1 0 18-15,-4 0-19 16,1 0 17-16,-2-1-16 16,-1 1 8-16,-1-1 2 15,0-1-4-15,-1 1 3 16,-3-1-9-16,-2 0 11 16,-2 0-9-16,-1 0 11 0,-1 0-13 15,-1 0 17 1,-2 0-16-16,2 0 13 0,0 0-10 15,-2 0 5-15,-1 2-1 16,0-2 0-16,-2 1 0 16,0-1-3-16,-4 0 9 15,-2 1-12-15,0-1 13 16,-3 2-15-16,0-2 15 16,-3 1-13-16,0 0 9 15,-2 1-7-15,2-2 3 16,-2 2 1-16,4-2-1 15,-3 0 5-15,0 2-9 16,1-2 11-16,-3 1-12 16,-3-1 15-16,2 1-17 15,-2 1 17-15,-3-2-16 16,1 3 10-16,3-2-2 16,-2 2-2-16,-3-2 2 15,2 1-3-15,-3 1 6 16,2-1-10-16,-3 2 10 15,-1 3-8-15,-1 0 20 16,2 3-16-16,-1-1 14 16,-1 3-16-16,3 1 14 15,0 1-3-15,-1 2-1 16,1 0 1-16,0 1-4 16,0 1 8-16,-2 2-14 15,0-2 11-15,-1 1-17 16,0 2 19-16,0 0-16 15,0-1 23-15,0 3 2 0,0-2 6 16,0-1-8 0,0 1-13-16,0-1 2 0,0 1-3 15,0-1 5-15,-2 0-12 16,-3 2 17-16,2-1-13 16,0 0 16-16,0-2-4 15,2 1 3-15,1-1-17 16,0-2 1-16,0 1 2 15,0-3 2-15,0 2 8 16,1-1-11-16,2 1 13 16,0 0-19-16,0 1 21 15,-1 2-17-15,-1-1 14 16,1 1-4-16,-2 3 2 16,0-4-11-16,0 1 6 15,0-2 4-15,0 0-3 16,0 1 0-16,0-1-13 15,0-1 14-15,0 1-17 16,0 1 19-16,0-2-19 16,0 3 18-16,0-2-18 15,0 1 13-15,0-1-3 16,0 0 10-16,0 2-4 16,2-4 3-16,0 1 2 15,-2 2-18-15,0 1 16 16,0-1-20-16,0 2 23 15,0-1-21-15,-4-3 28 16,-1 0-29-16,1-4 9 0,-1 1 0 16,-1 1-2-1,1-3 3-15,2 1-7 16,0-5 11-16,0 0-14 0,0-3 17 16,3-2-19-16,-3 1 25 15,-1 0-27-15,0 0 20 16,-2 0-13-16,-1 0 6 15,-3-1-1-15,-1 1 0 16,-4-3 4-16,-5 2-11 16,-1 2 17-16,-2-1-18 15,-1 3 21-15,-1-2-18 16,5 2 18-16,0-3-23 16,4-1 19-16,-2 3-9 15,1-4 3-15,1 0 5 16,-2 1-6-16,-3 0 5 15,1 1-8-15,-2-2 13 16,3 1-20-16,-1 1 20 16,6-2-29-16,-1-1 9 15,5-1-40-15,-1 0-27 16,7 0-109-16,-1 0-165 16,5-7-323-16</inkml:trace>
  <inkml:trace contextRef="#ctx0" brushRef="#br0" timeOffset="70706.3">19500 3793 597 0,'0'0'101'15,"0"0"-9"-15,0 0-41 16,0 0-11-16,0 9-18 15,0 6 17-15,0 6 35 16,0 3-6-16,1-1-38 16,6 4 9-16,2 0-19 15,1-3-5-15,0-4-8 16,3-4-4-16,-1-2 4 16,0-6-11-16,2-4 13 15,-3-4-16-15,4 0 22 16,-2 0-24-16,-1-14 22 0,3-2-20 15,-4-4 2 1,1-5-14-16,-2-1 4 16,-1-2 4-16,-2 1 0 15,-3 0 8-15,-1 4-12 0,-1 6 21 16,-1 3-15-16,-1 5 22 16,0 5-20-1,0 4 26-15,0 3-13 0,3 17-1 16,0 7 0-16,3 13 12 15,5 9 15-15,2 12 8 16,9 6 11-16,4 5-6 16,7 3 13-16,2-1 18 15,4-3 3-15,1-9-70 16,-5-8 34-16,-5-8-8 16,-8-8-1-16,-9-7-8 15,-9-5-7-15,-4-4-2 16,-3-4-7-16,-20-3 10 15,-4-6-19-15,-5-1 18 16,-4-8-33-16,-3 0 9 16,3-6-40-16,-2-11 5 15,5-3-40-15,4-5-30 16,7-5-57-16,7-2-148 16,4-4-252-16</inkml:trace>
  <inkml:trace contextRef="#ctx0" brushRef="#br0" timeOffset="70973.73">20255 4028 1074 0,'0'0'81'0,"0"0"83"16,81 2-85-16,-55-2-37 15,-8 0-43-15,-6 0 17 16,-5 0-37-16,-7 0-38 16,0-2-104-16,-7-3-151 15,-16-3-421-15</inkml:trace>
  <inkml:trace contextRef="#ctx0" brushRef="#br0" timeOffset="71144.39">20175 3930 1089 0,'0'0'123'15,"0"0"-25"-15,0 0-70 16,87-3-33-16,-60 1 6 15,-1 1-103-15,-5-2-97 16,-1-1-282-16</inkml:trace>
  <inkml:trace contextRef="#ctx0" brushRef="#br0" timeOffset="71775.48">20639 3985 787 0,'0'0'98'0,"0"0"106"0,0 0-95 16,62 75-14-16,-49-56-35 15,-3 0-11-15,-3-4-9 16,-1-7-16-16,0 0-3 15,-5-4-14-15,-1-4 6 16,0 0-13-16,2 0 18 16,-1-12-11-16,1-4 19 15,1-10-39-15,1-2 7 16,2-3-22-16,0-1 1 16,1 5 1-16,-2 5 2 15,1 7 8-15,2 5 0 16,-3 8 16-16,5 2-14 15,1 0 18-15,0 12-13 16,2 7 31-16,0 2-13 16,-2 2 22-16,1-3-14 15,-2 0-5-15,0-8-1 16,-1-1-6-16,1-8-1 16,0-3-5-16,2 0 10 15,1-14-12-15,1-7 12 16,2-2-26-16,1-3 13 15,-2 0-22-15,-4 3 20 16,1 4-13-16,-6 3 9 16,2 9 8-16,-5 7-2 15,2 0 4-15,-2 11-10 16,1 14 31-16,3 4-17 0,0 4 30 16,3 1-24-1,2-4 11-15,2-4-28 0,2-7 11 16,2-4-33-16,-1-5-47 15,0-9-68-15,-2-1-181 16,-1 0-376-16</inkml:trace>
  <inkml:trace contextRef="#ctx0" brushRef="#br0" timeOffset="72207.31">21406 3943 905 0,'0'0'169'16,"0"0"-34"-16,0 0-66 15,0 0-14-15,0 0-43 16,61-77 12-16,-50 61-19 16,2 6 7-16,-3 0 8 15,-2 7 0-15,1 3 0 16,0 0-15-16,0 2 12 16,5 17-11-16,1 6 26 15,3 2-25-15,1 4 25 16,4 1-26-16,0-4 21 0,3-2-17 15,-1-4-5-15,-2-2-4 16,0-9-2 0,-3-2-1-16,-5 0-37 0,-1-6 0 15,-5-3-35-15,-2 0-16 16,-4-4-79-16,-3-10-96 16,0-6-193-16</inkml:trace>
  <inkml:trace contextRef="#ctx0" brushRef="#br0" timeOffset="72391.73">21682 3830 964 0,'0'0'75'0,"-68"70"91"16,30-31-35-16,2 0-73 15,5-3-44-15,6-4-6 16,6-8-21-16,7-6-34 15,3-8-96-15,1-10-144 16,1 0-382-16</inkml:trace>
  <inkml:trace contextRef="#ctx0" brushRef="#br0" timeOffset="73043.6">22142 3715 565 0,'0'0'138'0,"0"0"58"15,0 0 14-15,0 0-88 16,0 95-8-16,3-64-59 16,5 1-1-16,0-3-43 15,-1 0 10-15,-1-4-30 0,0-2 17 16,0-7-18-1,-1-6-19-15,-2-4-26 0,-3-3-36 16,0-3-39-16,0 0-64 16,-1-4-105-16,-15-5-309 15</inkml:trace>
  <inkml:trace contextRef="#ctx0" brushRef="#br0" timeOffset="73231">22015 3889 792 0,'0'0'167'0,"0"0"34"16,94-8-104-16,-56 6-16 15,-1 1-55-15,1-2-16 16,-2 1-6-16,-3-2-10 16,0-2-53-16,-4-4-82 15,-3-1-112-15,-4-4-200 16</inkml:trace>
  <inkml:trace contextRef="#ctx0" brushRef="#br0" timeOffset="73711.3">22556 3574 969 0,'0'0'150'0,"1"98"-23"16,2-46-50-16,-2-5-9 15,1-1-28-15,2-7 1 16,0-6-34 0,4-10 15-16,-1-4-27 0,4-7 14 15,2-6-11-15,5-6 4 16,1 0 0-16,5-7-1 15,3-11 0-15,4-2-14 16,-2-2 12-16,-1 3-22 16,-2 2 19-16,-5 6-21 15,-2 6 27-15,-2 5-16 16,-3 0 18-16,0 11-8 16,-2 8 12-16,-1 3 4 15,-3 1 4-15,-1 2 9 16,-5 0-6-16,-2-4 25 15,0-2-13-15,-2-3 21 16,-13 0-30-16,-5-7 7 16,-3-3-32-16,-4-5 10 15,-2-1-10-15,-3 0-33 16,-4 0-35-16,-1-11-41 16,-4-1-93-16,1-3-290 15</inkml:trace>
  <inkml:trace contextRef="#ctx0" brushRef="#br0" timeOffset="74427.02">24410 4010 773 0,'0'0'159'15,"0"0"8"-15,0 0-36 0,74 83-46 16,-64-57-8-16,-3 1-28 16,-7-4 2-16,0 0-32 15,-4-3-5-15,-12-4-9 16,-3-1-4-16,-2-3 2 15,1-7-22-15,0-5-5 16,6 0-34-16,5 0-29 16,3-15-126-16,6-6-156 15,0-2-395-15</inkml:trace>
  <inkml:trace contextRef="#ctx0" brushRef="#br0" timeOffset="75160.31">25028 3939 962 0,'0'0'124'0,"0"0"24"15,37 91-23-15,-26-62-68 0,-5-6-10 16,0-3-14-16,-1-8-14 15,-4-5 5-15,1-1-13 16,1-6 6-16,-3 0-20 16,1 0 24-16,4-10-8 15,-2-5 7-15,5-5-33 16,2-3 12-16,0-4-25 16,2 2 11-16,-1 2-2 15,0 4-3-15,0 4 11 16,-2 6-10-16,1 5 19 15,1 4-15-15,-1 0 21 16,2 2-20-16,1 12 26 16,-1 1-21-16,0 0 19 15,0-2-7-15,-3-3 4 16,1-2 0-16,-1-1-4 16,-4-5 6-16,6-2-15 15,-2 0 17-15,5-2-19 16,3-12 22-16,0-2-26 15,3 0 20-15,-1-2-23 16,2 4 13-16,-6 2-5 16,-3 5 3-16,0 6 4 15,-3 1-5-15,-1 1 7 16,-2 14-9-16,0 6 18 16,0 2-14-16,2 1 19 15,0 1-24-15,1-2 22 16,3-3-25-16,-1-3 13 0,3-3-26 15,-3-6-54 1,0-1-60-16,-5-3-137 16,1-2-214-16</inkml:trace>
  <inkml:trace contextRef="#ctx0" brushRef="#br0" timeOffset="75378.03">25991 4087 973 0,'0'0'120'0,"0"0"-6"15,90 0-102-15,-74 0-3 16,-6 0-60-16,-10-4-97 15,0-1-170-15</inkml:trace>
  <inkml:trace contextRef="#ctx0" brushRef="#br0" timeOffset="75560.82">25894 3934 1023 0,'0'0'44'0,"0"0"114"16,0 0-98-16,86 0-54 16,-63 0-22-16,3 0-71 15,-3-1-179-15,-2-8-390 16</inkml:trace>
  <inkml:trace contextRef="#ctx0" brushRef="#br0" timeOffset="78218.48">26533 3730 445 0,'0'0'96'16,"0"0"12"-16,0 0 4 16,0 0-49-16,0 0 12 15,8 0 5-15,6 0-8 16,0-3-6-16,3 0-20 16,2 2-12-16,1 1-22 15,-5 0 8-15,-2 0-25 16,-3 0 18-16,-4 0-19 15,-6 7 13-15,0 3-15 16,0 1 5-16,-2 1 1 16,-5 0 1-16,1 0 3 15,3-1-8-15,3-3 8 16,0 1-11-16,0-1 17 16,13 2-19-16,-1-1 20 15,2-1-18-15,-2 2 17 16,-2 0-9-16,-3 1 3 15,-4-3 15-15,-3 3 2 16,0-2 13-16,-8 1-7 16,-9-2 2-16,2 0-30 15,-4 0 14-15,-1-4-39 0,4 2-36 16,0-2-98 0,1-1-105-16,0-2-159 0</inkml:trace>
  <inkml:trace contextRef="#ctx0" brushRef="#br0" timeOffset="78494.78">26406 4098 641 0,'0'0'110'0,"0"0"56"16,130 0-44-16,-68-5-39 15,6-1-14-15,0-2-29 16,-5 3-4-16,-5 1-37 16,-6 0 10-16,-12 1-29 15,-5 3-21-15,-8-4-92 16,-8 4-118-16,-7 0-140 15</inkml:trace>
  <inkml:trace contextRef="#ctx0" brushRef="#br0" timeOffset="78923.46">26657 4292 766 0,'0'0'54'0,"0"0"59"15,0 0-11-15,0 0-48 16,0 0-2-16,7 78-19 16,-4-66-11-16,2 1-4 15,0-2 1-15,5-3 4 16,0-1-9-16,4 1 2 16,3-4-12-16,3 0 15 15,-1-4-20-15,7 0 19 16,0 0-26-16,0 0 12 15,-4-6-35-15,1-4-28 16,-2 2-40-16,-6 0-66 16,-1-1-41-16,-2 2-63 15,-6 0-72-15</inkml:trace>
  <inkml:trace contextRef="#ctx0" brushRef="#br0" timeOffset="79184.14">26933 4299 702 0,'0'0'74'0,"0"0"91"0,-4 74-9 16,4-41-43-16,0 2-28 16,0-2-17-16,7 1-20 15,1-5-11-15,0-2-12 16,-1-4-24-16,-2-7 11 15,0-5-20-15,-2-2 8 16,-2-5-46-16,-1-4-15 16,0 0-60-16,0 0-42 15,-1 0-113-15,-12-3-222 16</inkml:trace>
  <inkml:trace contextRef="#ctx0" brushRef="#br0" timeOffset="82130.47">28187 4015 818 0,'14'8'100'16,"2"1"90"-16,7 5-73 15,0 3-22-15,-3-2-29 16,-1 3-8-16,-4-1-18 15,-4-1-18-15,-8-1 10 0,-3 1-17 16,0-2 11 0,-3 1-25-16,-14-3 17 15,-2-1-32-15,-3-2 15 0,-2-5-41 16,1-2-12-16,1-2-38 16,2 0-90-16,0-7-183 15,6-8-422 1</inkml:trace>
  <inkml:trace contextRef="#ctx0" brushRef="#br0" timeOffset="82742.83">28704 3546 999 0,'0'0'10'0,"0"0"61"16,-11 79 45-16,11-40-52 16,0 0 5-16,2 1-31 15,7-1 15-15,1-4-27 16,1-2 9-16,-2-6-29 16,-2-4 4-16,-2-3-4 15,0-6-2-15,-2-5 0 16,0 0-6-16,0-5 8 0,1-4-15 15,5 0 14-15,2 0-26 16,5 0 26 0,4-9-23-16,1 1 18 0,2 3-16 15,1 2 12-15,-2 3 3 16,0 0-3-16,-2 4 3 16,-1 8-4-16,-5 4 14 15,2 0-13-15,-7 0 23 16,-2-4-15-16,-4 4 24 15,-3-5-22-15,0 1 18 16,-6-3-10-16,-10 2 1 16,-7-2-7-16,-3-2-4 15,-4-1 1-15,-2-3-12 16,0-1-11-16,-1-2-39 16,0 0 2-16,1 0-67 15,3 0-60-15,3 0-145 16,6 0-178-16</inkml:trace>
  <inkml:trace contextRef="#ctx0" brushRef="#br0" timeOffset="82982.92">29364 3995 914 0,'0'0'58'0,"0"0"104"15,0 0-110-15,0 0-34 16,0 0-12-16,85 0-4 16,-82 0-28-16,-2 0-74 15,-1-4-85-15,0-4-164 16</inkml:trace>
  <inkml:trace contextRef="#ctx0" brushRef="#br0" timeOffset="83176.34">29219 3860 825 0,'0'0'61'15,"0"0"61"-15,0 0-89 16,107-14-27-16,-75 10-8 16,-3 0-82-16,-2 0-203 15,-2-1-370-15</inkml:trace>
  <inkml:trace contextRef="#ctx0" brushRef="#br0" timeOffset="83543.53">29710 3633 874 0,'0'0'37'16,"0"0"113"-16,0 0-38 0,78-3-50 16,-52 3-18-16,-3 5-14 15,-4 7-8-15,-3 5-7 16,-7 2 2-16,-6 1-8 16,-3 4 6-16,0 0-17 15,-12 0 15-15,-8 1-19 16,-2-2 13-16,-4 0-42 15,3-3-29-15,1-1-84 16,6-3-100-16,5 0-96 16,5 2-142-16</inkml:trace>
  <inkml:trace contextRef="#ctx0" brushRef="#br0" timeOffset="83694.64">29748 4111 798 0,'0'0'165'0,"0"0"56"15,0 0-78-15,0 0-79 16,0 0-26-16,0 0-29 16,0 54-2-16,0-54-45 15,0 0-28-15,1 0-113 16,1-9-153-16,-1-1-390 16</inkml:trace>
  <inkml:trace contextRef="#ctx0" brushRef="#br0" timeOffset="84632.33">29223 3995 565 0,'0'0'145'16,"0"0"-37"-16,0 0-3 16,0 0-35-16,25 0 47 15,-6 0-35-15,4 0-7 16,3 0-40-16,-2 0-1 16,0 0-24-16,-1 0-8 15,-2 0-2-15,-3-4-11 16,-1 0-44-16,-4-3-98 0,-2-2-161 15,-3-2-420 1</inkml:trace>
  <inkml:trace contextRef="#ctx0" brushRef="#br0" timeOffset="90361.32">19310 5995 757 0,'-1'0'96'15,"1"0"54"-15,0 0-18 16,0 0-64-16,0 0 7 0,13 0-38 15,7 0 22 1,5-3-16-16,2-4 0 0,5 1-2 16,-2 1-21-16,-1 0-5 15,-6 2-16-15,-1 0 9 16,-5 3-21-16,-5 0-10 16,-5 0-57-16,0 0-48 15,-6 0-124-15,-1 0-153 16</inkml:trace>
  <inkml:trace contextRef="#ctx0" brushRef="#br0" timeOffset="90834.38">19742 5732 839 0,'0'0'68'0,"0"0"41"15,0 0-7-15,0 0-60 16,0 0 11-16,-7 56-16 16,4-33 2-16,1 0-11 15,2 0-2-15,0-5-7 16,2 0-6-16,11-5 9 16,3 2-16-16,3-7 18 15,4-3-24-15,3-2 19 16,1-2-26-16,0-1 20 0,2 0-20 15,-4 0 1-15,1-2-11 16,-4-3-12-16,-5-1-6 16,-1 2-26-16,-6-2-28 15,0 1-36-15,-6-3-31 16,-1-1-6-16,-3-2-33 16,0 0-67-16</inkml:trace>
  <inkml:trace contextRef="#ctx0" brushRef="#br0" timeOffset="91116.81">20024 5696 403 0,'0'0'181'15,"0"0"14"-15,0 0-76 16,0 0 9-16,0 0-18 16,-35 31-49-16,32 2 12 15,3 10 18-15,0 5-10 16,0 3-34-16,0-1-1 15,10-1-7-15,3-3 5 16,-3-5-29-16,2-4 14 16,-1-7-32-16,-2-7 12 15,0-4-9-15,-4-6-3 16,-3-6-17-16,-1-5-32 16,-1-2-14-16,0 0-24 15,-1 0-36-15,-13-5-163 0,-1-7-212 16</inkml:trace>
  <inkml:trace contextRef="#ctx0" brushRef="#br0" timeOffset="91845.96">20467 6078 793 0,'0'0'105'0,"0"0"81"15,0 0-77-15,91 0-18 16,-62 0-44-16,0-2-11 16,-4-2-31-16,-4 0 11 15,-5 0-27-15,-3 3 14 16,-6-5-47-16,-7 0-49 16,0-2-93-16,0 0-139 15,-16 0-240-15</inkml:trace>
  <inkml:trace contextRef="#ctx0" brushRef="#br0" timeOffset="92020.24">20500 5934 788 0,'0'0'110'15,"0"0"48"-15,0 0-78 0,78-1-79 16,-49 1 12-1,2-4-27-15,-1-4-81 0,0 0-177 16,2-4-422-16</inkml:trace>
  <inkml:trace contextRef="#ctx0" brushRef="#br0" timeOffset="92551.04">21270 5491 905 0,'0'0'58'0,"-43"68"85"16,18-17-51-16,2 3-21 0,3 3-15 16,5 5-13-16,4-3-15 15,10-4 2-15,1-2-18 16,1-7 11-16,18-3-19 16,5-7 17-16,2-5-26 15,3-3 11-15,0-7 0 16,-3-2 2-16,-3-5-6 15,-4-5-5-15,-8 0-14 16,-2-4-34-16,-6-2-52 16,-3-2-77-16,0-1-68 15,-3 0-130-15</inkml:trace>
  <inkml:trace contextRef="#ctx0" brushRef="#br0" timeOffset="94102.68">21623 5571 377 0,'0'0'72'15,"0"0"47"-15,0 0 9 16,-17 0-50-16,16 0 25 0,-2 0-20 15,3 0-11-15,0 0-9 16,0 0-19-16,0 0-17 16,0 0-8-16,13 0 19 15,0 0-9-15,5 0 20 16,3-1-32-16,0 1 5 16,0 0-29-16,1 0 13 15,-5 0-7-15,-3 1 0 16,-5 6-1-16,-6 3-5 15,-3 1-3-15,0 1-3 16,-9 2 21-16,-3-2-20 16,0 1 25-16,2-2-24 15,4-1 20-15,5-2-18 16,1 1 9-16,0-2-1 16,1-1 0-16,10 2 4 15,0 1-7-15,-1 1 16 16,0-1-16-16,-3-1 25 15,-2 1-4-15,-4 0 23 16,-1-2-21-16,0-1 17 16,0 2-28-16,-6-1 10 15,-9 1-14-15,-2 0-9 16,-3 0-18-16,1 1-39 16,-4 1-30-16,0-2-93 15,0-3-122-15,3 1-215 16</inkml:trace>
  <inkml:trace contextRef="#ctx0" brushRef="#br0" timeOffset="94392.85">21424 5954 711 0,'0'0'106'0,"0"0"93"16,99 0-67-16,-47 0-9 15,7 0-55-15,0-4-5 16,2 2-39-16,-8-1-8 16,-7 3-13-16,-7 0-6 15,-8 0-2-15,-7-3-32 16,-6 3-27-16,-5-1-70 15,-5 0-60-15,-6-1-84 16,-2 2-217-16</inkml:trace>
  <inkml:trace contextRef="#ctx0" brushRef="#br0" timeOffset="94799.63">21631 6146 713 0,'0'0'51'0,"0"0"93"16,0 0-33-16,0 0-21 15,0 0-14-15,20 50-24 16,-20-35-19-16,0 3-12 16,0-3-1-16,3-2-24 15,2 0 23-15,3-5-22 16,1-1 25-16,3-3-18 16,0-4 13-16,1 0-11 15,3 0-3-15,-3 0-6 16,1-2-14-16,-2-4-12 15,-3 2-36-15,1-3-29 16,-3 1-43-16,1-1-31 16,-3 0-9-16,1-2-33 15,0-1-77-15</inkml:trace>
  <inkml:trace contextRef="#ctx0" brushRef="#br0" timeOffset="95034.23">21847 6128 662 0,'0'0'155'16,"0"0"20"-16,0 0-52 15,0 97-13-15,0-66-41 16,0 2-22-16,0-4-1 16,1-5-25-16,4-3 4 15,1-5-28-15,-1-4 17 16,-1-4-25-16,2-1 8 0,-2-4-35 15,2-2-14-15,-3 0-44 16,0-1-49 0,2 0-95-16,-2-1-140 0</inkml:trace>
  <inkml:trace contextRef="#ctx0" brushRef="#br0" timeOffset="95720">22034 5435 546 0,'0'0'131'0,"0"0"-23"16,0 0-48-16,0 0-3 15,0 0 32-15,48 49 15 16,-18-16-27-16,5 5-16 16,2 8-30-16,2 3 20 15,-3 6-14-15,-4 8 4 16,-5 0-17-16,-5-1 17 16,-7 1-24-16,-4-1 1 15,-6-8 5-15,-4-4 2 16,-1-5 6-16,0-7-19 15,-6-6 6-15,-7-5-23 16,-2-6 21-16,-2-5-24 16,-1-5 16-16,-1-2-37 15,-1-3-7-15,3-5-21 16,0-1-27-16,3 0-56 16,5 0-71-16,2-8-77 15,6-7-202-15</inkml:trace>
  <inkml:trace contextRef="#ctx0" brushRef="#br0" timeOffset="100072.24">22733 5470 258 0,'2'-2'53'0,"1"-1"53"15,-3 2 8-15,3 0 0 16,-3 1-15-16,0 0-18 16,0 0-18-16,0 0 1 15,0 0-14-15,0 5-5 16,-3 14-10-16,-8 5-18 15,-4 9 35-15,-3 9-13 16,-3 5 4-16,1 5-28 16,-1 6 18-16,2 5-25 15,8-2 16-15,6 1 0 16,5-3 14-16,0-8-28 16,19-3-10-16,10-8 7 15,6-6-10-15,4-7 17 16,-2-4-14-16,-1-5 20 15,-4-6-27-15,-9-3 18 16,-7-5-18-16,-4-1 10 16,-11 0-4-16,-1-3-25 15,-1 0-14-15,-15 0-85 16,-2-3-150-16,0-9-105 16</inkml:trace>
  <inkml:trace contextRef="#ctx0" brushRef="#br0" timeOffset="100860.75">22942 5788 468 0,'0'0'42'0,"0"0"72"16,0 0-28-16,0 0-2 15,-7 0-15-15,7 0-8 16,0 0-17-16,0 0-8 16,7 0 1-16,5-2 0 15,5-1 16-15,3 0-21 16,1 0 11-16,3 2-27 16,-1 0 16-16,-1 1-35 15,-2 0 15-15,-5 0-18 16,-5 0 6-16,-6 8 0 15,-4 4-12-15,0 3 0 0,-1 2-1 16,-9-1 11-16,1-2-13 16,3 3 22-16,6-5-15 15,0-1 16-15,0 2-17 16,8-2 20-16,10 1-13 16,2-1 10-16,-1-1 11 15,1 3 2-15,-5-2 15 16,-1 3-4-16,-9-4 15 15,-2 1-26-15,-3 0 19 16,0 0-23-16,-14-3 15 16,-6 0-31-16,-3 1 10 15,-3-5-12-15,2 1-5 16,-2-4-15-16,1 1-24 16,4-2-21-16,5 0-47 15,4 0-52-15,5-11-156 16,5-5-303-16</inkml:trace>
  <inkml:trace contextRef="#ctx0" brushRef="#br0" timeOffset="101281.37">23221 5424 675 0,'0'0'68'0,"0"0"64"16,76 90-1-16,-38-47-31 15,1 2-13-15,-2 6-26 16,-4 5-2-16,-9 2-17 16,-4-4 12-16,-9 0-38 15,-9-1 20-15,-2-4-17 16,0-6 3-16,-4 1-6 16,-9-8 5-16,-4-2 1 15,-3-5-18-15,-1-4 15 16,-2-7-36-16,-1-5 2 15,1-3-51-15,2-7-6 16,3-3-83-16,4 0-94 16,8-14-184-16</inkml:trace>
  <inkml:trace contextRef="#ctx0" brushRef="#br0" timeOffset="102011.41">23844 5772 658 0,'0'0'86'15,"0"0"52"-15,0 0 24 16,0 0-53-16,36 57-18 0,-25-31-29 16,-2 5 9-1,-2 0-50-15,2-3 12 0,-5-3-32 16,1-2 12-16,-4-5-20 16,0-5 9-16,-1-3-11 15,0-5-29-15,0-1-26 16,0-4-62-16,0 0-58 15,-2 0-159-15,-10-6-288 16</inkml:trace>
  <inkml:trace contextRef="#ctx0" brushRef="#br0" timeOffset="102204.87">23761 5945 751 0,'0'0'100'0,"0"0"18"16,0 0 19-16,0 0-38 16,87-14-52-16,-56 8-35 15,0-1-12-15,0-1-12 16,-4 0-92-16,-3-1-102 16,-2 2-143-16</inkml:trace>
  <inkml:trace contextRef="#ctx0" brushRef="#br0" timeOffset="103098.31">24411 5548 742 0,'0'0'71'15,"0"0"43"-15,-1 77 5 16,1-41-18-16,0 4-31 15,6 1-11-15,1 0-10 16,-1-2-2-16,0-4-21 16,0-3 13-16,-3-6-29 15,0-5 16-15,2-7-31 0,-1-3 18 16,1-3-20-16,0-7 10 16,4-1-2-16,1 0-4 15,2-1 5-15,5-14-8 16,3-3 4-16,2 0-18 15,2 2 17-15,2 0-19 16,-1 7 27-16,-2 5-17 16,-4 4 19-16,1 0-14 15,-6 1 6-15,1 13 2 16,-4 0 3-16,-2 5 3 16,0-3 0-16,-7 1 20 15,-2-1-12-15,0-4 23 16,0 2-19-16,-14-5 22 15,-5-2-29-15,-7 0 13 16,-3-3-23-16,-5-3 1 16,0-1 1-16,1 0-6 15,1 0-11-15,2-1-32 16,1-6-2-16,3 3-48 16,5-2-67-16,1 0-201 15,5-1-314-15</inkml:trace>
  <inkml:trace contextRef="#ctx0" brushRef="#br0" timeOffset="110082.68">19345 7303 867 0,'0'0'96'15,"0"0"16"-15,14 0-36 0,5 0 18 16,7 0-23-1,5-4-3-15,-1 0-41 0,0-2 12 16,-2 1-36-16,-4 1 9 16,-5 3-14-16,1-4 2 15,-1 3-44-15,0-2-52 16,2 0-64-16,1-5-104 16,1 1-152-16</inkml:trace>
  <inkml:trace contextRef="#ctx0" brushRef="#br0" timeOffset="110771.24">20001 7073 798 0,'0'0'143'15,"0"0"-8"-15,0 0-57 16,0 0-24-16,0 0-17 16,0 24 30-16,-3-7-44 15,1 2 25-15,1 0-36 16,1-1 18-16,0-1-21 15,0 0-2-15,0-5 11 16,7 0-6-16,6-2 0 16,3-3-7-16,1-1 14 15,3-2-17-15,1-1 16 16,0-1-26-16,1-2 22 16,-5 0-29-16,2 0 11 15,-4 0-26-15,-3-6-14 16,0 1-27-16,-3-2-48 15,-2 0-43-15,-3 0-56 16,-4 1-48-16,0-1-184 16</inkml:trace>
  <inkml:trace contextRef="#ctx0" brushRef="#br0" timeOffset="111044.66">20193 7036 835 0,'0'0'91'16,"0"0"84"-16,-9 77-38 15,9-38-21-15,0 5-36 16,0 2-24-16,0-1-7 16,3-3-25-16,7-2 5 15,-3-4-28-15,2-8 17 16,-5-4-30-16,2-4 25 15,-3-5-41-15,0-6-16 16,-2-2-28-16,-1-3-50 16,0-4-121-16,2 0-158 15</inkml:trace>
  <inkml:trace contextRef="#ctx0" brushRef="#br0" timeOffset="111304.05">20610 7406 947 0,'0'0'103'0,"0"0"42"16,78 0-76-16,-56 0-33 15,-5 0 9-15,-4-1-45 16,-3-4 12-16,-6 1-58 16,-4-2-41-16,0 0-128 0,-4-1-120 15,-15-1-164-15</inkml:trace>
  <inkml:trace contextRef="#ctx0" brushRef="#br0" timeOffset="111471.82">20513 7291 920 0,'0'0'50'0,"0"0"86"15,0 0-32-15,80-12-66 16,-52 9-39-16,0-3 9 16,-2 3-65-16,-3-4-74 15,-7-3-200-15</inkml:trace>
  <inkml:trace contextRef="#ctx0" brushRef="#br0" timeOffset="113396.58">21550 7069 499 0,'0'0'139'0,"0"0"-4"0,6-8-34 15,-3 4-8 1,-2 1-5-16,1-2-29 0,-1-2 9 15,-1-1-33 1,0-2 5-16,0 0-32 16,0-1 11-16,-1 0-12 0,-8 2-2 15,-4 0 0-15,0 2-5 16,-1 1-10-16,-4 5 4 16,-2 1 5-16,1 0-22 15,1 8 26-15,-2 7-18 16,5 1 20-16,3 3-18 15,5-2 19-15,3-2-11 16,4-4 4-16,0 1 1 16,3-7-2-16,11-1 3 15,2-2-4-15,3-2 12 16,2 0-16-16,1-3 20 16,1-8-20-16,-3 2 20 15,-3-1-20-15,-3 5 5 16,-7 1 9-16,-1 2 0 15,-5 2 3-15,2 0-8 16,-3 3 5-16,3 9 12 16,0 6 23-16,0 2-26 15,0 4 25-15,1 0-21 16,0-1 16-16,1-1-22 16,-1-3 6-16,1-4-16 15,-3-4-2-15,1-4 1 16,-2-3-15-16,-1-3-27 15,0-1-42-15,0 0-38 16,-5 0-104-16,-5 0-192 16</inkml:trace>
  <inkml:trace contextRef="#ctx0" brushRef="#br0" timeOffset="113719.46">21218 7361 607 0,'0'0'128'0,"0"0"9"16,0 0 46-16,101 4-74 15,-40-4 10-15,8 0-53 16,8 0-4-16,-1 0-29 15,2-4-3-15,-7 2-5 16,-10 2-21-16,-11-2 2 16,-8 2-12-16,-9 0 12 15,-8 0-34-15,-9-2-2 16,-8 2-62-16,-5-1-42 16,-3 1-75-16,0 0-63 15,-14 0-185-15</inkml:trace>
  <inkml:trace contextRef="#ctx0" brushRef="#br0" timeOffset="114164.27">21539 7574 738 0,'0'0'96'0,"0"0"70"16,0 0-57-16,0 0-31 16,0 0-34-16,3 12 27 15,-3 2-46-15,0 4 9 16,0 2-25-16,0-1 23 15,0 2-26-15,0-2 9 16,2-2-3-16,9-2-4 16,6-3 7-16,3-4-10 15,5-1 15-15,2-6-15 16,2-1 16-16,0 0-28 16,-2 0 21-16,-6 0-27 15,-3-2 16-15,-5-1-29 16,-3 0-5-16,-4 2-18 15,-3-1-14-15,-1 1-19 16,-2-3-53-16,0 0-25 16,0-4-122-16,0 0-150 15</inkml:trace>
  <inkml:trace contextRef="#ctx0" brushRef="#br0" timeOffset="114442.05">21771 7568 884 0,'0'0'136'0,"0"0"33"0,0 82-37 16,0-44-40 0,0 3-21-16,0 3-7 0,0-1-19 15,3-1-11-15,7-5-31 16,2-3 19-16,-4-8-32 15,1-3 24-15,-3-5-34 16,1-4 1-16,-3-6-29 16,-4-1-15-16,2-7-37 15,-2 0-106-15,0-3-103 16,0-16-366-16</inkml:trace>
  <inkml:trace contextRef="#ctx0" brushRef="#br0" timeOffset="115215.46">22563 7183 797 0,'0'0'115'16,"0"0"49"-16,0 0-58 15,0 0-30-15,39 44-16 16,-32-20-32-16,0 5 16 15,-4 0-26-15,0 0 10 16,-2-6-29-16,-1 0 15 16,0-5-23-16,0-2 16 15,0-5-21-15,0 0-20 0,0-6-29 16,0 0-47-16,0-3-32 16,-7-2-86-16,-2 0-103 15</inkml:trace>
  <inkml:trace contextRef="#ctx0" brushRef="#br0" timeOffset="115423.41">22474 7342 787 0,'0'0'135'15,"0"0"50"-15,0 0-109 16,77 0-35-16,-52 0-18 15,-1 0-16-15,1 0-6 16,-2 0-29-16,0 0-50 16,0-2-75-16,-3-3-75 15,-1-2-169-15</inkml:trace>
  <inkml:trace contextRef="#ctx0" brushRef="#br0" timeOffset="115975.59">22987 7067 775 0,'0'0'53'0,"0"0"115"0,0 98-45 16,2-63-42-16,0-4-10 15,3-4-11-15,-1-3-17 16,4-6-33-16,0-3 12 16,7-3-24-16,-1-8 20 15,6-4-23-15,3 0 24 16,3-2-25-16,1-12 8 15,-2 2-13-15,1-3-7 16,-3 5 3-16,-4 1-2 16,-3 7 14-16,-3 2-8 15,-1 0 17-15,-7 1-20 16,1 13 29-16,-1 3-16 16,-2 2 29-16,-3 1-16 15,0-1 13-15,0 2 4 16,0-4-3-16,0-2-3 15,-5-3 4-15,-2-1-5 16,-5-4-19-16,-3-3 18 16,-6-4-28-16,-2 0 24 15,-4 0-47-15,-1 0 2 16,-1-7-38-16,-1-1-30 16,1 0-85-16,3 0-190 15,2-2-238-15</inkml:trace>
  <inkml:trace contextRef="#ctx0" brushRef="#br0" timeOffset="117296.99">22979 7031 416 0,'0'0'102'0,"0"0"13"0,0 0 0 15,0-3-29-15,0 3 15 16,0 0-6-16,0 0-16 16,0 0-33-16,0 4-5 15,0 11-22-15,0 5 44 16,0 6-37-16,0 6 33 15,0 2-32-15,0 0 1 16,0 1-5-16,3 0-8 16,2-5 7-16,4-1-11 15,-2-5 12-15,2-3-22 16,-2-2 16-16,0-6-22 16,-2-3 19-16,-1-5-23 15,-3-1 17-15,1-1-11 16,-2-3 4-16,0 0 1 15,0 0-8-15,0 0 5 16,0 0-15-16,-3 0 13 16,-1 1-24-16,-2-1 25 15,4 0-30-15,1 0 22 16,1 0-19-16,0 0 12 16,0 0-8-16,0 0 0 15,0 0-8-15,0-4-11 16,0 0-6-16,0 0-27 15,0 4 14-15,0-1-27 16,0-2 14-16,0 2-23 16,0-2-27-16,0 0-108 15,0-3-18-15</inkml:trace>
  <inkml:trace contextRef="#ctx0" brushRef="#br0" timeOffset="119656.59">20915 8341 695 0,'0'-4'111'0,"0"0"48"15,0 4-47-15,-2 0-22 16,2 0-25-16,0 0 0 16,0 0-45-16,0 8 4 15,0 12-26-15,0 11 34 16,0 6 4-16,0 8-7 15,0 6-2-15,2-2-7 16,-1 2 6-16,2-1-18 16,3-8 18-16,0-4-25 15,1-6 25-15,0-8-26 16,-1-6 22-16,1-5-27 16,-3-1 11-16,-1-7-4 15,-1-3-2-15,-1 2 1 16,-1-4-2-16,0 0 12 15,0 0-16-15,3-7 22 16,2-6-35-16,6-7 23 16,3-2-23-16,8 1 18 15,1-1-21-15,6 1 16 16,3 6 1-16,0 6-3 16,-2 6 7-16,-2 3-8 15,-5 0 14-15,-2 8-16 0,-6 7 21 16,-4 1-15-1,-4 5 30-15,-4 0-23 16,-3 0 28-16,0-2-17 0,-6 2 10 16,-11-4-1-16,-6 0-6 15,1-4 0-15,-7-1-19 16,-1-7 14-16,1-1-20 16,0-4 13-16,3 0-44 15,3 0 6-15,6-4-35 16,4-4-2-16,7-1-47 15,6 1-85-15,0 0-79 16,16-3-51-16,9-2-151 16</inkml:trace>
  <inkml:trace contextRef="#ctx0" brushRef="#br0" timeOffset="120090.3">21509 8763 835 0,'0'0'142'0,"0"0"41"16,0 0-65-16,0 0-17 15,86 5-36-15,-61-5-16 16,-2 2-14-16,-6-2-19 16,-4 0-9-16,-6 0-15 15,-2 0-11-15,-4 0-50 16,-1-2-10-16,0-6-132 16,-1-1-161-16,-10-3-323 15</inkml:trace>
  <inkml:trace contextRef="#ctx0" brushRef="#br0" timeOffset="120288.31">21487 8641 972 0,'0'0'101'0,"0"0"23"15,0 0-27-15,0 0-42 16,79-4-26-16,-50 3-31 15,-1-2 10-15,-3 2-60 16,-3-2-66-16,-7-3-173 16,-8 0-330-16</inkml:trace>
  <inkml:trace contextRef="#ctx0" brushRef="#br0" timeOffset="121578.48">22076 8673 730 0,'0'0'132'16,"0"0"33"-16,0 0-40 16,-2 0-32-16,2 0-22 15,12 2-7-15,2 0-17 16,4 0-11-16,3 0-16 15,5-2 11-15,-4 0-26 16,3 0 9-16,-4 0-22 16,1 0 20-16,-5 0-57 15,2 0-8-15,-1 0-54 16,0-4-101-16,2-2-135 16,-1-1-379-16</inkml:trace>
  <inkml:trace contextRef="#ctx0" brushRef="#br0" timeOffset="122240.1">22564 8400 576 0,'0'0'101'16,"0"0"55"-16,0 0-23 15,0 0-26-15,0 0-49 16,10-17-3-16,7 13-10 15,1 2 5-15,1 0-32 16,-2 2 15-16,-3 0-30 16,-2 0 13-16,-5 12-15 15,-5 2 6-15,-2 5-1 16,0 0-2-16,-2 5 3 0,-8-4-10 16,0 2 13-1,-1-4-17-15,3 1 20 0,1-4-23 16,3-3 26-16,2-3-24 15,2 3 17-15,0-5-11 16,0 0 2-16,7-1 4 16,7 1-3-16,4-6 8 15,2 0-15-15,1-1 15 16,3 0-24-16,1 0 9 16,-1-5-53-16,-3-3-51 15,-1-1-90-15,-6 2-106 16,-1-2-198-16</inkml:trace>
  <inkml:trace contextRef="#ctx0" brushRef="#br0" timeOffset="122573.86">22991 8360 784 0,'0'0'103'0,"0"0"95"16,0 0-92-16,0 0 4 15,0 0-44-15,35 81-16 16,-19-61-7-16,1 1-11 16,2 0-1-16,1-5-7 15,-4 1 9-15,-3-3-23 16,-4-3 19-16,-4-1-29 15,-5 0 22-15,0-1-31 16,-3-3 25-16,-14-1-24 0,-8 3-12 16,-6-7-31-16,-3 2-34 15,-3-3-49-15,-3 0-112 16,6 0-112-16,2-13-305 16</inkml:trace>
  <inkml:trace contextRef="#ctx0" brushRef="#br0" timeOffset="122752.44">22993 8389 838 0,'0'0'193'0,"0"0"-43"16,107-34-87-16,-77 27-4 16,-2 1-54-16,-5 4 2 15,-4 0-19-15,-2 2-78 16,-7 0-90-16,-3 0-134 15,-7 0-332-15</inkml:trace>
  <inkml:trace contextRef="#ctx0" brushRef="#br0" timeOffset="123182.72">22512 8828 814 0,'0'0'172'16,"94"-3"28"-16,-32 0-87 16,6-5-12-16,4 4-44 15,-1 0-11-15,-5 1-25 16,-5 1-6-16,-8 0-8 15,-11 2-7-15,-8 0 0 16,-7 0-40-16,-8 0-5 16,-8 0-58-16,-5 0-43 15,-6 0-128-15,0 4-126 16</inkml:trace>
  <inkml:trace contextRef="#ctx0" brushRef="#br0" timeOffset="123631.49">22803 8975 643 0,'0'0'105'0,"0"0"64"15,0 0-28-15,0 0-37 16,0 0-37-16,0 56-6 16,0-42-37-16,0-1 8 15,1 0-29-15,6-2 23 16,2-3-8-16,5-3 10 15,4-1 0-15,5-2-5 16,-1-2-3-16,3 0-12 16,-2 0 9-16,-1 0-20 15,-6 0 16-15,-2 0-24 16,-5 0 23-16,-2 0-40 16,-4 0 12-16,0 0-31 15,1 0-30-15,-4 0-38 16,0-2-24-16,0-4-42 15,0-4-95-15,0-1-69 16</inkml:trace>
  <inkml:trace contextRef="#ctx0" brushRef="#br0" timeOffset="123903.4">23041 8939 737 0,'0'0'132'0,"0"0"53"15,0 0-26-15,-10 85-56 16,2-49-9-16,4-1-43 16,4 1-5-16,0-6-14 15,0 1-9-15,3-5-1 0,6-4-12 16,-1-4 5 0,0-5-22-16,-1-3 20 0,-5-2-26 15,-2-3 16-15,0 1-47 16,0-2 21-16,-2-2-37 15,-8 0-36-15,-1-2-72 16,1 0-99-16,0-3-122 16</inkml:trace>
  <inkml:trace contextRef="#ctx0" brushRef="#br0" timeOffset="125444">23913 7327 773 0,'0'0'94'16,"0"0"13"-16,0 0-39 16,33 0-28-16,-7 0 39 15,12 0-32-15,4 0-1 16,7 0-23-16,-3 0-6 16,1-5-10-16,-4 2-5 15,-10 2 0-15,-7-2-6 16,-9 2 11-16,-4 1-15 15,-7 0 15-15,-3 0-21 16,0 0 22-16,3-3-19 16,3 1 18-16,5-2-12 15,1-2 6-15,6 0 0 16,3 0-2-16,-1 2 4 16,2 1-9-16,-6 2 13 0,-1 1-16 15,-6 0 18 1,-4 0-18-16,-3 0 20 0,-4 0-21 15,1 0 20-15,-2 0-8 16,0 0 5-16,0 0 10 16,0 0-6-16,0-3 2 15,0 1-14-15,0-3 8 16,-2 0-20-16,-1-1 16 16,0-1-23-16,-1 1 22 15,2 0-20-15,2 2 20 16,0 0-4-16,0 0 0 15,0 2 6-15,0 2-6 16,9 0 6-16,5 0-9 16,1 0 15-16,0 6-14 15,1 2 27-15,-5 0-15 16,0-1 23-16,-5 3-11 16,-1-2 19-16,-5 6-7 15,0 0-1-15,0 4 2 16,-11-1-14-16,-4 1 2 15,-2-2-24-15,1-3 17 16,-2-2-30-16,4-2 10 16,3-5-49-16,5 4 6 15,6-4-71-15,0-1-97 16,0-3-127-16,20 0-275 16</inkml:trace>
  <inkml:trace contextRef="#ctx0" brushRef="#br0" timeOffset="127377.27">25344 6889 479 0,'0'0'103'15,"-6"0"28"-15,5 0-16 16,-1 0-31-16,0 8 19 16,2 8-27-16,-3 8 5 15,3 4-19-15,0 6 17 16,0 2-28-16,0-1-18 15,4 1 3-15,3-2-12 16,1-6 3-16,-1-3-20 16,0-3 22-16,0-6-27 15,-2-4 27-15,0-4-32 16,0-1 14-16,-1-5-14 16,3-2 5-16,0 0 1 15,2 0-5-15,1-9 4 16,5-3-13-16,-1-3 9 15,5 2-22-15,0 1 22 16,0 2-22-16,1 4 27 16,3 4-20-16,-4 2 24 15,1 0-13-15,0 2 4 16,-3 8 3-16,1 5 0 16,-5 1 9-16,-3 1-5 15,-2-1 21-15,-6-1-17 16,-2 0 22-16,0-3-19 15,0-1 20-15,-11-3-27 16,-4-2 11-16,-5-2-15 16,-6-1 2-16,-1-3 2 0,-1 0-11 15,-4 0 3-15,3 0-21 16,5 0 9-16,1-2-32 16,9 0 7-16,7-1-33 15,7-2-18-15,0 1-93 16,13-1-143-16,15-2-219 15</inkml:trace>
  <inkml:trace contextRef="#ctx0" brushRef="#br0" timeOffset="127640.19">26126 7243 1045 0,'0'0'121'0,"0"0"27"16,97 0-76-16,-74 0-19 15,-3 0-33-15,-10 0-7 16,-4 0-23-16,-6 0-9 15,0 0-75-15,-3 0-78 0,-13-8-228 16</inkml:trace>
  <inkml:trace contextRef="#ctx0" brushRef="#br0" timeOffset="127813.43">26049 7121 1138 0,'0'0'65'0,"0"0"40"16,0 0-30-16,77-8-61 16,-45 8-7-16,1-3-26 15,1 3-54-15,-2-1-127 16,-2-2-206-16</inkml:trace>
  <inkml:trace contextRef="#ctx0" brushRef="#br0" timeOffset="128676.34">26708 7157 914 0,'0'0'120'0,"0"0"3"0,0 0-33 16,0 0-4-16,52 0-27 15,-27 0 9-15,3 0-43 16,-3 0 8-16,1 0-32 15,-5 0 4-15,-2 0-8 16,-3 0-34-16,0 0-25 16,-6-5-72-16,-3-2-93 15,-2-1-203-15</inkml:trace>
  <inkml:trace contextRef="#ctx0" brushRef="#br0" timeOffset="129046.35">27140 6913 1010 0,'0'0'30'16,"0"0"64"-16,0 0-7 15,0 0-39-15,-20 78 1 16,20-59-31-16,0-1 13 16,0 0-22-16,9-3 13 15,9-2-10-15,2-1 2 16,6-1-3-16,0-2-8 16,-2-5 8-16,0-4-15 0,-1 0 16 15,-6 0-22-15,-3 0 17 16,-3 0-39-1,-3-8 3-15,-2-4-45 0,0 0-38 16,-3-3-49-16,0-1-84 16,-2 0-27-16,1-5-48 15</inkml:trace>
  <inkml:trace contextRef="#ctx0" brushRef="#br0" timeOffset="129270.98">27362 6923 516 0,'0'0'200'16,"0"0"-78"-16,0 0 36 15,0 0 12-15,0 95-32 16,0-54-48-16,0 5-1 16,0-3-24-16,0 2 3 15,7-1-42-15,2-5 14 16,1-5-36-16,3-4 14 16,-2-5-21-16,0-8 5 15,-1-4-8-15,-6-6-30 16,-1-3-30-16,-3-4-55 15,0 0-51-15,-7-1-198 16,-8-18-458-16</inkml:trace>
  <inkml:trace contextRef="#ctx0" brushRef="#br0" timeOffset="130348.49">27659 7200 690 0,'0'0'121'16,"0"0"33"-16,0 0-12 15,13 0-24-15,-1 0-44 16,4 0 13-16,7 0-33 15,3 0 15-15,3 0-36 16,0 0 11-16,-2 1-27 16,2-1-7-16,-6 0-5 15,-1 0-6-15,-2 0-4 0,-2 0-44 16,-3 0-16-16,0 0-64 16,-4 0-102-16,-2-4-162 15,0-1-337-15</inkml:trace>
  <inkml:trace contextRef="#ctx0" brushRef="#br0" timeOffset="131197.21">28591 7010 466 0,'0'0'53'0,"0"0"90"0,0 0-42 16,0 0 3-16,0 0-19 16,20-40-5-16,-20 30-41 15,0-1 8-15,0-1-14 16,-9 3-6-16,-5 0 1 15,-5 3-22-15,-4 5-3 16,-6 1-13-16,-3 0 15 16,-1 12-17-16,3 5 20 15,1 3-17-15,7 2 18 16,8-5-18-16,8 1 11 16,6-5-7-16,0-6-1 15,9 1 0-15,14-7-2 16,3-1 13-16,7 0-11 15,-1 0 15-15,-2-9-18 16,-5 2 21-16,-5 0-20 16,-7 2 18-16,-3 1-14 15,-6 4 21-15,-2 0 6 16,-2 0 0-16,0 0 10 16,3 9-17-16,-3 5 29 15,4 5-8-15,1 2 5 16,1 4-22-16,2 1 20 15,-1-1-39-15,2 2 16 16,-1-4-19-16,1-3 5 16,-3-3-3-16,-2-4-19 15,-1-4-26-15,-3-4-55 0,0-3-77 16,0-2-123-16,-3 0-267 16</inkml:trace>
  <inkml:trace contextRef="#ctx0" brushRef="#br0" timeOffset="131477.48">28275 7319 907 0,'0'0'119'0,"89"0"58"15,-22 0-75-15,9-5-18 16,4 1-43-16,-4 1 2 16,-10 2-36-16,-12 0 10 15,-15 1-24-15,-13 0 12 16,-13 0-29-16,-7 0-28 16,-6 1-42-16,0 4-59 15,-9 2-74-15,-8-3-160 16</inkml:trace>
  <inkml:trace contextRef="#ctx0" brushRef="#br0" timeOffset="131896.72">28504 7483 760 0,'0'0'192'0,"0"0"-16"16,0 0-57-16,0 0-20 15,0 0-48-15,9 72-4 16,-9-53-33-16,0-2 17 16,3-2-27-16,0-2 19 15,4-1-16-15,0-1 4 16,3-3-1-16,5-4-4 15,2-1 7-15,4-3-9 16,1 0 16-16,3 0-22 16,-2 0 16-16,0 0-23 15,-6 0 22-15,-2-2-29 16,-5 2 12-16,-4 0-24 16,-2 0-7-16,-1 0-1 15,0-1-11-15,1 0-9 16,-1-2-20-16,-2-5-14 15,1 4-57-15,-2-5-87 16,0-2-96-16,0 0-62 16</inkml:trace>
  <inkml:trace contextRef="#ctx0" brushRef="#br0" timeOffset="132211.37">28744 7516 675 0,'0'0'130'0,"0"0"50"0,0 0-21 15,0 0-62-15,0 0-10 16,-4 8-27-16,2 9 7 16,1 5-14-16,-2 5-9 15,3 5 23-15,0 3-30 16,0 1 9-16,0 0-30 16,0 3 29-16,0-3-34 15,0-2 18-15,0-5-24 16,4-5 14-16,1-4-15 15,-2-6-3-15,-2-4 2 16,3-7-20-16,-4 1-8 16,0-4-23-16,0 0 11 15,0 0-41-15,0-4 3 16,0-7-67-16,0-2-79 16,-7-6-142-16,3-5-388 15</inkml:trace>
  <inkml:trace contextRef="#ctx0" brushRef="#br0" timeOffset="133362.34">26966 7454 505 0,'0'0'53'0,"0"0"84"16,0 0-63-16,-4 0 13 16,4 0-17-16,0 2 3 15,0-1-18-15,10 2 4 16,9 1 22-16,7 0-11 16,9 1-20-16,9-1-18 15,9 0 7-15,8-2-15 16,7 0 4-16,3-2-31 15,3 0 19-15,-2 0-24 16,-4 0 19-16,-6 0-16 0,-12 0 7 16,-9-2 0-1,-15 1-5-15,-10 1 2 0,-8 0-14 16,-5 0 3-16,-3 0-29 16,0 0 1-16,-7 0-39 15,-3 0-64-15,-6 0-124 16,-1 0-130-16</inkml:trace>
  <inkml:trace contextRef="#ctx0" brushRef="#br0" timeOffset="133742">27297 7695 957 0,'0'0'78'16,"0"0"70"-16,0 0-17 15,16 86-54-15,-10-52 1 16,1 5-42-16,-1 2 15 16,2-3-27-16,-2-2 4 15,1-8-5-15,1-4-16 16,-3-9-2-16,1-6-8 16,0-6-14-16,1-3-53 15,6-3 0-15,0-13-50 0,3-7-156 16,0-6-378-1</inkml:trace>
  <inkml:trace contextRef="#ctx0" brushRef="#br0" timeOffset="134522.65">29287 7392 979 0,'0'0'132'16,"0"0"10"-16,0 0-46 16,100 3-32-16,-77-3-29 15,-3 0-16-15,-6 0-23 16,-5 0 12-16,1 0-43 15,-7 0-26-15,-3-2-96 16,0-1-107-16,0-1-228 16</inkml:trace>
  <inkml:trace contextRef="#ctx0" brushRef="#br0" timeOffset="134714.26">29274 7288 978 0,'0'0'111'0,"0"0"1"0,0 0-44 15,0 0-58-15,84-8 0 16,-61 8-39-16,0-1-82 16,-4 1-151-16,1-5-240 15</inkml:trace>
  <inkml:trace contextRef="#ctx0" brushRef="#br0" timeOffset="137824.46">29881 7082 517 0,'-3'0'83'0,"1"0"38"16,1 0-10-16,1 0 4 16,0 0-16-16,0 0-11 15,0 0-14-15,0 0 7 16,4 2-31-16,9 0 15 16,0 0-31-16,7-1 12 15,2 0-28-15,3 1 9 16,1-2-13-16,-2 0-7 15,-1 0-1-15,-5 0-9 16,-4 0 10-16,-5 0-27 16,-5 0-8-16,-1 0-40 15,-2 0-19-15,-1 0-110 16,0 0-116-16,0 0-216 16</inkml:trace>
  <inkml:trace contextRef="#ctx0" brushRef="#br0" timeOffset="138234.78">30314 6814 899 0,'0'0'125'0,"0"0"-23"16,0 0 6 0,0 0-8-16,0 95-4 0,0-58-50 15,3 0 9-15,5-2-36 16,1-3 15-16,1-4-13 15,0 0-4-15,-4-5 0 16,0 0-13-16,0-5 4 16,-2-1-14-16,-1-4 17 15,1-4-24-15,-3-2 9 16,1-3-45-16,-2-4 0 16,1 0-39-16,1 0-27 15,1-4-84-15,0-8-125 16,1-5-122-16</inkml:trace>
  <inkml:trace contextRef="#ctx0" brushRef="#br0" timeOffset="138666.82">30643 6854 828 0,'0'0'89'0,"0"0"32"16,0 0-41-16,0 0-1 16,0 0-25-16,-49 75-8 15,32-43-23-15,1 0-11 0,6-3-6 16,4-1-2 0,6-3 6-16,0-3-17 15,1-4 19-15,17-2-20 0,3-3 27 16,4-5-26-1,2-3 20-15,2-3-16 0,-3-2 8 16,-1 0-2 0,-5 0-3-16,-3-5 7 0,-7-1-9 15,-4-2 19-15,-3-1-12 16,-3-1 21-16,0 2-21 16,0 0 23-16,-13 0-36 15,-6 4 16-15,-4 1-13 16,-1 3 3-16,-4 0-6 15,2 2-20-15,-3 8-18 16,5 1-75-16,6-2-99 16,1 1-155-16</inkml:trace>
  <inkml:trace contextRef="#ctx0" brushRef="#br0" timeOffset="139017.16">30288 7421 860 0,'0'0'106'0,"82"1"78"0,-20-1-50 16,13 0-44 0,5 0-25-16,4-1-17 15,-1-2-9-15,-9-1-25 16,-7 4 2-16,-13-1-21 0,-12-1 17 16,-13 1-23-1,-12 1 8-15,-5-1-50 0,-9 1-1 16,-3 0-52-16,0 0-83 15,0 0-112 1,-10 0-209-16</inkml:trace>
  <inkml:trace contextRef="#ctx0" brushRef="#br0" timeOffset="139517.65">30646 7606 780 0,'0'0'142'0,"0"0"29"15,0 0-56-15,0 0-27 16,0 0-24-16,0 36-25 16,0-17-28-16,0 2 13 0,0-1-17 15,0-3 15-15,4 1-28 16,11-6 29-16,2 0-9 15,8-5 10-15,4-1-2 16,1-3-7-16,3-3 1 16,-1 0-14-16,-3 0 9 15,-5 0-19-15,-5 0 21 16,-2 0-26-16,-5 0 26 16,-2 0-36-16,-3-2 15 15,-1 0-30-15,-3-1-14 16,0-3-20-16,0-1-45 15,-3-1-95-15,0-3-111 16,0-2-146-16</inkml:trace>
  <inkml:trace contextRef="#ctx0" brushRef="#br0" timeOffset="139794.31">30955 7584 888 0,'0'0'122'0,"0"0"10"16,0 0-23-16,0 0 14 16,-15 73-46-16,13-38-7 15,-1 2-12-15,0-1-10 16,3 2-12-16,0-3-9 16,0-2 7-16,0-5-24 15,3-8 10-15,4-1-30 16,-4-7 28-16,1-5-37 0,-2-3 2 15,-2-2-56-15,0-2 0 16,0 0-27 0,0 0-25-16,-11-8-185 0,-6-7-267 15</inkml:trace>
  <inkml:trace contextRef="#ctx0" brushRef="#br0" timeOffset="140579.7">31462 7257 820 0,'0'0'141'15,"0"0"25"-15,0 0-48 16,0 0-19-16,58 6-12 15,-18-6-4-15,2 0-47 16,-3 0 7-16,1 0-35 16,-8 0 7-16,-3 0-21 15,-10 0-20-15,-2 0-33 16,-5-3-48-16,-5-6-117 16,-3-4-234-16</inkml:trace>
  <inkml:trace contextRef="#ctx0" brushRef="#br0" timeOffset="141250.16">32175 6947 722 0,'0'0'76'16,"0"0"47"-16,0 0-19 15,0 0-53-15,0 0-8 16,-24-58-17-16,11 51-21 16,-6 2-1-16,-5 2-11 15,-4 3 10-15,-1 0-14 16,2 9 20-16,2 5-19 15,6 1 19-15,9 1-19 16,7-3 13-16,3-1-8 16,0-1 5-16,12-5 4 0,8 0-4 15,5-3 4 1,2-2-8-16,1-1 13 0,-1 0-21 16,-4 0 13-16,-7 0-12 15,-2 0 21 1,-2 0-21-16,-6 0 17 0,1 0-9 15,-3 0 6-15,-1 8 10 16,3 7 15-16,-3 4 23 16,0 2-7-16,1 3 9 15,3-1-23-15,-4 4 9 16,3-6-37-16,-2-2 14 16,2-1-25-16,-1-4 13 15,-4-3-38-15,-1-3-61 16,0 0-93-16,0-2-131 15,-6-1-231-15</inkml:trace>
  <inkml:trace contextRef="#ctx0" brushRef="#br0" timeOffset="141522.35">31953 7306 1032 0,'0'0'108'16,"0"0"-24"-16,84 1 40 15,-23-1-30-15,10 0-29 16,8 0-22-16,-2 0-22 16,-6 0 4-16,-11 0-29 0,-13 0 17 15,-9 0-37 1,-16 0-3-16,-8 0-55 0,-11 0-9 15,-3 0-107 1,-2 7-121-16,-18 1-46 0</inkml:trace>
  <inkml:trace contextRef="#ctx0" brushRef="#br0" timeOffset="141934.87">32125 7536 873 0,'0'0'116'15,"0"0"26"-15,0 0-31 16,0 0-30-16,0 0-36 15,1 71-4-15,5-53-34 16,1-1 22-16,3 0-23 16,2-3 29-16,5-1-22 15,2-6 12-15,4-3-2 16,2 1-6-16,-1-5-2 16,1 0-14-16,-5 0 8 15,0 0-16-15,-7 0 12 16,-1 0-40-16,-5-5 2 15,-3 0-36-15,1-1 12 0,-2-2-55 16,0-1-36 0,-2-5-41-16,3 1-40 15,-4-5-29-15,0 0-4 16</inkml:trace>
  <inkml:trace contextRef="#ctx0" brushRef="#br0" timeOffset="142189.2">32386 7554 490 0,'0'0'172'0,"0"0"-23"16,0 0 2-16,0 0-19 15,0 0-2-15,0 0-11 16,-7 70-30-16,4-37-21 16,0 0 8-16,3 6-28 15,0 0 14-15,0 1-28 16,0-6 24-16,0-2-37 16,6-3 8-16,1-10-29 15,-2-3 4-15,0-4 0 16,-2-5-6-16,-3-3-12 15,2-4-27-15,-2 0 6 16,0 0-47-16,0 0 6 16,0-10-57-16,-6-6-92 15,-7-6-183-15,1-4-297 16</inkml:trace>
  <inkml:trace contextRef="#ctx0" brushRef="#br0" timeOffset="143194.35">29475 8618 779 0,'0'0'93'16,"0"0"51"-16,0 0 13 15,53 7-45-15,-30-7-21 16,-1 0-45-16,-2 0-8 15,-4 0-42-15,-2-2 20 16,-5-2-27-16,-3-1 2 16,0 1-37-16,-2-2-32 15,-1-1-71-15,-3 0-90 16,0-1-90-16,0 2-209 16</inkml:trace>
  <inkml:trace contextRef="#ctx0" brushRef="#br0" timeOffset="143369.84">29525 8491 768 0,'0'0'98'0,"0"0"43"0,0 0-37 16,0 0-8-16,0 0-56 16,0 0-20-16,81-3-27 15,-52 1-17-15,0-1-105 16,3-2-144-16,-2-1-215 15</inkml:trace>
  <inkml:trace contextRef="#ctx0" brushRef="#br0" timeOffset="143671.26">30184 8547 1078 0,'0'0'118'0,"0"0"37"16,76 0-97-16,-48 0-13 15,-2 0-45-15,-2 0 9 16,-2 0-23-16,-6 0-59 16,-2-1-85-16,-2-4-188 0,-3-1-318 15</inkml:trace>
  <inkml:trace contextRef="#ctx0" brushRef="#br0" timeOffset="144142.6">30555 8409 820 0,'0'0'158'16,"0"0"-31"-16,0 0-12 15,0 0-42-15,0 0-21 16,79-6-18-16,-63 6-17 16,-1 5-2-16,-7 7-5 15,-5 4 13-15,-3 5-16 16,0 1 19-16,-4 2-27 15,-12-1 21-15,3 0-24 16,0-3 15-16,3-3-13 16,4-3-1-16,6-1 9 15,0-1-9-15,0-2 7 16,13-1-10-16,8-4 16 16,3 1-20-16,2-5 21 15,3-1-30-15,0 0 7 0,-2 0-61 16,-4-5-46-1,-1-5-91-15,-6 1-103 0,-5-2-248 16</inkml:trace>
  <inkml:trace contextRef="#ctx0" brushRef="#br0" timeOffset="144488.21">31004 8360 897 0,'0'0'42'16,"0"0"98"-16,0 0-44 16,0 0-32-16,0 75-9 15,13-55-19-15,7 3 9 16,-2-2-28-16,2 2 24 15,-3-3-30-15,-4 3 23 16,-2-2-17-16,-5-4 22 16,-3-1-17-16,-3-2 6 15,0-2-12-15,0-2-11 16,-11-4 0-16,-8-2-30 16,-4-2-29-16,-3-2-66 15,-3 0-73-15,3-11-200 16,3-8-265-16</inkml:trace>
  <inkml:trace contextRef="#ctx0" brushRef="#br0" timeOffset="144643.19">31085 8393 910 0,'0'0'103'0,"0"0"42"15,81-12-38-15,-60 10-87 16,-4 2-18-16,-2 0-18 15,-3 0-120-15,-5 0-160 16,5 0-344-16</inkml:trace>
  <inkml:trace contextRef="#ctx0" brushRef="#br0" timeOffset="145022.97">30513 8814 683 0,'0'0'90'16,"0"0"41"-16,88 0 63 0,-23 0-44 15,15-7-54 1,8 3-16-16,3-3-31 16,-5 3 9-16,-9 2-44 0,-11 0 9 15,-16 2-35-15,-13 0 16 16,-11 0-52-16,-10 0-33 15,-7 0-60-15,-8 0-121 16,-1 0-222-16</inkml:trace>
  <inkml:trace contextRef="#ctx0" brushRef="#br0" timeOffset="145441.35">30805 9022 922 0,'0'0'90'16,"0"0"60"-16,0 0-68 15,0 0 0-15,0 0-47 16,1 52 3-16,1-36-27 16,6-3 9-16,3 2-1 15,6 0-4-15,3-2 14 16,6-2-2-16,0-3 4 16,0-1-21-16,0-2 19 15,-4-4-29-15,-1 1 21 0,-1-2-29 16,1 0 23-16,-4 0-22 15,2-2-5 1,-2-5-18-16,-2-5-25 0,-4 0-11 16,-5-2-39-1,-3-1-34-15,-3 0-96 16,0 2-52-16,0-3-116 0</inkml:trace>
  <inkml:trace contextRef="#ctx0" brushRef="#br0" timeOffset="145660.04">31116 9029 688 0,'0'0'121'0,"0"0"17"16,0 0 30-16,0 0-11 16,-34 94-26-16,27-56-46 15,0-2 2-15,2 6-45 16,5 2 10-16,0-3-16 16,0-1 3-16,0-7 30 15,8-4-41-15,-1-8-19 16,0-9-36-16,-1-6-9 15,-2-6-60-15,-4 0 2 16,0-11-49-16,0-12-109 16,0-5-321-16</inkml:trace>
  <inkml:trace contextRef="#ctx0" brushRef="#br0" timeOffset="148741.17">20880 8089 292 0,'0'0'36'16,"0"0"40"-16,0 0-13 15,-85 3-2-15,62 5 7 16,-2 0-21-16,1 3-21 16,-4 1 0-16,2 3 2 15,-2 2 13-15,-1 0-15 16,-3 6 17-16,0 0-28 15,0 6 6-15,1 2-24 16,-1 4 10-16,1-2-4 16,4 5 6-16,1-2 4 15,3 3-10-15,1 0 3 16,2-3-12-16,4 4 15 16,0 0-18-16,5-1 29 15,0-1-26-15,1-2 21 0,3 0-21 16,1-4 11-1,3 0-5-15,2-2 0 0,1-3 2 16,0-1-6 0,0 0 10-16,10-1-13 0,0 3 15 15,5 1-17-15,-1 0 23 16,0 0 16-16,3 1 9 16,0-2-41-16,2-5 6 15,4 2 15-15,1-1-9 16,5-3-2-16,3-2-9 15,1-1 13-15,3-1-16 16,0-2 18-16,3 0-22 16,-1-2 23-16,1 0-25 15,0 0 18-15,1 0-13 16,-1-1 7-16,0 2-1 16,0-1-2-16,0 0 4 15,0 2-9-15,-3-3 14 16,4-1-17-16,1 0 28 15,-2-2-19-15,2-4 20 16,2 2-27-16,2 0 17 16,1-1-12-16,2 2 8 15,1-1 6-15,1 0-11 16,-1 0 5-16,3-1-14 16,-1 2 20-16,1-4-19 15,1 3 26-15,2-3-25 16,-1 0 25-16,1-1-26 15,2-2 14-15,-2 1-8 16,1-1 1-16,-2 1 1 0,-2 0-3 16,1 0 8-16,-2-1-14 15,0 0 17-15,0-1-17 16,0 0 25 0,-2 0-28-16,2 0 24 0,-4 0-23 15,1 0 15-15,-2-4-5 16,0-3 0-16,-4 3 2 15,3-1-5-15,-5 0 9 16,0-1-16-16,-3-1 22 16,-3 2-23-16,0-2 26 15,-4 0-28-15,-2-1 25 16,-2 0-19-16,-2 1 9 16,-1-2-1-16,0 1-1 15,-1-1 2-15,1-1-7 16,-1 1 15-16,2-2-19 15,-2 0 21-15,4 1-23 16,0-3 26-16,1 1-28 16,-1-2 26-16,2-1-14 15,-3-2 8-15,-2 1-2 16,0 0-5-16,-2-2 5 16,-2 0-10-16,0 0 16 15,-4 3-15-15,0-3 28 16,0 3-21-16,-2 0 22 15,-2 2-23-15,-2-2 25 16,2 2-14-16,-2-2 3 16,-1-2-1-16,-3-2-15 15,4-4 7-15,0 0-14 16,-4-2 17-16,1 1-21 16,3-4 25-16,-4 1-26 15,1 0 27-15,-3 0-26 16,2 2 20-16,0-2-1 0,-1 2-2 15,-1-1-3-15,0 2-4 16,0-4 13-16,-1 2-14 16,-1 1 16-16,-1-2-24 15,2-2 31-15,-1-1-31 16,1-2 26-16,-2 1-25 16,1-1 15-16,-1 2-6 15,0 4 1-15,0-2 4 16,0 5-6-16,0 3 18 15,-4 1-19-15,-4 1 21 16,2 0-24-16,-2 0 24 16,-1-1-21-16,1-3 23 15,-4 1-27-15,1-5 9 16,-3 1-2-16,-4 1-2 16,-1 1 5-16,-1-1-9 15,-3 5 19-15,0-1-24 16,-2 5 22-16,2-2-25 15,0 3 30-15,1 0-31 16,-1-1 28-16,1 4-20 16,-1-1 7-16,-1 0 0 15,-4 3-2-15,1-1 4 16,-3 0-10-16,-1 3 16 16,0 0-21-16,-1 2 24 15,0-2-25-15,0 3 29 16,0 1-31-16,-1 0 24 15,-2 0-15-15,1 3 7 16,0-3 0-16,-2 2-4 16,-2-2 8-16,1 2-14 15,0-2 20-15,-1 2-24 16,0 0 26-16,-2-1-29 0,1 0 31 16,2 0-28-16,-4 2 20 15,5 0-9-15,-4 0 0 16,-1 0 2-16,0 0-3 15,-4 0 8-15,-1 0-15 16,-2 0 21-16,-1 0-24 16,-5 2 28-16,1 2-28 15,-5 1 27-15,-3-1-24 16,-1 1 14-16,-6 3-5 16,-5-1 0-16,-4 2 4 15,-2-1-8-15,-4 4 11 16,0-1-18-16,-3 1 23 15,4-2-25-15,1 0 31 16,0 1-32-16,3-3 28 16,-1 0-22-16,2 1 11 15,-1 1-1-15,6-2-3 16,5 1 0-16,4 1-18 16,14-1 4-16,6-1-27 15,13 0-7-15,9 0-93 16,5-1-66-16,9-3-268 15</inkml:trace>
  <inkml:trace contextRef="#ctx0" brushRef="#br0" timeOffset="150609.26">19397 10472 639 0,'-3'0'96'0,"0"0"30"15,0 0-33-15,-1 6-20 16,-2 10-12-16,0 6 10 16,3 2-26-16,1 3-1 15,2-3-28-15,0-1 25 16,0-4-33-16,4-3 13 16,8-6-18-16,2-4 2 15,3 0 0-15,2-6-6 16,3 0 5-16,-2-2-12 15,3-13 12-15,-3-2-22 16,-1-3 18-16,-2-3-26 16,-2-3 19-16,-4-2-18 15,-2 2 24-15,-5 2-4 16,-1 3 2-16,-1 5 5 16,-2 4-5-16,0 7 10 15,0 5-13-15,0 0 27 16,0 13-29-16,1 15 19 15,6 9-10-15,2 13 25 16,7 7-6-16,6 6 28 16,5 2-3-16,3 0 5 15,4-1-1-15,-3-3-7 16,-2-4 15-16,-3-5-32 16,-4-6 23-16,-8-8-27 15,-5-6 25-15,-6-5-34 16,-3-3 24-16,-6-4-30 15,-21-5 15-15,-5-3-15 16,-7-1-8-16,-3-7 3 16,-1-4-13-16,1 0 5 15,4 0-32-15,-1-12 5 0,9-4-43 16,7-3 7 0,4 0-47-16,9-1-20 0,7-3-149 15,3-2-220-15</inkml:trace>
  <inkml:trace contextRef="#ctx0" brushRef="#br0" timeOffset="150944.19">20077 10669 956 0,'0'0'90'0,"0"0"84"15,0 0-88-15,78-4-20 16,-58 4-43-16,-4 0 20 15,0 0-31-15,-6 0 6 16,3 4-14-16,-7-4-2 16,-2 2-3-16,-1-2-25 15,-1 0-29-15,-2 0-72 16,0 0-73-16,-3 0-187 16</inkml:trace>
  <inkml:trace contextRef="#ctx0" brushRef="#br0" timeOffset="151144.15">20028 10550 960 0,'0'0'28'0,"0"0"86"0,0 0-49 16,78-7-62-16,-54 6 5 15,5-1-58-15,-1 1-120 16,1-2-271-16</inkml:trace>
  <inkml:trace contextRef="#ctx0" brushRef="#br0" timeOffset="154253.47">20744 10311 604 0,'0'0'124'0,"0"0"0"15,0 0 3-15,0-2-36 16,0-2-13-16,6-2-48 16,12-2-2-16,3 0-4 15,8-1 20-15,0 0-26 16,3 3 2-16,-3 2-6 15,-5 4-8-15,-5 0 4 16,-5 3-12-16,-8 10 16 0,-6 2-13 16,0 4 21-16,-18 2-24 15,-2-1 17-15,2-1-23 16,2-3 14-16,4-3-9 16,10-4 3-16,2-2-1 15,1 0-6-15,19-2 10 16,3 2-11-1,2 0 18-15,2-1-18 0,-4 1 24 16,-6 3-23-16,-5-1 26 16,-12 2-4-16,0 0 22 15,-6 2-6-15,-14-2-8 16,-3-2-6-16,-2-1-15 16,1 0 8-16,1-7-21 15,3 2-10-15,5-1-54 16,1-1-45-16,5 0-139 15,-1 2-173-15</inkml:trace>
  <inkml:trace contextRef="#ctx0" brushRef="#br0" timeOffset="154552.04">20616 10715 658 0,'0'0'172'16,"0"0"44"-16,128-10-93 16,-66 4-19-16,6 1-27 0,3-1-26 15,-3 2-17-15,-4 1-17 16,-11 3-5-16,-7 0-17 15,-13 0 12-15,-9 0-42 16,-9 0-20-16,-6 0-69 16,-9 0-54-16,0 3-122 15,-3 3-114-15</inkml:trace>
  <inkml:trace contextRef="#ctx0" brushRef="#br0" timeOffset="154935.01">20922 10891 808 0,'0'0'70'0,"0"0"76"15,0 0-37-15,0 0-29 16,0 0-32-16,10 62-11 16,-9-44-6-16,4-3-2 15,1 0-20-15,3-2 15 16,6-2-25-16,1-4 29 16,4-2-24-16,2-3 21 15,0-2-18-15,-1 0 1 16,-2 0-3-16,-3 0-6 0,-5-3-4 15,-3-1-28-15,-4-2 0 16,1-1-45-16,-3 1-18 16,3-3-68-16,-1-1-51 15,-3-3-61-15,-1-3-100 16</inkml:trace>
  <inkml:trace contextRef="#ctx0" brushRef="#br0" timeOffset="155170.4">21127 10846 660 0,'0'0'121'0,"0"0"43"16,0 0 32-16,0 76-57 15,0-40-31-15,0 0-11 16,0 3-40-16,0 0 3 16,0-3-28-16,3-5 4 15,0-3-43-15,0-8 25 16,1-6-24-16,-1-4 0 15,-2-7-62-15,-1-3-36 16,0 0-59-16,0-11-155 16,0-10-348-16</inkml:trace>
  <inkml:trace contextRef="#ctx0" brushRef="#br0" timeOffset="156290.89">21491 10622 757 0,'0'0'87'0,"0"0"76"16,0 0-40-16,0 0-22 15,18-47-40-15,-12 31-6 16,3 0-40-16,0-3 18 16,2 3-40-16,1-2 24 15,-2 5-19-15,-1 3 10 0,-4 3 0 16,1 6-1-1,0 1 1-15,-3 0-14 16,2 12 16-16,1 4-9 0,3 5 16 16,1-1-22-1,3 3 25-15,3 1-25 0,1-2 25 16,4-1-17-16,2 0 4 16,1-3-2-1,2-2-4-15,-4-3 2 16,1-2-7-16,-6-3 12 0,-3 0-31 15,-3-4-1-15,-7-3-54 16,-1-1-24-16,-3 0-94 16,0 0-72-16,0-4-210 15</inkml:trace>
  <inkml:trace contextRef="#ctx0" brushRef="#br0" timeOffset="156556.54">21739 10453 906 0,'0'0'117'16,"0"0"86"-16,-93 86-83 15,61-47-25-15,-2 0-50 16,7-3-9-16,4-1-22 15,3-5-12-15,8-3 2 16,4-7-26-16,5-2-13 16,3-4-54-16,0-7-59 15,0-4-153-15,1-3-170 0</inkml:trace>
  <inkml:trace contextRef="#ctx0" brushRef="#br0" timeOffset="157590.09">22116 10547 753 0,'0'0'145'0,"0"0"-14"16,0 0-34-16,0 0-27 16,5 0 2-16,5 0-13 15,3 0 6-15,5 0-6 0,6 0-24 16,6 0 11-1,2 0-25-15,7 0 13 0,-2-2-27 16,-2-4 19-16,-2 0-34 16,-7 1 20-16,-6 1-23 15,-7 3-10-15,-1-2-36 16,-5 2-19-16,-1-4-45 16,-2-1-135-16,-1-2-220 15</inkml:trace>
  <inkml:trace contextRef="#ctx0" brushRef="#br0" timeOffset="158244.7">22798 10286 799 0,'0'0'126'0,"0"0"6"15,0 0-36-15,0 0-28 16,99-8-3-16,-76 8-47 16,-5 0-8-16,-3 0-5 15,-4 0-6-15,-7 15 4 16,-4 1-5-16,0 4 20 16,-8 5-19-16,-10-1 21 15,1 1-17-15,1-1 19 16,2-3-18-16,5-5 11 15,6-1-13-15,3-4 1 16,0-1 3-16,8-2 9 16,7-2 1-16,4-4-15 15,6 1 14-15,-1-3-23 16,2 0 17-16,-1 0-37 16,-2 0-5-16,-1-7-57 15,-5 0-52-15,-4-1-132 16,-3-2-189-16</inkml:trace>
  <inkml:trace contextRef="#ctx0" brushRef="#br0" timeOffset="158577.89">23288 10276 813 0,'0'0'159'0,"0"0"-4"0,0 0-19 16,12 77-54-16,0-52-20 15,3 2-3-15,3 1-16 16,0-2 4-16,-1-2-12 16,0 0 14-16,-3-7-23 15,-6-1 17-15,-1-5-32 16,-2-3 19-16,-5 0-37 15,0-4 21-15,0-3-17 16,-3-1 0-16,-13 0-15 16,-6 0-43-16,-2 0-28 15,-5-13-29-15,0-1-68 16,1-5-201-16,1-3-200 16</inkml:trace>
  <inkml:trace contextRef="#ctx0" brushRef="#br0" timeOffset="158727.22">23364 10274 902 0,'0'0'149'15,"84"-24"4"-15,-45 13-102 16,-9 5-22-16,-6 2-37 16,-6 3-28-16,-8 1-101 15,-8 0-121-15,-2 0-174 16</inkml:trace>
  <inkml:trace contextRef="#ctx0" brushRef="#br0" timeOffset="159199.09">22766 10718 680 0,'0'0'136'15,"0"0"74"-15,116-1-30 16,-54-6-60-16,10-2-13 16,6 2-56-16,4-1 0 15,-6 2-21-15,-6 1-8 16,-7 3-11-16,-9 0-10 15,-9 0 5-15,-10 1-15 16,-7-2 18-16,-6 3-41 16,-4-3 10-16,-7 2-42 0,-1 1-10 15,-5-2-66 1,-5 2-46-16,0 0-92 0,-3 0-144 16</inkml:trace>
  <inkml:trace contextRef="#ctx0" brushRef="#br0" timeOffset="159629.64">23091 10909 815 0,'0'0'157'15,"0"0"-4"-15,0 0-80 16,0 0 13-16,0 0-44 16,16 31 0-16,-16-14-43 15,0-1 17-15,0-1-1 16,7-2-4-16,3 0 1 15,5-2 11-15,7-7 9 16,6 0-21-16,1-4 18 16,3 0-26-16,1 0 14 15,-4-6-27-15,-4 0 16 16,-8-1-39-16,-3 1 14 16,-8 2-26-16,-3-1-6 15,-3 0-39-15,0 0-73 16,0-2-48-16,-9 1-79 15,0-5-106-15</inkml:trace>
  <inkml:trace contextRef="#ctx0" brushRef="#br0" timeOffset="159853.45">23320 10891 697 0,'0'0'142'0,"0"0"40"15,0 0-12-15,0 0-53 16,0 90 4-16,2-56-58 15,-2 0 5-15,0 0-29 16,0-3-5-16,0-2-12 16,0-5-14-16,0-6-2 15,0-4-10-15,0-3-5 16,2-4-52-16,-1-5 0 16,-1-2-46-16,0 0-47 15,0-1-126-15,0-10-225 16</inkml:trace>
  <inkml:trace contextRef="#ctx0" brushRef="#br0" timeOffset="162147.19">18975 9962 657 0,'0'0'14'0,"0"0"55"0,0 0 2 16,-24 70-14-16,18-29 20 16,2 4-19-16,-1 5 15 15,1 6-31-15,-1 6-2 16,-1 3-33-16,0 3 49 15,0 4-34-15,0 1 42 16,3 2-16-16,3-1-40 16,0-4-3-16,0-2-7 15,1 0 14-15,10-2-21 16,3-5 18-16,2 0-21 16,1-4 26-16,-1-3-28 15,0 3 26-15,-1-5-23 16,-1 0 8-16,-2-1-6 15,-1-3 14-15,3-4-4 16,1-4-7-16,2-5 14 16,5-2-17-16,1-7 22 15,6-6-25-15,3-2 25 16,7-4-26-16,4-4 23 16,7-4-16-16,7-2 7 15,11-1 0-15,4-3-2 16,10 0 5-16,9 0-11 15,5 0 16-15,3-5-21 16,5-1 23-16,6 0-23 16,0 0 26-16,4 2-32 15,4 1 26-15,4-1-14 16,0 0 5-16,4 1 1 16,3-1-2-16,-1 0 9 0,3 0-16 15,2-2 20-15,-1 3-22 16,3 1 28-16,-2-2-29 15,2 1 28-15,0-1-30 16,1-1 19-16,4-2-6 16,-2-4 1-16,2 1 3 15,-2-5-6-15,1 1 11 16,-5 0-17-16,-4-1 22 16,-5 3-25-16,-3-1 33 15,-5 3-39-15,-7-2 31 16,-5 1-24-16,-5 1 14 15,-7 0-2-15,-10 1-2 16,-7 0 1-16,-7-1-3 16,-10 1 11-16,-10-1-18 15,-4 1 23-15,-12 1-25 16,-7-1 30-16,-7 2-32 16,-6-2 28-16,-6 0-21 15,-6-1 12-15,-1-4-1 16,0-2-4-16,0 0 3 15,0-4-9-15,-6-4 16 16,4-3-21-16,-2-2 25 16,2-3-27-16,2-2 30 15,0-5-32-15,0-2 24 16,0-3-13-16,0-5 5 16,6-2 1-16,-4-5-3 15,1-4 3-15,-1-3-12 0,-2-2 20 16,0-4-23-1,0 1 26-15,0-5-26 0,0 1 28 16,-2-3-29-16,-1 0 22 16,1 2-11-16,-5 6 3 15,1 5 2-15,-3 8-4 16,-4 10 8-16,0 5-15 16,-2 10 19-16,-2 2-25 15,0 8 29-15,3 3-28 16,-4 1 26-16,5 3-25 15,1 2 12-15,1 0 1 16,1-2-2-16,0 5 3 16,0-3-6-16,0 3 6 15,-2-1-19-15,-2 4 20 16,1-1-21-16,-6 3 31 16,-3-2-27-16,0 2 27 15,-6-1-21-15,-4-1-3 16,-7 1 11-16,-3 1 0 15,-4-2 3-15,-8 0-8 16,0 2 14-16,-6-2-18 16,-5 4 21-16,0-4-22 15,-3 4 28-15,-1-2-32 16,-3 2 28-16,0 0-22 16,-5 0 11-16,2 0 1 15,-6 0-9-15,-1 0 8 16,-5 0-10-16,-2 0 16 15,-5 0-18-15,-2 0 23 16,-7 0-25-16,-2 0 28 16,-3 0-29-16,-2 0 23 15,-5 2-15-15,-2 2 6 16,-3 0 1-16,-3 2-3 0,1-1 9 16,-4 3-19-16,0-3 19 15,2 0-22-15,-2 1 29 16,1-2-33-16,-1 4 38 15,2-4-32-15,1-1 19 16,2 1-9-16,2 2 2 16,8-3 5-16,1 0-8 15,9-2 11-15,3-1-20 16,3 0 25-16,8 0-24 16,2 0 27-16,4 0-28 15,4 0 25-15,1 3-24 16,2 1 16-16,-1 1-5 15,3 2 0-15,-3 0 1 16,-3 2-4-16,-3 0 10 16,3 2-16-16,-1 0 21 15,2 1-25-15,6-1 30 16,2-3-33-16,10 0 31 16,12-2-24-16,11-2 10 15,12-1-2-15,11-3-4 16,10 0-16-16,3 0-85 15,13 0-77-15,10-7-163 16,3 0-215-16</inkml:trace>
  <inkml:trace contextRef="#ctx0" brushRef="#br0" timeOffset="165399.28">12270 13412 560 0,'-2'0'40'15,"2"0"51"-15,0 0 27 16,0 0-33-16,0 0-3 16,0 0-4-16,0 0-29 15,0 0 5-15,-1 0-17 16,-1 0 21-16,1 0-21 16,-2-1 11-16,0-5-31 15,0 0 14-15,2-1-16 16,-2-1-1-16,0 1-2 15,0-2-1-15,-1-2 3 16,0 0-17-16,1-2 21 16,-2 0-23-16,4-2 25 15,-2-3-29-15,0 2 25 16,0-4-25-16,0 2 14 16,0-1-3-16,-1 0-1 15,1 0 2-15,0 2-5 16,0-1 9-16,3 0-16 15,0 0 21-15,0 2-23 16,0-1 27-16,0 0-29 16,0-1 26-16,0 3-22 15,0-2 11-15,0 3-1 16,5-1-3-16,3 1 1 0,-1-3-2 16,5-1 10-16,5-1-17 15,-1-2 20 1,3 1-22-16,4-1 25 15,-1 2-25-15,1 0 21 0,0 2-15 16,0 2 6 0,-2 0 1-16,2 3-3 0,-2-1 5 15,3 2-10-15,0-1 15 16,0 0-17-16,4 0 21 16,1-1-23-16,2 0 25 15,4 0-26-15,1 0 21 16,1 2-13-16,3-3 3 15,-3 3 3-15,2 0-4 16,-2 0 5-16,-3 1-9 16,2 3 14-16,-3-3-18 15,1 1 23-15,0-1-24 16,1 0 24-16,3 0-24 16,3-4 18-16,4 1-10 15,4-1 2-15,5-1 4 16,4-1-6-16,2 1 9 15,4-2-15-15,1-1 20 16,2 0-22-16,0-1 28 16,1-3-29-16,1 1 26 15,-2-3-28-15,2 1 10 16,0 0 7-16,4-1-5 16,0-1 3-16,2-2-4 15,6 3 9-15,2-2-15 16,2 1 22-16,3-2-24 15,3 0 28-15,1 2-29 0,1-3 25 16,2 1-20-16,0 0 10 16,4-1-1-16,0 2-1 15,1-3 3 1,-4 3-9-16,3-1 11 0,-1-1-19 16,1 2 24-16,0-1-23 15,-2 1 27-15,-4 2-28 16,0-1 23-16,-4-1-16 15,-2 1 3-15,-2 0 10 16,1-1-7-16,-1 0 4 16,0-1-12-16,-3 3 20 15,1-1-23-15,-3 2 25 16,-3 2-24-16,-1-1 24 16,-3 0-30-16,-2 2 23 15,-1-2-12-15,-3 1 4 16,-4 1 2-16,-2 0-3 15,-6 2 7-15,-3 1-15 16,-6 4 22-16,-7-1-25 16,-4 3 28-16,-5 1-28 15,-4 2 27-15,-7 2-25 16,-2 0 17-16,-1-1-8 16,0-1-1-16,0 2 7 15,0-2-8-15,5-1 11 16,4-3-18-16,1 2 23 15,4-2-25-15,0 1 30 16,1 0-31-16,-2-1 26 16,0 5-21-16,-2-2 10 15,-1 0 0-15,0 1-2 16,0-2 3-16,-3 2-7 16,-1 1 13-16,-2 1-19 0,-7-1 23 15,0 3-25-15,-4 1 29 16,-2 1-30-16,0-1 26 15,-4 2-20-15,1-2 9 16,-1 3-1-16,-1-1-2 16,1 1 5-16,-2 0-10 15,0-2 16-15,1 2-21 16,-2-1 26-16,1 1-26 16,1 0 27-16,-2 0-30 15,1-2 26-15,1 1-16 16,-2 1 5-16,1 0 1 15,-1 0-3-15,0 0 7 16,0-2-13-16,-1 1 18 16,-8 0-24-16,-4-2 25 15,-3-1-31-15,3-2 32 16,-3 1-32-16,2-2 27 16,-2 0-16-16,1 1 4 15,0 2 4-15,0 0-3 16,1 1 10-16,2 0-16 15,3 0 21-15,2 1-22 16,3 2 28-16,4-2-27 16,0 1 27-16,0 0-25 15,6-2 7-15,14 0 8 0,6-1-8 16,3 2 3 0,5-1-6-16,1 3 12 15,-2 0-19-15,-2 0 23 16,-1 0-23-16,-7 0 28 15,-1 0-30-15,-6 0 26 16,-2 3-22-16,-7 3 14 0,1 2-1 16,-6 3 4-16,-2 5 5 15,0 3-4-15,-1 5 20 16,-12 1-22-16,-3 1 22 16,2-1-31-16,-2-2 25 15,6-4-35-15,2-5 25 16,3-5-24-16,2-2-17 15,0-6-31-15,2-1-34 16,-4 0-110-16,-4 0-249 16</inkml:trace>
  <inkml:trace contextRef="#ctx0" brushRef="#br0" timeOffset="166969.25">12085 13336 190 0,'-3'0'86'0,"2"0"15"15,-1-2-26-15,1 1 11 16,-1 1 12-16,1-1-7 16,1-1 3-16,-2 2-11 15,2-2 19-15,0 2-27 16,0-2 13-16,0 2-27 16,0 0 9-16,0 0-25 15,0 0-11-15,0 0-16 16,0 0-10-16,9 4 9 15,4 6-1-15,4 3 11 16,2 0-24-16,1 3 21 16,1 2-17-16,0 3 28 15,1-2-36-15,-5 0 16 16,0-2-9-16,-5-2 3 16,-2-4-1-16,-1-2-6 15,-5-6 5-15,-1 1-15 16,-2-4 19-16,-1 0-23 15,0 0 20-15,0 0-34 16,0-4 11-16,-5-5-50 16,-1-2 9-16,0-1-26 15,3-1-40-15,3-1-34 16,0-4-43-16,0-1 24 16,12-3-37-16,1-2-33 15,3-2 92-15</inkml:trace>
  <inkml:trace contextRef="#ctx0" brushRef="#br0" timeOffset="167172.24">12361 13251 157 0,'0'0'208'16,"0"0"-32"-16,0 0-5 0,0 0-30 16,0 0 4-16,17-33-14 15,-17 33-33-15,-4 14-26 16,-9 7-35-16,-2 4 6 16,-3 4-28-16,1 1 11 15,0 2-28-15,4-2 6 16,0-2-1-16,5-3-4 15,2-5 4-15,1-5-14 16,4-4-23-16,1-8-63 16,0-3-59-16,0 0-117 15,0-3-125-15</inkml:trace>
  <inkml:trace contextRef="#ctx0" brushRef="#br0" timeOffset="169289.05">25714 10425 723 0,'0'0'81'15,"0"2"33"-15,0 13-13 16,-7 7-2-16,-6 3-50 0,3 6 10 15,-2 0-29-15,1 2 0 16,5-2-5-16,6-1-10 16,0-4 5-16,3-5-16 15,18-2 24-15,7-3-19 16,8-3 20-16,4-5-34 16,6-3 25-16,1-3-27 15,-1-2 13-15,-4 0-6 16,-4-2-3-16,-8-6-17 15,-7 0-37-15,-9-2-55 16,-5 0-98-16,-8-3-96 16,-1-1-226-16</inkml:trace>
  <inkml:trace contextRef="#ctx0" brushRef="#br0" timeOffset="169545.92">25730 10335 864 0,'0'0'35'0,"81"-32"104"16,-35 20-37-16,-1 3-46 15,-3 1-55-15,-6 2 9 16,-13 6-16-16,-4 0-58 16,-12 0-84-16,-7 4-84 15,0 10-92-15</inkml:trace>
  <inkml:trace contextRef="#ctx0" brushRef="#br0" timeOffset="169731.13">25604 10578 790 0,'0'0'106'0,"0"0"66"15,103-6-73-15,-57-7-89 16,3 1 4-16,-3 4-21 16,-3 0 1-16,-8 4-63 15,-7 4-134-15,-12 0-160 16</inkml:trace>
  <inkml:trace contextRef="#ctx0" brushRef="#br0" timeOffset="170358.76">26286 10645 564 0,'0'0'100'0,"0"0"24"16,0 0-47-16,0 0 23 0,0 0-24 15,19-54-5-15,-19 46-35 16,-9 0 1-1,-1 0-18-15,-6 0-13 16,-3 4-2-16,0 4-6 0,-2 0 5 16,2 0-13-16,3 7 19 15,4 6-21-15,7 2 23 16,5 0-39-16,0 2 4 16,11 3-18-16,10 0 9 15,2 4 8 1,0 3 4-16,0 1 18 0,-9 6-1 15,-5 3 10-15,-9 5-15 16,0 1 30-16,-7 3-1 16,-9 0 34-16,-3-6-22 15,4-1 34-15,9-4-15 16,6-9-31-16,0-5-6 16,14-7 0-16,12-5 5 15,6-6-10-15,1-3 7 16,0 0-19-16,-1-4 19 15,-9-10-26-15,-7-1 27 16,-9-5-24-16,-7-3 20 16,0-5-17-16,-10-3 1 15,-12-5-11-15,1-4-10 16,-4 1 10-16,1 4-25 16,2 2-11-16,4 3-52 15,3 9-70-15,6 0-107 16,6 4-215-16</inkml:trace>
  <inkml:trace contextRef="#ctx0" brushRef="#br0" timeOffset="170822.57">26471 10595 811 0,'0'0'107'0,"0"0"53"16,0 0-65-16,23 82-3 15,-12-62-38-15,0 0 12 16,2-4-43-16,-2-3-3 16,1-1-9-16,-2-7-7 15,3-4 0-15,-2-1-6 16,1 0 7-16,1-13-17 15,1-6 12-15,-2-5-30 16,0-2 25-16,-3 2-23 16,-1 2 27-16,-4 4-8 15,-2 7 11-15,-1 3 0 16,-1 6 6-16,3 2 11 16,0 0-18-16,5 6 5 15,1 8-12-15,3 4 30 16,2 0-25-16,2 1 22 15,3-1-25-15,-3-3 18 16,4-2-17-16,3-2 4 16,-4-4-10-16,4-3-41 15,0-3-39-15,3-1-97 16,-4 0-104-16,4 0-179 16</inkml:trace>
  <inkml:trace contextRef="#ctx0" brushRef="#br0" timeOffset="171424.7">27070 10610 630 0,'0'0'73'0,"0"0"75"16,0 0-19-16,0 0-64 15,-82-27-6-15,58 27-30 16,1 14-6-16,3 2-27 16,6 1 9-16,3 2-5 15,6-6 0-15,5 2 1 16,0-4-3-16,7-5 8 15,11-4-12-15,3-2 19 16,1 0-20-16,1 0 22 16,-1-2-30-16,-9-6 23 15,-2 3-16-15,-5 1 10 16,-5 4-1-16,-1 0 0 16,0 0 7-16,0 4-15 15,0 7 15-15,5 2-17 16,7 0 21-16,6-2-19 15,5 1 26-15,3-4-24 16,0-4 14-16,-1-4-19 16,-4 0-5-16,-4 0-9 15,-3-9-5-15,-5-8 3 16,-2-6-28-16,-3-6-55 16,0-7 4-16,-1-8 42 15,-1-4-11-15,1-3 42 16,-1-5 21-16,3 1 21 15,-2 7 20-15,0 8 25 16,0 11 3-16,1 11-9 16,0 15 8-16,-4 3-10 15,1 22-3-15,-1 14 39 0,3 12-6 16,2 8-36-16,1 4 24 16,1 3-5-16,6-1-2 15,-2-5-26-15,2-8-10 16,-4-8-11-16,-3-7-9 15,-3-10 4-15,-3-7-28 16,0-7-12-16,-2-8-65 16,-12-2-61-16,-8-4-211 15</inkml:trace>
  <inkml:trace contextRef="#ctx0" brushRef="#br0" timeOffset="171657.02">27134 10483 912 0,'0'0'98'0,"92"-4"67"15,-34 4-39-15,0 2-56 16,-2 10-15-16,-8 7-23 16,-5 4-7-16,-11 1-26 15,-10 6 19-15,-8-1-23 16,-10-1 22-16,-4-2-30 15,0-4 9-15,-10-3-39 16,-7-7-45-16,-3-8-128 16,5-4-244-16</inkml:trace>
  <inkml:trace contextRef="#ctx0" brushRef="#br0" timeOffset="171833.07">27599 10313 1118 0,'0'0'31'0,"0"0"78"16,0 0-92-16,0 0-17 15,0 0-81-15,0 0-2 16,14 17-115-16,-8 2-116 16,3-3-209-16</inkml:trace>
  <inkml:trace contextRef="#ctx0" brushRef="#br0" timeOffset="172375.15">27758 10559 682 0,'0'0'115'0,"0"0"41"0,0 0-55 15,-39 87-64-15,37-68 9 16,2-2-25-16,0-2 21 15,12-4-35-15,5-5 16 16,-2-3-16-16,2-3-2 16,-1 0-5-16,0-7-10 15,-5-9-2-15,-1-1-16 16,-4-6 12-16,-3-2-18 16,0 3 15-16,-3-2-22 15,0 8 22-15,0 3-6 16,0 6 32-16,0 7-8 15,0 0 2-15,6 0 5 16,2 12 27-16,1 5 16 16,0-2 3-16,2 1 18 0,1-4-23 15,-1-1 13-15,1-2-40 16,-2-6 16-16,0-3-29 16,6 0 17-16,-2-2-15 15,5-12-4-15,3-5-1 16,0-4-11-16,1 1 2 15,-2-1-18-15,0 4 17 16,-4 4-19-16,-1 6 34 16,-2 6-26-16,-2 3 24 15,-1 3-25-15,-1 15 20 16,2 4 2-16,1 6 0 16,-3-1 0-16,3 3-8 15,-2-2 4-15,1-4-65 16,1-3-59-16,-4-7-125 15,1-8-253-15</inkml:trace>
  <inkml:trace contextRef="#ctx0" brushRef="#br0" timeOffset="173207.23">28652 10500 735 0,'0'0'56'15,"0"0"27"-15,0 0 30 16,0 0-72-16,-28 71 6 16,24-52-23-16,1-2-2 15,3-3-9-15,0-2-10 16,0-5 2-16,4-2 0 16,6-5 9-16,2 0-17 15,-3-12 18-15,5-8-27 16,-2-6 9-16,2-7-19 15,-2-7 24-15,-2-3-11 16,4-6-2-16,-2-5-1 16,2-4 7-16,2-3 5 15,4 1-6-15,-1 4 13 16,4 9-18-16,-3 12 2 16,2 10-18-16,-6 21 20 15,1 4-22-15,-1 20 12 0,1 24 3 16,-1 12 23-16,0 17-3 15,-4 9 24-15,-2 11 11 16,-3 2 12-16,0 4 4 16,1 1-11-1,-1-7 34-15,1-8-17 0,1-12 35 16,-2-12-86-16,-2-14 0 16,-5-13 6-16,0-8 0 15,-2-13 0-15,-12-9 2 16,-6-4 1-16,-5 0-21 15,0-20 16-15,-1-9-26 16,0-6 23-16,3-7-35 16,6-2 15-16,5-1-37 15,11 4 8-15,1 1-14 16,6 5-49-16,20 4-142 16,7-1-191-16</inkml:trace>
  <inkml:trace contextRef="#ctx0" brushRef="#br0" timeOffset="173958.55">29683 10082 711 0,'0'0'91'0,"0"0"23"15,0 0 31-15,14 81-34 16,2-37-20-16,0 7 2 16,1 2-45-16,-2-1 8 15,-1-1-39-15,-4-6 15 16,2-7-35-16,-5-7 19 15,0-8-22-15,-1-5 8 16,0-9-13-16,2-4-12 16,1-5-3-16,4 0-12 15,3-8 15-15,3-12-29 16,1-2 17-16,3-2-32 16,0 0 46-16,-1 4-3 15,-2 7 27-15,2 6-7 16,-5 7 10-16,-1 3 15 15,-1 17 15-15,-3 8 0 0,0 0-7 16,-6 3 14 0,-2-3-27-16,-1-4 9 0,-3-9-33 15,0-2 12-15,0-9-64 16,0-4-86-16,-3 0-204 16,-6-18-487-16</inkml:trace>
  <inkml:trace contextRef="#ctx0" brushRef="#br0" timeOffset="174149.58">30100 10174 1096 0,'0'0'10'16,"0"0"41"-16,0 0-50 15,0 0 10-15,0 0-62 16,10 65-9-16,2-39-99 15,6 3-15-15,1 0-60 16,4 3 7-16,-1 1 30 16</inkml:trace>
  <inkml:trace contextRef="#ctx0" brushRef="#br0" timeOffset="174609.21">30249 10452 64 0,'20'30'186'0,"-4"-3"37"16,1-4 22-16,-5-4-47 16,-1-6-33-16,-3-3-32 15,-4-6-51-15,-1-4-9 16,0 0-22-16,0 0 0 15,1-14-22-15,3-3-25 16,-1-2 0-16,4-2-12 16,0-1 8-16,2 2-25 15,-2 6 17-15,4 3-29 16,-2 7 23-16,4 4-31 16,-2 0 33-16,3 5 2 0,1 10 5 15,2 4 3-15,3 2 1 16,-1-3 6-16,1 0-13 15,3-3 19-15,-3-4-16 16,0-5 28-16,-1-6-24 16,1 0 19-16,-3 0-26 15,-1-9 17-15,-2-6-13 16,-4-2 1-16,0-3 0 16,-6-2-4-16,-1-3 7 15,-3 2-10-15,-3 0 16 16,0 7-18-16,0 2 29 15,-6 7-20-15,-9 7 25 16,0 0-29-16,-1 5 13 16,3 16 5-16,1 3 9 15,7 5-2-15,5 0-10 16,0-2 5-16,17 0-20 16,9-7 15-16,3-3-43 15,3-6-26-15,-2-5-155 16,-1-6-229-16</inkml:trace>
  <inkml:trace contextRef="#ctx0" brushRef="#br0" timeOffset="175501.7">25511 11414 841 0,'0'0'78'0,"0"0"86"15,6 108-6-15,-1-54-73 16,4 0-16-16,-2-2-16 16,6-3-19-16,-2-7-11 15,3-2-18-15,-2-7 5 16,-1-4-18-16,-3-8 8 16,1-3-33-16,-6-5 3 15,-3-4-61-15,0-4-43 16,0-5-101-16,-16 0-107 15,-3 0-257-15</inkml:trace>
  <inkml:trace contextRef="#ctx0" brushRef="#br0" timeOffset="175708.97">25391 11714 767 0,'0'0'60'15,"0"0"87"-15,114-33-36 0,-68 27-75 16,2 0-6-16,-4 4-35 16,-3 2 18-16,-4 0-34 15,-5 0-46-15,-6 0-79 16,-4 0-39-16,-6 5-84 16,-2-1-46-16</inkml:trace>
  <inkml:trace contextRef="#ctx0" brushRef="#br0" timeOffset="176111.44">25877 11681 503 0,'0'0'95'0,"0"0"35"15,0 0-25-15,0 0-35 16,0 0 8-16,-97 65-14 16,76-35-12-16,3 1-33 15,6-1 12-15,7-2-32 16,5-7 20-16,0-3-14 15,16-5 14-15,7-8-5 16,3-5-3-16,3 0-6 16,0-4-7-16,-3-13 6 15,-3-2-12-15,-4-1 17 16,-6-2-19-16,-6 2 23 16,-4 3-23-16,-2 3 19 15,-1 3-14-15,0 9 22 16,0 2 12-16,0 0-15 15,0 15-9-15,0 7-4 16,5 4 33-16,9 0-4 16,2 1 21-16,3-4-33 15,1-5 5-15,-4-5-31 16,0-4 16-16,-3-8-37 0,-4-1-27 16,-1 0-33-16,-2-15-93 15,-3-1-107-15,-2-6-130 16</inkml:trace>
  <inkml:trace contextRef="#ctx0" brushRef="#br0" timeOffset="176810.6">26126 11797 525 0,'0'0'148'0,"0"0"37"16,0 0-42-16,46 87-2 15,-37-70-44-15,-2 0-10 16,0-6-60-16,-4-5 9 15,3-6-28-15,-2 0 15 16,3-8-3-16,3-9-10 16,2-4-16-16,1-6-16 15,0 2 4-15,-5 2-15 16,1 3 23-16,-2 4-21 16,-2 3 37-16,-4 6-24 15,2 7 28-15,0 0-25 16,1 1 1-16,1 16 14 15,4 2 8-15,2 4-1 16,2 2-10-16,4-3 21 16,5 1-22-16,1-4 23 15,4-4-31-15,4-4 31 16,1-3-29-16,-1-5 21 16,1-3-16-16,-3 0 6 15,-2 0-3-15,-2-11 0 16,-5-4 9-16,-7-3-11 0,0-4 13 15,-4-1-18-15,-4-6 22 16,-3 0-23-16,-2 1 18 16,0 2-30-16,-7 1 17 15,-9 8-9-15,-3 7 5 16,-4 10 3-16,1 0-8 16,2 19 10-16,6 10-8 15,6 10 20-15,8 5-20 16,0 3 24-16,11 7-20 15,9 4 35-15,6 1-6 16,0 6 26-16,4-1-10 16,1 2 16-16,-4-4 34 15,-1-8-8-15,-6-4-50 16,-8-14-29-16,-9-8 36 16,-3-7-42-16,-9-7 27 15,-17-9-30-15,-7-5 25 16,-4 0-31-16,0-5 3 15,-2-14-22-15,4-5-5 16,5-11-16-16,3-1-26 16,8-7-13-16,4-3-79 15,10-2-71-15,5 0-175 16</inkml:trace>
  <inkml:trace contextRef="#ctx0" brushRef="#br0" timeOffset="177562.66">26937 11884 798 0,'0'0'83'16,"0"0"91"-16,0 0-67 15,0 0-47-15,22-83-6 16,-22 64-46-16,-10 0 4 15,-3 3-25-15,-6 2 20 16,0 8-23-16,2 5 17 16,0 1-10-16,2 10 4 15,1 16 1-15,4 5 0 16,2 6 6-16,7 2-7 16,1 0 13-16,0-2-18 15,7-6 23-15,8-4-23 16,5-7 26-16,1-8-18 15,0-4 12-15,-1-8-5 16,-1 0-2-16,-2-12 0 16,0-7-10-16,-2-3 4 15,-2-3-15-15,-6 3 15 16,2 1-18-16,-6 4 24 16,0 6-21-16,-3 5 27 15,0 4-17-15,0 2 5 16,0 4-26-16,0 11 23 15,0 7 8-15,4 1-1 16,1 2 11-16,4-5-9 16,2-1 25-16,1-3-20 15,-1-7 28-15,-1-1-35 16,1-5 16-16,1-3-16 16,-2 0 14-16,0-7-8 15,2-6-12-15,-1-5-8 16,1 0-7-16,-2-1 8 0,3 0-24 15,-3 3 14-15,2 5-13 16,-1 3 25-16,-1 4-21 16,3 4 22-16,-3 0-4 15,2 4 10-15,2 11 3 16,1 2 6-16,2 2 5 16,-1 2-9-16,2-3 18 15,0-3-15-15,-2-2 20 16,-2-5-29-16,1-4 17 15,-2-4-21-15,-2 0 15 16,1-4-21-16,-3-13-28 16,2-9-62-16,-1-6-99 15,-3-3 17-15,2-8-81 16,-6-5-58-16</inkml:trace>
  <inkml:trace contextRef="#ctx0" brushRef="#br0" timeOffset="177750.01">27482 11569 546 0,'0'0'51'16,"0"0"43"-16,-13 96 52 16,13-35-36-16,0 4 16 15,8 5-27-15,8-1 3 16,0-5-42-16,1-7-6 16,-3-9-43-16,-3-10-1 0,-4-10-7 15,-5-11-15 1,-2-8-39-16,0-9-97 15,-15-2-203-15</inkml:trace>
  <inkml:trace contextRef="#ctx0" brushRef="#br0" timeOffset="177904.24">27293 11821 957 0,'0'0'25'0,"82"-20"90"15,-27 10-61-15,4-3-90 16,1-3-81-16,-3-1-240 16</inkml:trace>
  <inkml:trace contextRef="#ctx0" brushRef="#br0" timeOffset="178363.26">28539 11619 925 0,'0'0'119'0,"-9"114"36"16,6-54-67-16,3-4-32 15,0-6-28-15,0-5-23 16,3-8 0-16,6-8-31 16,-2-7-20-16,-4-7-63 15,-3-7-57-15,0-5-153 16,-7-3-234-16</inkml:trace>
  <inkml:trace contextRef="#ctx0" brushRef="#br0" timeOffset="178768.58">28292 11865 840 0,'0'0'90'0,"0"0"42"16,84-28-60-16,-31 21-27 15,8-1-16-15,1 4-24 16,-4 4 4-16,-8 0-18 16,-12 0 17-16,-9 10-35 15,-12 3 13-15,-3 4-25 16,-5-2 40-16,0-2-12 16,2 0 14-16,4-4-3 15,6-2-1-15,7-5 5 0,2-2-4 16,5 0 18-1,1 0-20-15,0-12 14 16,-6-1-21-16,-5-2 25 0,-6-1-23 16,-12-2 40-16,-7-1-9 15,0 2 13 1,-9 1-11-16,-17 3-19 0,-3 4 0 16,-4 5-10-16,-7 4 10 15,1 0-38-15,-2 0-33 16,2 11-92-16,0 2-114 15,8-1-292-15</inkml:trace>
  <inkml:trace contextRef="#ctx0" brushRef="#br0" timeOffset="179267.56">29696 11685 756 0,'0'0'104'0,"0"0"61"0,0 0-51 15,0 0-39-15,-75 42-19 16,59-22 14 0,4 4-41-16,8-4-7 0,4 0-3 15,1-1-3-15,20 0-2 16,8-5-13-16,6-1 13 16,4-4-22-16,2-5 14 15,1-3-34-15,-5-1-2 16,-5 0-65-16,-3-5-34 15,-7-8-115-15,-5-2-95 16,-4-5-170-16</inkml:trace>
  <inkml:trace contextRef="#ctx0" brushRef="#br0" timeOffset="179613.84">29963 11712 696 0,'0'0'60'0,"0"0"57"16,0 0 44-16,-16 69-45 15,16-43-37-15,0-3-3 16,7-3-34-16,3-2 1 16,4-5-35-16,0-5 16 15,-1-3-33-15,4-5 20 16,-1 0-31-16,1 0 0 16,2-10-16-16,0-5-31 0,-2-3-33 15,-1 0-8-15,-3 0 20 16,-1 2-1-16,-2 3 54 15,0 5 20-15,0 5 33 16,0 3 3 0,3 1 62-16,0 14 12 15,1 7-22-15,1 2-23 0,2 1-1 16,-4-2-21-16,2-4-24 16,-4-4 7-16,1-7-44 15,1-6-45-15,-3-2-117 16,0-2-104-16</inkml:trace>
  <inkml:trace contextRef="#ctx0" brushRef="#br0" timeOffset="180433.87">30461 11861 751 0,'0'0'140'16,"0"0"62"-16,0 0-86 15,0 0-34-15,0 0-33 16,29 56-21-16,-29-56-22 16,0 0 19-16,3-7-20 15,1-9 14-15,2-5-42 16,1-6 12-16,2 1-26 16,0-3 1-16,2 1-8 15,-1 4-2-15,2 1-17 16,2 4-29-16,-1 5-46 15,3 6 1-15,0 2 47 16,1 6-12-16,-1 0 64 16,0 0 15-16,-3 7 27 15,-3 7 0-15,-4 3 52 0,-6 0 40 16,0 2-15 0,0 3 12-16,0-1 15 0,-2 0-20 15,0-2-35-15,2-2 6 16,0-2-39-16,0-1 19 15,10-4-29-15,3-3 22 16,3-2-19-16,-2-5 0 16,2 0-6-16,-6-2-1 15,1-10 1-15,-3-5-10 16,-4-1 10-16,-1-5-22 16,-1 2 22-16,-2-4-26 15,0 0 21-15,0 4-24 16,0 2 18-16,0 2-15 15,1 6 5-15,1 4 0 16,2 3 0-16,0 4-9 16,8 0-19-16,1 6 43 15,4 6-12-15,2 3 22 16,3 0-16-16,-1-2 29 16,2-1-18-16,-1-4 31 15,1-4-5-15,3-4 8 16,-2 0-14-16,2-2-14 15,1-10-1-15,0-7-17 16,-4-2 15-16,-3-3-18 16,-8 1 22-16,-6 0-25 15,-6 3 24-15,0 1-22 16,-5 9 19-16,-15 8-5 0,-5 2 4 16,-1 14-2-1,2 13-8-15,1 6 18 0,8 5-6 16,11-1 16-1,4-1-20-15,12-4 28 16,18-5-36-16,6-7 20 0,9-8-34 16,1-8-27-16,0-4-78 15,-7 0-184-15,-7-5-422 16</inkml:trace>
  <inkml:trace contextRef="#ctx0" brushRef="#br0" timeOffset="181600.23">25480 12979 876 0,'0'0'115'0,"0"0"58"0,10-42-69 15,-1 23-31-15,4-2-35 16,6-4-1-16,4 2-15 16,2 1-22-16,-1 6 12 15,2 6-22-15,-2 10 22 16,1 0-23-16,-6 17 24 16,-1 11-22-16,0 7 30 15,-2 4-10-15,-1-1 6 16,1-2-2-16,2-4-5 15,1-7 4-15,4-3-15 16,0-6 23-16,0-4-27 16,-4-1 21-16,1-4-28 15,-6-3 10-15,2-1-43 16,-3-3-5-16,0 0-50 16,-1-1-86-16,-3-12-143 15,0-1-220-15</inkml:trace>
  <inkml:trace contextRef="#ctx0" brushRef="#br0" timeOffset="181810.2">25905 12794 888 0,'0'0'114'15,"-74"69"53"-15,38-24-17 16,-2 4-83-16,7-3-3 15,9-3-42-15,3-9-13 16,7-6-5-16,7-7-22 16,5-6-45-16,0-7-70 15,0-7-89-15,10-1-210 16</inkml:trace>
  <inkml:trace contextRef="#ctx0" brushRef="#br0" timeOffset="182167.53">26073 12609 1058 0,'0'0'66'0,"0"0"82"16,0 0-37-16,0 0-64 16,0 0 16-16,68 64-46 15,-68-46 7-15,0 2-18 16,0-3-2-16,-8-1 0 16,1-1-5-16,4-1 8 0,3-3-17 15,0-1 20-15,6-6-22 16,14-2 23-16,6-2-27 15,3 0 14-15,1 0-45 16,0-4-16-16,-2-6-62 16,-6 0-131-16,-4-1-293 15</inkml:trace>
  <inkml:trace contextRef="#ctx0" brushRef="#br0" timeOffset="182640.09">26490 12872 939 0,'0'0'125'0,"0"0"28"15,14 94-19-15,-8-61-67 16,-2-2-14-16,2-4-38 16,0-7 3-16,-2-3-28 15,-1-7 12-15,-3-3-61 16,0-4-31-16,0-3-115 15,-9 0-148-15,-5-7-347 16</inkml:trace>
  <inkml:trace contextRef="#ctx0" brushRef="#br0" timeOffset="182812.57">26425 12958 894 0,'0'0'200'15,"0"0"-43"-15,0 0-96 16,82 14-11-16,-55-14-49 16,3 0 7-16,4 0-68 15,-3-10-66-15,0-6-191 16,-2-2-297-16</inkml:trace>
  <inkml:trace contextRef="#ctx0" brushRef="#br0" timeOffset="183301.25">26822 12834 809 0,'0'0'120'0,"0"0"22"0,0 77-59 16,0-53-18-16,0-2-10 16,7-3-43-16,2-6 4 15,2-5-24-15,1-4 15 16,2-4-33-16,-1 0 14 15,-1-11-30-15,4-6-3 16,-6-3-32-16,3-3 10 16,-5 0 37-16,0 1 23 15,-2 3 12-15,0 2-12 16,-1 9 18-16,1 8-13 16,-2 0 27-16,-1 12-5 15,0 16 48-15,-2 7-39 16,-1 11 9-16,0 5 0 15,0 5 6-15,0 4 10 16,2 0-3-16,5 1 18 16,2-2-23-16,1-3 21 15,4-4 32-15,1-5-25 16,2-6-47-16,-8-3 40 16,-2-9-61-16,-7-4 4 15,0-6 0-15,-16-5-6 16,-16-4 0-16,-8-6-30 15,-8-4-13-15,-4 0-44 16,0-7 2-16,3-12-44 16,3-6-35-16,10-9-258 15,7-7-502-15</inkml:trace>
  <inkml:trace contextRef="#ctx0" brushRef="#br0" timeOffset="183967.86">27245 12511 653 0,'0'0'65'16,"0"0"114"-16,0 0-42 15,0 0-35-15,-7 4-32 16,21 2 30-16,4 0-49 16,5 3-1-16,0-1-21 15,1 3-12-15,-3-1-5 0,-4 1-5 16,-4 3 0-16,-6-1-16 16,-6 0 23-16,-1-1-22 15,0 3 23-15,-7-4-24 16,-3 3 25-16,0-3-23 15,3 0 15-15,3-2-8 16,4-1-2-16,0-1 4 16,14-3-6-16,12-2 14 15,4-1-19-15,8-1 2 16,4 0-65-16,-1 0-63 16,-3-3-217-16,-6-2-418 15</inkml:trace>
  <inkml:trace contextRef="#ctx0" brushRef="#br0" timeOffset="184341.17">27931 12993 964 0,'0'0'142'0,"0"0"32"0,81 0-99 16,-51 0-36-16,-1 0-30 15,-3-6-4-15,-6-2-43 16,-8 0-49-16,-9-1-132 16,-3-3-103-16,0 3-355 15</inkml:trace>
  <inkml:trace contextRef="#ctx0" brushRef="#br0" timeOffset="184517.95">27879 12822 891 0,'0'0'123'16,"0"0"-22"-16,0 0-8 15,101-11-49-15,-62 9-37 16,3 0-16-16,1-1-83 15,-4-3-107-15,-1 0-213 16</inkml:trace>
  <inkml:trace contextRef="#ctx0" brushRef="#br0" timeOffset="184921.07">28340 12720 1035 0,'0'0'86'0,"0"0"51"15,0 0-42-15,0 0-42 16,0 0-31-16,85-31 4 16,-58 31-32-16,-1 1 21 15,-5 14-28-15,-7 8 26 16,-10 6-27-16,-4 5 19 15,-3 4-7-15,-17 1 2 16,-4 0 3-16,2-3-5 16,2-7 9-16,4-4-15 15,6-5 19-15,7-5-20 16,3-4 25-16,3-1-24 16,15-4 27-16,7 0-22 15,4-3 11-15,4-3-9 16,3 0-2-16,0 0-3 15,-1-3-14-15,-2-8-8 16,-4-3-41-16,-4-4-10 16,-7 1-88-16,-6-6-118 15,-3-1-304-15</inkml:trace>
  <inkml:trace contextRef="#ctx0" brushRef="#br0" timeOffset="185174.62">28893 12768 849 0,'0'0'149'16,"0"0"36"-16,32 101-57 0,-20-65-41 16,0-2-8-16,1-2-45 15,1-8 22-15,-5-3-37 16,-3-5 15-16,-6-4-44 15,0-3 22-15,-10-4-32 16,-16-1-36 0,-10-4-46-16,-5 0-123 0,0-8-279 15</inkml:trace>
  <inkml:trace contextRef="#ctx0" brushRef="#br0" timeOffset="185318.89">29072 12673 921 0,'0'0'92'0,"91"-30"14"15,-52 15-62-15,-12-1-120 16,-5 2-219-16</inkml:trace>
  <inkml:trace contextRef="#ctx0" brushRef="#br0" timeOffset="186354.7">30046 12805 437 0,'0'0'119'16,"0"0"53"-16,0 0-65 15,0 0-22-15,-18-6-23 16,3 16-19-16,-2 10-22 16,-3 3 14-16,4 4-1 15,0 1-5-15,6-4-23 16,7-4 0-16,3-5-1 15,0-5 8-15,10-5 6 16,10-5-17-16,2 0 16 16,0-8-26-16,1-7 22 15,0-2-32-15,-6-2 18 16,-2 0-25-16,-8 3 10 16,-3 4-4-16,-2 1-3 15,-2 6 18-15,0 5 2 16,0 0 12-16,1 0-17 15,5 13 18-15,7 6-2 16,5 4 31-16,7-2-26 16,7-1 22-16,5-3-16 15,1-7 5-15,1-5-18 16,-3-5-11-16,-4 0-28 16,-4-12-44-16,-10-12-40 15,-6-5-138-15,-8-7-151 16</inkml:trace>
  <inkml:trace contextRef="#ctx0" brushRef="#br0" timeOffset="186566.35">30275 12501 746 0,'0'0'87'15,"10"96"95"-15,15-36-26 16,6 1-55-16,7-2-36 15,-1-5-25-15,-4-4-23 16,-4-11-8-16,-8-8-13 16,-7-7-7-16,-11-9-76 15,-3-10-78-15,-13-5-178 16,-13 0-366-16</inkml:trace>
  <inkml:trace contextRef="#ctx0" brushRef="#br0" timeOffset="186734.68">30256 12624 1087 0,'0'0'76'0,"146"-29"53"16,-64 15-96-16,-2 1-36 15,-7 1-35-15,-8 1-157 16,-8 2-318-16</inkml:trace>
  <inkml:trace contextRef="#ctx0" brushRef="#br0" timeOffset="187453.73">31196 12482 752 0,'0'0'105'0,"-59"75"36"16,24-21 24-16,2 4-84 15,4 5-9-15,6 0-33 16,10-5-11-16,12-3-3 15,1-5-3-15,17-7-5 16,14-5-14-16,6-8 13 16,5-7-28-16,-2-7 3 15,1-5-61-15,-4-5-52 16,-7-6-134-16,-8 0-157 16</inkml:trace>
  <inkml:trace contextRef="#ctx0" brushRef="#br0" timeOffset="188537.38">31404 12687 531 0,'0'0'90'0,"0"0"68"0,0 0-24 16,0 0-38-16,-17 0 4 15,17 0-33-15,0 0 1 16,13-1-17-16,6-3-31 15,8-2 9-15,3 2-9 16,5 0 0-16,0 2-20 16,-5 2 16-16,-2 0-26 15,-10 0 24-15,-6 0-26 16,-8 7 18-16,-4 2-25 16,0 6 2-16,-10-1 16 15,-2 0-2-15,1 1 7 16,5-1-13-16,5-2 17 15,1 2-23-15,3 0 19 16,15 1-25-16,1 3 24 16,1 4-16-16,-1 1 19 15,-6 0-8-15,-7 2 6 16,-6-2 18-16,0-4 7 16,-19 0 16-16,-5-6-17 15,-4-6 10-15,2 1-39 16,0-6 19-16,3-2-44 15,4 0-13-15,5 0-82 16,7 0-94-16,5-4-140 16,2-2-312-16</inkml:trace>
  <inkml:trace contextRef="#ctx0" brushRef="#br0" timeOffset="188715.04">31755 13123 929 0,'0'0'133'0,"0"0"30"0,-13 75-28 16,3-57-82-16,3-6-20 15,-2-3-40-15,3-3 19 16,-5-2-51-16,2-4-46 16,0 0-145-16,1-2-170 15</inkml:trace>
  <inkml:trace contextRef="#ctx0" brushRef="#br0" timeOffset="189021.31">32040 12722 699 0,'0'0'93'16,"0"0"81"-16,0 0-17 16,79 22-39-16,-53-16-57 15,0-3-5-15,-4-1-54 0,-2-2 13 16,-5 0-40-1,-3 0-57-15,-6-4-106 0,0-6-150 16,0 1-325-16</inkml:trace>
  <inkml:trace contextRef="#ctx0" brushRef="#br0" timeOffset="189272.05">32360 12645 821 0,'0'0'79'0,"0"0"81"0,0 0-44 15,0 0-69-15,8 75-9 16,3-58-25-16,3-3-4 16,1 0-1-16,2-6-7 15,-1-2-4-15,2-4-35 16,0-2-11-16,-2 0-42 15,-3 0-47-15,0-12-159 16,-3-2-240-16</inkml:trace>
  <inkml:trace contextRef="#ctx0" brushRef="#br0" timeOffset="189475.19">32577 12637 737 0,'0'0'127'0,"0"0"89"16,-19 103-69-16,13-61-39 0,3-1-36 16,3-1-20-1,0-8-18-15,0-4-33 0,0-8 13 16,2-5-35-16,4-7-24 16,-2-5-121-16,2-3-174 15,1 0-348-15</inkml:trace>
  <inkml:trace contextRef="#ctx0" brushRef="#br0" timeOffset="189824.89">32638 12326 765 0,'0'0'77'15,"39"88"96"-15,-13-22-60 16,-1 7-9-16,-3 7-23 16,0 5-25-16,-5-2-28 15,-4-5 17-15,-7-10-16 16,-3-6 17-16,-3-13-27 15,0-7 13-15,-6-9-38 16,-13-7 18-16,-7-4-25 16,-3-5-24-16,-1-3-41 15,-2-2-75-15,3-5-107 16,4-3-204-16</inkml:trace>
  <inkml:trace contextRef="#ctx0" brushRef="#br0" timeOffset="199451.18">9641 15751 378 0,'0'4'3'0,"-4"0"33"16,-2-1 51-16,3-3-15 16,0 0-6-16,-1 0 13 15,3 0-20-15,-2-8-21 16,3-3 6-16,0 0-3 16,0-3 16-16,0 1-18 15,0 2 11-15,8 0-34 16,-1 3 21-16,2 3-35 15,1 5 6-15,-1 0-12 16,0 0 3-16,-4 0 1 16,-2 9 3-16,-1 2 18 15,-2 1-10-15,0 2 12 16,-2-2-14-16,-8-1 13 16,0-2-24-16,2-3 17 15,-1-3-19-15,1-3 14 16,3 0-7-16,1 0 0 15,1-10-1-15,3-2-4 16,0-5 13-16,0 0-13 16,0 1 10-16,9 1-17 15,2 5 20-15,-1 1-18 16,1 7 19-16,0 2-21 0,-3 0 10 16,4 0-2-16,-5 2 1 15,-1 7 3 1,-2 1-6-16,-4 3 7 0,0 2-5 15,0 2 33-15,-7-2-28 16,-3 2 12-16,-3-5-24 16,3-2 19-16,1-4-15 15,3-5 9-15,1-1 1 16,2 0-1-16,3-14 4 16,0-8-9-16,0-5 14 15,1-3-20-15,12 0 17 16,3 2-20-16,-2 5 22 15,-2 7-21-15,0 6 18 16,-1 9-16-16,-1 1 3 16,-1 0 1-16,1 14 0 15,-3 2 4-15,-1 1-2 16,-3 2 27-16,-3 2-16 16,0-2 19-16,0 1-25 15,-8-4 18-15,-3-3-22 16,-2-2 11-16,3-5-11 15,0-3 2-15,-3-3 2 16,4 0-4-16,0-9 5 16,-1-7-15-16,3-4 15 15,4-4-19-15,3 1 21 16,0 4-23-16,0 5 21 16,0 2-18-16,5 7 15 15,5 4-7-15,3 1 0 16,0 0 3-16,1 6-2 15,-1 6 8-15,-3 0-12 0,0 2 22 16,-5 1-19 0,-5-1 28-16,0 1-25 0,0-1 21 15,-9 2-18-15,-3-4 5 16,-1-2-5-16,1-3 0 16,0-6 2-16,2-1-5 15,0 0 10-15,4-10-17 16,0-6 17-16,5-4-22 15,1 0 24-15,0-3-24 16,0 4 20-16,3 5-16 16,5 3 10-16,5 7-2 15,-1 4-3-15,2 0 4 16,1 3-8-16,-1 9 13 16,-2 2-13-16,-4 3 19 15,-3-2-19-15,-2 0 25 16,-3 0-20-16,0-2 19 15,-9 0-10-15,-4-3 2 16,-4-1-2-16,-1-4-4 16,-2-5 5-16,0 0-12 15,1 0 15-15,3-12-19 16,0-3 18-16,5-4-22 16,2 1 19-16,7 2-23 15,2 1 14-15,0 4-11 16,9 3 4-16,7 4 9 15,2 2-3-15,0 2 7 16,-2 0-11-16,1 0 17 16,-5 8-15-16,-2 2 22 15,-6 3-19-15,-4 0 24 16,0 3-16-16,0 3 13 0,-12 3-3 16,-3-1 0-16,-5-2-6 15,4-4-8 1,-3-5 9-16,2-3-16 0,-1-7 19 15,5 0-29-15,0-1 22 16,6-13-40 0,3-3 11-16,4-1-33 0,0-1-16 15,4 1-35-15,6 2-43 16,3 2-101-16,-6 5-161 16</inkml:trace>
  <inkml:trace contextRef="#ctx0" brushRef="#br0" timeOffset="199911.33">9647 15729 703 0,'0'0'65'0,"0"0"71"15,17-24-2-15,-14 22-52 16,2 2-26-16,-3 0-20 15,1 0-26-15,-3 2 21 0,0 11-10 16,0 4 19 0,-1 1-22-16,-9-1 10 0,-3 1-25 15,4-4 11-15,2-5-10 16,1-4-2-16,3-3 4 16,3-2-4-16,0-2 10 15,0-11-14-15,0-6 10 16,0-3-19-16,0 0 11 15,1 2-53-15,7 3 5 16,2 5-77-16,0 4-101 16,0 4-191-16</inkml:trace>
  <inkml:trace contextRef="#ctx0" brushRef="#br0" timeOffset="205715.94">11344 16899 856 0,'17'-13'27'15,"6"-3"118"-15,5-1-40 16,-2-1-43-16,1 2-41 16,-4 3 2-16,-4 4-29 15,-6 5 16-15,-7 2-40 16,-3 2-85-16,-3 0-36 16,-3 7-17-16,-15 4-169 15</inkml:trace>
  <inkml:trace contextRef="#ctx0" brushRef="#br0" timeOffset="205904.59">11351 16802 813 0,'0'0'44'0,"0"0"69"0,0 0-35 16,0 0-82-16,0 0 7 15,98-50-91-15,-76 42-103 16,4-3-244-16</inkml:trace>
  <inkml:trace contextRef="#ctx0" brushRef="#br0" timeOffset="206542.12">11910 16602 511 0,'0'0'13'0,"0"0"118"15,0 0-24-15,0 0-26 0,0 0-20 16,-6-1 15-16,18-6-23 16,4-1-2-16,4-2 0 15,3 4-17-15,0 0-4 16,-4 3-19-16,1 3 5 16,-7 0-28-16,-4 3 20 15,-5 10-33-15,-4 5 27 16,0 3-9-16,0-1 6 15,-4-2-4-15,-2-2 0 16,3-3 5-16,3-4-7 16,0-2 8-16,6-3-12 15,10 0 26-15,2 0-11 16,-3 0 29-16,2-3-17 16,-5 6 7-16,-8 3-17 15,-4 5 0-15,0 4 5 16,-17 1 3-16,-8 4-6 15,-1-1-26-15,-1-3-23 16,1-4-55-16,3-5-28 16,3-2-129-16,2-6-285 15</inkml:trace>
  <inkml:trace contextRef="#ctx0" brushRef="#br0" timeOffset="206831.42">11838 17054 798 0,'0'0'121'0,"0"0"64"0,111-32-86 16,-58 14-25-16,4 2-41 15,-1-1 0-15,-1 4-14 16,-6 2-11-16,-8 3-7 16,-10 3-8-16,-8 0-18 15,-8 4-57-15,-4 1-47 16,-8 0-98-16,-3 0-64 16,0 8-282-16</inkml:trace>
  <inkml:trace contextRef="#ctx0" brushRef="#br0" timeOffset="207192.84">12060 17206 682 0,'0'0'44'0,"0"0"129"15,0 0-40-15,0 0-43 16,0 0-28-16,0 0 6 16,39 45-37-16,-34-31 15 0,-1 0-10 15,3-1-12 1,3-3-14-16,2-4-7 0,2-5 9 16,2-1-3-16,4 0 12 15,-1 0-21-15,0-5 16 16,-4-3-27-16,-1 1 24 15,-4 2-29-15,-4 1-6 16,-2 1-37-16,-1 0-21 16,-3 2-36-16,0-3-33 15,0-2-69-15,0-3-63 16,-9-2-27-16</inkml:trace>
  <inkml:trace contextRef="#ctx0" brushRef="#br0" timeOffset="207392.16">12228 17145 693 0,'0'0'51'0,"0"0"96"16,0 0 15-16,0 86-24 15,0-48-40-15,0 1 3 16,0 2-57-16,0-3 4 16,0-5-32-16,0-8-4 15,1-2-10-15,1-10-4 16,-2-4-31-16,0-8-66 15,0-1-66-15,0-2-160 16,0-15-316-16</inkml:trace>
  <inkml:trace contextRef="#ctx0" brushRef="#br0" timeOffset="207856.24">12538 16912 742 0,'0'0'137'16,"0"0"78"-16,0 0-90 16,0 0-34-16,0 0-29 15,62-56-1-15,-47 54-36 16,-2 2 13-16,0 0-31 16,3 3 21-16,-2 10-30 15,2 1 17-15,-1 4-8 16,0-1 0-16,-3-1 1 15,4 0-9-15,-3-2 8 16,-2 0-15-16,-1-1 18 16,-4-2-25-16,0 1 18 15,-3-5-49-15,1 1 6 16,-4-4-38-16,0 0-26 16,0-4-59-16,0 0-62 15,0 0-32-15,0-11-190 16</inkml:trace>
  <inkml:trace contextRef="#ctx0" brushRef="#br0" timeOffset="208065.41">12737 16856 733 0,'0'0'64'15,"0"0"95"-15,0 0-1 16,-85 78-24-16,61-51-69 15,-1 1-14-15,2-1-39 16,1 0-6-16,1-2-3 16,2-2-16-16,3-3-56 15,4-9-119-15,0-3-228 16</inkml:trace>
  <inkml:trace contextRef="#ctx0" brushRef="#br0" timeOffset="208680.72">13093 16876 917 0,'0'0'55'0,"0"0"98"16,0 0-8-16,89-29-69 15,-60 21-26-15,0 0-37 16,0 2 3-16,-5-1-27 16,-2 1 2-16,-4 2-103 15,-4-2-88-15,-1-1-178 16</inkml:trace>
  <inkml:trace contextRef="#ctx0" brushRef="#br0" timeOffset="209156.93">13540 16545 881 0,'0'0'72'0,"0"0"117"0,0 0-86 16,0 0-23-16,0 0-50 16,29-11 14-16,-10 8-35 15,3 3 12-15,-5 0-19 16,-4 3 1-16,-7 14-3 15,-6 5 6-15,0 3 7 16,0 4-11-16,-6-4 12 16,0-1-24-16,-1-5 24 15,5-5-25-15,2-2 24 16,0-4-26-16,0-3 20 16,9-1-10-16,5-2 2 15,3-2 3-15,2 0-5 16,2 0 7-16,-1-7-34 15,-1-1-29-15,-2-2-67 16,-5-1-51-16,-6 0-131 16,-1-1-281-16</inkml:trace>
  <inkml:trace contextRef="#ctx0" brushRef="#br0" timeOffset="209385.23">13864 16572 817 0,'0'0'166'0,"0"0"29"0,33 72-59 16,-21-45-44-16,-2-1-29 15,-1-2-28-15,-2-4 3 16,-2-1-28-16,-5-6 12 16,0-1-31-16,-2-7 15 15,-17-4-76-15,-1-1-48 16,-2-2-108-16,0-17-90 15,2-8-49-15,7-8-17 16</inkml:trace>
  <inkml:trace contextRef="#ctx0" brushRef="#br0" timeOffset="209507.49">13864 16572 589 0,'23'-87'139'16,"9"60"55"-16,1 2-44 16,0 7-38-16,-4 6-51 15,-6 4-40-15,-7 5-19 16,-6 3-45-16,-10 3-103 15,0 17-141-15,-12 5-219 16</inkml:trace>
  <inkml:trace contextRef="#ctx0" brushRef="#br0" timeOffset="209781.96">13510 17072 846 0,'0'0'90'0,"88"-23"125"0,-26 0-97 16,8-4-38-16,1 2-44 15,-3 2 1-15,-11 4-51 16,-12 8 26-16,-12 7-45 15,-12 4-54-15,-13 0-78 16,-8 3-70-16,0 9-153 16</inkml:trace>
  <inkml:trace contextRef="#ctx0" brushRef="#br0" timeOffset="210069.16">13711 17248 662 0,'0'0'92'0,"0"0"66"16,0 0-57-16,0 0-16 15,0 0-22-15,48 51 10 16,-26-51-16-16,1 0 7 15,0 0-38-15,-3 0-3 16,-4 0-30-16,-6-3 19 16,-3 0-29-16,-4 0-20 15,-3 0-63-15,0-4-77 16,0-3-124-16,0-3-150 16</inkml:trace>
  <inkml:trace contextRef="#ctx0" brushRef="#br0" timeOffset="210258.2">13878 17186 730 0,'0'0'109'0,"0"0"98"15,9 103-47-15,-6-59-46 0,-1 0-45 16,-2-4 0-16,0-4-48 16,0-8 17-16,0-4-46 15,0-9 6-15,0-7-68 16,0-3-83-16,-11-2-186 15,2-3-277-15</inkml:trace>
</inkml:ink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5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6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9033BC0-9892-4A5D-9694-19B4670EC8F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27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8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72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7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5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75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10/25/2021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21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4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73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9033BC0-9892-4A5D-9694-19B4670EC8F9}" type="datetimeFigureOut">
              <a:rPr lang="en-US" smtClean="0"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10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3E42E8-D720-4440-A05C-245D8E1EC4E5}"/>
              </a:ext>
            </a:extLst>
          </p:cNvPr>
          <p:cNvSpPr txBox="1"/>
          <p:nvPr/>
        </p:nvSpPr>
        <p:spPr>
          <a:xfrm>
            <a:off x="1252603" y="1891430"/>
            <a:ext cx="6501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Hello to our MATH 181 Class-Zoom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B53EA-6587-44BD-A45E-9EF9C07D770A}"/>
              </a:ext>
            </a:extLst>
          </p:cNvPr>
          <p:cNvSpPr txBox="1"/>
          <p:nvPr/>
        </p:nvSpPr>
        <p:spPr>
          <a:xfrm>
            <a:off x="1252603" y="2820444"/>
            <a:ext cx="6501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I’ll be with you soon…</a:t>
            </a:r>
          </a:p>
          <a:p>
            <a:endParaRPr lang="en-US" dirty="0"/>
          </a:p>
          <a:p>
            <a:r>
              <a:rPr lang="en-US" dirty="0"/>
              <a:t>All my best ~Dr. Beyers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BA514C77-977A-4344-ABA1-A40323B4C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881" y="1896519"/>
            <a:ext cx="2476500" cy="1847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37FFB6-A267-455C-B761-8416DA5C0669}"/>
              </a:ext>
            </a:extLst>
          </p:cNvPr>
          <p:cNvSpPr txBox="1"/>
          <p:nvPr/>
        </p:nvSpPr>
        <p:spPr>
          <a:xfrm>
            <a:off x="457199" y="325219"/>
            <a:ext cx="10781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Lesson 3.8</a:t>
            </a:r>
          </a:p>
        </p:txBody>
      </p:sp>
    </p:spTree>
    <p:extLst>
      <p:ext uri="{BB962C8B-B14F-4D97-AF65-F5344CB8AC3E}">
        <p14:creationId xmlns:p14="http://schemas.microsoft.com/office/powerpoint/2010/main" val="1856115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BEBC9A-0F6A-4B3A-8CEB-9CE561C5E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69694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D29B73C-3F94-4076-B4A4-41C4E182014B}"/>
                  </a:ext>
                </a:extLst>
              </p14:cNvPr>
              <p14:cNvContentPartPr/>
              <p14:nvPr/>
            </p14:nvContentPartPr>
            <p14:xfrm>
              <a:off x="3106800" y="2160"/>
              <a:ext cx="8893080" cy="6853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D29B73C-3F94-4076-B4A4-41C4E18201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97440" y="-7200"/>
                <a:ext cx="8911800" cy="687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5616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DD406F-18CC-49EF-8E84-3F6F2AA2A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7272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D7CF1D-7D14-4479-B7EA-D076B952C867}"/>
                  </a:ext>
                </a:extLst>
              </p14:cNvPr>
              <p14:cNvContentPartPr/>
              <p14:nvPr/>
            </p14:nvContentPartPr>
            <p14:xfrm>
              <a:off x="2486160" y="103320"/>
              <a:ext cx="9704160" cy="6505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D7CF1D-7D14-4479-B7EA-D076B952C8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76800" y="93960"/>
                <a:ext cx="9722880" cy="652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3278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2C50E1-AC85-498D-B5BD-718AFE715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7982857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1FDB18-799B-4289-9D10-981360B89ABE}"/>
                  </a:ext>
                </a:extLst>
              </p14:cNvPr>
              <p14:cNvContentPartPr/>
              <p14:nvPr/>
            </p14:nvContentPartPr>
            <p14:xfrm>
              <a:off x="739800" y="247680"/>
              <a:ext cx="11445120" cy="6296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1FDB18-799B-4289-9D10-981360B89A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0440" y="238320"/>
                <a:ext cx="11463840" cy="631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0812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B92ACD-0D2E-4AEE-BD5C-37AAEFA8E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631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B7BAC46-F7A3-404D-9962-E1AEF4932F8B}"/>
                  </a:ext>
                </a:extLst>
              </p14:cNvPr>
              <p14:cNvContentPartPr/>
              <p14:nvPr/>
            </p14:nvContentPartPr>
            <p14:xfrm>
              <a:off x="3445920" y="2160"/>
              <a:ext cx="8698680" cy="6311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B7BAC46-F7A3-404D-9962-E1AEF4932F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36560" y="-7200"/>
                <a:ext cx="8717400" cy="632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6721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8065BF-D656-46AA-AD3C-74C9CEEC9D67}"/>
              </a:ext>
            </a:extLst>
          </p:cNvPr>
          <p:cNvSpPr txBox="1"/>
          <p:nvPr/>
        </p:nvSpPr>
        <p:spPr>
          <a:xfrm>
            <a:off x="5668639" y="212651"/>
            <a:ext cx="854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610744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91FBF5-3D82-40E9-A873-E4F60446F462}"/>
              </a:ext>
            </a:extLst>
          </p:cNvPr>
          <p:cNvSpPr txBox="1"/>
          <p:nvPr/>
        </p:nvSpPr>
        <p:spPr>
          <a:xfrm>
            <a:off x="318977" y="2893430"/>
            <a:ext cx="10781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8340972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29215</TotalTime>
  <Words>27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Rockwell</vt:lpstr>
      <vt:lpstr>Rockwell Condensed</vt:lpstr>
      <vt:lpstr>Wingdings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Beyers</dc:creator>
  <cp:lastModifiedBy>John Beyers</cp:lastModifiedBy>
  <cp:revision>47</cp:revision>
  <dcterms:created xsi:type="dcterms:W3CDTF">2020-04-10T13:44:12Z</dcterms:created>
  <dcterms:modified xsi:type="dcterms:W3CDTF">2021-10-25T17:43:26Z</dcterms:modified>
</cp:coreProperties>
</file>